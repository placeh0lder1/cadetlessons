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M PLUS Rounded 1c" panose="020B0604020202020204" charset="-128"/>
      <p:regular r:id="rId20"/>
      <p:bold r:id="rId21"/>
    </p:embeddedFont>
    <p:embeddedFont>
      <p:font typeface="Lexend Deca" panose="020B0604020202020204" charset="0"/>
      <p:regular r:id="rId22"/>
      <p:bold r:id="rId23"/>
    </p:embeddedFont>
    <p:embeddedFont>
      <p:font typeface="Roboto Condensed Light" panose="02000000000000000000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f34479a1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f34479a1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df34479a1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df34479a1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4792a6960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4792a6960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df34479a1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df34479a1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df99c2058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df99c2058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4792a6960e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4792a6960e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4792a6960e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4792a6960e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4792a6960e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4792a6960e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4792a6960e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4792a6960e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4792a6960e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4792a6960e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4792a6960e_0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4792a6960e_0_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24792a6960e_0_1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4792a6960e_0_1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24792a6960e_0_1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24792a6960e_0_1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df99c20582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df99c20582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df99c20582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df99c20582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df99c20582_0_2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df99c20582_0_2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200" y="2613025"/>
            <a:ext cx="9153300" cy="25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729775" y="25097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11" name="Google Shape;11;p2"/>
          <p:cNvGrpSpPr/>
          <p:nvPr/>
        </p:nvGrpSpPr>
        <p:grpSpPr>
          <a:xfrm>
            <a:off x="822825" y="450975"/>
            <a:ext cx="1173375" cy="88200"/>
            <a:chOff x="822825" y="450975"/>
            <a:chExt cx="1173375" cy="88200"/>
          </a:xfrm>
        </p:grpSpPr>
        <p:sp>
          <p:nvSpPr>
            <p:cNvPr id="12" name="Google Shape;12;p2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17" name="Google Shape;17;p2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507300" y="-7485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731663" y="1119925"/>
            <a:ext cx="6369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731663" y="3209475"/>
            <a:ext cx="63690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-9200" y="0"/>
            <a:ext cx="9153300" cy="2958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-631962" y="-4036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27" name="Google Shape;27;p3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28" name="Google Shape;28;p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 flipH="1">
            <a:off x="7165450" y="4603500"/>
            <a:ext cx="1173375" cy="88200"/>
            <a:chOff x="822825" y="450975"/>
            <a:chExt cx="1173375" cy="88200"/>
          </a:xfrm>
        </p:grpSpPr>
        <p:sp>
          <p:nvSpPr>
            <p:cNvPr id="33" name="Google Shape;33;p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4627500" y="2605086"/>
            <a:ext cx="37965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4675500" y="930400"/>
            <a:ext cx="3748500" cy="18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1"/>
          </p:nvPr>
        </p:nvSpPr>
        <p:spPr>
          <a:xfrm>
            <a:off x="5766900" y="3338575"/>
            <a:ext cx="2657100" cy="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43" name="Google Shape;43;p4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44" name="Google Shape;44;p4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53" name="Google Shape;53;p5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54" name="Google Shape;54;p5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5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59" name="Google Shape;59;p5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1501500" y="3406375"/>
            <a:ext cx="2622900" cy="8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1501500" y="2966275"/>
            <a:ext cx="2622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3"/>
          </p:nvPr>
        </p:nvSpPr>
        <p:spPr>
          <a:xfrm>
            <a:off x="5019525" y="3406375"/>
            <a:ext cx="2622900" cy="8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4"/>
          </p:nvPr>
        </p:nvSpPr>
        <p:spPr>
          <a:xfrm>
            <a:off x="5019525" y="2966275"/>
            <a:ext cx="2622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71" name="Google Shape;71;p6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72" name="Google Shape;72;p6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6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77" name="Google Shape;77;p6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85" name="Google Shape;85;p7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86" name="Google Shape;86;p7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7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91" name="Google Shape;91;p7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body" idx="1"/>
          </p:nvPr>
        </p:nvSpPr>
        <p:spPr>
          <a:xfrm>
            <a:off x="720000" y="1668875"/>
            <a:ext cx="5157900" cy="24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-9200" y="0"/>
            <a:ext cx="9153300" cy="149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-631962" y="-4036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1021875" y="540000"/>
            <a:ext cx="7100400" cy="18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600"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868663" y="3052900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102" name="Google Shape;102;p8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103" name="Google Shape;103;p8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8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108" name="Google Shape;108;p8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8"/>
          <p:cNvSpPr/>
          <p:nvPr/>
        </p:nvSpPr>
        <p:spPr>
          <a:xfrm>
            <a:off x="248985" y="792558"/>
            <a:ext cx="757010" cy="274783"/>
          </a:xfrm>
          <a:custGeom>
            <a:avLst/>
            <a:gdLst/>
            <a:ahLst/>
            <a:cxnLst/>
            <a:rect l="l" t="t" r="r" b="b"/>
            <a:pathLst>
              <a:path w="6273" h="2277" extrusionOk="0">
                <a:moveTo>
                  <a:pt x="2378" y="0"/>
                </a:moveTo>
                <a:cubicBezTo>
                  <a:pt x="1933" y="0"/>
                  <a:pt x="1569" y="364"/>
                  <a:pt x="1569" y="820"/>
                </a:cubicBezTo>
                <a:cubicBezTo>
                  <a:pt x="1569" y="941"/>
                  <a:pt x="1599" y="1063"/>
                  <a:pt x="1650" y="1174"/>
                </a:cubicBezTo>
                <a:cubicBezTo>
                  <a:pt x="1610" y="1164"/>
                  <a:pt x="1569" y="1164"/>
                  <a:pt x="1529" y="1164"/>
                </a:cubicBezTo>
                <a:cubicBezTo>
                  <a:pt x="1194" y="1164"/>
                  <a:pt x="922" y="1407"/>
                  <a:pt x="871" y="1720"/>
                </a:cubicBezTo>
                <a:cubicBezTo>
                  <a:pt x="780" y="1670"/>
                  <a:pt x="679" y="1639"/>
                  <a:pt x="567" y="1639"/>
                </a:cubicBezTo>
                <a:cubicBezTo>
                  <a:pt x="254" y="1639"/>
                  <a:pt x="1" y="1892"/>
                  <a:pt x="1" y="2206"/>
                </a:cubicBezTo>
                <a:lnTo>
                  <a:pt x="1" y="2277"/>
                </a:lnTo>
                <a:lnTo>
                  <a:pt x="6272" y="2277"/>
                </a:lnTo>
                <a:cubicBezTo>
                  <a:pt x="6272" y="2023"/>
                  <a:pt x="6070" y="1821"/>
                  <a:pt x="5827" y="1821"/>
                </a:cubicBezTo>
                <a:cubicBezTo>
                  <a:pt x="5787" y="1821"/>
                  <a:pt x="5746" y="1832"/>
                  <a:pt x="5717" y="1841"/>
                </a:cubicBezTo>
                <a:cubicBezTo>
                  <a:pt x="5666" y="1538"/>
                  <a:pt x="5413" y="1306"/>
                  <a:pt x="5099" y="1275"/>
                </a:cubicBezTo>
                <a:cubicBezTo>
                  <a:pt x="5099" y="861"/>
                  <a:pt x="4766" y="526"/>
                  <a:pt x="4361" y="526"/>
                </a:cubicBezTo>
                <a:cubicBezTo>
                  <a:pt x="4118" y="526"/>
                  <a:pt x="3896" y="648"/>
                  <a:pt x="3764" y="830"/>
                </a:cubicBezTo>
                <a:cubicBezTo>
                  <a:pt x="3673" y="739"/>
                  <a:pt x="3552" y="688"/>
                  <a:pt x="3420" y="688"/>
                </a:cubicBezTo>
                <a:cubicBezTo>
                  <a:pt x="3339" y="688"/>
                  <a:pt x="3269" y="708"/>
                  <a:pt x="3197" y="749"/>
                </a:cubicBezTo>
                <a:cubicBezTo>
                  <a:pt x="3157" y="324"/>
                  <a:pt x="2813" y="0"/>
                  <a:pt x="237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2162518" y="279264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507844" y="429385"/>
            <a:ext cx="24498" cy="23291"/>
          </a:xfrm>
          <a:custGeom>
            <a:avLst/>
            <a:gdLst/>
            <a:ahLst/>
            <a:cxnLst/>
            <a:rect l="l" t="t" r="r" b="b"/>
            <a:pathLst>
              <a:path w="203" h="193" extrusionOk="0">
                <a:moveTo>
                  <a:pt x="101" y="1"/>
                </a:moveTo>
                <a:cubicBezTo>
                  <a:pt x="51" y="1"/>
                  <a:pt x="0" y="41"/>
                  <a:pt x="0" y="92"/>
                </a:cubicBezTo>
                <a:cubicBezTo>
                  <a:pt x="0" y="152"/>
                  <a:pt x="51" y="193"/>
                  <a:pt x="101" y="193"/>
                </a:cubicBezTo>
                <a:cubicBezTo>
                  <a:pt x="162" y="193"/>
                  <a:pt x="202" y="152"/>
                  <a:pt x="202" y="92"/>
                </a:cubicBezTo>
                <a:cubicBezTo>
                  <a:pt x="202" y="41"/>
                  <a:pt x="162" y="1"/>
                  <a:pt x="101" y="1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1425837" y="1180120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080338" y="372063"/>
            <a:ext cx="41634" cy="41513"/>
          </a:xfrm>
          <a:custGeom>
            <a:avLst/>
            <a:gdLst/>
            <a:ahLst/>
            <a:cxnLst/>
            <a:rect l="l" t="t" r="r" b="b"/>
            <a:pathLst>
              <a:path w="345" h="344" extrusionOk="0">
                <a:moveTo>
                  <a:pt x="172" y="0"/>
                </a:moveTo>
                <a:lnTo>
                  <a:pt x="112" y="112"/>
                </a:lnTo>
                <a:lnTo>
                  <a:pt x="1" y="172"/>
                </a:lnTo>
                <a:lnTo>
                  <a:pt x="112" y="233"/>
                </a:lnTo>
                <a:lnTo>
                  <a:pt x="172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2"/>
                </a:lnTo>
                <a:lnTo>
                  <a:pt x="172" y="0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766389" y="429385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2452441" y="1065355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-9200" y="0"/>
            <a:ext cx="9153300" cy="249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-631962" y="-4036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122" name="Google Shape;122;p9"/>
          <p:cNvSpPr/>
          <p:nvPr/>
        </p:nvSpPr>
        <p:spPr>
          <a:xfrm>
            <a:off x="248985" y="792558"/>
            <a:ext cx="757010" cy="274783"/>
          </a:xfrm>
          <a:custGeom>
            <a:avLst/>
            <a:gdLst/>
            <a:ahLst/>
            <a:cxnLst/>
            <a:rect l="l" t="t" r="r" b="b"/>
            <a:pathLst>
              <a:path w="6273" h="2277" extrusionOk="0">
                <a:moveTo>
                  <a:pt x="2378" y="0"/>
                </a:moveTo>
                <a:cubicBezTo>
                  <a:pt x="1933" y="0"/>
                  <a:pt x="1569" y="364"/>
                  <a:pt x="1569" y="820"/>
                </a:cubicBezTo>
                <a:cubicBezTo>
                  <a:pt x="1569" y="941"/>
                  <a:pt x="1599" y="1063"/>
                  <a:pt x="1650" y="1174"/>
                </a:cubicBezTo>
                <a:cubicBezTo>
                  <a:pt x="1610" y="1164"/>
                  <a:pt x="1569" y="1164"/>
                  <a:pt x="1529" y="1164"/>
                </a:cubicBezTo>
                <a:cubicBezTo>
                  <a:pt x="1194" y="1164"/>
                  <a:pt x="922" y="1407"/>
                  <a:pt x="871" y="1720"/>
                </a:cubicBezTo>
                <a:cubicBezTo>
                  <a:pt x="780" y="1670"/>
                  <a:pt x="679" y="1639"/>
                  <a:pt x="567" y="1639"/>
                </a:cubicBezTo>
                <a:cubicBezTo>
                  <a:pt x="254" y="1639"/>
                  <a:pt x="1" y="1892"/>
                  <a:pt x="1" y="2206"/>
                </a:cubicBezTo>
                <a:lnTo>
                  <a:pt x="1" y="2277"/>
                </a:lnTo>
                <a:lnTo>
                  <a:pt x="6272" y="2277"/>
                </a:lnTo>
                <a:cubicBezTo>
                  <a:pt x="6272" y="2023"/>
                  <a:pt x="6070" y="1821"/>
                  <a:pt x="5827" y="1821"/>
                </a:cubicBezTo>
                <a:cubicBezTo>
                  <a:pt x="5787" y="1821"/>
                  <a:pt x="5746" y="1832"/>
                  <a:pt x="5717" y="1841"/>
                </a:cubicBezTo>
                <a:cubicBezTo>
                  <a:pt x="5666" y="1538"/>
                  <a:pt x="5413" y="1306"/>
                  <a:pt x="5099" y="1275"/>
                </a:cubicBezTo>
                <a:cubicBezTo>
                  <a:pt x="5099" y="861"/>
                  <a:pt x="4766" y="526"/>
                  <a:pt x="4361" y="526"/>
                </a:cubicBezTo>
                <a:cubicBezTo>
                  <a:pt x="4118" y="526"/>
                  <a:pt x="3896" y="648"/>
                  <a:pt x="3764" y="830"/>
                </a:cubicBezTo>
                <a:cubicBezTo>
                  <a:pt x="3673" y="739"/>
                  <a:pt x="3552" y="688"/>
                  <a:pt x="3420" y="688"/>
                </a:cubicBezTo>
                <a:cubicBezTo>
                  <a:pt x="3339" y="688"/>
                  <a:pt x="3269" y="708"/>
                  <a:pt x="3197" y="749"/>
                </a:cubicBezTo>
                <a:cubicBezTo>
                  <a:pt x="3157" y="324"/>
                  <a:pt x="2813" y="0"/>
                  <a:pt x="237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2162518" y="279264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192700" y="763899"/>
            <a:ext cx="1292939" cy="332104"/>
          </a:xfrm>
          <a:custGeom>
            <a:avLst/>
            <a:gdLst/>
            <a:ahLst/>
            <a:cxnLst/>
            <a:rect l="l" t="t" r="r" b="b"/>
            <a:pathLst>
              <a:path w="10714" h="2752" extrusionOk="0">
                <a:moveTo>
                  <a:pt x="6788" y="0"/>
                </a:moveTo>
                <a:cubicBezTo>
                  <a:pt x="6262" y="0"/>
                  <a:pt x="5817" y="314"/>
                  <a:pt x="5615" y="769"/>
                </a:cubicBezTo>
                <a:cubicBezTo>
                  <a:pt x="5402" y="577"/>
                  <a:pt x="5119" y="456"/>
                  <a:pt x="4815" y="456"/>
                </a:cubicBezTo>
                <a:cubicBezTo>
                  <a:pt x="4188" y="456"/>
                  <a:pt x="3682" y="931"/>
                  <a:pt x="3632" y="1548"/>
                </a:cubicBezTo>
                <a:cubicBezTo>
                  <a:pt x="3491" y="1488"/>
                  <a:pt x="3339" y="1457"/>
                  <a:pt x="3187" y="1457"/>
                </a:cubicBezTo>
                <a:cubicBezTo>
                  <a:pt x="2893" y="1457"/>
                  <a:pt x="2621" y="1568"/>
                  <a:pt x="2428" y="1751"/>
                </a:cubicBezTo>
                <a:cubicBezTo>
                  <a:pt x="2246" y="1517"/>
                  <a:pt x="1973" y="1356"/>
                  <a:pt x="1650" y="1356"/>
                </a:cubicBezTo>
                <a:cubicBezTo>
                  <a:pt x="1275" y="1356"/>
                  <a:pt x="962" y="1578"/>
                  <a:pt x="800" y="1882"/>
                </a:cubicBezTo>
                <a:lnTo>
                  <a:pt x="688" y="1882"/>
                </a:lnTo>
                <a:cubicBezTo>
                  <a:pt x="304" y="1882"/>
                  <a:pt x="0" y="2185"/>
                  <a:pt x="0" y="2569"/>
                </a:cubicBezTo>
                <a:cubicBezTo>
                  <a:pt x="0" y="2630"/>
                  <a:pt x="11" y="2701"/>
                  <a:pt x="21" y="2752"/>
                </a:cubicBezTo>
                <a:lnTo>
                  <a:pt x="10713" y="2752"/>
                </a:lnTo>
                <a:cubicBezTo>
                  <a:pt x="10713" y="2317"/>
                  <a:pt x="10410" y="1953"/>
                  <a:pt x="10005" y="1852"/>
                </a:cubicBezTo>
                <a:cubicBezTo>
                  <a:pt x="9843" y="1356"/>
                  <a:pt x="9378" y="991"/>
                  <a:pt x="8821" y="991"/>
                </a:cubicBezTo>
                <a:cubicBezTo>
                  <a:pt x="8538" y="991"/>
                  <a:pt x="8286" y="1093"/>
                  <a:pt x="8073" y="1245"/>
                </a:cubicBezTo>
                <a:cubicBezTo>
                  <a:pt x="8052" y="557"/>
                  <a:pt x="7486" y="0"/>
                  <a:pt x="678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3725709" y="763903"/>
            <a:ext cx="56236" cy="56236"/>
          </a:xfrm>
          <a:custGeom>
            <a:avLst/>
            <a:gdLst/>
            <a:ahLst/>
            <a:cxnLst/>
            <a:rect l="l" t="t" r="r" b="b"/>
            <a:pathLst>
              <a:path w="466" h="466" extrusionOk="0">
                <a:moveTo>
                  <a:pt x="233" y="1"/>
                </a:moveTo>
                <a:lnTo>
                  <a:pt x="152" y="152"/>
                </a:lnTo>
                <a:lnTo>
                  <a:pt x="0" y="233"/>
                </a:lnTo>
                <a:lnTo>
                  <a:pt x="152" y="314"/>
                </a:lnTo>
                <a:lnTo>
                  <a:pt x="233" y="466"/>
                </a:lnTo>
                <a:lnTo>
                  <a:pt x="324" y="314"/>
                </a:lnTo>
                <a:lnTo>
                  <a:pt x="465" y="233"/>
                </a:lnTo>
                <a:lnTo>
                  <a:pt x="324" y="152"/>
                </a:lnTo>
                <a:lnTo>
                  <a:pt x="23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394495" y="1345304"/>
            <a:ext cx="56356" cy="56236"/>
          </a:xfrm>
          <a:custGeom>
            <a:avLst/>
            <a:gdLst/>
            <a:ahLst/>
            <a:cxnLst/>
            <a:rect l="l" t="t" r="r" b="b"/>
            <a:pathLst>
              <a:path w="467" h="466" extrusionOk="0">
                <a:moveTo>
                  <a:pt x="233" y="1"/>
                </a:moveTo>
                <a:lnTo>
                  <a:pt x="152" y="153"/>
                </a:lnTo>
                <a:lnTo>
                  <a:pt x="1" y="234"/>
                </a:lnTo>
                <a:lnTo>
                  <a:pt x="152" y="324"/>
                </a:lnTo>
                <a:lnTo>
                  <a:pt x="233" y="466"/>
                </a:lnTo>
                <a:lnTo>
                  <a:pt x="314" y="324"/>
                </a:lnTo>
                <a:lnTo>
                  <a:pt x="466" y="234"/>
                </a:lnTo>
                <a:lnTo>
                  <a:pt x="314" y="153"/>
                </a:lnTo>
                <a:lnTo>
                  <a:pt x="23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06679" y="1227787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1"/>
                </a:lnTo>
                <a:lnTo>
                  <a:pt x="1" y="172"/>
                </a:lnTo>
                <a:lnTo>
                  <a:pt x="112" y="233"/>
                </a:lnTo>
                <a:lnTo>
                  <a:pt x="173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1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07844" y="429385"/>
            <a:ext cx="24498" cy="23291"/>
          </a:xfrm>
          <a:custGeom>
            <a:avLst/>
            <a:gdLst/>
            <a:ahLst/>
            <a:cxnLst/>
            <a:rect l="l" t="t" r="r" b="b"/>
            <a:pathLst>
              <a:path w="203" h="193" extrusionOk="0">
                <a:moveTo>
                  <a:pt x="101" y="1"/>
                </a:moveTo>
                <a:cubicBezTo>
                  <a:pt x="51" y="1"/>
                  <a:pt x="0" y="41"/>
                  <a:pt x="0" y="92"/>
                </a:cubicBezTo>
                <a:cubicBezTo>
                  <a:pt x="0" y="152"/>
                  <a:pt x="51" y="193"/>
                  <a:pt x="101" y="193"/>
                </a:cubicBezTo>
                <a:cubicBezTo>
                  <a:pt x="162" y="193"/>
                  <a:pt x="202" y="152"/>
                  <a:pt x="202" y="92"/>
                </a:cubicBezTo>
                <a:cubicBezTo>
                  <a:pt x="202" y="41"/>
                  <a:pt x="162" y="1"/>
                  <a:pt x="101" y="1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1425837" y="1180120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1080338" y="372063"/>
            <a:ext cx="41634" cy="41513"/>
          </a:xfrm>
          <a:custGeom>
            <a:avLst/>
            <a:gdLst/>
            <a:ahLst/>
            <a:cxnLst/>
            <a:rect l="l" t="t" r="r" b="b"/>
            <a:pathLst>
              <a:path w="345" h="344" extrusionOk="0">
                <a:moveTo>
                  <a:pt x="172" y="0"/>
                </a:moveTo>
                <a:lnTo>
                  <a:pt x="112" y="112"/>
                </a:lnTo>
                <a:lnTo>
                  <a:pt x="1" y="172"/>
                </a:lnTo>
                <a:lnTo>
                  <a:pt x="112" y="233"/>
                </a:lnTo>
                <a:lnTo>
                  <a:pt x="172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2"/>
                </a:lnTo>
                <a:lnTo>
                  <a:pt x="172" y="0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1766389" y="429385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2452441" y="1065355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447000" y="2019975"/>
            <a:ext cx="4977000" cy="8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3447000" y="2931000"/>
            <a:ext cx="497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136" name="Google Shape;136;p9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9"/>
          <p:cNvGrpSpPr/>
          <p:nvPr/>
        </p:nvGrpSpPr>
        <p:grpSpPr>
          <a:xfrm flipH="1">
            <a:off x="7165450" y="4603500"/>
            <a:ext cx="1173375" cy="88200"/>
            <a:chOff x="822825" y="450975"/>
            <a:chExt cx="1173375" cy="88200"/>
          </a:xfrm>
        </p:grpSpPr>
        <p:sp>
          <p:nvSpPr>
            <p:cNvPr id="141" name="Google Shape;141;p9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720000" y="540000"/>
            <a:ext cx="3760800" cy="12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</a:lstStyle>
          <a:p>
            <a:endParaRPr/>
          </a:p>
        </p:txBody>
      </p:sp>
      <p:grpSp>
        <p:nvGrpSpPr>
          <p:cNvPr id="147" name="Google Shape;147;p10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148" name="Google Shape;148;p10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10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153" name="Google Shape;153;p10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0"/>
          <p:cNvSpPr/>
          <p:nvPr/>
        </p:nvSpPr>
        <p:spPr>
          <a:xfrm>
            <a:off x="3204650" y="27301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-9200" y="0"/>
            <a:ext cx="9153300" cy="243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"/>
          <p:cNvSpPr/>
          <p:nvPr/>
        </p:nvSpPr>
        <p:spPr>
          <a:xfrm flipH="1">
            <a:off x="-1799650" y="2951150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161" name="Google Shape;161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299163"/>
            <a:ext cx="77040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lt2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1388700" y="3374538"/>
            <a:ext cx="63666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/>
          <p:nvPr/>
        </p:nvSpPr>
        <p:spPr>
          <a:xfrm flipH="1">
            <a:off x="27902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164" name="Google Shape;164;p11"/>
          <p:cNvGrpSpPr/>
          <p:nvPr/>
        </p:nvGrpSpPr>
        <p:grpSpPr>
          <a:xfrm>
            <a:off x="822825" y="450975"/>
            <a:ext cx="1173375" cy="88200"/>
            <a:chOff x="822825" y="450975"/>
            <a:chExt cx="1173375" cy="88200"/>
          </a:xfrm>
        </p:grpSpPr>
        <p:sp>
          <p:nvSpPr>
            <p:cNvPr id="165" name="Google Shape;165;p11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Google Shape;169;p11"/>
          <p:cNvGrpSpPr/>
          <p:nvPr/>
        </p:nvGrpSpPr>
        <p:grpSpPr>
          <a:xfrm flipH="1">
            <a:off x="7131500" y="4603500"/>
            <a:ext cx="1173375" cy="88200"/>
            <a:chOff x="822825" y="450975"/>
            <a:chExt cx="1173375" cy="88200"/>
          </a:xfrm>
        </p:grpSpPr>
        <p:sp>
          <p:nvSpPr>
            <p:cNvPr id="170" name="Google Shape;170;p11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11"/>
          <p:cNvSpPr/>
          <p:nvPr/>
        </p:nvSpPr>
        <p:spPr>
          <a:xfrm>
            <a:off x="631697" y="842633"/>
            <a:ext cx="757010" cy="274783"/>
          </a:xfrm>
          <a:custGeom>
            <a:avLst/>
            <a:gdLst/>
            <a:ahLst/>
            <a:cxnLst/>
            <a:rect l="l" t="t" r="r" b="b"/>
            <a:pathLst>
              <a:path w="6273" h="2277" extrusionOk="0">
                <a:moveTo>
                  <a:pt x="2378" y="0"/>
                </a:moveTo>
                <a:cubicBezTo>
                  <a:pt x="1933" y="0"/>
                  <a:pt x="1569" y="364"/>
                  <a:pt x="1569" y="820"/>
                </a:cubicBezTo>
                <a:cubicBezTo>
                  <a:pt x="1569" y="941"/>
                  <a:pt x="1599" y="1063"/>
                  <a:pt x="1650" y="1174"/>
                </a:cubicBezTo>
                <a:cubicBezTo>
                  <a:pt x="1610" y="1164"/>
                  <a:pt x="1569" y="1164"/>
                  <a:pt x="1529" y="1164"/>
                </a:cubicBezTo>
                <a:cubicBezTo>
                  <a:pt x="1194" y="1164"/>
                  <a:pt x="922" y="1407"/>
                  <a:pt x="871" y="1720"/>
                </a:cubicBezTo>
                <a:cubicBezTo>
                  <a:pt x="780" y="1670"/>
                  <a:pt x="679" y="1639"/>
                  <a:pt x="567" y="1639"/>
                </a:cubicBezTo>
                <a:cubicBezTo>
                  <a:pt x="254" y="1639"/>
                  <a:pt x="1" y="1892"/>
                  <a:pt x="1" y="2206"/>
                </a:cubicBezTo>
                <a:lnTo>
                  <a:pt x="1" y="2277"/>
                </a:lnTo>
                <a:lnTo>
                  <a:pt x="6272" y="2277"/>
                </a:lnTo>
                <a:cubicBezTo>
                  <a:pt x="6272" y="2023"/>
                  <a:pt x="6070" y="1821"/>
                  <a:pt x="5827" y="1821"/>
                </a:cubicBezTo>
                <a:cubicBezTo>
                  <a:pt x="5787" y="1821"/>
                  <a:pt x="5746" y="1832"/>
                  <a:pt x="5717" y="1841"/>
                </a:cubicBezTo>
                <a:cubicBezTo>
                  <a:pt x="5666" y="1538"/>
                  <a:pt x="5413" y="1306"/>
                  <a:pt x="5099" y="1275"/>
                </a:cubicBezTo>
                <a:cubicBezTo>
                  <a:pt x="5099" y="861"/>
                  <a:pt x="4766" y="526"/>
                  <a:pt x="4361" y="526"/>
                </a:cubicBezTo>
                <a:cubicBezTo>
                  <a:pt x="4118" y="526"/>
                  <a:pt x="3896" y="648"/>
                  <a:pt x="3764" y="830"/>
                </a:cubicBezTo>
                <a:cubicBezTo>
                  <a:pt x="3673" y="739"/>
                  <a:pt x="3552" y="688"/>
                  <a:pt x="3420" y="688"/>
                </a:cubicBezTo>
                <a:cubicBezTo>
                  <a:pt x="3339" y="688"/>
                  <a:pt x="3269" y="708"/>
                  <a:pt x="3197" y="749"/>
                </a:cubicBezTo>
                <a:cubicBezTo>
                  <a:pt x="3157" y="324"/>
                  <a:pt x="2813" y="0"/>
                  <a:pt x="237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4858580" y="553489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7543063" y="297374"/>
            <a:ext cx="1292939" cy="332104"/>
          </a:xfrm>
          <a:custGeom>
            <a:avLst/>
            <a:gdLst/>
            <a:ahLst/>
            <a:cxnLst/>
            <a:rect l="l" t="t" r="r" b="b"/>
            <a:pathLst>
              <a:path w="10714" h="2752" extrusionOk="0">
                <a:moveTo>
                  <a:pt x="6788" y="0"/>
                </a:moveTo>
                <a:cubicBezTo>
                  <a:pt x="6262" y="0"/>
                  <a:pt x="5817" y="314"/>
                  <a:pt x="5615" y="769"/>
                </a:cubicBezTo>
                <a:cubicBezTo>
                  <a:pt x="5402" y="577"/>
                  <a:pt x="5119" y="456"/>
                  <a:pt x="4815" y="456"/>
                </a:cubicBezTo>
                <a:cubicBezTo>
                  <a:pt x="4188" y="456"/>
                  <a:pt x="3682" y="931"/>
                  <a:pt x="3632" y="1548"/>
                </a:cubicBezTo>
                <a:cubicBezTo>
                  <a:pt x="3491" y="1488"/>
                  <a:pt x="3339" y="1457"/>
                  <a:pt x="3187" y="1457"/>
                </a:cubicBezTo>
                <a:cubicBezTo>
                  <a:pt x="2893" y="1457"/>
                  <a:pt x="2621" y="1568"/>
                  <a:pt x="2428" y="1751"/>
                </a:cubicBezTo>
                <a:cubicBezTo>
                  <a:pt x="2246" y="1517"/>
                  <a:pt x="1973" y="1356"/>
                  <a:pt x="1650" y="1356"/>
                </a:cubicBezTo>
                <a:cubicBezTo>
                  <a:pt x="1275" y="1356"/>
                  <a:pt x="962" y="1578"/>
                  <a:pt x="800" y="1882"/>
                </a:cubicBezTo>
                <a:lnTo>
                  <a:pt x="688" y="1882"/>
                </a:lnTo>
                <a:cubicBezTo>
                  <a:pt x="304" y="1882"/>
                  <a:pt x="0" y="2185"/>
                  <a:pt x="0" y="2569"/>
                </a:cubicBezTo>
                <a:cubicBezTo>
                  <a:pt x="0" y="2630"/>
                  <a:pt x="11" y="2701"/>
                  <a:pt x="21" y="2752"/>
                </a:cubicBezTo>
                <a:lnTo>
                  <a:pt x="10713" y="2752"/>
                </a:lnTo>
                <a:cubicBezTo>
                  <a:pt x="10713" y="2317"/>
                  <a:pt x="10410" y="1953"/>
                  <a:pt x="10005" y="1852"/>
                </a:cubicBezTo>
                <a:cubicBezTo>
                  <a:pt x="9843" y="1356"/>
                  <a:pt x="9378" y="991"/>
                  <a:pt x="8821" y="991"/>
                </a:cubicBezTo>
                <a:cubicBezTo>
                  <a:pt x="8538" y="991"/>
                  <a:pt x="8286" y="1093"/>
                  <a:pt x="8073" y="1245"/>
                </a:cubicBezTo>
                <a:cubicBezTo>
                  <a:pt x="8052" y="557"/>
                  <a:pt x="7486" y="0"/>
                  <a:pt x="678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7413122" y="343278"/>
            <a:ext cx="56236" cy="56236"/>
          </a:xfrm>
          <a:custGeom>
            <a:avLst/>
            <a:gdLst/>
            <a:ahLst/>
            <a:cxnLst/>
            <a:rect l="l" t="t" r="r" b="b"/>
            <a:pathLst>
              <a:path w="466" h="466" extrusionOk="0">
                <a:moveTo>
                  <a:pt x="233" y="1"/>
                </a:moveTo>
                <a:lnTo>
                  <a:pt x="152" y="152"/>
                </a:lnTo>
                <a:lnTo>
                  <a:pt x="0" y="233"/>
                </a:lnTo>
                <a:lnTo>
                  <a:pt x="152" y="314"/>
                </a:lnTo>
                <a:lnTo>
                  <a:pt x="233" y="466"/>
                </a:lnTo>
                <a:lnTo>
                  <a:pt x="324" y="314"/>
                </a:lnTo>
                <a:lnTo>
                  <a:pt x="465" y="233"/>
                </a:lnTo>
                <a:lnTo>
                  <a:pt x="324" y="152"/>
                </a:lnTo>
                <a:lnTo>
                  <a:pt x="23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8161358" y="1420429"/>
            <a:ext cx="56356" cy="56236"/>
          </a:xfrm>
          <a:custGeom>
            <a:avLst/>
            <a:gdLst/>
            <a:ahLst/>
            <a:cxnLst/>
            <a:rect l="l" t="t" r="r" b="b"/>
            <a:pathLst>
              <a:path w="467" h="466" extrusionOk="0">
                <a:moveTo>
                  <a:pt x="233" y="1"/>
                </a:moveTo>
                <a:lnTo>
                  <a:pt x="152" y="153"/>
                </a:lnTo>
                <a:lnTo>
                  <a:pt x="1" y="234"/>
                </a:lnTo>
                <a:lnTo>
                  <a:pt x="152" y="324"/>
                </a:lnTo>
                <a:lnTo>
                  <a:pt x="233" y="466"/>
                </a:lnTo>
                <a:lnTo>
                  <a:pt x="314" y="324"/>
                </a:lnTo>
                <a:lnTo>
                  <a:pt x="466" y="234"/>
                </a:lnTo>
                <a:lnTo>
                  <a:pt x="314" y="153"/>
                </a:lnTo>
                <a:lnTo>
                  <a:pt x="23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544366" y="1064737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1"/>
                </a:lnTo>
                <a:lnTo>
                  <a:pt x="1" y="172"/>
                </a:lnTo>
                <a:lnTo>
                  <a:pt x="112" y="233"/>
                </a:lnTo>
                <a:lnTo>
                  <a:pt x="173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1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2096656" y="2094535"/>
            <a:ext cx="24498" cy="23291"/>
          </a:xfrm>
          <a:custGeom>
            <a:avLst/>
            <a:gdLst/>
            <a:ahLst/>
            <a:cxnLst/>
            <a:rect l="l" t="t" r="r" b="b"/>
            <a:pathLst>
              <a:path w="203" h="193" extrusionOk="0">
                <a:moveTo>
                  <a:pt x="101" y="1"/>
                </a:moveTo>
                <a:cubicBezTo>
                  <a:pt x="51" y="1"/>
                  <a:pt x="0" y="41"/>
                  <a:pt x="0" y="92"/>
                </a:cubicBezTo>
                <a:cubicBezTo>
                  <a:pt x="0" y="152"/>
                  <a:pt x="51" y="193"/>
                  <a:pt x="101" y="193"/>
                </a:cubicBezTo>
                <a:cubicBezTo>
                  <a:pt x="162" y="193"/>
                  <a:pt x="202" y="152"/>
                  <a:pt x="202" y="92"/>
                </a:cubicBezTo>
                <a:cubicBezTo>
                  <a:pt x="202" y="41"/>
                  <a:pt x="162" y="1"/>
                  <a:pt x="101" y="1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349400" y="933370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2443850" y="350638"/>
            <a:ext cx="41634" cy="41513"/>
          </a:xfrm>
          <a:custGeom>
            <a:avLst/>
            <a:gdLst/>
            <a:ahLst/>
            <a:cxnLst/>
            <a:rect l="l" t="t" r="r" b="b"/>
            <a:pathLst>
              <a:path w="345" h="344" extrusionOk="0">
                <a:moveTo>
                  <a:pt x="172" y="0"/>
                </a:moveTo>
                <a:lnTo>
                  <a:pt x="112" y="112"/>
                </a:lnTo>
                <a:lnTo>
                  <a:pt x="1" y="172"/>
                </a:lnTo>
                <a:lnTo>
                  <a:pt x="112" y="233"/>
                </a:lnTo>
                <a:lnTo>
                  <a:pt x="172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2"/>
                </a:lnTo>
                <a:lnTo>
                  <a:pt x="172" y="0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4533252" y="504510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219303" y="1140480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189" name="Google Shape;189;p13"/>
          <p:cNvSpPr/>
          <p:nvPr/>
        </p:nvSpPr>
        <p:spPr>
          <a:xfrm>
            <a:off x="5391800" y="29712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190" name="Google Shape;190;p13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191" name="Google Shape;191;p1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13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196" name="Google Shape;196;p1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2" hasCustomPrompt="1"/>
          </p:nvPr>
        </p:nvSpPr>
        <p:spPr>
          <a:xfrm>
            <a:off x="681900" y="16486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1"/>
          </p:nvPr>
        </p:nvSpPr>
        <p:spPr>
          <a:xfrm>
            <a:off x="2074200" y="1898125"/>
            <a:ext cx="24765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3"/>
          </p:nvPr>
        </p:nvSpPr>
        <p:spPr>
          <a:xfrm>
            <a:off x="2074200" y="15536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4" hasCustomPrompt="1"/>
          </p:nvPr>
        </p:nvSpPr>
        <p:spPr>
          <a:xfrm>
            <a:off x="4593300" y="16486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5"/>
          </p:nvPr>
        </p:nvSpPr>
        <p:spPr>
          <a:xfrm>
            <a:off x="5985600" y="1898125"/>
            <a:ext cx="24765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6"/>
          </p:nvPr>
        </p:nvSpPr>
        <p:spPr>
          <a:xfrm>
            <a:off x="5985600" y="15536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7" hasCustomPrompt="1"/>
          </p:nvPr>
        </p:nvSpPr>
        <p:spPr>
          <a:xfrm>
            <a:off x="681900" y="31435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8"/>
          </p:nvPr>
        </p:nvSpPr>
        <p:spPr>
          <a:xfrm>
            <a:off x="2074200" y="3432925"/>
            <a:ext cx="24765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9"/>
          </p:nvPr>
        </p:nvSpPr>
        <p:spPr>
          <a:xfrm>
            <a:off x="2074200" y="30884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13" hasCustomPrompt="1"/>
          </p:nvPr>
        </p:nvSpPr>
        <p:spPr>
          <a:xfrm>
            <a:off x="4593300" y="31435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14"/>
          </p:nvPr>
        </p:nvSpPr>
        <p:spPr>
          <a:xfrm>
            <a:off x="5985600" y="3432925"/>
            <a:ext cx="24765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15"/>
          </p:nvPr>
        </p:nvSpPr>
        <p:spPr>
          <a:xfrm>
            <a:off x="5985600" y="30884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 flipH="1">
            <a:off x="-9200" y="0"/>
            <a:ext cx="9153300" cy="354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-631962" y="-8194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216" name="Google Shape;216;p14"/>
          <p:cNvSpPr/>
          <p:nvPr/>
        </p:nvSpPr>
        <p:spPr>
          <a:xfrm>
            <a:off x="4611586" y="709933"/>
            <a:ext cx="757010" cy="274783"/>
          </a:xfrm>
          <a:custGeom>
            <a:avLst/>
            <a:gdLst/>
            <a:ahLst/>
            <a:cxnLst/>
            <a:rect l="l" t="t" r="r" b="b"/>
            <a:pathLst>
              <a:path w="6273" h="2277" extrusionOk="0">
                <a:moveTo>
                  <a:pt x="2378" y="0"/>
                </a:moveTo>
                <a:cubicBezTo>
                  <a:pt x="1933" y="0"/>
                  <a:pt x="1569" y="364"/>
                  <a:pt x="1569" y="820"/>
                </a:cubicBezTo>
                <a:cubicBezTo>
                  <a:pt x="1569" y="941"/>
                  <a:pt x="1599" y="1063"/>
                  <a:pt x="1650" y="1174"/>
                </a:cubicBezTo>
                <a:cubicBezTo>
                  <a:pt x="1610" y="1164"/>
                  <a:pt x="1569" y="1164"/>
                  <a:pt x="1529" y="1164"/>
                </a:cubicBezTo>
                <a:cubicBezTo>
                  <a:pt x="1194" y="1164"/>
                  <a:pt x="922" y="1407"/>
                  <a:pt x="871" y="1720"/>
                </a:cubicBezTo>
                <a:cubicBezTo>
                  <a:pt x="780" y="1670"/>
                  <a:pt x="679" y="1639"/>
                  <a:pt x="567" y="1639"/>
                </a:cubicBezTo>
                <a:cubicBezTo>
                  <a:pt x="254" y="1639"/>
                  <a:pt x="1" y="1892"/>
                  <a:pt x="1" y="2206"/>
                </a:cubicBezTo>
                <a:lnTo>
                  <a:pt x="1" y="2277"/>
                </a:lnTo>
                <a:lnTo>
                  <a:pt x="6272" y="2277"/>
                </a:lnTo>
                <a:cubicBezTo>
                  <a:pt x="6272" y="2023"/>
                  <a:pt x="6070" y="1821"/>
                  <a:pt x="5827" y="1821"/>
                </a:cubicBezTo>
                <a:cubicBezTo>
                  <a:pt x="5787" y="1821"/>
                  <a:pt x="5746" y="1832"/>
                  <a:pt x="5717" y="1841"/>
                </a:cubicBezTo>
                <a:cubicBezTo>
                  <a:pt x="5666" y="1538"/>
                  <a:pt x="5413" y="1306"/>
                  <a:pt x="5099" y="1275"/>
                </a:cubicBezTo>
                <a:cubicBezTo>
                  <a:pt x="5099" y="861"/>
                  <a:pt x="4766" y="526"/>
                  <a:pt x="4361" y="526"/>
                </a:cubicBezTo>
                <a:cubicBezTo>
                  <a:pt x="4118" y="526"/>
                  <a:pt x="3896" y="648"/>
                  <a:pt x="3764" y="830"/>
                </a:cubicBezTo>
                <a:cubicBezTo>
                  <a:pt x="3673" y="739"/>
                  <a:pt x="3552" y="688"/>
                  <a:pt x="3420" y="688"/>
                </a:cubicBezTo>
                <a:cubicBezTo>
                  <a:pt x="3339" y="688"/>
                  <a:pt x="3269" y="708"/>
                  <a:pt x="3197" y="749"/>
                </a:cubicBezTo>
                <a:cubicBezTo>
                  <a:pt x="3157" y="324"/>
                  <a:pt x="2813" y="0"/>
                  <a:pt x="237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6525119" y="196639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7288651" y="681274"/>
            <a:ext cx="1292939" cy="332104"/>
          </a:xfrm>
          <a:custGeom>
            <a:avLst/>
            <a:gdLst/>
            <a:ahLst/>
            <a:cxnLst/>
            <a:rect l="l" t="t" r="r" b="b"/>
            <a:pathLst>
              <a:path w="10714" h="2752" extrusionOk="0">
                <a:moveTo>
                  <a:pt x="6788" y="0"/>
                </a:moveTo>
                <a:cubicBezTo>
                  <a:pt x="6262" y="0"/>
                  <a:pt x="5817" y="314"/>
                  <a:pt x="5615" y="769"/>
                </a:cubicBezTo>
                <a:cubicBezTo>
                  <a:pt x="5402" y="577"/>
                  <a:pt x="5119" y="456"/>
                  <a:pt x="4815" y="456"/>
                </a:cubicBezTo>
                <a:cubicBezTo>
                  <a:pt x="4188" y="456"/>
                  <a:pt x="3682" y="931"/>
                  <a:pt x="3632" y="1548"/>
                </a:cubicBezTo>
                <a:cubicBezTo>
                  <a:pt x="3491" y="1488"/>
                  <a:pt x="3339" y="1457"/>
                  <a:pt x="3187" y="1457"/>
                </a:cubicBezTo>
                <a:cubicBezTo>
                  <a:pt x="2893" y="1457"/>
                  <a:pt x="2621" y="1568"/>
                  <a:pt x="2428" y="1751"/>
                </a:cubicBezTo>
                <a:cubicBezTo>
                  <a:pt x="2246" y="1517"/>
                  <a:pt x="1973" y="1356"/>
                  <a:pt x="1650" y="1356"/>
                </a:cubicBezTo>
                <a:cubicBezTo>
                  <a:pt x="1275" y="1356"/>
                  <a:pt x="962" y="1578"/>
                  <a:pt x="800" y="1882"/>
                </a:cubicBezTo>
                <a:lnTo>
                  <a:pt x="688" y="1882"/>
                </a:lnTo>
                <a:cubicBezTo>
                  <a:pt x="304" y="1882"/>
                  <a:pt x="0" y="2185"/>
                  <a:pt x="0" y="2569"/>
                </a:cubicBezTo>
                <a:cubicBezTo>
                  <a:pt x="0" y="2630"/>
                  <a:pt x="11" y="2701"/>
                  <a:pt x="21" y="2752"/>
                </a:cubicBezTo>
                <a:lnTo>
                  <a:pt x="10713" y="2752"/>
                </a:lnTo>
                <a:cubicBezTo>
                  <a:pt x="10713" y="2317"/>
                  <a:pt x="10410" y="1953"/>
                  <a:pt x="10005" y="1852"/>
                </a:cubicBezTo>
                <a:cubicBezTo>
                  <a:pt x="9843" y="1356"/>
                  <a:pt x="9378" y="991"/>
                  <a:pt x="8821" y="991"/>
                </a:cubicBezTo>
                <a:cubicBezTo>
                  <a:pt x="8538" y="991"/>
                  <a:pt x="8286" y="1093"/>
                  <a:pt x="8073" y="1245"/>
                </a:cubicBezTo>
                <a:cubicBezTo>
                  <a:pt x="8052" y="557"/>
                  <a:pt x="7486" y="0"/>
                  <a:pt x="678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4969280" y="1145162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1"/>
                </a:lnTo>
                <a:lnTo>
                  <a:pt x="1" y="172"/>
                </a:lnTo>
                <a:lnTo>
                  <a:pt x="112" y="233"/>
                </a:lnTo>
                <a:lnTo>
                  <a:pt x="173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1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4870445" y="346760"/>
            <a:ext cx="24498" cy="23291"/>
          </a:xfrm>
          <a:custGeom>
            <a:avLst/>
            <a:gdLst/>
            <a:ahLst/>
            <a:cxnLst/>
            <a:rect l="l" t="t" r="r" b="b"/>
            <a:pathLst>
              <a:path w="203" h="193" extrusionOk="0">
                <a:moveTo>
                  <a:pt x="101" y="1"/>
                </a:moveTo>
                <a:cubicBezTo>
                  <a:pt x="51" y="1"/>
                  <a:pt x="0" y="41"/>
                  <a:pt x="0" y="92"/>
                </a:cubicBezTo>
                <a:cubicBezTo>
                  <a:pt x="0" y="152"/>
                  <a:pt x="51" y="193"/>
                  <a:pt x="101" y="193"/>
                </a:cubicBezTo>
                <a:cubicBezTo>
                  <a:pt x="162" y="193"/>
                  <a:pt x="202" y="152"/>
                  <a:pt x="202" y="92"/>
                </a:cubicBezTo>
                <a:cubicBezTo>
                  <a:pt x="202" y="41"/>
                  <a:pt x="162" y="1"/>
                  <a:pt x="101" y="1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5788439" y="1097495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5442939" y="289438"/>
            <a:ext cx="41634" cy="41513"/>
          </a:xfrm>
          <a:custGeom>
            <a:avLst/>
            <a:gdLst/>
            <a:ahLst/>
            <a:cxnLst/>
            <a:rect l="l" t="t" r="r" b="b"/>
            <a:pathLst>
              <a:path w="345" h="344" extrusionOk="0">
                <a:moveTo>
                  <a:pt x="172" y="0"/>
                </a:moveTo>
                <a:lnTo>
                  <a:pt x="112" y="112"/>
                </a:lnTo>
                <a:lnTo>
                  <a:pt x="1" y="172"/>
                </a:lnTo>
                <a:lnTo>
                  <a:pt x="112" y="233"/>
                </a:lnTo>
                <a:lnTo>
                  <a:pt x="172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2"/>
                </a:lnTo>
                <a:lnTo>
                  <a:pt x="172" y="0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6128991" y="346760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6815042" y="982730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4"/>
          <p:cNvGrpSpPr/>
          <p:nvPr/>
        </p:nvGrpSpPr>
        <p:grpSpPr>
          <a:xfrm flipH="1">
            <a:off x="796075" y="450975"/>
            <a:ext cx="1173375" cy="88200"/>
            <a:chOff x="822825" y="450975"/>
            <a:chExt cx="1173375" cy="88200"/>
          </a:xfrm>
        </p:grpSpPr>
        <p:sp>
          <p:nvSpPr>
            <p:cNvPr id="226" name="Google Shape;226;p14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4"/>
          <p:cNvGrpSpPr/>
          <p:nvPr/>
        </p:nvGrpSpPr>
        <p:grpSpPr>
          <a:xfrm>
            <a:off x="796075" y="4603500"/>
            <a:ext cx="1173375" cy="88200"/>
            <a:chOff x="822825" y="450975"/>
            <a:chExt cx="1173375" cy="88200"/>
          </a:xfrm>
        </p:grpSpPr>
        <p:sp>
          <p:nvSpPr>
            <p:cNvPr id="231" name="Google Shape;231;p14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4"/>
          <p:cNvSpPr txBox="1">
            <a:spLocks noGrp="1"/>
          </p:cNvSpPr>
          <p:nvPr>
            <p:ph type="subTitle" idx="1"/>
          </p:nvPr>
        </p:nvSpPr>
        <p:spPr>
          <a:xfrm>
            <a:off x="1622225" y="3287738"/>
            <a:ext cx="58002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36" name="Google Shape;236;p14"/>
          <p:cNvSpPr txBox="1">
            <a:spLocks noGrp="1"/>
          </p:cNvSpPr>
          <p:nvPr>
            <p:ph type="subTitle" idx="2"/>
          </p:nvPr>
        </p:nvSpPr>
        <p:spPr>
          <a:xfrm>
            <a:off x="1401600" y="1580763"/>
            <a:ext cx="6340800" cy="16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4131738" y="27340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AND_TWO_COLUMNS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241" name="Google Shape;241;p15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242" name="Google Shape;242;p15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15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247" name="Google Shape;247;p15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" name="Google Shape;25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accent2"/>
                </a:highlight>
              </a:defRPr>
            </a:lvl9pPr>
          </a:lstStyle>
          <a:p>
            <a:endParaRPr/>
          </a:p>
        </p:txBody>
      </p:sp>
      <p:sp>
        <p:nvSpPr>
          <p:cNvPr id="252" name="Google Shape;252;p15"/>
          <p:cNvSpPr txBox="1">
            <a:spLocks noGrp="1"/>
          </p:cNvSpPr>
          <p:nvPr>
            <p:ph type="subTitle" idx="1"/>
          </p:nvPr>
        </p:nvSpPr>
        <p:spPr>
          <a:xfrm>
            <a:off x="720000" y="3638125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5"/>
          <p:cNvSpPr txBox="1">
            <a:spLocks noGrp="1"/>
          </p:cNvSpPr>
          <p:nvPr>
            <p:ph type="subTitle" idx="2"/>
          </p:nvPr>
        </p:nvSpPr>
        <p:spPr>
          <a:xfrm>
            <a:off x="720000" y="3198025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54" name="Google Shape;254;p15"/>
          <p:cNvSpPr txBox="1">
            <a:spLocks noGrp="1"/>
          </p:cNvSpPr>
          <p:nvPr>
            <p:ph type="subTitle" idx="3"/>
          </p:nvPr>
        </p:nvSpPr>
        <p:spPr>
          <a:xfrm>
            <a:off x="5951400" y="3638125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subTitle" idx="4"/>
          </p:nvPr>
        </p:nvSpPr>
        <p:spPr>
          <a:xfrm>
            <a:off x="5951400" y="3198025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56" name="Google Shape;256;p15"/>
          <p:cNvSpPr txBox="1">
            <a:spLocks noGrp="1"/>
          </p:cNvSpPr>
          <p:nvPr>
            <p:ph type="subTitle" idx="5"/>
          </p:nvPr>
        </p:nvSpPr>
        <p:spPr>
          <a:xfrm>
            <a:off x="720000" y="2196150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5"/>
          <p:cNvSpPr txBox="1">
            <a:spLocks noGrp="1"/>
          </p:cNvSpPr>
          <p:nvPr>
            <p:ph type="subTitle" idx="6"/>
          </p:nvPr>
        </p:nvSpPr>
        <p:spPr>
          <a:xfrm>
            <a:off x="720000" y="1756050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58" name="Google Shape;258;p15"/>
          <p:cNvSpPr txBox="1">
            <a:spLocks noGrp="1"/>
          </p:cNvSpPr>
          <p:nvPr>
            <p:ph type="subTitle" idx="7"/>
          </p:nvPr>
        </p:nvSpPr>
        <p:spPr>
          <a:xfrm>
            <a:off x="5951400" y="2196150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5"/>
          <p:cNvSpPr txBox="1">
            <a:spLocks noGrp="1"/>
          </p:cNvSpPr>
          <p:nvPr>
            <p:ph type="subTitle" idx="8"/>
          </p:nvPr>
        </p:nvSpPr>
        <p:spPr>
          <a:xfrm>
            <a:off x="5951400" y="1756050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AND_TWO_COLUMNS_2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263" name="Google Shape;263;p16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264" name="Google Shape;264;p16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16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269" name="Google Shape;269;p16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6"/>
          <p:cNvSpPr txBox="1">
            <a:spLocks noGrp="1"/>
          </p:cNvSpPr>
          <p:nvPr>
            <p:ph type="subTitle" idx="1"/>
          </p:nvPr>
        </p:nvSpPr>
        <p:spPr>
          <a:xfrm>
            <a:off x="720000" y="38881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6"/>
          <p:cNvSpPr txBox="1">
            <a:spLocks noGrp="1"/>
          </p:cNvSpPr>
          <p:nvPr>
            <p:ph type="subTitle" idx="2"/>
          </p:nvPr>
        </p:nvSpPr>
        <p:spPr>
          <a:xfrm>
            <a:off x="720000" y="3600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subTitle" idx="3"/>
          </p:nvPr>
        </p:nvSpPr>
        <p:spPr>
          <a:xfrm>
            <a:off x="3420300" y="38881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subTitle" idx="4"/>
          </p:nvPr>
        </p:nvSpPr>
        <p:spPr>
          <a:xfrm>
            <a:off x="3420300" y="3600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subTitle" idx="5"/>
          </p:nvPr>
        </p:nvSpPr>
        <p:spPr>
          <a:xfrm>
            <a:off x="6120600" y="38881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ubTitle" idx="6"/>
          </p:nvPr>
        </p:nvSpPr>
        <p:spPr>
          <a:xfrm>
            <a:off x="6120600" y="3600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80" name="Google Shape;280;p16"/>
          <p:cNvSpPr txBox="1">
            <a:spLocks noGrp="1"/>
          </p:cNvSpPr>
          <p:nvPr>
            <p:ph type="subTitle" idx="7"/>
          </p:nvPr>
        </p:nvSpPr>
        <p:spPr>
          <a:xfrm>
            <a:off x="720000" y="2113525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subTitle" idx="8"/>
          </p:nvPr>
        </p:nvSpPr>
        <p:spPr>
          <a:xfrm>
            <a:off x="720000" y="1825825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subTitle" idx="9"/>
          </p:nvPr>
        </p:nvSpPr>
        <p:spPr>
          <a:xfrm>
            <a:off x="3420300" y="2113525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16"/>
          <p:cNvSpPr txBox="1">
            <a:spLocks noGrp="1"/>
          </p:cNvSpPr>
          <p:nvPr>
            <p:ph type="subTitle" idx="13"/>
          </p:nvPr>
        </p:nvSpPr>
        <p:spPr>
          <a:xfrm>
            <a:off x="3420300" y="1825825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84" name="Google Shape;284;p16"/>
          <p:cNvSpPr txBox="1">
            <a:spLocks noGrp="1"/>
          </p:cNvSpPr>
          <p:nvPr>
            <p:ph type="subTitle" idx="14"/>
          </p:nvPr>
        </p:nvSpPr>
        <p:spPr>
          <a:xfrm>
            <a:off x="6120600" y="2113525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6"/>
          <p:cNvSpPr txBox="1">
            <a:spLocks noGrp="1"/>
          </p:cNvSpPr>
          <p:nvPr>
            <p:ph type="subTitle" idx="15"/>
          </p:nvPr>
        </p:nvSpPr>
        <p:spPr>
          <a:xfrm>
            <a:off x="6120600" y="1825825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2_1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289" name="Google Shape;289;p17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290" name="Google Shape;290;p17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17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295" name="Google Shape;295;p17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subTitle" idx="1"/>
          </p:nvPr>
        </p:nvSpPr>
        <p:spPr>
          <a:xfrm>
            <a:off x="7200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7"/>
          <p:cNvSpPr txBox="1">
            <a:spLocks noGrp="1"/>
          </p:cNvSpPr>
          <p:nvPr>
            <p:ph type="subTitle" idx="2"/>
          </p:nvPr>
        </p:nvSpPr>
        <p:spPr>
          <a:xfrm>
            <a:off x="7200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subTitle" idx="3"/>
          </p:nvPr>
        </p:nvSpPr>
        <p:spPr>
          <a:xfrm>
            <a:off x="34203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4"/>
          </p:nvPr>
        </p:nvSpPr>
        <p:spPr>
          <a:xfrm>
            <a:off x="34203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subTitle" idx="5"/>
          </p:nvPr>
        </p:nvSpPr>
        <p:spPr>
          <a:xfrm>
            <a:off x="61206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7"/>
          <p:cNvSpPr txBox="1">
            <a:spLocks noGrp="1"/>
          </p:cNvSpPr>
          <p:nvPr>
            <p:ph type="subTitle" idx="6"/>
          </p:nvPr>
        </p:nvSpPr>
        <p:spPr>
          <a:xfrm>
            <a:off x="61206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06" name="Google Shape;306;p17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7" name="Google Shape;307;p17"/>
          <p:cNvSpPr txBox="1">
            <a:spLocks noGrp="1"/>
          </p:cNvSpPr>
          <p:nvPr>
            <p:ph type="title" idx="8" hasCustomPrompt="1"/>
          </p:nvPr>
        </p:nvSpPr>
        <p:spPr>
          <a:xfrm>
            <a:off x="34203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 idx="9" hasCustomPrompt="1"/>
          </p:nvPr>
        </p:nvSpPr>
        <p:spPr>
          <a:xfrm>
            <a:off x="61206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2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312" name="Google Shape;312;p18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313" name="Google Shape;313;p18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18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318" name="Google Shape;318;p18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subTitle" idx="1"/>
          </p:nvPr>
        </p:nvSpPr>
        <p:spPr>
          <a:xfrm>
            <a:off x="7200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2"/>
          </p:nvPr>
        </p:nvSpPr>
        <p:spPr>
          <a:xfrm>
            <a:off x="7200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25" name="Google Shape;325;p18"/>
          <p:cNvSpPr txBox="1">
            <a:spLocks noGrp="1"/>
          </p:cNvSpPr>
          <p:nvPr>
            <p:ph type="subTitle" idx="3"/>
          </p:nvPr>
        </p:nvSpPr>
        <p:spPr>
          <a:xfrm>
            <a:off x="34203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subTitle" idx="4"/>
          </p:nvPr>
        </p:nvSpPr>
        <p:spPr>
          <a:xfrm>
            <a:off x="34203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27" name="Google Shape;327;p18"/>
          <p:cNvSpPr txBox="1">
            <a:spLocks noGrp="1"/>
          </p:cNvSpPr>
          <p:nvPr>
            <p:ph type="subTitle" idx="5"/>
          </p:nvPr>
        </p:nvSpPr>
        <p:spPr>
          <a:xfrm>
            <a:off x="6120600" y="3659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8"/>
          <p:cNvSpPr txBox="1">
            <a:spLocks noGrp="1"/>
          </p:cNvSpPr>
          <p:nvPr>
            <p:ph type="subTitle" idx="6"/>
          </p:nvPr>
        </p:nvSpPr>
        <p:spPr>
          <a:xfrm>
            <a:off x="6120600" y="3219450"/>
            <a:ext cx="23034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solidFill>
                  <a:schemeClr val="lt1"/>
                </a:solidFill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Lexend Deca"/>
              <a:buNone/>
              <a:defRPr sz="2000" b="1">
                <a:highlight>
                  <a:schemeClr val="l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AND_TWO_COLUMNS_2_2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332" name="Google Shape;332;p19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333" name="Google Shape;333;p19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19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338" name="Google Shape;338;p19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TWO_COLUMNS_2_2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346" name="Google Shape;346;p20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347" name="Google Shape;347;p20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20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352" name="Google Shape;352;p20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" name="Google Shape;35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0"/>
          <p:cNvSpPr txBox="1">
            <a:spLocks noGrp="1"/>
          </p:cNvSpPr>
          <p:nvPr>
            <p:ph type="subTitle" idx="1"/>
          </p:nvPr>
        </p:nvSpPr>
        <p:spPr>
          <a:xfrm>
            <a:off x="4925400" y="2321963"/>
            <a:ext cx="3347400" cy="11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-9200" y="2296025"/>
            <a:ext cx="9153300" cy="284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2942225" y="30431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361" name="Google Shape;361;p21"/>
          <p:cNvGrpSpPr/>
          <p:nvPr/>
        </p:nvGrpSpPr>
        <p:grpSpPr>
          <a:xfrm>
            <a:off x="822825" y="450975"/>
            <a:ext cx="1173375" cy="88200"/>
            <a:chOff x="822825" y="450975"/>
            <a:chExt cx="1173375" cy="88200"/>
          </a:xfrm>
        </p:grpSpPr>
        <p:sp>
          <p:nvSpPr>
            <p:cNvPr id="362" name="Google Shape;362;p21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21"/>
          <p:cNvGrpSpPr/>
          <p:nvPr/>
        </p:nvGrpSpPr>
        <p:grpSpPr>
          <a:xfrm flipH="1">
            <a:off x="7147425" y="4603500"/>
            <a:ext cx="1173375" cy="88200"/>
            <a:chOff x="822825" y="450975"/>
            <a:chExt cx="1173375" cy="88200"/>
          </a:xfrm>
        </p:grpSpPr>
        <p:sp>
          <p:nvSpPr>
            <p:cNvPr id="367" name="Google Shape;367;p21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21"/>
          <p:cNvSpPr/>
          <p:nvPr/>
        </p:nvSpPr>
        <p:spPr>
          <a:xfrm>
            <a:off x="-507300" y="-7485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372" name="Google Shape;372;p21"/>
          <p:cNvSpPr txBox="1">
            <a:spLocks noGrp="1"/>
          </p:cNvSpPr>
          <p:nvPr>
            <p:ph type="ctrTitle"/>
          </p:nvPr>
        </p:nvSpPr>
        <p:spPr>
          <a:xfrm>
            <a:off x="1387500" y="1012700"/>
            <a:ext cx="63690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3" name="Google Shape;373;p21"/>
          <p:cNvSpPr txBox="1">
            <a:spLocks noGrp="1"/>
          </p:cNvSpPr>
          <p:nvPr>
            <p:ph type="subTitle" idx="1"/>
          </p:nvPr>
        </p:nvSpPr>
        <p:spPr>
          <a:xfrm>
            <a:off x="1387488" y="2070050"/>
            <a:ext cx="63690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Deca"/>
              <a:buNone/>
              <a:defRPr sz="2000">
                <a:solidFill>
                  <a:schemeClr val="lt1"/>
                </a:solidFill>
                <a:highlight>
                  <a:schemeClr val="accent2"/>
                </a:highlight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374" name="Google Shape;374;p21"/>
          <p:cNvSpPr txBox="1">
            <a:spLocks noGrp="1"/>
          </p:cNvSpPr>
          <p:nvPr>
            <p:ph type="subTitle" idx="2"/>
          </p:nvPr>
        </p:nvSpPr>
        <p:spPr>
          <a:xfrm>
            <a:off x="1976300" y="2496625"/>
            <a:ext cx="50277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2421175" y="3812550"/>
            <a:ext cx="4301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 PLUS Rounded 1c"/>
                <a:ea typeface="M PLUS Rounded 1c"/>
                <a:cs typeface="M PLUS Rounded 1c"/>
                <a:sym typeface="M PLUS Rounded 1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 PLUS Rounded 1c"/>
                <a:ea typeface="M PLUS Rounded 1c"/>
                <a:cs typeface="M PLUS Rounded 1c"/>
                <a:sym typeface="M PLUS Rounded 1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 PLUS Rounded 1c"/>
                <a:ea typeface="M PLUS Rounded 1c"/>
                <a:cs typeface="M PLUS Rounded 1c"/>
                <a:sym typeface="M PLUS Rounded 1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 </a:t>
            </a:r>
            <a:endParaRPr sz="1000" b="1">
              <a:solidFill>
                <a:schemeClr val="dk1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grpSp>
        <p:nvGrpSpPr>
          <p:cNvPr id="376" name="Google Shape;376;p21"/>
          <p:cNvGrpSpPr/>
          <p:nvPr/>
        </p:nvGrpSpPr>
        <p:grpSpPr>
          <a:xfrm>
            <a:off x="141622" y="296225"/>
            <a:ext cx="8804109" cy="1571028"/>
            <a:chOff x="-3785203" y="1139525"/>
            <a:chExt cx="8804109" cy="1571028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-3785203" y="1293355"/>
              <a:ext cx="8804109" cy="1417198"/>
              <a:chOff x="1451052" y="1990193"/>
              <a:chExt cx="1823892" cy="293592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1451052" y="2226860"/>
                <a:ext cx="156825" cy="5692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2277" extrusionOk="0">
                    <a:moveTo>
                      <a:pt x="2378" y="0"/>
                    </a:moveTo>
                    <a:cubicBezTo>
                      <a:pt x="1933" y="0"/>
                      <a:pt x="1569" y="364"/>
                      <a:pt x="1569" y="820"/>
                    </a:cubicBezTo>
                    <a:cubicBezTo>
                      <a:pt x="1569" y="941"/>
                      <a:pt x="1599" y="1063"/>
                      <a:pt x="1650" y="1174"/>
                    </a:cubicBezTo>
                    <a:cubicBezTo>
                      <a:pt x="1610" y="1164"/>
                      <a:pt x="1569" y="1164"/>
                      <a:pt x="1529" y="1164"/>
                    </a:cubicBezTo>
                    <a:cubicBezTo>
                      <a:pt x="1194" y="1164"/>
                      <a:pt x="922" y="1407"/>
                      <a:pt x="871" y="1720"/>
                    </a:cubicBezTo>
                    <a:cubicBezTo>
                      <a:pt x="780" y="1670"/>
                      <a:pt x="679" y="1639"/>
                      <a:pt x="567" y="1639"/>
                    </a:cubicBezTo>
                    <a:cubicBezTo>
                      <a:pt x="254" y="1639"/>
                      <a:pt x="1" y="1892"/>
                      <a:pt x="1" y="2206"/>
                    </a:cubicBezTo>
                    <a:lnTo>
                      <a:pt x="1" y="2277"/>
                    </a:lnTo>
                    <a:lnTo>
                      <a:pt x="6272" y="2277"/>
                    </a:lnTo>
                    <a:cubicBezTo>
                      <a:pt x="6272" y="2023"/>
                      <a:pt x="6070" y="1821"/>
                      <a:pt x="5827" y="1821"/>
                    </a:cubicBezTo>
                    <a:cubicBezTo>
                      <a:pt x="5787" y="1821"/>
                      <a:pt x="5746" y="1832"/>
                      <a:pt x="5717" y="1841"/>
                    </a:cubicBezTo>
                    <a:cubicBezTo>
                      <a:pt x="5666" y="1538"/>
                      <a:pt x="5413" y="1306"/>
                      <a:pt x="5099" y="1275"/>
                    </a:cubicBezTo>
                    <a:cubicBezTo>
                      <a:pt x="5099" y="861"/>
                      <a:pt x="4766" y="526"/>
                      <a:pt x="4361" y="526"/>
                    </a:cubicBezTo>
                    <a:cubicBezTo>
                      <a:pt x="4118" y="526"/>
                      <a:pt x="3896" y="648"/>
                      <a:pt x="3764" y="830"/>
                    </a:cubicBezTo>
                    <a:cubicBezTo>
                      <a:pt x="3673" y="739"/>
                      <a:pt x="3552" y="688"/>
                      <a:pt x="3420" y="688"/>
                    </a:cubicBezTo>
                    <a:cubicBezTo>
                      <a:pt x="3339" y="688"/>
                      <a:pt x="3269" y="708"/>
                      <a:pt x="3197" y="749"/>
                    </a:cubicBezTo>
                    <a:cubicBezTo>
                      <a:pt x="3157" y="324"/>
                      <a:pt x="2813" y="0"/>
                      <a:pt x="23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144669" y="2167030"/>
                <a:ext cx="130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5211" h="1882" extrusionOk="0">
                    <a:moveTo>
                      <a:pt x="3227" y="0"/>
                    </a:moveTo>
                    <a:cubicBezTo>
                      <a:pt x="2874" y="0"/>
                      <a:pt x="2580" y="274"/>
                      <a:pt x="2550" y="618"/>
                    </a:cubicBezTo>
                    <a:cubicBezTo>
                      <a:pt x="2499" y="587"/>
                      <a:pt x="2429" y="567"/>
                      <a:pt x="2368" y="567"/>
                    </a:cubicBezTo>
                    <a:cubicBezTo>
                      <a:pt x="2256" y="567"/>
                      <a:pt x="2155" y="618"/>
                      <a:pt x="2085" y="688"/>
                    </a:cubicBezTo>
                    <a:cubicBezTo>
                      <a:pt x="1973" y="537"/>
                      <a:pt x="1791" y="435"/>
                      <a:pt x="1589" y="435"/>
                    </a:cubicBezTo>
                    <a:cubicBezTo>
                      <a:pt x="1245" y="435"/>
                      <a:pt x="972" y="719"/>
                      <a:pt x="972" y="1052"/>
                    </a:cubicBezTo>
                    <a:lnTo>
                      <a:pt x="972" y="1063"/>
                    </a:lnTo>
                    <a:cubicBezTo>
                      <a:pt x="709" y="1083"/>
                      <a:pt x="507" y="1275"/>
                      <a:pt x="466" y="1528"/>
                    </a:cubicBezTo>
                    <a:cubicBezTo>
                      <a:pt x="436" y="1517"/>
                      <a:pt x="406" y="1517"/>
                      <a:pt x="375" y="1517"/>
                    </a:cubicBezTo>
                    <a:cubicBezTo>
                      <a:pt x="163" y="1517"/>
                      <a:pt x="1" y="1679"/>
                      <a:pt x="1" y="1882"/>
                    </a:cubicBezTo>
                    <a:lnTo>
                      <a:pt x="5200" y="1882"/>
                    </a:lnTo>
                    <a:cubicBezTo>
                      <a:pt x="5200" y="1872"/>
                      <a:pt x="5210" y="1852"/>
                      <a:pt x="5210" y="1831"/>
                    </a:cubicBezTo>
                    <a:cubicBezTo>
                      <a:pt x="5210" y="1568"/>
                      <a:pt x="4998" y="1356"/>
                      <a:pt x="4735" y="1356"/>
                    </a:cubicBezTo>
                    <a:cubicBezTo>
                      <a:pt x="4644" y="1356"/>
                      <a:pt x="4553" y="1386"/>
                      <a:pt x="4482" y="1427"/>
                    </a:cubicBezTo>
                    <a:cubicBezTo>
                      <a:pt x="4441" y="1164"/>
                      <a:pt x="4219" y="961"/>
                      <a:pt x="3936" y="961"/>
                    </a:cubicBezTo>
                    <a:cubicBezTo>
                      <a:pt x="3906" y="961"/>
                      <a:pt x="3875" y="971"/>
                      <a:pt x="3845" y="971"/>
                    </a:cubicBezTo>
                    <a:cubicBezTo>
                      <a:pt x="3885" y="881"/>
                      <a:pt x="3906" y="779"/>
                      <a:pt x="3906" y="678"/>
                    </a:cubicBezTo>
                    <a:cubicBezTo>
                      <a:pt x="3906" y="304"/>
                      <a:pt x="3602" y="0"/>
                      <a:pt x="32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2428029" y="2062973"/>
                <a:ext cx="86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3" y="1"/>
                    </a:moveTo>
                    <a:lnTo>
                      <a:pt x="112" y="112"/>
                    </a:lnTo>
                    <a:lnTo>
                      <a:pt x="0" y="173"/>
                    </a:lnTo>
                    <a:lnTo>
                      <a:pt x="112" y="234"/>
                    </a:lnTo>
                    <a:lnTo>
                      <a:pt x="173" y="345"/>
                    </a:lnTo>
                    <a:lnTo>
                      <a:pt x="233" y="234"/>
                    </a:lnTo>
                    <a:lnTo>
                      <a:pt x="344" y="173"/>
                    </a:lnTo>
                    <a:lnTo>
                      <a:pt x="233" y="112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2970601" y="2062984"/>
                <a:ext cx="8625" cy="860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4" extrusionOk="0">
                    <a:moveTo>
                      <a:pt x="172" y="0"/>
                    </a:moveTo>
                    <a:lnTo>
                      <a:pt x="112" y="112"/>
                    </a:lnTo>
                    <a:lnTo>
                      <a:pt x="1" y="172"/>
                    </a:lnTo>
                    <a:lnTo>
                      <a:pt x="112" y="233"/>
                    </a:lnTo>
                    <a:lnTo>
                      <a:pt x="172" y="344"/>
                    </a:lnTo>
                    <a:lnTo>
                      <a:pt x="233" y="233"/>
                    </a:lnTo>
                    <a:lnTo>
                      <a:pt x="345" y="172"/>
                    </a:lnTo>
                    <a:lnTo>
                      <a:pt x="233" y="112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168391" y="2117553"/>
                <a:ext cx="104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406" extrusionOk="0">
                    <a:moveTo>
                      <a:pt x="203" y="1"/>
                    </a:moveTo>
                    <a:lnTo>
                      <a:pt x="132" y="132"/>
                    </a:lnTo>
                    <a:lnTo>
                      <a:pt x="1" y="203"/>
                    </a:lnTo>
                    <a:lnTo>
                      <a:pt x="132" y="274"/>
                    </a:lnTo>
                    <a:lnTo>
                      <a:pt x="203" y="406"/>
                    </a:lnTo>
                    <a:lnTo>
                      <a:pt x="284" y="274"/>
                    </a:lnTo>
                    <a:lnTo>
                      <a:pt x="415" y="203"/>
                    </a:lnTo>
                    <a:lnTo>
                      <a:pt x="284" y="132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>
                <a:off x="2554674" y="1990193"/>
                <a:ext cx="10150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16" extrusionOk="0">
                    <a:moveTo>
                      <a:pt x="203" y="1"/>
                    </a:moveTo>
                    <a:lnTo>
                      <a:pt x="132" y="133"/>
                    </a:lnTo>
                    <a:lnTo>
                      <a:pt x="1" y="214"/>
                    </a:lnTo>
                    <a:lnTo>
                      <a:pt x="132" y="284"/>
                    </a:lnTo>
                    <a:lnTo>
                      <a:pt x="203" y="416"/>
                    </a:lnTo>
                    <a:lnTo>
                      <a:pt x="274" y="284"/>
                    </a:lnTo>
                    <a:lnTo>
                      <a:pt x="405" y="214"/>
                    </a:lnTo>
                    <a:lnTo>
                      <a:pt x="274" y="133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4" name="Google Shape;384;p21"/>
            <p:cNvSpPr/>
            <p:nvPr/>
          </p:nvSpPr>
          <p:spPr>
            <a:xfrm>
              <a:off x="2014824" y="1139525"/>
              <a:ext cx="985802" cy="357848"/>
            </a:xfrm>
            <a:custGeom>
              <a:avLst/>
              <a:gdLst/>
              <a:ahLst/>
              <a:cxnLst/>
              <a:rect l="l" t="t" r="r" b="b"/>
              <a:pathLst>
                <a:path w="6273" h="2277" extrusionOk="0">
                  <a:moveTo>
                    <a:pt x="2378" y="0"/>
                  </a:moveTo>
                  <a:cubicBezTo>
                    <a:pt x="1933" y="0"/>
                    <a:pt x="1569" y="364"/>
                    <a:pt x="1569" y="820"/>
                  </a:cubicBezTo>
                  <a:cubicBezTo>
                    <a:pt x="1569" y="941"/>
                    <a:pt x="1599" y="1063"/>
                    <a:pt x="1650" y="1174"/>
                  </a:cubicBezTo>
                  <a:cubicBezTo>
                    <a:pt x="1610" y="1164"/>
                    <a:pt x="1569" y="1164"/>
                    <a:pt x="1529" y="1164"/>
                  </a:cubicBezTo>
                  <a:cubicBezTo>
                    <a:pt x="1194" y="1164"/>
                    <a:pt x="922" y="1407"/>
                    <a:pt x="871" y="1720"/>
                  </a:cubicBezTo>
                  <a:cubicBezTo>
                    <a:pt x="780" y="1670"/>
                    <a:pt x="679" y="1639"/>
                    <a:pt x="567" y="1639"/>
                  </a:cubicBezTo>
                  <a:cubicBezTo>
                    <a:pt x="254" y="1639"/>
                    <a:pt x="1" y="1892"/>
                    <a:pt x="1" y="2206"/>
                  </a:cubicBezTo>
                  <a:lnTo>
                    <a:pt x="1" y="2277"/>
                  </a:lnTo>
                  <a:lnTo>
                    <a:pt x="6272" y="2277"/>
                  </a:lnTo>
                  <a:cubicBezTo>
                    <a:pt x="6272" y="2023"/>
                    <a:pt x="6070" y="1821"/>
                    <a:pt x="5827" y="1821"/>
                  </a:cubicBezTo>
                  <a:cubicBezTo>
                    <a:pt x="5787" y="1821"/>
                    <a:pt x="5746" y="1832"/>
                    <a:pt x="5717" y="1841"/>
                  </a:cubicBezTo>
                  <a:cubicBezTo>
                    <a:pt x="5666" y="1538"/>
                    <a:pt x="5413" y="1306"/>
                    <a:pt x="5099" y="1275"/>
                  </a:cubicBezTo>
                  <a:cubicBezTo>
                    <a:pt x="5099" y="861"/>
                    <a:pt x="4766" y="526"/>
                    <a:pt x="4361" y="526"/>
                  </a:cubicBezTo>
                  <a:cubicBezTo>
                    <a:pt x="4118" y="526"/>
                    <a:pt x="3896" y="648"/>
                    <a:pt x="3764" y="830"/>
                  </a:cubicBezTo>
                  <a:cubicBezTo>
                    <a:pt x="3673" y="739"/>
                    <a:pt x="3552" y="688"/>
                    <a:pt x="3420" y="688"/>
                  </a:cubicBezTo>
                  <a:cubicBezTo>
                    <a:pt x="3339" y="688"/>
                    <a:pt x="3269" y="708"/>
                    <a:pt x="3197" y="749"/>
                  </a:cubicBezTo>
                  <a:cubicBezTo>
                    <a:pt x="3157" y="324"/>
                    <a:pt x="2813" y="0"/>
                    <a:pt x="2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/>
          <p:nvPr/>
        </p:nvSpPr>
        <p:spPr>
          <a:xfrm>
            <a:off x="-9200" y="0"/>
            <a:ext cx="9153300" cy="79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-2700850" y="-69887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grpSp>
        <p:nvGrpSpPr>
          <p:cNvPr id="388" name="Google Shape;388;p22"/>
          <p:cNvGrpSpPr/>
          <p:nvPr/>
        </p:nvGrpSpPr>
        <p:grpSpPr>
          <a:xfrm>
            <a:off x="7165450" y="450975"/>
            <a:ext cx="1173375" cy="88200"/>
            <a:chOff x="822825" y="450975"/>
            <a:chExt cx="1173375" cy="88200"/>
          </a:xfrm>
        </p:grpSpPr>
        <p:sp>
          <p:nvSpPr>
            <p:cNvPr id="389" name="Google Shape;389;p22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22"/>
          <p:cNvGrpSpPr/>
          <p:nvPr/>
        </p:nvGrpSpPr>
        <p:grpSpPr>
          <a:xfrm flipH="1">
            <a:off x="822825" y="4603500"/>
            <a:ext cx="1173375" cy="88200"/>
            <a:chOff x="822825" y="450975"/>
            <a:chExt cx="1173375" cy="88200"/>
          </a:xfrm>
        </p:grpSpPr>
        <p:sp>
          <p:nvSpPr>
            <p:cNvPr id="394" name="Google Shape;394;p22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 flipH="1">
            <a:off x="-9200" y="0"/>
            <a:ext cx="9153300" cy="354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-631962" y="-8194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401" name="Google Shape;401;p23"/>
          <p:cNvSpPr/>
          <p:nvPr/>
        </p:nvSpPr>
        <p:spPr>
          <a:xfrm>
            <a:off x="4611586" y="709933"/>
            <a:ext cx="757010" cy="274783"/>
          </a:xfrm>
          <a:custGeom>
            <a:avLst/>
            <a:gdLst/>
            <a:ahLst/>
            <a:cxnLst/>
            <a:rect l="l" t="t" r="r" b="b"/>
            <a:pathLst>
              <a:path w="6273" h="2277" extrusionOk="0">
                <a:moveTo>
                  <a:pt x="2378" y="0"/>
                </a:moveTo>
                <a:cubicBezTo>
                  <a:pt x="1933" y="0"/>
                  <a:pt x="1569" y="364"/>
                  <a:pt x="1569" y="820"/>
                </a:cubicBezTo>
                <a:cubicBezTo>
                  <a:pt x="1569" y="941"/>
                  <a:pt x="1599" y="1063"/>
                  <a:pt x="1650" y="1174"/>
                </a:cubicBezTo>
                <a:cubicBezTo>
                  <a:pt x="1610" y="1164"/>
                  <a:pt x="1569" y="1164"/>
                  <a:pt x="1529" y="1164"/>
                </a:cubicBezTo>
                <a:cubicBezTo>
                  <a:pt x="1194" y="1164"/>
                  <a:pt x="922" y="1407"/>
                  <a:pt x="871" y="1720"/>
                </a:cubicBezTo>
                <a:cubicBezTo>
                  <a:pt x="780" y="1670"/>
                  <a:pt x="679" y="1639"/>
                  <a:pt x="567" y="1639"/>
                </a:cubicBezTo>
                <a:cubicBezTo>
                  <a:pt x="254" y="1639"/>
                  <a:pt x="1" y="1892"/>
                  <a:pt x="1" y="2206"/>
                </a:cubicBezTo>
                <a:lnTo>
                  <a:pt x="1" y="2277"/>
                </a:lnTo>
                <a:lnTo>
                  <a:pt x="6272" y="2277"/>
                </a:lnTo>
                <a:cubicBezTo>
                  <a:pt x="6272" y="2023"/>
                  <a:pt x="6070" y="1821"/>
                  <a:pt x="5827" y="1821"/>
                </a:cubicBezTo>
                <a:cubicBezTo>
                  <a:pt x="5787" y="1821"/>
                  <a:pt x="5746" y="1832"/>
                  <a:pt x="5717" y="1841"/>
                </a:cubicBezTo>
                <a:cubicBezTo>
                  <a:pt x="5666" y="1538"/>
                  <a:pt x="5413" y="1306"/>
                  <a:pt x="5099" y="1275"/>
                </a:cubicBezTo>
                <a:cubicBezTo>
                  <a:pt x="5099" y="861"/>
                  <a:pt x="4766" y="526"/>
                  <a:pt x="4361" y="526"/>
                </a:cubicBezTo>
                <a:cubicBezTo>
                  <a:pt x="4118" y="526"/>
                  <a:pt x="3896" y="648"/>
                  <a:pt x="3764" y="830"/>
                </a:cubicBezTo>
                <a:cubicBezTo>
                  <a:pt x="3673" y="739"/>
                  <a:pt x="3552" y="688"/>
                  <a:pt x="3420" y="688"/>
                </a:cubicBezTo>
                <a:cubicBezTo>
                  <a:pt x="3339" y="688"/>
                  <a:pt x="3269" y="708"/>
                  <a:pt x="3197" y="749"/>
                </a:cubicBezTo>
                <a:cubicBezTo>
                  <a:pt x="3157" y="324"/>
                  <a:pt x="2813" y="0"/>
                  <a:pt x="237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6525119" y="196639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7288651" y="681274"/>
            <a:ext cx="1292939" cy="332104"/>
          </a:xfrm>
          <a:custGeom>
            <a:avLst/>
            <a:gdLst/>
            <a:ahLst/>
            <a:cxnLst/>
            <a:rect l="l" t="t" r="r" b="b"/>
            <a:pathLst>
              <a:path w="10714" h="2752" extrusionOk="0">
                <a:moveTo>
                  <a:pt x="6788" y="0"/>
                </a:moveTo>
                <a:cubicBezTo>
                  <a:pt x="6262" y="0"/>
                  <a:pt x="5817" y="314"/>
                  <a:pt x="5615" y="769"/>
                </a:cubicBezTo>
                <a:cubicBezTo>
                  <a:pt x="5402" y="577"/>
                  <a:pt x="5119" y="456"/>
                  <a:pt x="4815" y="456"/>
                </a:cubicBezTo>
                <a:cubicBezTo>
                  <a:pt x="4188" y="456"/>
                  <a:pt x="3682" y="931"/>
                  <a:pt x="3632" y="1548"/>
                </a:cubicBezTo>
                <a:cubicBezTo>
                  <a:pt x="3491" y="1488"/>
                  <a:pt x="3339" y="1457"/>
                  <a:pt x="3187" y="1457"/>
                </a:cubicBezTo>
                <a:cubicBezTo>
                  <a:pt x="2893" y="1457"/>
                  <a:pt x="2621" y="1568"/>
                  <a:pt x="2428" y="1751"/>
                </a:cubicBezTo>
                <a:cubicBezTo>
                  <a:pt x="2246" y="1517"/>
                  <a:pt x="1973" y="1356"/>
                  <a:pt x="1650" y="1356"/>
                </a:cubicBezTo>
                <a:cubicBezTo>
                  <a:pt x="1275" y="1356"/>
                  <a:pt x="962" y="1578"/>
                  <a:pt x="800" y="1882"/>
                </a:cubicBezTo>
                <a:lnTo>
                  <a:pt x="688" y="1882"/>
                </a:lnTo>
                <a:cubicBezTo>
                  <a:pt x="304" y="1882"/>
                  <a:pt x="0" y="2185"/>
                  <a:pt x="0" y="2569"/>
                </a:cubicBezTo>
                <a:cubicBezTo>
                  <a:pt x="0" y="2630"/>
                  <a:pt x="11" y="2701"/>
                  <a:pt x="21" y="2752"/>
                </a:cubicBezTo>
                <a:lnTo>
                  <a:pt x="10713" y="2752"/>
                </a:lnTo>
                <a:cubicBezTo>
                  <a:pt x="10713" y="2317"/>
                  <a:pt x="10410" y="1953"/>
                  <a:pt x="10005" y="1852"/>
                </a:cubicBezTo>
                <a:cubicBezTo>
                  <a:pt x="9843" y="1356"/>
                  <a:pt x="9378" y="991"/>
                  <a:pt x="8821" y="991"/>
                </a:cubicBezTo>
                <a:cubicBezTo>
                  <a:pt x="8538" y="991"/>
                  <a:pt x="8286" y="1093"/>
                  <a:pt x="8073" y="1245"/>
                </a:cubicBezTo>
                <a:cubicBezTo>
                  <a:pt x="8052" y="557"/>
                  <a:pt x="7486" y="0"/>
                  <a:pt x="6788" y="0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4969280" y="1145162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1"/>
                </a:lnTo>
                <a:lnTo>
                  <a:pt x="1" y="172"/>
                </a:lnTo>
                <a:lnTo>
                  <a:pt x="112" y="233"/>
                </a:lnTo>
                <a:lnTo>
                  <a:pt x="173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1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4870445" y="346760"/>
            <a:ext cx="24498" cy="23291"/>
          </a:xfrm>
          <a:custGeom>
            <a:avLst/>
            <a:gdLst/>
            <a:ahLst/>
            <a:cxnLst/>
            <a:rect l="l" t="t" r="r" b="b"/>
            <a:pathLst>
              <a:path w="203" h="193" extrusionOk="0">
                <a:moveTo>
                  <a:pt x="101" y="1"/>
                </a:moveTo>
                <a:cubicBezTo>
                  <a:pt x="51" y="1"/>
                  <a:pt x="0" y="41"/>
                  <a:pt x="0" y="92"/>
                </a:cubicBezTo>
                <a:cubicBezTo>
                  <a:pt x="0" y="152"/>
                  <a:pt x="51" y="193"/>
                  <a:pt x="101" y="193"/>
                </a:cubicBezTo>
                <a:cubicBezTo>
                  <a:pt x="162" y="193"/>
                  <a:pt x="202" y="152"/>
                  <a:pt x="202" y="92"/>
                </a:cubicBezTo>
                <a:cubicBezTo>
                  <a:pt x="202" y="41"/>
                  <a:pt x="162" y="1"/>
                  <a:pt x="101" y="1"/>
                </a:cubicBez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5788439" y="1097495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5442939" y="289438"/>
            <a:ext cx="41634" cy="41513"/>
          </a:xfrm>
          <a:custGeom>
            <a:avLst/>
            <a:gdLst/>
            <a:ahLst/>
            <a:cxnLst/>
            <a:rect l="l" t="t" r="r" b="b"/>
            <a:pathLst>
              <a:path w="345" h="344" extrusionOk="0">
                <a:moveTo>
                  <a:pt x="172" y="0"/>
                </a:moveTo>
                <a:lnTo>
                  <a:pt x="112" y="112"/>
                </a:lnTo>
                <a:lnTo>
                  <a:pt x="1" y="172"/>
                </a:lnTo>
                <a:lnTo>
                  <a:pt x="112" y="233"/>
                </a:lnTo>
                <a:lnTo>
                  <a:pt x="172" y="344"/>
                </a:lnTo>
                <a:lnTo>
                  <a:pt x="233" y="233"/>
                </a:lnTo>
                <a:lnTo>
                  <a:pt x="345" y="172"/>
                </a:lnTo>
                <a:lnTo>
                  <a:pt x="233" y="112"/>
                </a:lnTo>
                <a:lnTo>
                  <a:pt x="172" y="0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6128991" y="346760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6815042" y="982730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rgbClr val="F7D7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23"/>
          <p:cNvGrpSpPr/>
          <p:nvPr/>
        </p:nvGrpSpPr>
        <p:grpSpPr>
          <a:xfrm flipH="1">
            <a:off x="796075" y="450975"/>
            <a:ext cx="1173375" cy="88200"/>
            <a:chOff x="822825" y="450975"/>
            <a:chExt cx="1173375" cy="88200"/>
          </a:xfrm>
        </p:grpSpPr>
        <p:sp>
          <p:nvSpPr>
            <p:cNvPr id="411" name="Google Shape;411;p2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415;p23"/>
          <p:cNvGrpSpPr/>
          <p:nvPr/>
        </p:nvGrpSpPr>
        <p:grpSpPr>
          <a:xfrm>
            <a:off x="796075" y="4603500"/>
            <a:ext cx="1173375" cy="88200"/>
            <a:chOff x="822825" y="450975"/>
            <a:chExt cx="1173375" cy="88200"/>
          </a:xfrm>
        </p:grpSpPr>
        <p:sp>
          <p:nvSpPr>
            <p:cNvPr id="416" name="Google Shape;416;p23"/>
            <p:cNvSpPr/>
            <p:nvPr/>
          </p:nvSpPr>
          <p:spPr>
            <a:xfrm>
              <a:off x="1233600" y="450975"/>
              <a:ext cx="7626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82282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959750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1096675" y="450975"/>
              <a:ext cx="86400" cy="8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" name="Google Shape;420;p23"/>
          <p:cNvSpPr/>
          <p:nvPr/>
        </p:nvSpPr>
        <p:spPr>
          <a:xfrm>
            <a:off x="4131738" y="2734025"/>
            <a:ext cx="6729675" cy="2718850"/>
          </a:xfrm>
          <a:custGeom>
            <a:avLst/>
            <a:gdLst/>
            <a:ahLst/>
            <a:cxnLst/>
            <a:rect l="l" t="t" r="r" b="b"/>
            <a:pathLst>
              <a:path w="269187" h="108754" extrusionOk="0">
                <a:moveTo>
                  <a:pt x="0" y="108754"/>
                </a:moveTo>
                <a:cubicBezTo>
                  <a:pt x="9654" y="101655"/>
                  <a:pt x="37434" y="70752"/>
                  <a:pt x="57926" y="66161"/>
                </a:cubicBezTo>
                <a:cubicBezTo>
                  <a:pt x="78418" y="61570"/>
                  <a:pt x="104495" y="85990"/>
                  <a:pt x="122952" y="81210"/>
                </a:cubicBezTo>
                <a:cubicBezTo>
                  <a:pt x="141409" y="76430"/>
                  <a:pt x="150353" y="44533"/>
                  <a:pt x="168668" y="37481"/>
                </a:cubicBezTo>
                <a:cubicBezTo>
                  <a:pt x="186983" y="30430"/>
                  <a:pt x="216088" y="45148"/>
                  <a:pt x="232841" y="38901"/>
                </a:cubicBezTo>
                <a:cubicBezTo>
                  <a:pt x="249594" y="32654"/>
                  <a:pt x="263129" y="6484"/>
                  <a:pt x="269187" y="0"/>
                </a:cubicBezTo>
              </a:path>
            </a:pathLst>
          </a:cu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●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○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■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●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○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■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●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○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 PLUS Rounded 1c"/>
              <a:buChar char="■"/>
              <a:defRPr sz="1600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>
            <a:spLocks noGrp="1"/>
          </p:cNvSpPr>
          <p:nvPr>
            <p:ph type="ctrTitle"/>
          </p:nvPr>
        </p:nvSpPr>
        <p:spPr>
          <a:xfrm>
            <a:off x="731663" y="1119925"/>
            <a:ext cx="6369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11111"/>
                </a:solidFill>
              </a:rPr>
              <a:t>Discuss the Principles of Leadership </a:t>
            </a:r>
            <a:endParaRPr sz="4000">
              <a:solidFill>
                <a:srgbClr val="11111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highlight>
                  <a:schemeClr val="lt2"/>
                </a:highlight>
              </a:rPr>
              <a:t>EO M203.02</a:t>
            </a:r>
            <a:endParaRPr sz="4000"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426" name="Google Shape;426;p24"/>
          <p:cNvSpPr txBox="1">
            <a:spLocks noGrp="1"/>
          </p:cNvSpPr>
          <p:nvPr>
            <p:ph type="subTitle" idx="1"/>
          </p:nvPr>
        </p:nvSpPr>
        <p:spPr>
          <a:xfrm>
            <a:off x="731675" y="3209475"/>
            <a:ext cx="6369000" cy="11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7" name="Google Shape;427;p24"/>
          <p:cNvGrpSpPr/>
          <p:nvPr/>
        </p:nvGrpSpPr>
        <p:grpSpPr>
          <a:xfrm>
            <a:off x="6949536" y="1038480"/>
            <a:ext cx="1859338" cy="3585676"/>
            <a:chOff x="4201150" y="4052475"/>
            <a:chExt cx="438275" cy="845200"/>
          </a:xfrm>
        </p:grpSpPr>
        <p:sp>
          <p:nvSpPr>
            <p:cNvPr id="428" name="Google Shape;428;p24"/>
            <p:cNvSpPr/>
            <p:nvPr/>
          </p:nvSpPr>
          <p:spPr>
            <a:xfrm>
              <a:off x="4234025" y="4065625"/>
              <a:ext cx="120150" cy="80450"/>
            </a:xfrm>
            <a:custGeom>
              <a:avLst/>
              <a:gdLst/>
              <a:ahLst/>
              <a:cxnLst/>
              <a:rect l="l" t="t" r="r" b="b"/>
              <a:pathLst>
                <a:path w="4806" h="3218" extrusionOk="0">
                  <a:moveTo>
                    <a:pt x="1" y="1"/>
                  </a:moveTo>
                  <a:lnTo>
                    <a:pt x="1" y="3218"/>
                  </a:lnTo>
                  <a:lnTo>
                    <a:pt x="4805" y="3218"/>
                  </a:lnTo>
                  <a:lnTo>
                    <a:pt x="3409" y="1610"/>
                  </a:lnTo>
                  <a:lnTo>
                    <a:pt x="48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4204425" y="4297725"/>
              <a:ext cx="61750" cy="52175"/>
            </a:xfrm>
            <a:custGeom>
              <a:avLst/>
              <a:gdLst/>
              <a:ahLst/>
              <a:cxnLst/>
              <a:rect l="l" t="t" r="r" b="b"/>
              <a:pathLst>
                <a:path w="2470" h="2087" extrusionOk="0">
                  <a:moveTo>
                    <a:pt x="1017" y="0"/>
                  </a:moveTo>
                  <a:cubicBezTo>
                    <a:pt x="615" y="0"/>
                    <a:pt x="749" y="286"/>
                    <a:pt x="749" y="286"/>
                  </a:cubicBezTo>
                  <a:cubicBezTo>
                    <a:pt x="466" y="398"/>
                    <a:pt x="668" y="590"/>
                    <a:pt x="668" y="590"/>
                  </a:cubicBezTo>
                  <a:cubicBezTo>
                    <a:pt x="376" y="722"/>
                    <a:pt x="659" y="974"/>
                    <a:pt x="659" y="974"/>
                  </a:cubicBezTo>
                  <a:cubicBezTo>
                    <a:pt x="1" y="1248"/>
                    <a:pt x="1720" y="2006"/>
                    <a:pt x="1720" y="2006"/>
                  </a:cubicBezTo>
                  <a:lnTo>
                    <a:pt x="1913" y="2087"/>
                  </a:lnTo>
                  <a:lnTo>
                    <a:pt x="2469" y="1116"/>
                  </a:lnTo>
                  <a:lnTo>
                    <a:pt x="2358" y="1025"/>
                  </a:lnTo>
                  <a:cubicBezTo>
                    <a:pt x="2008" y="204"/>
                    <a:pt x="1764" y="83"/>
                    <a:pt x="1651" y="83"/>
                  </a:cubicBezTo>
                  <a:cubicBezTo>
                    <a:pt x="1603" y="83"/>
                    <a:pt x="1579" y="104"/>
                    <a:pt x="1579" y="104"/>
                  </a:cubicBezTo>
                  <a:cubicBezTo>
                    <a:pt x="1324" y="29"/>
                    <a:pt x="1143" y="0"/>
                    <a:pt x="1017" y="0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4201150" y="4860475"/>
              <a:ext cx="438275" cy="37200"/>
            </a:xfrm>
            <a:custGeom>
              <a:avLst/>
              <a:gdLst/>
              <a:ahLst/>
              <a:cxnLst/>
              <a:rect l="l" t="t" r="r" b="b"/>
              <a:pathLst>
                <a:path w="17531" h="1488" extrusionOk="0">
                  <a:moveTo>
                    <a:pt x="8761" y="1"/>
                  </a:moveTo>
                  <a:cubicBezTo>
                    <a:pt x="3926" y="1"/>
                    <a:pt x="1" y="324"/>
                    <a:pt x="1" y="739"/>
                  </a:cubicBezTo>
                  <a:cubicBezTo>
                    <a:pt x="1" y="1154"/>
                    <a:pt x="3926" y="1487"/>
                    <a:pt x="8761" y="1487"/>
                  </a:cubicBezTo>
                  <a:cubicBezTo>
                    <a:pt x="13606" y="1487"/>
                    <a:pt x="17531" y="1154"/>
                    <a:pt x="17531" y="739"/>
                  </a:cubicBezTo>
                  <a:cubicBezTo>
                    <a:pt x="17531" y="324"/>
                    <a:pt x="13606" y="1"/>
                    <a:pt x="87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4352625" y="4113675"/>
              <a:ext cx="127475" cy="197800"/>
            </a:xfrm>
            <a:custGeom>
              <a:avLst/>
              <a:gdLst/>
              <a:ahLst/>
              <a:cxnLst/>
              <a:rect l="l" t="t" r="r" b="b"/>
              <a:pathLst>
                <a:path w="5099" h="7912" extrusionOk="0">
                  <a:moveTo>
                    <a:pt x="2352" y="1"/>
                  </a:moveTo>
                  <a:cubicBezTo>
                    <a:pt x="2146" y="1"/>
                    <a:pt x="2020" y="242"/>
                    <a:pt x="1731" y="375"/>
                  </a:cubicBezTo>
                  <a:cubicBezTo>
                    <a:pt x="1723" y="379"/>
                    <a:pt x="1713" y="381"/>
                    <a:pt x="1703" y="381"/>
                  </a:cubicBezTo>
                  <a:cubicBezTo>
                    <a:pt x="1647" y="381"/>
                    <a:pt x="1559" y="336"/>
                    <a:pt x="1443" y="336"/>
                  </a:cubicBezTo>
                  <a:cubicBezTo>
                    <a:pt x="1338" y="336"/>
                    <a:pt x="1211" y="372"/>
                    <a:pt x="1063" y="507"/>
                  </a:cubicBezTo>
                  <a:cubicBezTo>
                    <a:pt x="841" y="699"/>
                    <a:pt x="962" y="1023"/>
                    <a:pt x="962" y="1134"/>
                  </a:cubicBezTo>
                  <a:cubicBezTo>
                    <a:pt x="972" y="1437"/>
                    <a:pt x="719" y="1468"/>
                    <a:pt x="486" y="1660"/>
                  </a:cubicBezTo>
                  <a:cubicBezTo>
                    <a:pt x="254" y="1862"/>
                    <a:pt x="1" y="2115"/>
                    <a:pt x="21" y="2428"/>
                  </a:cubicBezTo>
                  <a:cubicBezTo>
                    <a:pt x="52" y="2752"/>
                    <a:pt x="385" y="2995"/>
                    <a:pt x="396" y="3319"/>
                  </a:cubicBezTo>
                  <a:cubicBezTo>
                    <a:pt x="396" y="3481"/>
                    <a:pt x="315" y="3642"/>
                    <a:pt x="254" y="3804"/>
                  </a:cubicBezTo>
                  <a:cubicBezTo>
                    <a:pt x="193" y="3956"/>
                    <a:pt x="153" y="4148"/>
                    <a:pt x="243" y="4290"/>
                  </a:cubicBezTo>
                  <a:cubicBezTo>
                    <a:pt x="355" y="4462"/>
                    <a:pt x="598" y="4482"/>
                    <a:pt x="769" y="4604"/>
                  </a:cubicBezTo>
                  <a:cubicBezTo>
                    <a:pt x="1002" y="4755"/>
                    <a:pt x="1083" y="5049"/>
                    <a:pt x="1083" y="5322"/>
                  </a:cubicBezTo>
                  <a:cubicBezTo>
                    <a:pt x="1093" y="5595"/>
                    <a:pt x="1043" y="5878"/>
                    <a:pt x="1093" y="6141"/>
                  </a:cubicBezTo>
                  <a:cubicBezTo>
                    <a:pt x="1144" y="6414"/>
                    <a:pt x="1336" y="6688"/>
                    <a:pt x="1609" y="6718"/>
                  </a:cubicBezTo>
                  <a:cubicBezTo>
                    <a:pt x="1670" y="6718"/>
                    <a:pt x="1733" y="6709"/>
                    <a:pt x="1793" y="6709"/>
                  </a:cubicBezTo>
                  <a:cubicBezTo>
                    <a:pt x="1843" y="6709"/>
                    <a:pt x="1891" y="6715"/>
                    <a:pt x="1933" y="6738"/>
                  </a:cubicBezTo>
                  <a:cubicBezTo>
                    <a:pt x="2044" y="6789"/>
                    <a:pt x="2095" y="6910"/>
                    <a:pt x="2135" y="7021"/>
                  </a:cubicBezTo>
                  <a:cubicBezTo>
                    <a:pt x="2216" y="7304"/>
                    <a:pt x="2266" y="7598"/>
                    <a:pt x="2257" y="7901"/>
                  </a:cubicBezTo>
                  <a:lnTo>
                    <a:pt x="3511" y="7911"/>
                  </a:lnTo>
                  <a:cubicBezTo>
                    <a:pt x="3693" y="7749"/>
                    <a:pt x="3875" y="7578"/>
                    <a:pt x="3966" y="7345"/>
                  </a:cubicBezTo>
                  <a:cubicBezTo>
                    <a:pt x="4027" y="7193"/>
                    <a:pt x="4027" y="7021"/>
                    <a:pt x="4078" y="6870"/>
                  </a:cubicBezTo>
                  <a:cubicBezTo>
                    <a:pt x="4219" y="6475"/>
                    <a:pt x="4624" y="6192"/>
                    <a:pt x="4694" y="5777"/>
                  </a:cubicBezTo>
                  <a:cubicBezTo>
                    <a:pt x="4775" y="5373"/>
                    <a:pt x="4512" y="4957"/>
                    <a:pt x="4604" y="4543"/>
                  </a:cubicBezTo>
                  <a:cubicBezTo>
                    <a:pt x="4685" y="4168"/>
                    <a:pt x="5069" y="3885"/>
                    <a:pt x="5089" y="3501"/>
                  </a:cubicBezTo>
                  <a:cubicBezTo>
                    <a:pt x="5099" y="3197"/>
                    <a:pt x="4887" y="2925"/>
                    <a:pt x="4867" y="2621"/>
                  </a:cubicBezTo>
                  <a:cubicBezTo>
                    <a:pt x="4846" y="2348"/>
                    <a:pt x="4988" y="2095"/>
                    <a:pt x="4998" y="1822"/>
                  </a:cubicBezTo>
                  <a:cubicBezTo>
                    <a:pt x="5018" y="1478"/>
                    <a:pt x="4806" y="1134"/>
                    <a:pt x="4492" y="992"/>
                  </a:cubicBezTo>
                  <a:cubicBezTo>
                    <a:pt x="4209" y="871"/>
                    <a:pt x="3835" y="881"/>
                    <a:pt x="3662" y="618"/>
                  </a:cubicBezTo>
                  <a:cubicBezTo>
                    <a:pt x="3622" y="557"/>
                    <a:pt x="3602" y="497"/>
                    <a:pt x="3561" y="436"/>
                  </a:cubicBezTo>
                  <a:cubicBezTo>
                    <a:pt x="3469" y="281"/>
                    <a:pt x="3386" y="235"/>
                    <a:pt x="3283" y="235"/>
                  </a:cubicBezTo>
                  <a:cubicBezTo>
                    <a:pt x="3172" y="235"/>
                    <a:pt x="3038" y="288"/>
                    <a:pt x="2843" y="315"/>
                  </a:cubicBezTo>
                  <a:cubicBezTo>
                    <a:pt x="2843" y="315"/>
                    <a:pt x="2651" y="133"/>
                    <a:pt x="2560" y="72"/>
                  </a:cubicBezTo>
                  <a:cubicBezTo>
                    <a:pt x="2480" y="21"/>
                    <a:pt x="2412" y="1"/>
                    <a:pt x="2352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4330375" y="4809650"/>
              <a:ext cx="36200" cy="37200"/>
            </a:xfrm>
            <a:custGeom>
              <a:avLst/>
              <a:gdLst/>
              <a:ahLst/>
              <a:cxnLst/>
              <a:rect l="l" t="t" r="r" b="b"/>
              <a:pathLst>
                <a:path w="1448" h="1488" extrusionOk="0">
                  <a:moveTo>
                    <a:pt x="153" y="0"/>
                  </a:moveTo>
                  <a:lnTo>
                    <a:pt x="0" y="1487"/>
                  </a:lnTo>
                  <a:lnTo>
                    <a:pt x="1265" y="1457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4478575" y="4809650"/>
              <a:ext cx="37450" cy="38200"/>
            </a:xfrm>
            <a:custGeom>
              <a:avLst/>
              <a:gdLst/>
              <a:ahLst/>
              <a:cxnLst/>
              <a:rect l="l" t="t" r="r" b="b"/>
              <a:pathLst>
                <a:path w="1498" h="1528" extrusionOk="0">
                  <a:moveTo>
                    <a:pt x="0" y="0"/>
                  </a:moveTo>
                  <a:lnTo>
                    <a:pt x="223" y="1457"/>
                  </a:lnTo>
                  <a:lnTo>
                    <a:pt x="1497" y="1528"/>
                  </a:lnTo>
                  <a:lnTo>
                    <a:pt x="1305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4479075" y="4846050"/>
              <a:ext cx="84250" cy="29875"/>
            </a:xfrm>
            <a:custGeom>
              <a:avLst/>
              <a:gdLst/>
              <a:ahLst/>
              <a:cxnLst/>
              <a:rect l="l" t="t" r="r" b="b"/>
              <a:pathLst>
                <a:path w="3370" h="1195" extrusionOk="0">
                  <a:moveTo>
                    <a:pt x="1275" y="1"/>
                  </a:moveTo>
                  <a:lnTo>
                    <a:pt x="112" y="11"/>
                  </a:lnTo>
                  <a:lnTo>
                    <a:pt x="0" y="1194"/>
                  </a:lnTo>
                  <a:lnTo>
                    <a:pt x="284" y="1194"/>
                  </a:lnTo>
                  <a:lnTo>
                    <a:pt x="375" y="790"/>
                  </a:lnTo>
                  <a:lnTo>
                    <a:pt x="445" y="790"/>
                  </a:lnTo>
                  <a:lnTo>
                    <a:pt x="628" y="1194"/>
                  </a:lnTo>
                  <a:lnTo>
                    <a:pt x="3369" y="1194"/>
                  </a:lnTo>
                  <a:cubicBezTo>
                    <a:pt x="3237" y="770"/>
                    <a:pt x="2904" y="446"/>
                    <a:pt x="2479" y="324"/>
                  </a:cubicBezTo>
                  <a:lnTo>
                    <a:pt x="1275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4483900" y="4838225"/>
              <a:ext cx="61725" cy="21300"/>
            </a:xfrm>
            <a:custGeom>
              <a:avLst/>
              <a:gdLst/>
              <a:ahLst/>
              <a:cxnLst/>
              <a:rect l="l" t="t" r="r" b="b"/>
              <a:pathLst>
                <a:path w="2469" h="852" extrusionOk="0">
                  <a:moveTo>
                    <a:pt x="546" y="1"/>
                  </a:moveTo>
                  <a:lnTo>
                    <a:pt x="0" y="324"/>
                  </a:lnTo>
                  <a:cubicBezTo>
                    <a:pt x="0" y="324"/>
                    <a:pt x="584" y="852"/>
                    <a:pt x="1566" y="852"/>
                  </a:cubicBezTo>
                  <a:cubicBezTo>
                    <a:pt x="1838" y="852"/>
                    <a:pt x="2140" y="812"/>
                    <a:pt x="2468" y="709"/>
                  </a:cubicBezTo>
                  <a:cubicBezTo>
                    <a:pt x="2468" y="709"/>
                    <a:pt x="1790" y="365"/>
                    <a:pt x="1082" y="314"/>
                  </a:cubicBezTo>
                  <a:lnTo>
                    <a:pt x="546" y="1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4282825" y="4846050"/>
              <a:ext cx="84250" cy="29875"/>
            </a:xfrm>
            <a:custGeom>
              <a:avLst/>
              <a:gdLst/>
              <a:ahLst/>
              <a:cxnLst/>
              <a:rect l="l" t="t" r="r" b="b"/>
              <a:pathLst>
                <a:path w="3370" h="1195" extrusionOk="0">
                  <a:moveTo>
                    <a:pt x="2095" y="1"/>
                  </a:moveTo>
                  <a:lnTo>
                    <a:pt x="891" y="324"/>
                  </a:lnTo>
                  <a:cubicBezTo>
                    <a:pt x="466" y="446"/>
                    <a:pt x="122" y="770"/>
                    <a:pt x="1" y="1194"/>
                  </a:cubicBezTo>
                  <a:lnTo>
                    <a:pt x="2742" y="1194"/>
                  </a:lnTo>
                  <a:lnTo>
                    <a:pt x="2924" y="790"/>
                  </a:lnTo>
                  <a:lnTo>
                    <a:pt x="2995" y="790"/>
                  </a:lnTo>
                  <a:lnTo>
                    <a:pt x="3086" y="1194"/>
                  </a:lnTo>
                  <a:lnTo>
                    <a:pt x="3370" y="1194"/>
                  </a:lnTo>
                  <a:lnTo>
                    <a:pt x="3258" y="11"/>
                  </a:lnTo>
                  <a:lnTo>
                    <a:pt x="2095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4300525" y="4838225"/>
              <a:ext cx="61725" cy="21300"/>
            </a:xfrm>
            <a:custGeom>
              <a:avLst/>
              <a:gdLst/>
              <a:ahLst/>
              <a:cxnLst/>
              <a:rect l="l" t="t" r="r" b="b"/>
              <a:pathLst>
                <a:path w="2469" h="852" extrusionOk="0">
                  <a:moveTo>
                    <a:pt x="1923" y="1"/>
                  </a:moveTo>
                  <a:lnTo>
                    <a:pt x="1387" y="314"/>
                  </a:lnTo>
                  <a:cubicBezTo>
                    <a:pt x="679" y="365"/>
                    <a:pt x="1" y="709"/>
                    <a:pt x="1" y="709"/>
                  </a:cubicBezTo>
                  <a:cubicBezTo>
                    <a:pt x="329" y="812"/>
                    <a:pt x="631" y="852"/>
                    <a:pt x="903" y="852"/>
                  </a:cubicBezTo>
                  <a:cubicBezTo>
                    <a:pt x="1885" y="852"/>
                    <a:pt x="2469" y="324"/>
                    <a:pt x="2469" y="324"/>
                  </a:cubicBezTo>
                  <a:lnTo>
                    <a:pt x="1923" y="1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4329625" y="4395675"/>
              <a:ext cx="90550" cy="432200"/>
            </a:xfrm>
            <a:custGeom>
              <a:avLst/>
              <a:gdLst/>
              <a:ahLst/>
              <a:cxnLst/>
              <a:rect l="l" t="t" r="r" b="b"/>
              <a:pathLst>
                <a:path w="3622" h="17288" extrusionOk="0">
                  <a:moveTo>
                    <a:pt x="1770" y="0"/>
                  </a:moveTo>
                  <a:cubicBezTo>
                    <a:pt x="911" y="1406"/>
                    <a:pt x="365" y="3449"/>
                    <a:pt x="486" y="5088"/>
                  </a:cubicBezTo>
                  <a:lnTo>
                    <a:pt x="0" y="17287"/>
                  </a:lnTo>
                  <a:lnTo>
                    <a:pt x="1477" y="17287"/>
                  </a:lnTo>
                  <a:lnTo>
                    <a:pt x="3490" y="3541"/>
                  </a:lnTo>
                  <a:lnTo>
                    <a:pt x="3622" y="0"/>
                  </a:lnTo>
                  <a:close/>
                </a:path>
              </a:pathLst>
            </a:custGeom>
            <a:solidFill>
              <a:srgbClr val="F95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4414100" y="4395675"/>
              <a:ext cx="101675" cy="432200"/>
            </a:xfrm>
            <a:custGeom>
              <a:avLst/>
              <a:gdLst/>
              <a:ahLst/>
              <a:cxnLst/>
              <a:rect l="l" t="t" r="r" b="b"/>
              <a:pathLst>
                <a:path w="4067" h="17288" extrusionOk="0">
                  <a:moveTo>
                    <a:pt x="111" y="0"/>
                  </a:moveTo>
                  <a:lnTo>
                    <a:pt x="0" y="2802"/>
                  </a:lnTo>
                  <a:lnTo>
                    <a:pt x="2498" y="17287"/>
                  </a:lnTo>
                  <a:lnTo>
                    <a:pt x="4067" y="17287"/>
                  </a:lnTo>
                  <a:lnTo>
                    <a:pt x="3267" y="5088"/>
                  </a:lnTo>
                  <a:cubicBezTo>
                    <a:pt x="3388" y="3449"/>
                    <a:pt x="2761" y="1406"/>
                    <a:pt x="1912" y="0"/>
                  </a:cubicBezTo>
                  <a:close/>
                </a:path>
              </a:pathLst>
            </a:custGeom>
            <a:solidFill>
              <a:srgbClr val="F95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4388300" y="4405775"/>
              <a:ext cx="60950" cy="81200"/>
            </a:xfrm>
            <a:custGeom>
              <a:avLst/>
              <a:gdLst/>
              <a:ahLst/>
              <a:cxnLst/>
              <a:rect l="l" t="t" r="r" b="b"/>
              <a:pathLst>
                <a:path w="2438" h="3248" extrusionOk="0">
                  <a:moveTo>
                    <a:pt x="0" y="1"/>
                  </a:moveTo>
                  <a:lnTo>
                    <a:pt x="0" y="3045"/>
                  </a:lnTo>
                  <a:lnTo>
                    <a:pt x="2438" y="3247"/>
                  </a:lnTo>
                  <a:lnTo>
                    <a:pt x="2438" y="1"/>
                  </a:lnTo>
                  <a:close/>
                </a:path>
              </a:pathLst>
            </a:custGeom>
            <a:solidFill>
              <a:srgbClr val="F95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4403700" y="4482400"/>
              <a:ext cx="26100" cy="3550"/>
            </a:xfrm>
            <a:custGeom>
              <a:avLst/>
              <a:gdLst/>
              <a:ahLst/>
              <a:cxnLst/>
              <a:rect l="l" t="t" r="r" b="b"/>
              <a:pathLst>
                <a:path w="1044" h="142" extrusionOk="0">
                  <a:moveTo>
                    <a:pt x="1" y="0"/>
                  </a:moveTo>
                  <a:lnTo>
                    <a:pt x="1" y="61"/>
                  </a:lnTo>
                  <a:lnTo>
                    <a:pt x="1043" y="142"/>
                  </a:lnTo>
                  <a:lnTo>
                    <a:pt x="1043" y="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4453025" y="4410075"/>
              <a:ext cx="23300" cy="26325"/>
            </a:xfrm>
            <a:custGeom>
              <a:avLst/>
              <a:gdLst/>
              <a:ahLst/>
              <a:cxnLst/>
              <a:rect l="l" t="t" r="r" b="b"/>
              <a:pathLst>
                <a:path w="932" h="1053" extrusionOk="0">
                  <a:moveTo>
                    <a:pt x="62" y="0"/>
                  </a:moveTo>
                  <a:lnTo>
                    <a:pt x="1" y="11"/>
                  </a:lnTo>
                  <a:cubicBezTo>
                    <a:pt x="11" y="11"/>
                    <a:pt x="122" y="861"/>
                    <a:pt x="921" y="1052"/>
                  </a:cubicBezTo>
                  <a:lnTo>
                    <a:pt x="932" y="992"/>
                  </a:lnTo>
                  <a:cubicBezTo>
                    <a:pt x="172" y="810"/>
                    <a:pt x="62" y="11"/>
                    <a:pt x="62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4359975" y="4410075"/>
              <a:ext cx="23275" cy="26325"/>
            </a:xfrm>
            <a:custGeom>
              <a:avLst/>
              <a:gdLst/>
              <a:ahLst/>
              <a:cxnLst/>
              <a:rect l="l" t="t" r="r" b="b"/>
              <a:pathLst>
                <a:path w="931" h="1053" extrusionOk="0">
                  <a:moveTo>
                    <a:pt x="870" y="0"/>
                  </a:moveTo>
                  <a:cubicBezTo>
                    <a:pt x="870" y="11"/>
                    <a:pt x="759" y="810"/>
                    <a:pt x="0" y="992"/>
                  </a:cubicBezTo>
                  <a:lnTo>
                    <a:pt x="21" y="1052"/>
                  </a:lnTo>
                  <a:cubicBezTo>
                    <a:pt x="810" y="861"/>
                    <a:pt x="931" y="11"/>
                    <a:pt x="931" y="11"/>
                  </a:cubicBezTo>
                  <a:lnTo>
                    <a:pt x="870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4372100" y="4121525"/>
              <a:ext cx="87775" cy="87775"/>
            </a:xfrm>
            <a:custGeom>
              <a:avLst/>
              <a:gdLst/>
              <a:ahLst/>
              <a:cxnLst/>
              <a:rect l="l" t="t" r="r" b="b"/>
              <a:pathLst>
                <a:path w="3511" h="3511" extrusionOk="0">
                  <a:moveTo>
                    <a:pt x="1761" y="1"/>
                  </a:moveTo>
                  <a:cubicBezTo>
                    <a:pt x="790" y="1"/>
                    <a:pt x="1" y="790"/>
                    <a:pt x="1" y="1761"/>
                  </a:cubicBezTo>
                  <a:cubicBezTo>
                    <a:pt x="1" y="2732"/>
                    <a:pt x="790" y="3510"/>
                    <a:pt x="1761" y="3510"/>
                  </a:cubicBezTo>
                  <a:cubicBezTo>
                    <a:pt x="2732" y="3510"/>
                    <a:pt x="3511" y="2732"/>
                    <a:pt x="3511" y="1761"/>
                  </a:cubicBezTo>
                  <a:cubicBezTo>
                    <a:pt x="3511" y="790"/>
                    <a:pt x="2732" y="1"/>
                    <a:pt x="176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4439875" y="4174900"/>
              <a:ext cx="20775" cy="21750"/>
            </a:xfrm>
            <a:custGeom>
              <a:avLst/>
              <a:gdLst/>
              <a:ahLst/>
              <a:cxnLst/>
              <a:rect l="l" t="t" r="r" b="b"/>
              <a:pathLst>
                <a:path w="831" h="870" extrusionOk="0">
                  <a:moveTo>
                    <a:pt x="460" y="1"/>
                  </a:moveTo>
                  <a:cubicBezTo>
                    <a:pt x="301" y="1"/>
                    <a:pt x="148" y="122"/>
                    <a:pt x="82" y="303"/>
                  </a:cubicBezTo>
                  <a:cubicBezTo>
                    <a:pt x="1" y="536"/>
                    <a:pt x="82" y="779"/>
                    <a:pt x="274" y="849"/>
                  </a:cubicBezTo>
                  <a:cubicBezTo>
                    <a:pt x="309" y="863"/>
                    <a:pt x="345" y="870"/>
                    <a:pt x="381" y="870"/>
                  </a:cubicBezTo>
                  <a:cubicBezTo>
                    <a:pt x="533" y="870"/>
                    <a:pt x="684" y="754"/>
                    <a:pt x="749" y="566"/>
                  </a:cubicBezTo>
                  <a:cubicBezTo>
                    <a:pt x="830" y="344"/>
                    <a:pt x="749" y="101"/>
                    <a:pt x="567" y="20"/>
                  </a:cubicBezTo>
                  <a:cubicBezTo>
                    <a:pt x="532" y="7"/>
                    <a:pt x="496" y="1"/>
                    <a:pt x="460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4452025" y="4179700"/>
              <a:ext cx="5075" cy="10125"/>
            </a:xfrm>
            <a:custGeom>
              <a:avLst/>
              <a:gdLst/>
              <a:ahLst/>
              <a:cxnLst/>
              <a:rect l="l" t="t" r="r" b="b"/>
              <a:pathLst>
                <a:path w="203" h="405" extrusionOk="0">
                  <a:moveTo>
                    <a:pt x="21" y="0"/>
                  </a:moveTo>
                  <a:lnTo>
                    <a:pt x="0" y="30"/>
                  </a:lnTo>
                  <a:cubicBezTo>
                    <a:pt x="162" y="152"/>
                    <a:pt x="91" y="394"/>
                    <a:pt x="91" y="394"/>
                  </a:cubicBezTo>
                  <a:lnTo>
                    <a:pt x="132" y="405"/>
                  </a:lnTo>
                  <a:cubicBezTo>
                    <a:pt x="132" y="394"/>
                    <a:pt x="203" y="142"/>
                    <a:pt x="2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4371100" y="4174900"/>
              <a:ext cx="20750" cy="21750"/>
            </a:xfrm>
            <a:custGeom>
              <a:avLst/>
              <a:gdLst/>
              <a:ahLst/>
              <a:cxnLst/>
              <a:rect l="l" t="t" r="r" b="b"/>
              <a:pathLst>
                <a:path w="830" h="870" extrusionOk="0">
                  <a:moveTo>
                    <a:pt x="370" y="1"/>
                  </a:moveTo>
                  <a:cubicBezTo>
                    <a:pt x="335" y="1"/>
                    <a:pt x="299" y="7"/>
                    <a:pt x="263" y="20"/>
                  </a:cubicBezTo>
                  <a:cubicBezTo>
                    <a:pt x="81" y="101"/>
                    <a:pt x="0" y="344"/>
                    <a:pt x="81" y="566"/>
                  </a:cubicBezTo>
                  <a:cubicBezTo>
                    <a:pt x="147" y="754"/>
                    <a:pt x="297" y="870"/>
                    <a:pt x="449" y="870"/>
                  </a:cubicBezTo>
                  <a:cubicBezTo>
                    <a:pt x="485" y="870"/>
                    <a:pt x="521" y="863"/>
                    <a:pt x="556" y="849"/>
                  </a:cubicBezTo>
                  <a:cubicBezTo>
                    <a:pt x="749" y="779"/>
                    <a:pt x="830" y="536"/>
                    <a:pt x="749" y="303"/>
                  </a:cubicBezTo>
                  <a:cubicBezTo>
                    <a:pt x="683" y="122"/>
                    <a:pt x="529" y="1"/>
                    <a:pt x="370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4373875" y="4179700"/>
              <a:ext cx="5350" cy="10125"/>
            </a:xfrm>
            <a:custGeom>
              <a:avLst/>
              <a:gdLst/>
              <a:ahLst/>
              <a:cxnLst/>
              <a:rect l="l" t="t" r="r" b="b"/>
              <a:pathLst>
                <a:path w="214" h="405" extrusionOk="0">
                  <a:moveTo>
                    <a:pt x="182" y="0"/>
                  </a:moveTo>
                  <a:cubicBezTo>
                    <a:pt x="0" y="142"/>
                    <a:pt x="72" y="394"/>
                    <a:pt x="72" y="405"/>
                  </a:cubicBezTo>
                  <a:lnTo>
                    <a:pt x="112" y="394"/>
                  </a:lnTo>
                  <a:cubicBezTo>
                    <a:pt x="112" y="394"/>
                    <a:pt x="41" y="152"/>
                    <a:pt x="213" y="30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4397900" y="4221675"/>
              <a:ext cx="36700" cy="24300"/>
            </a:xfrm>
            <a:custGeom>
              <a:avLst/>
              <a:gdLst/>
              <a:ahLst/>
              <a:cxnLst/>
              <a:rect l="l" t="t" r="r" b="b"/>
              <a:pathLst>
                <a:path w="1468" h="972" extrusionOk="0">
                  <a:moveTo>
                    <a:pt x="739" y="1"/>
                  </a:moveTo>
                  <a:lnTo>
                    <a:pt x="102" y="51"/>
                  </a:lnTo>
                  <a:lnTo>
                    <a:pt x="1" y="972"/>
                  </a:lnTo>
                  <a:lnTo>
                    <a:pt x="1467" y="972"/>
                  </a:lnTo>
                  <a:lnTo>
                    <a:pt x="1366" y="51"/>
                  </a:lnTo>
                  <a:lnTo>
                    <a:pt x="739" y="1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4400425" y="4222925"/>
              <a:ext cx="31625" cy="10925"/>
            </a:xfrm>
            <a:custGeom>
              <a:avLst/>
              <a:gdLst/>
              <a:ahLst/>
              <a:cxnLst/>
              <a:rect l="l" t="t" r="r" b="b"/>
              <a:pathLst>
                <a:path w="1265" h="437" extrusionOk="0">
                  <a:moveTo>
                    <a:pt x="1" y="1"/>
                  </a:moveTo>
                  <a:cubicBezTo>
                    <a:pt x="1" y="1"/>
                    <a:pt x="284" y="436"/>
                    <a:pt x="638" y="436"/>
                  </a:cubicBezTo>
                  <a:cubicBezTo>
                    <a:pt x="982" y="436"/>
                    <a:pt x="1265" y="1"/>
                    <a:pt x="1265" y="1"/>
                  </a:cubicBezTo>
                  <a:close/>
                </a:path>
              </a:pathLst>
            </a:custGeom>
            <a:solidFill>
              <a:srgbClr val="7D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4381450" y="4126325"/>
              <a:ext cx="70100" cy="102950"/>
            </a:xfrm>
            <a:custGeom>
              <a:avLst/>
              <a:gdLst/>
              <a:ahLst/>
              <a:cxnLst/>
              <a:rect l="l" t="t" r="r" b="b"/>
              <a:pathLst>
                <a:path w="2804" h="4118" extrusionOk="0">
                  <a:moveTo>
                    <a:pt x="1397" y="1"/>
                  </a:moveTo>
                  <a:cubicBezTo>
                    <a:pt x="628" y="1"/>
                    <a:pt x="1" y="668"/>
                    <a:pt x="1" y="1477"/>
                  </a:cubicBezTo>
                  <a:lnTo>
                    <a:pt x="1" y="1630"/>
                  </a:lnTo>
                  <a:lnTo>
                    <a:pt x="1" y="1650"/>
                  </a:lnTo>
                  <a:lnTo>
                    <a:pt x="153" y="2924"/>
                  </a:lnTo>
                  <a:lnTo>
                    <a:pt x="153" y="2934"/>
                  </a:lnTo>
                  <a:lnTo>
                    <a:pt x="153" y="2965"/>
                  </a:lnTo>
                  <a:cubicBezTo>
                    <a:pt x="234" y="3612"/>
                    <a:pt x="911" y="4118"/>
                    <a:pt x="1397" y="4118"/>
                  </a:cubicBezTo>
                  <a:cubicBezTo>
                    <a:pt x="1882" y="4118"/>
                    <a:pt x="2550" y="3622"/>
                    <a:pt x="2641" y="2985"/>
                  </a:cubicBezTo>
                  <a:lnTo>
                    <a:pt x="2641" y="2965"/>
                  </a:lnTo>
                  <a:lnTo>
                    <a:pt x="2641" y="2924"/>
                  </a:lnTo>
                  <a:lnTo>
                    <a:pt x="2793" y="1650"/>
                  </a:lnTo>
                  <a:lnTo>
                    <a:pt x="2793" y="1630"/>
                  </a:lnTo>
                  <a:cubicBezTo>
                    <a:pt x="2793" y="1579"/>
                    <a:pt x="2803" y="1528"/>
                    <a:pt x="2803" y="1477"/>
                  </a:cubicBezTo>
                  <a:cubicBezTo>
                    <a:pt x="2803" y="668"/>
                    <a:pt x="2176" y="1"/>
                    <a:pt x="1397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4336950" y="4238175"/>
              <a:ext cx="148725" cy="92275"/>
            </a:xfrm>
            <a:custGeom>
              <a:avLst/>
              <a:gdLst/>
              <a:ahLst/>
              <a:cxnLst/>
              <a:rect l="l" t="t" r="r" b="b"/>
              <a:pathLst>
                <a:path w="5949" h="3691" extrusionOk="0">
                  <a:moveTo>
                    <a:pt x="3636" y="1"/>
                  </a:moveTo>
                  <a:cubicBezTo>
                    <a:pt x="3281" y="1"/>
                    <a:pt x="2920" y="54"/>
                    <a:pt x="2560" y="79"/>
                  </a:cubicBezTo>
                  <a:lnTo>
                    <a:pt x="2520" y="8"/>
                  </a:lnTo>
                  <a:cubicBezTo>
                    <a:pt x="800" y="170"/>
                    <a:pt x="0" y="1758"/>
                    <a:pt x="425" y="3286"/>
                  </a:cubicBezTo>
                  <a:lnTo>
                    <a:pt x="881" y="2780"/>
                  </a:lnTo>
                  <a:cubicBezTo>
                    <a:pt x="1953" y="2841"/>
                    <a:pt x="2621" y="3589"/>
                    <a:pt x="3693" y="3680"/>
                  </a:cubicBezTo>
                  <a:lnTo>
                    <a:pt x="3804" y="3680"/>
                  </a:lnTo>
                  <a:cubicBezTo>
                    <a:pt x="3875" y="3690"/>
                    <a:pt x="3956" y="3690"/>
                    <a:pt x="4026" y="3690"/>
                  </a:cubicBezTo>
                  <a:lnTo>
                    <a:pt x="4118" y="3690"/>
                  </a:lnTo>
                  <a:cubicBezTo>
                    <a:pt x="4124" y="3690"/>
                    <a:pt x="4131" y="3691"/>
                    <a:pt x="4137" y="3691"/>
                  </a:cubicBezTo>
                  <a:cubicBezTo>
                    <a:pt x="4726" y="3691"/>
                    <a:pt x="4781" y="2769"/>
                    <a:pt x="5372" y="2769"/>
                  </a:cubicBezTo>
                  <a:lnTo>
                    <a:pt x="5575" y="2780"/>
                  </a:lnTo>
                  <a:cubicBezTo>
                    <a:pt x="5948" y="1263"/>
                    <a:pt x="5544" y="170"/>
                    <a:pt x="3855" y="8"/>
                  </a:cubicBezTo>
                  <a:cubicBezTo>
                    <a:pt x="3782" y="3"/>
                    <a:pt x="3709" y="1"/>
                    <a:pt x="3636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4322550" y="4244675"/>
              <a:ext cx="150225" cy="165750"/>
            </a:xfrm>
            <a:custGeom>
              <a:avLst/>
              <a:gdLst/>
              <a:ahLst/>
              <a:cxnLst/>
              <a:rect l="l" t="t" r="r" b="b"/>
              <a:pathLst>
                <a:path w="6009" h="6630" extrusionOk="0">
                  <a:moveTo>
                    <a:pt x="2185" y="1"/>
                  </a:moveTo>
                  <a:cubicBezTo>
                    <a:pt x="0" y="911"/>
                    <a:pt x="1578" y="3420"/>
                    <a:pt x="1578" y="3420"/>
                  </a:cubicBezTo>
                  <a:lnTo>
                    <a:pt x="1862" y="6171"/>
                  </a:lnTo>
                  <a:cubicBezTo>
                    <a:pt x="1862" y="6171"/>
                    <a:pt x="2671" y="6630"/>
                    <a:pt x="3795" y="6630"/>
                  </a:cubicBezTo>
                  <a:cubicBezTo>
                    <a:pt x="4357" y="6630"/>
                    <a:pt x="4997" y="6515"/>
                    <a:pt x="5654" y="6171"/>
                  </a:cubicBezTo>
                  <a:lnTo>
                    <a:pt x="6009" y="3460"/>
                  </a:lnTo>
                  <a:lnTo>
                    <a:pt x="5331" y="1"/>
                  </a:lnTo>
                  <a:cubicBezTo>
                    <a:pt x="5331" y="1"/>
                    <a:pt x="4825" y="922"/>
                    <a:pt x="3763" y="922"/>
                  </a:cubicBezTo>
                  <a:cubicBezTo>
                    <a:pt x="2620" y="922"/>
                    <a:pt x="2185" y="1"/>
                    <a:pt x="2185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4358700" y="4124300"/>
              <a:ext cx="107250" cy="63250"/>
            </a:xfrm>
            <a:custGeom>
              <a:avLst/>
              <a:gdLst/>
              <a:ahLst/>
              <a:cxnLst/>
              <a:rect l="l" t="t" r="r" b="b"/>
              <a:pathLst>
                <a:path w="4290" h="2530" extrusionOk="0">
                  <a:moveTo>
                    <a:pt x="2337" y="1"/>
                  </a:moveTo>
                  <a:cubicBezTo>
                    <a:pt x="0" y="1"/>
                    <a:pt x="931" y="2530"/>
                    <a:pt x="931" y="2530"/>
                  </a:cubicBezTo>
                  <a:cubicBezTo>
                    <a:pt x="1043" y="2156"/>
                    <a:pt x="1093" y="1650"/>
                    <a:pt x="1093" y="1650"/>
                  </a:cubicBezTo>
                  <a:cubicBezTo>
                    <a:pt x="1468" y="1376"/>
                    <a:pt x="1599" y="972"/>
                    <a:pt x="1599" y="972"/>
                  </a:cubicBezTo>
                  <a:cubicBezTo>
                    <a:pt x="2065" y="1344"/>
                    <a:pt x="2548" y="1434"/>
                    <a:pt x="2905" y="1434"/>
                  </a:cubicBezTo>
                  <a:cubicBezTo>
                    <a:pt x="3237" y="1434"/>
                    <a:pt x="3460" y="1356"/>
                    <a:pt x="3460" y="1356"/>
                  </a:cubicBezTo>
                  <a:lnTo>
                    <a:pt x="3460" y="1356"/>
                  </a:lnTo>
                  <a:cubicBezTo>
                    <a:pt x="3450" y="1994"/>
                    <a:pt x="3551" y="2530"/>
                    <a:pt x="3551" y="2530"/>
                  </a:cubicBezTo>
                  <a:lnTo>
                    <a:pt x="3784" y="2034"/>
                  </a:lnTo>
                  <a:cubicBezTo>
                    <a:pt x="3784" y="2034"/>
                    <a:pt x="4289" y="1"/>
                    <a:pt x="2337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4410050" y="4184750"/>
              <a:ext cx="6600" cy="13175"/>
            </a:xfrm>
            <a:custGeom>
              <a:avLst/>
              <a:gdLst/>
              <a:ahLst/>
              <a:cxnLst/>
              <a:rect l="l" t="t" r="r" b="b"/>
              <a:pathLst>
                <a:path w="264" h="527" extrusionOk="0">
                  <a:moveTo>
                    <a:pt x="203" y="1"/>
                  </a:moveTo>
                  <a:cubicBezTo>
                    <a:pt x="192" y="10"/>
                    <a:pt x="0" y="273"/>
                    <a:pt x="71" y="425"/>
                  </a:cubicBezTo>
                  <a:cubicBezTo>
                    <a:pt x="101" y="486"/>
                    <a:pt x="162" y="516"/>
                    <a:pt x="253" y="527"/>
                  </a:cubicBezTo>
                  <a:lnTo>
                    <a:pt x="263" y="466"/>
                  </a:lnTo>
                  <a:cubicBezTo>
                    <a:pt x="192" y="466"/>
                    <a:pt x="142" y="435"/>
                    <a:pt x="122" y="395"/>
                  </a:cubicBezTo>
                  <a:cubicBezTo>
                    <a:pt x="71" y="294"/>
                    <a:pt x="192" y="102"/>
                    <a:pt x="243" y="31"/>
                  </a:cubicBezTo>
                  <a:lnTo>
                    <a:pt x="203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4427250" y="4171350"/>
              <a:ext cx="13925" cy="7100"/>
            </a:xfrm>
            <a:custGeom>
              <a:avLst/>
              <a:gdLst/>
              <a:ahLst/>
              <a:cxnLst/>
              <a:rect l="l" t="t" r="r" b="b"/>
              <a:pathLst>
                <a:path w="557" h="284" extrusionOk="0">
                  <a:moveTo>
                    <a:pt x="30" y="0"/>
                  </a:moveTo>
                  <a:lnTo>
                    <a:pt x="0" y="162"/>
                  </a:lnTo>
                  <a:lnTo>
                    <a:pt x="526" y="283"/>
                  </a:lnTo>
                  <a:lnTo>
                    <a:pt x="556" y="12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4389800" y="4171350"/>
              <a:ext cx="14200" cy="7100"/>
            </a:xfrm>
            <a:custGeom>
              <a:avLst/>
              <a:gdLst/>
              <a:ahLst/>
              <a:cxnLst/>
              <a:rect l="l" t="t" r="r" b="b"/>
              <a:pathLst>
                <a:path w="568" h="284" extrusionOk="0">
                  <a:moveTo>
                    <a:pt x="527" y="0"/>
                  </a:moveTo>
                  <a:lnTo>
                    <a:pt x="1" y="121"/>
                  </a:lnTo>
                  <a:lnTo>
                    <a:pt x="41" y="283"/>
                  </a:lnTo>
                  <a:lnTo>
                    <a:pt x="567" y="162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4456075" y="4293500"/>
              <a:ext cx="35425" cy="42750"/>
            </a:xfrm>
            <a:custGeom>
              <a:avLst/>
              <a:gdLst/>
              <a:ahLst/>
              <a:cxnLst/>
              <a:rect l="l" t="t" r="r" b="b"/>
              <a:pathLst>
                <a:path w="1417" h="1710" extrusionOk="0">
                  <a:moveTo>
                    <a:pt x="900" y="0"/>
                  </a:moveTo>
                  <a:lnTo>
                    <a:pt x="0" y="648"/>
                  </a:lnTo>
                  <a:lnTo>
                    <a:pt x="172" y="1710"/>
                  </a:lnTo>
                  <a:cubicBezTo>
                    <a:pt x="1416" y="1285"/>
                    <a:pt x="900" y="1"/>
                    <a:pt x="900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4396125" y="4233825"/>
              <a:ext cx="41000" cy="26550"/>
            </a:xfrm>
            <a:custGeom>
              <a:avLst/>
              <a:gdLst/>
              <a:ahLst/>
              <a:cxnLst/>
              <a:rect l="l" t="t" r="r" b="b"/>
              <a:pathLst>
                <a:path w="1640" h="1062" extrusionOk="0">
                  <a:moveTo>
                    <a:pt x="1387" y="0"/>
                  </a:moveTo>
                  <a:lnTo>
                    <a:pt x="395" y="41"/>
                  </a:lnTo>
                  <a:lnTo>
                    <a:pt x="112" y="111"/>
                  </a:lnTo>
                  <a:cubicBezTo>
                    <a:pt x="112" y="111"/>
                    <a:pt x="0" y="1062"/>
                    <a:pt x="820" y="1062"/>
                  </a:cubicBezTo>
                  <a:cubicBezTo>
                    <a:pt x="1639" y="1062"/>
                    <a:pt x="1508" y="192"/>
                    <a:pt x="1508" y="192"/>
                  </a:cubicBezTo>
                  <a:lnTo>
                    <a:pt x="1387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4343800" y="4294000"/>
              <a:ext cx="32050" cy="41750"/>
            </a:xfrm>
            <a:custGeom>
              <a:avLst/>
              <a:gdLst/>
              <a:ahLst/>
              <a:cxnLst/>
              <a:rect l="l" t="t" r="r" b="b"/>
              <a:pathLst>
                <a:path w="1282" h="1670" extrusionOk="0">
                  <a:moveTo>
                    <a:pt x="445" y="1"/>
                  </a:moveTo>
                  <a:lnTo>
                    <a:pt x="445" y="1"/>
                  </a:lnTo>
                  <a:cubicBezTo>
                    <a:pt x="445" y="1"/>
                    <a:pt x="0" y="1305"/>
                    <a:pt x="1173" y="1669"/>
                  </a:cubicBezTo>
                  <a:cubicBezTo>
                    <a:pt x="1173" y="1669"/>
                    <a:pt x="1282" y="698"/>
                    <a:pt x="1275" y="698"/>
                  </a:cubicBezTo>
                  <a:lnTo>
                    <a:pt x="1275" y="698"/>
                  </a:lnTo>
                  <a:cubicBezTo>
                    <a:pt x="1275" y="698"/>
                    <a:pt x="1275" y="698"/>
                    <a:pt x="1275" y="698"/>
                  </a:cubicBezTo>
                  <a:cubicBezTo>
                    <a:pt x="1275" y="698"/>
                    <a:pt x="1274" y="698"/>
                    <a:pt x="1274" y="698"/>
                  </a:cubicBezTo>
                  <a:cubicBezTo>
                    <a:pt x="1262" y="698"/>
                    <a:pt x="445" y="1"/>
                    <a:pt x="445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4394875" y="4182475"/>
              <a:ext cx="10125" cy="5075"/>
            </a:xfrm>
            <a:custGeom>
              <a:avLst/>
              <a:gdLst/>
              <a:ahLst/>
              <a:cxnLst/>
              <a:rect l="l" t="t" r="r" b="b"/>
              <a:pathLst>
                <a:path w="405" h="203" extrusionOk="0">
                  <a:moveTo>
                    <a:pt x="203" y="0"/>
                  </a:moveTo>
                  <a:cubicBezTo>
                    <a:pt x="91" y="0"/>
                    <a:pt x="0" y="92"/>
                    <a:pt x="0" y="203"/>
                  </a:cubicBezTo>
                  <a:lnTo>
                    <a:pt x="81" y="203"/>
                  </a:lnTo>
                  <a:cubicBezTo>
                    <a:pt x="81" y="142"/>
                    <a:pt x="142" y="81"/>
                    <a:pt x="203" y="81"/>
                  </a:cubicBezTo>
                  <a:cubicBezTo>
                    <a:pt x="263" y="81"/>
                    <a:pt x="324" y="142"/>
                    <a:pt x="324" y="203"/>
                  </a:cubicBezTo>
                  <a:lnTo>
                    <a:pt x="405" y="203"/>
                  </a:lnTo>
                  <a:cubicBezTo>
                    <a:pt x="405" y="92"/>
                    <a:pt x="313" y="0"/>
                    <a:pt x="203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4424450" y="4182475"/>
              <a:ext cx="9900" cy="5075"/>
            </a:xfrm>
            <a:custGeom>
              <a:avLst/>
              <a:gdLst/>
              <a:ahLst/>
              <a:cxnLst/>
              <a:rect l="l" t="t" r="r" b="b"/>
              <a:pathLst>
                <a:path w="396" h="203" extrusionOk="0">
                  <a:moveTo>
                    <a:pt x="203" y="0"/>
                  </a:moveTo>
                  <a:cubicBezTo>
                    <a:pt x="92" y="0"/>
                    <a:pt x="0" y="92"/>
                    <a:pt x="0" y="203"/>
                  </a:cubicBezTo>
                  <a:lnTo>
                    <a:pt x="81" y="203"/>
                  </a:lnTo>
                  <a:cubicBezTo>
                    <a:pt x="81" y="142"/>
                    <a:pt x="132" y="81"/>
                    <a:pt x="203" y="81"/>
                  </a:cubicBezTo>
                  <a:cubicBezTo>
                    <a:pt x="263" y="81"/>
                    <a:pt x="314" y="142"/>
                    <a:pt x="314" y="203"/>
                  </a:cubicBezTo>
                  <a:lnTo>
                    <a:pt x="395" y="203"/>
                  </a:lnTo>
                  <a:cubicBezTo>
                    <a:pt x="395" y="92"/>
                    <a:pt x="314" y="0"/>
                    <a:pt x="203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4243125" y="4244675"/>
              <a:ext cx="143425" cy="136850"/>
            </a:xfrm>
            <a:custGeom>
              <a:avLst/>
              <a:gdLst/>
              <a:ahLst/>
              <a:cxnLst/>
              <a:rect l="l" t="t" r="r" b="b"/>
              <a:pathLst>
                <a:path w="5737" h="5474" extrusionOk="0">
                  <a:moveTo>
                    <a:pt x="5362" y="1"/>
                  </a:moveTo>
                  <a:cubicBezTo>
                    <a:pt x="3683" y="416"/>
                    <a:pt x="2692" y="3622"/>
                    <a:pt x="2692" y="3622"/>
                  </a:cubicBezTo>
                  <a:cubicBezTo>
                    <a:pt x="2577" y="3653"/>
                    <a:pt x="2461" y="3666"/>
                    <a:pt x="2345" y="3666"/>
                  </a:cubicBezTo>
                  <a:cubicBezTo>
                    <a:pt x="1580" y="3666"/>
                    <a:pt x="840" y="3086"/>
                    <a:pt x="840" y="3086"/>
                  </a:cubicBezTo>
                  <a:cubicBezTo>
                    <a:pt x="71" y="3319"/>
                    <a:pt x="1" y="4148"/>
                    <a:pt x="1" y="4148"/>
                  </a:cubicBezTo>
                  <a:cubicBezTo>
                    <a:pt x="1" y="4148"/>
                    <a:pt x="1746" y="5474"/>
                    <a:pt x="2975" y="5474"/>
                  </a:cubicBezTo>
                  <a:cubicBezTo>
                    <a:pt x="3095" y="5474"/>
                    <a:pt x="3211" y="5461"/>
                    <a:pt x="3319" y="5433"/>
                  </a:cubicBezTo>
                  <a:cubicBezTo>
                    <a:pt x="4057" y="5241"/>
                    <a:pt x="5645" y="2793"/>
                    <a:pt x="5736" y="992"/>
                  </a:cubicBezTo>
                  <a:lnTo>
                    <a:pt x="5362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4514750" y="4052475"/>
              <a:ext cx="48425" cy="67575"/>
            </a:xfrm>
            <a:custGeom>
              <a:avLst/>
              <a:gdLst/>
              <a:ahLst/>
              <a:cxnLst/>
              <a:rect l="l" t="t" r="r" b="b"/>
              <a:pathLst>
                <a:path w="1937" h="2703" extrusionOk="0">
                  <a:moveTo>
                    <a:pt x="890" y="1"/>
                  </a:moveTo>
                  <a:cubicBezTo>
                    <a:pt x="728" y="1"/>
                    <a:pt x="607" y="628"/>
                    <a:pt x="567" y="1174"/>
                  </a:cubicBezTo>
                  <a:cubicBezTo>
                    <a:pt x="567" y="1174"/>
                    <a:pt x="489" y="728"/>
                    <a:pt x="296" y="728"/>
                  </a:cubicBezTo>
                  <a:cubicBezTo>
                    <a:pt x="292" y="728"/>
                    <a:pt x="288" y="729"/>
                    <a:pt x="283" y="729"/>
                  </a:cubicBezTo>
                  <a:cubicBezTo>
                    <a:pt x="0" y="770"/>
                    <a:pt x="151" y="1994"/>
                    <a:pt x="151" y="1994"/>
                  </a:cubicBezTo>
                  <a:lnTo>
                    <a:pt x="1244" y="2702"/>
                  </a:lnTo>
                  <a:cubicBezTo>
                    <a:pt x="1244" y="2702"/>
                    <a:pt x="1780" y="2125"/>
                    <a:pt x="1871" y="1326"/>
                  </a:cubicBezTo>
                  <a:cubicBezTo>
                    <a:pt x="1936" y="742"/>
                    <a:pt x="1845" y="340"/>
                    <a:pt x="1749" y="340"/>
                  </a:cubicBezTo>
                  <a:cubicBezTo>
                    <a:pt x="1725" y="340"/>
                    <a:pt x="1701" y="364"/>
                    <a:pt x="1679" y="416"/>
                  </a:cubicBezTo>
                  <a:cubicBezTo>
                    <a:pt x="1679" y="416"/>
                    <a:pt x="1605" y="238"/>
                    <a:pt x="1519" y="238"/>
                  </a:cubicBezTo>
                  <a:cubicBezTo>
                    <a:pt x="1482" y="238"/>
                    <a:pt x="1442" y="271"/>
                    <a:pt x="1406" y="365"/>
                  </a:cubicBezTo>
                  <a:cubicBezTo>
                    <a:pt x="1406" y="365"/>
                    <a:pt x="1360" y="152"/>
                    <a:pt x="1249" y="152"/>
                  </a:cubicBezTo>
                  <a:cubicBezTo>
                    <a:pt x="1244" y="152"/>
                    <a:pt x="1239" y="152"/>
                    <a:pt x="1234" y="153"/>
                  </a:cubicBezTo>
                  <a:cubicBezTo>
                    <a:pt x="1143" y="163"/>
                    <a:pt x="1093" y="284"/>
                    <a:pt x="1093" y="284"/>
                  </a:cubicBezTo>
                  <a:cubicBezTo>
                    <a:pt x="1093" y="284"/>
                    <a:pt x="1032" y="1"/>
                    <a:pt x="890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4554950" y="4062600"/>
              <a:ext cx="2550" cy="15975"/>
            </a:xfrm>
            <a:custGeom>
              <a:avLst/>
              <a:gdLst/>
              <a:ahLst/>
              <a:cxnLst/>
              <a:rect l="l" t="t" r="r" b="b"/>
              <a:pathLst>
                <a:path w="102" h="639" extrusionOk="0">
                  <a:moveTo>
                    <a:pt x="51" y="0"/>
                  </a:moveTo>
                  <a:cubicBezTo>
                    <a:pt x="51" y="0"/>
                    <a:pt x="0" y="385"/>
                    <a:pt x="20" y="638"/>
                  </a:cubicBezTo>
                  <a:lnTo>
                    <a:pt x="61" y="638"/>
                  </a:lnTo>
                  <a:cubicBezTo>
                    <a:pt x="51" y="385"/>
                    <a:pt x="101" y="11"/>
                    <a:pt x="10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4548375" y="4061350"/>
              <a:ext cx="2300" cy="15425"/>
            </a:xfrm>
            <a:custGeom>
              <a:avLst/>
              <a:gdLst/>
              <a:ahLst/>
              <a:cxnLst/>
              <a:rect l="l" t="t" r="r" b="b"/>
              <a:pathLst>
                <a:path w="92" h="617" extrusionOk="0">
                  <a:moveTo>
                    <a:pt x="41" y="0"/>
                  </a:moveTo>
                  <a:cubicBezTo>
                    <a:pt x="41" y="10"/>
                    <a:pt x="0" y="334"/>
                    <a:pt x="11" y="617"/>
                  </a:cubicBezTo>
                  <a:lnTo>
                    <a:pt x="61" y="617"/>
                  </a:lnTo>
                  <a:cubicBezTo>
                    <a:pt x="51" y="334"/>
                    <a:pt x="92" y="10"/>
                    <a:pt x="92" y="10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4540025" y="4059050"/>
              <a:ext cx="2800" cy="18750"/>
            </a:xfrm>
            <a:custGeom>
              <a:avLst/>
              <a:gdLst/>
              <a:ahLst/>
              <a:cxnLst/>
              <a:rect l="l" t="t" r="r" b="b"/>
              <a:pathLst>
                <a:path w="112" h="750" extrusionOk="0">
                  <a:moveTo>
                    <a:pt x="61" y="1"/>
                  </a:moveTo>
                  <a:cubicBezTo>
                    <a:pt x="61" y="1"/>
                    <a:pt x="1" y="375"/>
                    <a:pt x="1" y="749"/>
                  </a:cubicBezTo>
                  <a:lnTo>
                    <a:pt x="51" y="749"/>
                  </a:lnTo>
                  <a:cubicBezTo>
                    <a:pt x="51" y="375"/>
                    <a:pt x="102" y="11"/>
                    <a:pt x="112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4528400" y="4080800"/>
              <a:ext cx="2550" cy="8375"/>
            </a:xfrm>
            <a:custGeom>
              <a:avLst/>
              <a:gdLst/>
              <a:ahLst/>
              <a:cxnLst/>
              <a:rect l="l" t="t" r="r" b="b"/>
              <a:pathLst>
                <a:path w="102" h="335" extrusionOk="0">
                  <a:moveTo>
                    <a:pt x="0" y="1"/>
                  </a:moveTo>
                  <a:cubicBezTo>
                    <a:pt x="0" y="1"/>
                    <a:pt x="21" y="193"/>
                    <a:pt x="51" y="335"/>
                  </a:cubicBezTo>
                  <a:lnTo>
                    <a:pt x="102" y="324"/>
                  </a:lnTo>
                  <a:cubicBezTo>
                    <a:pt x="71" y="183"/>
                    <a:pt x="51" y="1"/>
                    <a:pt x="5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4360475" y="4328900"/>
              <a:ext cx="4575" cy="21275"/>
            </a:xfrm>
            <a:custGeom>
              <a:avLst/>
              <a:gdLst/>
              <a:ahLst/>
              <a:cxnLst/>
              <a:rect l="l" t="t" r="r" b="b"/>
              <a:pathLst>
                <a:path w="183" h="851" extrusionOk="0">
                  <a:moveTo>
                    <a:pt x="61" y="1"/>
                  </a:moveTo>
                  <a:lnTo>
                    <a:pt x="1" y="10"/>
                  </a:lnTo>
                  <a:lnTo>
                    <a:pt x="122" y="850"/>
                  </a:lnTo>
                  <a:lnTo>
                    <a:pt x="183" y="840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4345550" y="4295250"/>
              <a:ext cx="25575" cy="40500"/>
            </a:xfrm>
            <a:custGeom>
              <a:avLst/>
              <a:gdLst/>
              <a:ahLst/>
              <a:cxnLst/>
              <a:rect l="l" t="t" r="r" b="b"/>
              <a:pathLst>
                <a:path w="1023" h="1620" extrusionOk="0">
                  <a:moveTo>
                    <a:pt x="314" y="1"/>
                  </a:moveTo>
                  <a:lnTo>
                    <a:pt x="314" y="32"/>
                  </a:lnTo>
                  <a:cubicBezTo>
                    <a:pt x="304" y="41"/>
                    <a:pt x="0" y="1225"/>
                    <a:pt x="971" y="1599"/>
                  </a:cubicBezTo>
                  <a:lnTo>
                    <a:pt x="1002" y="1619"/>
                  </a:lnTo>
                  <a:lnTo>
                    <a:pt x="1022" y="1559"/>
                  </a:lnTo>
                  <a:lnTo>
                    <a:pt x="992" y="1549"/>
                  </a:lnTo>
                  <a:cubicBezTo>
                    <a:pt x="72" y="1185"/>
                    <a:pt x="355" y="92"/>
                    <a:pt x="365" y="52"/>
                  </a:cubicBezTo>
                  <a:lnTo>
                    <a:pt x="375" y="21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4389050" y="4130875"/>
              <a:ext cx="54125" cy="13950"/>
            </a:xfrm>
            <a:custGeom>
              <a:avLst/>
              <a:gdLst/>
              <a:ahLst/>
              <a:cxnLst/>
              <a:rect l="l" t="t" r="r" b="b"/>
              <a:pathLst>
                <a:path w="2165" h="558" extrusionOk="0">
                  <a:moveTo>
                    <a:pt x="1093" y="1"/>
                  </a:moveTo>
                  <a:cubicBezTo>
                    <a:pt x="456" y="1"/>
                    <a:pt x="152" y="284"/>
                    <a:pt x="0" y="517"/>
                  </a:cubicBezTo>
                  <a:lnTo>
                    <a:pt x="71" y="557"/>
                  </a:lnTo>
                  <a:cubicBezTo>
                    <a:pt x="274" y="243"/>
                    <a:pt x="618" y="82"/>
                    <a:pt x="1093" y="82"/>
                  </a:cubicBezTo>
                  <a:cubicBezTo>
                    <a:pt x="1569" y="82"/>
                    <a:pt x="1902" y="234"/>
                    <a:pt x="2095" y="537"/>
                  </a:cubicBezTo>
                  <a:lnTo>
                    <a:pt x="2165" y="497"/>
                  </a:lnTo>
                  <a:cubicBezTo>
                    <a:pt x="2023" y="264"/>
                    <a:pt x="1720" y="1"/>
                    <a:pt x="1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4416125" y="4274275"/>
              <a:ext cx="1025" cy="134050"/>
            </a:xfrm>
            <a:custGeom>
              <a:avLst/>
              <a:gdLst/>
              <a:ahLst/>
              <a:cxnLst/>
              <a:rect l="l" t="t" r="r" b="b"/>
              <a:pathLst>
                <a:path w="41" h="5362" extrusionOk="0">
                  <a:moveTo>
                    <a:pt x="0" y="1"/>
                  </a:moveTo>
                  <a:lnTo>
                    <a:pt x="0" y="5362"/>
                  </a:lnTo>
                  <a:lnTo>
                    <a:pt x="40" y="5362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4449725" y="4194375"/>
              <a:ext cx="4850" cy="4575"/>
            </a:xfrm>
            <a:custGeom>
              <a:avLst/>
              <a:gdLst/>
              <a:ahLst/>
              <a:cxnLst/>
              <a:rect l="l" t="t" r="r" b="b"/>
              <a:pathLst>
                <a:path w="194" h="183" extrusionOk="0">
                  <a:moveTo>
                    <a:pt x="102" y="0"/>
                  </a:moveTo>
                  <a:cubicBezTo>
                    <a:pt x="41" y="0"/>
                    <a:pt x="1" y="40"/>
                    <a:pt x="1" y="91"/>
                  </a:cubicBezTo>
                  <a:cubicBezTo>
                    <a:pt x="1" y="142"/>
                    <a:pt x="41" y="182"/>
                    <a:pt x="102" y="182"/>
                  </a:cubicBezTo>
                  <a:cubicBezTo>
                    <a:pt x="153" y="182"/>
                    <a:pt x="194" y="142"/>
                    <a:pt x="194" y="91"/>
                  </a:cubicBezTo>
                  <a:cubicBezTo>
                    <a:pt x="194" y="40"/>
                    <a:pt x="153" y="0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4376650" y="4194375"/>
              <a:ext cx="4825" cy="4575"/>
            </a:xfrm>
            <a:custGeom>
              <a:avLst/>
              <a:gdLst/>
              <a:ahLst/>
              <a:cxnLst/>
              <a:rect l="l" t="t" r="r" b="b"/>
              <a:pathLst>
                <a:path w="193" h="183" extrusionOk="0">
                  <a:moveTo>
                    <a:pt x="102" y="0"/>
                  </a:moveTo>
                  <a:cubicBezTo>
                    <a:pt x="41" y="0"/>
                    <a:pt x="1" y="40"/>
                    <a:pt x="1" y="91"/>
                  </a:cubicBezTo>
                  <a:cubicBezTo>
                    <a:pt x="1" y="142"/>
                    <a:pt x="41" y="182"/>
                    <a:pt x="102" y="182"/>
                  </a:cubicBezTo>
                  <a:cubicBezTo>
                    <a:pt x="152" y="182"/>
                    <a:pt x="193" y="142"/>
                    <a:pt x="193" y="91"/>
                  </a:cubicBezTo>
                  <a:cubicBezTo>
                    <a:pt x="193" y="40"/>
                    <a:pt x="152" y="0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4435325" y="4101550"/>
              <a:ext cx="118125" cy="229650"/>
            </a:xfrm>
            <a:custGeom>
              <a:avLst/>
              <a:gdLst/>
              <a:ahLst/>
              <a:cxnLst/>
              <a:rect l="l" t="t" r="r" b="b"/>
              <a:pathLst>
                <a:path w="4725" h="9186" extrusionOk="0">
                  <a:moveTo>
                    <a:pt x="3230" y="0"/>
                  </a:moveTo>
                  <a:cubicBezTo>
                    <a:pt x="3222" y="0"/>
                    <a:pt x="3218" y="0"/>
                    <a:pt x="3218" y="0"/>
                  </a:cubicBezTo>
                  <a:cubicBezTo>
                    <a:pt x="2692" y="3490"/>
                    <a:pt x="820" y="5726"/>
                    <a:pt x="820" y="5726"/>
                  </a:cubicBezTo>
                  <a:cubicBezTo>
                    <a:pt x="1" y="8012"/>
                    <a:pt x="1498" y="9185"/>
                    <a:pt x="1498" y="9185"/>
                  </a:cubicBezTo>
                  <a:cubicBezTo>
                    <a:pt x="3825" y="6211"/>
                    <a:pt x="4724" y="546"/>
                    <a:pt x="4724" y="546"/>
                  </a:cubicBezTo>
                  <a:cubicBezTo>
                    <a:pt x="4224" y="18"/>
                    <a:pt x="3345" y="0"/>
                    <a:pt x="3230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4469225" y="4328900"/>
              <a:ext cx="4300" cy="21275"/>
            </a:xfrm>
            <a:custGeom>
              <a:avLst/>
              <a:gdLst/>
              <a:ahLst/>
              <a:cxnLst/>
              <a:rect l="l" t="t" r="r" b="b"/>
              <a:pathLst>
                <a:path w="172" h="851" extrusionOk="0">
                  <a:moveTo>
                    <a:pt x="111" y="1"/>
                  </a:moveTo>
                  <a:lnTo>
                    <a:pt x="0" y="840"/>
                  </a:lnTo>
                  <a:lnTo>
                    <a:pt x="61" y="850"/>
                  </a:lnTo>
                  <a:lnTo>
                    <a:pt x="172" y="10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4463150" y="4295250"/>
              <a:ext cx="25550" cy="40500"/>
            </a:xfrm>
            <a:custGeom>
              <a:avLst/>
              <a:gdLst/>
              <a:ahLst/>
              <a:cxnLst/>
              <a:rect l="l" t="t" r="r" b="b"/>
              <a:pathLst>
                <a:path w="1022" h="1620" extrusionOk="0">
                  <a:moveTo>
                    <a:pt x="698" y="1"/>
                  </a:moveTo>
                  <a:lnTo>
                    <a:pt x="637" y="21"/>
                  </a:lnTo>
                  <a:lnTo>
                    <a:pt x="648" y="52"/>
                  </a:lnTo>
                  <a:cubicBezTo>
                    <a:pt x="658" y="92"/>
                    <a:pt x="951" y="1185"/>
                    <a:pt x="21" y="1549"/>
                  </a:cubicBezTo>
                  <a:lnTo>
                    <a:pt x="1" y="1559"/>
                  </a:lnTo>
                  <a:lnTo>
                    <a:pt x="21" y="1619"/>
                  </a:lnTo>
                  <a:lnTo>
                    <a:pt x="51" y="1599"/>
                  </a:lnTo>
                  <a:cubicBezTo>
                    <a:pt x="1022" y="1225"/>
                    <a:pt x="709" y="41"/>
                    <a:pt x="709" y="32"/>
                  </a:cubicBezTo>
                  <a:lnTo>
                    <a:pt x="698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4229975" y="4057025"/>
              <a:ext cx="8375" cy="825975"/>
            </a:xfrm>
            <a:custGeom>
              <a:avLst/>
              <a:gdLst/>
              <a:ahLst/>
              <a:cxnLst/>
              <a:rect l="l" t="t" r="r" b="b"/>
              <a:pathLst>
                <a:path w="335" h="33039" extrusionOk="0">
                  <a:moveTo>
                    <a:pt x="163" y="1"/>
                  </a:moveTo>
                  <a:cubicBezTo>
                    <a:pt x="71" y="1"/>
                    <a:pt x="1" y="82"/>
                    <a:pt x="1" y="163"/>
                  </a:cubicBezTo>
                  <a:lnTo>
                    <a:pt x="1" y="32877"/>
                  </a:lnTo>
                  <a:cubicBezTo>
                    <a:pt x="1" y="32968"/>
                    <a:pt x="71" y="33039"/>
                    <a:pt x="163" y="33039"/>
                  </a:cubicBezTo>
                  <a:cubicBezTo>
                    <a:pt x="253" y="33039"/>
                    <a:pt x="334" y="32968"/>
                    <a:pt x="334" y="32877"/>
                  </a:cubicBezTo>
                  <a:lnTo>
                    <a:pt x="334" y="163"/>
                  </a:lnTo>
                  <a:cubicBezTo>
                    <a:pt x="334" y="82"/>
                    <a:pt x="253" y="1"/>
                    <a:pt x="163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4"/>
            <p:cNvSpPr/>
            <p:nvPr/>
          </p:nvSpPr>
          <p:spPr>
            <a:xfrm>
              <a:off x="4407000" y="4204975"/>
              <a:ext cx="19000" cy="8875"/>
            </a:xfrm>
            <a:custGeom>
              <a:avLst/>
              <a:gdLst/>
              <a:ahLst/>
              <a:cxnLst/>
              <a:rect l="l" t="t" r="r" b="b"/>
              <a:pathLst>
                <a:path w="760" h="355" extrusionOk="0">
                  <a:moveTo>
                    <a:pt x="1" y="1"/>
                  </a:moveTo>
                  <a:cubicBezTo>
                    <a:pt x="1" y="1"/>
                    <a:pt x="21" y="355"/>
                    <a:pt x="375" y="355"/>
                  </a:cubicBezTo>
                  <a:cubicBezTo>
                    <a:pt x="739" y="355"/>
                    <a:pt x="759" y="1"/>
                    <a:pt x="7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4359475" y="4244175"/>
              <a:ext cx="17950" cy="34175"/>
            </a:xfrm>
            <a:custGeom>
              <a:avLst/>
              <a:gdLst/>
              <a:ahLst/>
              <a:cxnLst/>
              <a:rect l="l" t="t" r="r" b="b"/>
              <a:pathLst>
                <a:path w="718" h="1367" extrusionOk="0">
                  <a:moveTo>
                    <a:pt x="698" y="0"/>
                  </a:moveTo>
                  <a:cubicBezTo>
                    <a:pt x="698" y="11"/>
                    <a:pt x="0" y="416"/>
                    <a:pt x="0" y="1366"/>
                  </a:cubicBezTo>
                  <a:lnTo>
                    <a:pt x="41" y="1366"/>
                  </a:lnTo>
                  <a:cubicBezTo>
                    <a:pt x="41" y="446"/>
                    <a:pt x="718" y="41"/>
                    <a:pt x="718" y="41"/>
                  </a:cubicBezTo>
                  <a:lnTo>
                    <a:pt x="698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4453025" y="4244675"/>
              <a:ext cx="20775" cy="38475"/>
            </a:xfrm>
            <a:custGeom>
              <a:avLst/>
              <a:gdLst/>
              <a:ahLst/>
              <a:cxnLst/>
              <a:rect l="l" t="t" r="r" b="b"/>
              <a:pathLst>
                <a:path w="831" h="1539" extrusionOk="0">
                  <a:moveTo>
                    <a:pt x="92" y="1"/>
                  </a:moveTo>
                  <a:cubicBezTo>
                    <a:pt x="92" y="11"/>
                    <a:pt x="1" y="881"/>
                    <a:pt x="810" y="1538"/>
                  </a:cubicBezTo>
                  <a:lnTo>
                    <a:pt x="830" y="1508"/>
                  </a:lnTo>
                  <a:cubicBezTo>
                    <a:pt x="41" y="861"/>
                    <a:pt x="132" y="11"/>
                    <a:pt x="132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4"/>
            <p:cNvSpPr/>
            <p:nvPr/>
          </p:nvSpPr>
          <p:spPr>
            <a:xfrm>
              <a:off x="4225425" y="4313725"/>
              <a:ext cx="9375" cy="9375"/>
            </a:xfrm>
            <a:custGeom>
              <a:avLst/>
              <a:gdLst/>
              <a:ahLst/>
              <a:cxnLst/>
              <a:rect l="l" t="t" r="r" b="b"/>
              <a:pathLst>
                <a:path w="375" h="375" extrusionOk="0">
                  <a:moveTo>
                    <a:pt x="31" y="1"/>
                  </a:moveTo>
                  <a:lnTo>
                    <a:pt x="1" y="21"/>
                  </a:lnTo>
                  <a:cubicBezTo>
                    <a:pt x="11" y="21"/>
                    <a:pt x="183" y="223"/>
                    <a:pt x="354" y="375"/>
                  </a:cubicBezTo>
                  <a:lnTo>
                    <a:pt x="375" y="345"/>
                  </a:lnTo>
                  <a:cubicBezTo>
                    <a:pt x="203" y="192"/>
                    <a:pt x="31" y="1"/>
                    <a:pt x="31" y="1"/>
                  </a:cubicBezTo>
                  <a:close/>
                </a:path>
              </a:pathLst>
            </a:custGeom>
            <a:solidFill>
              <a:srgbClr val="1E25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4"/>
            <p:cNvSpPr/>
            <p:nvPr/>
          </p:nvSpPr>
          <p:spPr>
            <a:xfrm>
              <a:off x="4220675" y="4313225"/>
              <a:ext cx="15575" cy="19550"/>
            </a:xfrm>
            <a:custGeom>
              <a:avLst/>
              <a:gdLst/>
              <a:ahLst/>
              <a:cxnLst/>
              <a:rect l="l" t="t" r="r" b="b"/>
              <a:pathLst>
                <a:path w="623" h="782" extrusionOk="0">
                  <a:moveTo>
                    <a:pt x="180" y="0"/>
                  </a:moveTo>
                  <a:cubicBezTo>
                    <a:pt x="180" y="0"/>
                    <a:pt x="59" y="30"/>
                    <a:pt x="39" y="131"/>
                  </a:cubicBezTo>
                  <a:cubicBezTo>
                    <a:pt x="18" y="233"/>
                    <a:pt x="180" y="365"/>
                    <a:pt x="180" y="365"/>
                  </a:cubicBezTo>
                  <a:cubicBezTo>
                    <a:pt x="180" y="365"/>
                    <a:pt x="179" y="364"/>
                    <a:pt x="175" y="364"/>
                  </a:cubicBezTo>
                  <a:cubicBezTo>
                    <a:pt x="146" y="364"/>
                    <a:pt x="0" y="373"/>
                    <a:pt x="18" y="547"/>
                  </a:cubicBezTo>
                  <a:cubicBezTo>
                    <a:pt x="49" y="759"/>
                    <a:pt x="302" y="738"/>
                    <a:pt x="434" y="769"/>
                  </a:cubicBezTo>
                  <a:cubicBezTo>
                    <a:pt x="467" y="778"/>
                    <a:pt x="492" y="782"/>
                    <a:pt x="511" y="782"/>
                  </a:cubicBezTo>
                  <a:cubicBezTo>
                    <a:pt x="623" y="782"/>
                    <a:pt x="504" y="648"/>
                    <a:pt x="504" y="648"/>
                  </a:cubicBezTo>
                  <a:lnTo>
                    <a:pt x="302" y="46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4216075" y="4297450"/>
              <a:ext cx="27825" cy="17325"/>
            </a:xfrm>
            <a:custGeom>
              <a:avLst/>
              <a:gdLst/>
              <a:ahLst/>
              <a:cxnLst/>
              <a:rect l="l" t="t" r="r" b="b"/>
              <a:pathLst>
                <a:path w="1113" h="693" extrusionOk="0">
                  <a:moveTo>
                    <a:pt x="563" y="0"/>
                  </a:moveTo>
                  <a:cubicBezTo>
                    <a:pt x="422" y="0"/>
                    <a:pt x="300" y="38"/>
                    <a:pt x="263" y="156"/>
                  </a:cubicBezTo>
                  <a:cubicBezTo>
                    <a:pt x="263" y="156"/>
                    <a:pt x="253" y="247"/>
                    <a:pt x="294" y="297"/>
                  </a:cubicBezTo>
                  <a:cubicBezTo>
                    <a:pt x="294" y="297"/>
                    <a:pt x="0" y="389"/>
                    <a:pt x="202" y="601"/>
                  </a:cubicBezTo>
                  <a:cubicBezTo>
                    <a:pt x="202" y="601"/>
                    <a:pt x="228" y="600"/>
                    <a:pt x="269" y="600"/>
                  </a:cubicBezTo>
                  <a:cubicBezTo>
                    <a:pt x="375" y="600"/>
                    <a:pt x="579" y="605"/>
                    <a:pt x="688" y="641"/>
                  </a:cubicBezTo>
                  <a:cubicBezTo>
                    <a:pt x="840" y="682"/>
                    <a:pt x="901" y="692"/>
                    <a:pt x="901" y="692"/>
                  </a:cubicBezTo>
                  <a:lnTo>
                    <a:pt x="1113" y="115"/>
                  </a:lnTo>
                  <a:cubicBezTo>
                    <a:pt x="1113" y="115"/>
                    <a:pt x="810" y="0"/>
                    <a:pt x="563" y="0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4223150" y="4304275"/>
              <a:ext cx="16475" cy="2900"/>
            </a:xfrm>
            <a:custGeom>
              <a:avLst/>
              <a:gdLst/>
              <a:ahLst/>
              <a:cxnLst/>
              <a:rect l="l" t="t" r="r" b="b"/>
              <a:pathLst>
                <a:path w="659" h="116" extrusionOk="0">
                  <a:moveTo>
                    <a:pt x="135" y="0"/>
                  </a:moveTo>
                  <a:cubicBezTo>
                    <a:pt x="59" y="0"/>
                    <a:pt x="7" y="4"/>
                    <a:pt x="0" y="4"/>
                  </a:cubicBezTo>
                  <a:lnTo>
                    <a:pt x="0" y="35"/>
                  </a:lnTo>
                  <a:cubicBezTo>
                    <a:pt x="4" y="35"/>
                    <a:pt x="56" y="31"/>
                    <a:pt x="133" y="31"/>
                  </a:cubicBezTo>
                  <a:cubicBezTo>
                    <a:pt x="272" y="31"/>
                    <a:pt x="491" y="44"/>
                    <a:pt x="648" y="116"/>
                  </a:cubicBezTo>
                  <a:lnTo>
                    <a:pt x="658" y="85"/>
                  </a:lnTo>
                  <a:cubicBezTo>
                    <a:pt x="494" y="13"/>
                    <a:pt x="274" y="0"/>
                    <a:pt x="135" y="0"/>
                  </a:cubicBezTo>
                  <a:close/>
                </a:path>
              </a:pathLst>
            </a:custGeom>
            <a:solidFill>
              <a:srgbClr val="1E25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4"/>
            <p:cNvSpPr/>
            <p:nvPr/>
          </p:nvSpPr>
          <p:spPr>
            <a:xfrm>
              <a:off x="4221125" y="4312325"/>
              <a:ext cx="23550" cy="13825"/>
            </a:xfrm>
            <a:custGeom>
              <a:avLst/>
              <a:gdLst/>
              <a:ahLst/>
              <a:cxnLst/>
              <a:rect l="l" t="t" r="r" b="b"/>
              <a:pathLst>
                <a:path w="942" h="553" extrusionOk="0">
                  <a:moveTo>
                    <a:pt x="118" y="1"/>
                  </a:moveTo>
                  <a:cubicBezTo>
                    <a:pt x="45" y="1"/>
                    <a:pt x="0" y="6"/>
                    <a:pt x="0" y="6"/>
                  </a:cubicBezTo>
                  <a:lnTo>
                    <a:pt x="132" y="421"/>
                  </a:lnTo>
                  <a:cubicBezTo>
                    <a:pt x="132" y="421"/>
                    <a:pt x="409" y="553"/>
                    <a:pt x="635" y="553"/>
                  </a:cubicBezTo>
                  <a:cubicBezTo>
                    <a:pt x="753" y="553"/>
                    <a:pt x="856" y="517"/>
                    <a:pt x="901" y="410"/>
                  </a:cubicBezTo>
                  <a:cubicBezTo>
                    <a:pt x="942" y="320"/>
                    <a:pt x="881" y="248"/>
                    <a:pt x="881" y="248"/>
                  </a:cubicBezTo>
                  <a:cubicBezTo>
                    <a:pt x="769" y="127"/>
                    <a:pt x="577" y="66"/>
                    <a:pt x="577" y="66"/>
                  </a:cubicBezTo>
                  <a:cubicBezTo>
                    <a:pt x="401" y="12"/>
                    <a:pt x="227" y="1"/>
                    <a:pt x="118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4"/>
            <p:cNvSpPr/>
            <p:nvPr/>
          </p:nvSpPr>
          <p:spPr>
            <a:xfrm>
              <a:off x="4221125" y="4311850"/>
              <a:ext cx="24050" cy="14650"/>
            </a:xfrm>
            <a:custGeom>
              <a:avLst/>
              <a:gdLst/>
              <a:ahLst/>
              <a:cxnLst/>
              <a:rect l="l" t="t" r="r" b="b"/>
              <a:pathLst>
                <a:path w="962" h="586" extrusionOk="0">
                  <a:moveTo>
                    <a:pt x="107" y="0"/>
                  </a:moveTo>
                  <a:cubicBezTo>
                    <a:pt x="41" y="0"/>
                    <a:pt x="0" y="4"/>
                    <a:pt x="0" y="4"/>
                  </a:cubicBezTo>
                  <a:lnTo>
                    <a:pt x="0" y="35"/>
                  </a:lnTo>
                  <a:cubicBezTo>
                    <a:pt x="0" y="35"/>
                    <a:pt x="33" y="33"/>
                    <a:pt x="87" y="33"/>
                  </a:cubicBezTo>
                  <a:cubicBezTo>
                    <a:pt x="194" y="33"/>
                    <a:pt x="385" y="42"/>
                    <a:pt x="567" y="96"/>
                  </a:cubicBezTo>
                  <a:cubicBezTo>
                    <a:pt x="567" y="96"/>
                    <a:pt x="760" y="166"/>
                    <a:pt x="870" y="278"/>
                  </a:cubicBezTo>
                  <a:cubicBezTo>
                    <a:pt x="881" y="288"/>
                    <a:pt x="921" y="348"/>
                    <a:pt x="891" y="420"/>
                  </a:cubicBezTo>
                  <a:cubicBezTo>
                    <a:pt x="841" y="533"/>
                    <a:pt x="745" y="565"/>
                    <a:pt x="651" y="565"/>
                  </a:cubicBezTo>
                  <a:cubicBezTo>
                    <a:pt x="537" y="565"/>
                    <a:pt x="427" y="516"/>
                    <a:pt x="416" y="510"/>
                  </a:cubicBezTo>
                  <a:lnTo>
                    <a:pt x="405" y="541"/>
                  </a:lnTo>
                  <a:cubicBezTo>
                    <a:pt x="416" y="546"/>
                    <a:pt x="528" y="585"/>
                    <a:pt x="649" y="585"/>
                  </a:cubicBezTo>
                  <a:cubicBezTo>
                    <a:pt x="756" y="585"/>
                    <a:pt x="869" y="554"/>
                    <a:pt x="921" y="440"/>
                  </a:cubicBezTo>
                  <a:cubicBezTo>
                    <a:pt x="962" y="339"/>
                    <a:pt x="901" y="267"/>
                    <a:pt x="901" y="258"/>
                  </a:cubicBezTo>
                  <a:cubicBezTo>
                    <a:pt x="780" y="136"/>
                    <a:pt x="587" y="76"/>
                    <a:pt x="577" y="76"/>
                  </a:cubicBezTo>
                  <a:cubicBezTo>
                    <a:pt x="400" y="12"/>
                    <a:pt x="217" y="0"/>
                    <a:pt x="107" y="0"/>
                  </a:cubicBezTo>
                  <a:close/>
                </a:path>
              </a:pathLst>
            </a:custGeom>
            <a:solidFill>
              <a:srgbClr val="1E25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4220875" y="4322075"/>
              <a:ext cx="17475" cy="11825"/>
            </a:xfrm>
            <a:custGeom>
              <a:avLst/>
              <a:gdLst/>
              <a:ahLst/>
              <a:cxnLst/>
              <a:rect l="l" t="t" r="r" b="b"/>
              <a:pathLst>
                <a:path w="699" h="473" extrusionOk="0">
                  <a:moveTo>
                    <a:pt x="1" y="0"/>
                  </a:moveTo>
                  <a:lnTo>
                    <a:pt x="294" y="445"/>
                  </a:lnTo>
                  <a:cubicBezTo>
                    <a:pt x="294" y="445"/>
                    <a:pt x="375" y="472"/>
                    <a:pt x="461" y="472"/>
                  </a:cubicBezTo>
                  <a:cubicBezTo>
                    <a:pt x="532" y="472"/>
                    <a:pt x="606" y="454"/>
                    <a:pt x="638" y="384"/>
                  </a:cubicBezTo>
                  <a:cubicBezTo>
                    <a:pt x="698" y="233"/>
                    <a:pt x="486" y="91"/>
                    <a:pt x="1" y="0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4220875" y="4321550"/>
              <a:ext cx="16725" cy="12675"/>
            </a:xfrm>
            <a:custGeom>
              <a:avLst/>
              <a:gdLst/>
              <a:ahLst/>
              <a:cxnLst/>
              <a:rect l="l" t="t" r="r" b="b"/>
              <a:pathLst>
                <a:path w="669" h="507" extrusionOk="0">
                  <a:moveTo>
                    <a:pt x="1" y="1"/>
                  </a:moveTo>
                  <a:lnTo>
                    <a:pt x="1" y="32"/>
                  </a:lnTo>
                  <a:cubicBezTo>
                    <a:pt x="324" y="102"/>
                    <a:pt x="587" y="234"/>
                    <a:pt x="617" y="304"/>
                  </a:cubicBezTo>
                  <a:cubicBezTo>
                    <a:pt x="638" y="335"/>
                    <a:pt x="638" y="365"/>
                    <a:pt x="617" y="396"/>
                  </a:cubicBezTo>
                  <a:cubicBezTo>
                    <a:pt x="589" y="462"/>
                    <a:pt x="519" y="479"/>
                    <a:pt x="452" y="479"/>
                  </a:cubicBezTo>
                  <a:cubicBezTo>
                    <a:pt x="376" y="479"/>
                    <a:pt x="304" y="456"/>
                    <a:pt x="304" y="456"/>
                  </a:cubicBezTo>
                  <a:lnTo>
                    <a:pt x="294" y="486"/>
                  </a:lnTo>
                  <a:cubicBezTo>
                    <a:pt x="299" y="486"/>
                    <a:pt x="370" y="507"/>
                    <a:pt x="448" y="507"/>
                  </a:cubicBezTo>
                  <a:cubicBezTo>
                    <a:pt x="527" y="507"/>
                    <a:pt x="613" y="486"/>
                    <a:pt x="648" y="405"/>
                  </a:cubicBezTo>
                  <a:cubicBezTo>
                    <a:pt x="668" y="365"/>
                    <a:pt x="668" y="325"/>
                    <a:pt x="648" y="284"/>
                  </a:cubicBezTo>
                  <a:cubicBezTo>
                    <a:pt x="587" y="173"/>
                    <a:pt x="365" y="72"/>
                    <a:pt x="1" y="1"/>
                  </a:cubicBezTo>
                  <a:close/>
                </a:path>
              </a:pathLst>
            </a:custGeom>
            <a:solidFill>
              <a:srgbClr val="1E25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4242625" y="4301800"/>
              <a:ext cx="9875" cy="12975"/>
            </a:xfrm>
            <a:custGeom>
              <a:avLst/>
              <a:gdLst/>
              <a:ahLst/>
              <a:cxnLst/>
              <a:rect l="l" t="t" r="r" b="b"/>
              <a:pathLst>
                <a:path w="395" h="519" extrusionOk="0">
                  <a:moveTo>
                    <a:pt x="174" y="0"/>
                  </a:moveTo>
                  <a:cubicBezTo>
                    <a:pt x="124" y="0"/>
                    <a:pt x="91" y="33"/>
                    <a:pt x="91" y="33"/>
                  </a:cubicBezTo>
                  <a:lnTo>
                    <a:pt x="1" y="336"/>
                  </a:lnTo>
                  <a:cubicBezTo>
                    <a:pt x="1" y="346"/>
                    <a:pt x="82" y="518"/>
                    <a:pt x="82" y="518"/>
                  </a:cubicBezTo>
                  <a:lnTo>
                    <a:pt x="213" y="376"/>
                  </a:lnTo>
                  <a:lnTo>
                    <a:pt x="395" y="134"/>
                  </a:lnTo>
                  <a:cubicBezTo>
                    <a:pt x="395" y="134"/>
                    <a:pt x="264" y="12"/>
                    <a:pt x="192" y="2"/>
                  </a:cubicBezTo>
                  <a:cubicBezTo>
                    <a:pt x="186" y="1"/>
                    <a:pt x="180" y="0"/>
                    <a:pt x="174" y="0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4230225" y="4300325"/>
              <a:ext cx="24050" cy="23050"/>
            </a:xfrm>
            <a:custGeom>
              <a:avLst/>
              <a:gdLst/>
              <a:ahLst/>
              <a:cxnLst/>
              <a:rect l="l" t="t" r="r" b="b"/>
              <a:pathLst>
                <a:path w="962" h="922" extrusionOk="0">
                  <a:moveTo>
                    <a:pt x="527" y="0"/>
                  </a:moveTo>
                  <a:cubicBezTo>
                    <a:pt x="527" y="0"/>
                    <a:pt x="1" y="698"/>
                    <a:pt x="243" y="830"/>
                  </a:cubicBezTo>
                  <a:cubicBezTo>
                    <a:pt x="274" y="846"/>
                    <a:pt x="304" y="853"/>
                    <a:pt x="331" y="853"/>
                  </a:cubicBezTo>
                  <a:cubicBezTo>
                    <a:pt x="531" y="853"/>
                    <a:pt x="648" y="486"/>
                    <a:pt x="648" y="486"/>
                  </a:cubicBezTo>
                  <a:lnTo>
                    <a:pt x="648" y="486"/>
                  </a:lnTo>
                  <a:cubicBezTo>
                    <a:pt x="648" y="486"/>
                    <a:pt x="638" y="809"/>
                    <a:pt x="962" y="921"/>
                  </a:cubicBezTo>
                  <a:lnTo>
                    <a:pt x="527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4233025" y="4300075"/>
              <a:ext cx="21500" cy="23525"/>
            </a:xfrm>
            <a:custGeom>
              <a:avLst/>
              <a:gdLst/>
              <a:ahLst/>
              <a:cxnLst/>
              <a:rect l="l" t="t" r="r" b="b"/>
              <a:pathLst>
                <a:path w="860" h="941" extrusionOk="0">
                  <a:moveTo>
                    <a:pt x="405" y="0"/>
                  </a:moveTo>
                  <a:cubicBezTo>
                    <a:pt x="385" y="21"/>
                    <a:pt x="0" y="536"/>
                    <a:pt x="61" y="759"/>
                  </a:cubicBezTo>
                  <a:lnTo>
                    <a:pt x="61" y="769"/>
                  </a:lnTo>
                  <a:cubicBezTo>
                    <a:pt x="71" y="810"/>
                    <a:pt x="91" y="840"/>
                    <a:pt x="131" y="860"/>
                  </a:cubicBezTo>
                  <a:cubicBezTo>
                    <a:pt x="159" y="871"/>
                    <a:pt x="187" y="879"/>
                    <a:pt x="217" y="879"/>
                  </a:cubicBezTo>
                  <a:cubicBezTo>
                    <a:pt x="241" y="879"/>
                    <a:pt x="266" y="874"/>
                    <a:pt x="293" y="860"/>
                  </a:cubicBezTo>
                  <a:cubicBezTo>
                    <a:pt x="405" y="819"/>
                    <a:pt x="486" y="657"/>
                    <a:pt x="526" y="567"/>
                  </a:cubicBezTo>
                  <a:cubicBezTo>
                    <a:pt x="547" y="668"/>
                    <a:pt x="607" y="860"/>
                    <a:pt x="850" y="941"/>
                  </a:cubicBezTo>
                  <a:lnTo>
                    <a:pt x="860" y="921"/>
                  </a:lnTo>
                  <a:cubicBezTo>
                    <a:pt x="547" y="810"/>
                    <a:pt x="547" y="506"/>
                    <a:pt x="547" y="496"/>
                  </a:cubicBezTo>
                  <a:lnTo>
                    <a:pt x="556" y="385"/>
                  </a:lnTo>
                  <a:lnTo>
                    <a:pt x="516" y="486"/>
                  </a:lnTo>
                  <a:cubicBezTo>
                    <a:pt x="516" y="496"/>
                    <a:pt x="425" y="769"/>
                    <a:pt x="284" y="840"/>
                  </a:cubicBezTo>
                  <a:cubicBezTo>
                    <a:pt x="264" y="847"/>
                    <a:pt x="246" y="851"/>
                    <a:pt x="228" y="851"/>
                  </a:cubicBezTo>
                  <a:cubicBezTo>
                    <a:pt x="200" y="851"/>
                    <a:pt x="173" y="842"/>
                    <a:pt x="142" y="830"/>
                  </a:cubicBezTo>
                  <a:cubicBezTo>
                    <a:pt x="111" y="810"/>
                    <a:pt x="91" y="789"/>
                    <a:pt x="91" y="759"/>
                  </a:cubicBezTo>
                  <a:cubicBezTo>
                    <a:pt x="41" y="556"/>
                    <a:pt x="415" y="41"/>
                    <a:pt x="425" y="21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rgbClr val="1E25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"/>
          <p:cNvSpPr/>
          <p:nvPr/>
        </p:nvSpPr>
        <p:spPr>
          <a:xfrm>
            <a:off x="724888" y="1434788"/>
            <a:ext cx="1302300" cy="13023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4636338" y="1434788"/>
            <a:ext cx="1302300" cy="13023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724888" y="2912838"/>
            <a:ext cx="1302300" cy="13023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808200" y="1518100"/>
            <a:ext cx="1135800" cy="11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808200" y="2996100"/>
            <a:ext cx="1135800" cy="11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4719600" y="1518100"/>
            <a:ext cx="1135800" cy="11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Points </a:t>
            </a:r>
            <a:endParaRPr/>
          </a:p>
        </p:txBody>
      </p:sp>
      <p:sp>
        <p:nvSpPr>
          <p:cNvPr id="504" name="Google Shape;504;p25"/>
          <p:cNvSpPr txBox="1">
            <a:spLocks noGrp="1"/>
          </p:cNvSpPr>
          <p:nvPr>
            <p:ph type="subTitle" idx="1"/>
          </p:nvPr>
        </p:nvSpPr>
        <p:spPr>
          <a:xfrm>
            <a:off x="2074200" y="1898125"/>
            <a:ext cx="24765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principles of leadership</a:t>
            </a:r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title" idx="2"/>
          </p:nvPr>
        </p:nvSpPr>
        <p:spPr>
          <a:xfrm>
            <a:off x="681900" y="16486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6" name="Google Shape;506;p25"/>
          <p:cNvSpPr txBox="1">
            <a:spLocks noGrp="1"/>
          </p:cNvSpPr>
          <p:nvPr>
            <p:ph type="subTitle" idx="3"/>
          </p:nvPr>
        </p:nvSpPr>
        <p:spPr>
          <a:xfrm>
            <a:off x="2074200" y="15536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</a:t>
            </a:r>
            <a:endParaRPr/>
          </a:p>
        </p:txBody>
      </p:sp>
      <p:sp>
        <p:nvSpPr>
          <p:cNvPr id="507" name="Google Shape;507;p25"/>
          <p:cNvSpPr txBox="1">
            <a:spLocks noGrp="1"/>
          </p:cNvSpPr>
          <p:nvPr>
            <p:ph type="title" idx="4"/>
          </p:nvPr>
        </p:nvSpPr>
        <p:spPr>
          <a:xfrm>
            <a:off x="4593300" y="16486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8" name="Google Shape;508;p25"/>
          <p:cNvSpPr txBox="1">
            <a:spLocks noGrp="1"/>
          </p:cNvSpPr>
          <p:nvPr>
            <p:ph type="subTitle" idx="5"/>
          </p:nvPr>
        </p:nvSpPr>
        <p:spPr>
          <a:xfrm>
            <a:off x="5985600" y="1898125"/>
            <a:ext cx="30063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Share brief narratives of youth who have influenced the environment or their community in a positive way and created opportunity for their future or the future of others</a:t>
            </a:r>
            <a:endParaRPr/>
          </a:p>
        </p:txBody>
      </p:sp>
      <p:sp>
        <p:nvSpPr>
          <p:cNvPr id="509" name="Google Shape;509;p25"/>
          <p:cNvSpPr txBox="1">
            <a:spLocks noGrp="1"/>
          </p:cNvSpPr>
          <p:nvPr>
            <p:ph type="subTitle" idx="6"/>
          </p:nvPr>
        </p:nvSpPr>
        <p:spPr>
          <a:xfrm>
            <a:off x="5985600" y="15536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TP2</a:t>
            </a:r>
            <a:endParaRPr/>
          </a:p>
        </p:txBody>
      </p:sp>
      <p:sp>
        <p:nvSpPr>
          <p:cNvPr id="510" name="Google Shape;510;p25"/>
          <p:cNvSpPr txBox="1">
            <a:spLocks noGrp="1"/>
          </p:cNvSpPr>
          <p:nvPr>
            <p:ph type="title" idx="7"/>
          </p:nvPr>
        </p:nvSpPr>
        <p:spPr>
          <a:xfrm>
            <a:off x="681900" y="3143575"/>
            <a:ext cx="13884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1" name="Google Shape;511;p25"/>
          <p:cNvSpPr txBox="1">
            <a:spLocks noGrp="1"/>
          </p:cNvSpPr>
          <p:nvPr>
            <p:ph type="subTitle" idx="8"/>
          </p:nvPr>
        </p:nvSpPr>
        <p:spPr>
          <a:xfrm>
            <a:off x="2074200" y="3432925"/>
            <a:ext cx="3321900" cy="5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Discuss a peer leader who has influenced the environment or the community in a positive way</a:t>
            </a:r>
            <a:endParaRPr/>
          </a:p>
        </p:txBody>
      </p:sp>
      <p:sp>
        <p:nvSpPr>
          <p:cNvPr id="512" name="Google Shape;512;p25"/>
          <p:cNvSpPr txBox="1">
            <a:spLocks noGrp="1"/>
          </p:cNvSpPr>
          <p:nvPr>
            <p:ph type="subTitle" idx="9"/>
          </p:nvPr>
        </p:nvSpPr>
        <p:spPr>
          <a:xfrm>
            <a:off x="2074200" y="3088400"/>
            <a:ext cx="24765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 txBox="1">
            <a:spLocks noGrp="1"/>
          </p:cNvSpPr>
          <p:nvPr>
            <p:ph type="title"/>
          </p:nvPr>
        </p:nvSpPr>
        <p:spPr>
          <a:xfrm>
            <a:off x="3447000" y="2019975"/>
            <a:ext cx="4977000" cy="8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lesson</a:t>
            </a:r>
            <a:endParaRPr/>
          </a:p>
        </p:txBody>
      </p:sp>
      <p:sp>
        <p:nvSpPr>
          <p:cNvPr id="518" name="Google Shape;518;p26"/>
          <p:cNvSpPr txBox="1">
            <a:spLocks noGrp="1"/>
          </p:cNvSpPr>
          <p:nvPr>
            <p:ph type="subTitle" idx="1"/>
          </p:nvPr>
        </p:nvSpPr>
        <p:spPr>
          <a:xfrm>
            <a:off x="3447000" y="2931000"/>
            <a:ext cx="497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Essential for cadets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Important to master principles of leadership first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Skills outside of cadets 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3 aims of the cadet program: </a:t>
            </a:r>
            <a:r>
              <a:rPr lang="en" sz="1400" b="1"/>
              <a:t>citizenship, leadership, fitness</a:t>
            </a:r>
            <a:endParaRPr sz="1400" b="1"/>
          </a:p>
        </p:txBody>
      </p:sp>
      <p:pic>
        <p:nvPicPr>
          <p:cNvPr id="519" name="Google Shape;5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2075"/>
            <a:ext cx="291465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7"/>
          <p:cNvSpPr txBox="1">
            <a:spLocks noGrp="1"/>
          </p:cNvSpPr>
          <p:nvPr>
            <p:ph type="title"/>
          </p:nvPr>
        </p:nvSpPr>
        <p:spPr>
          <a:xfrm>
            <a:off x="3222650" y="2605075"/>
            <a:ext cx="5201400" cy="18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principles of leadership</a:t>
            </a:r>
            <a:endParaRPr/>
          </a:p>
        </p:txBody>
      </p:sp>
      <p:sp>
        <p:nvSpPr>
          <p:cNvPr id="525" name="Google Shape;525;p27"/>
          <p:cNvSpPr txBox="1">
            <a:spLocks noGrp="1"/>
          </p:cNvSpPr>
          <p:nvPr>
            <p:ph type="title" idx="2"/>
          </p:nvPr>
        </p:nvSpPr>
        <p:spPr>
          <a:xfrm>
            <a:off x="4675500" y="930400"/>
            <a:ext cx="3748500" cy="18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</a:t>
            </a:r>
            <a:endParaRPr/>
          </a:p>
        </p:txBody>
      </p:sp>
      <p:grpSp>
        <p:nvGrpSpPr>
          <p:cNvPr id="526" name="Google Shape;526;p27"/>
          <p:cNvGrpSpPr/>
          <p:nvPr/>
        </p:nvGrpSpPr>
        <p:grpSpPr>
          <a:xfrm>
            <a:off x="873832" y="1000737"/>
            <a:ext cx="3801670" cy="3433744"/>
            <a:chOff x="1379900" y="2538800"/>
            <a:chExt cx="1031325" cy="953050"/>
          </a:xfrm>
        </p:grpSpPr>
        <p:sp>
          <p:nvSpPr>
            <p:cNvPr id="527" name="Google Shape;527;p27"/>
            <p:cNvSpPr/>
            <p:nvPr/>
          </p:nvSpPr>
          <p:spPr>
            <a:xfrm>
              <a:off x="1379900" y="3442250"/>
              <a:ext cx="417300" cy="49600"/>
            </a:xfrm>
            <a:custGeom>
              <a:avLst/>
              <a:gdLst/>
              <a:ahLst/>
              <a:cxnLst/>
              <a:rect l="l" t="t" r="r" b="b"/>
              <a:pathLst>
                <a:path w="16692" h="1984" extrusionOk="0">
                  <a:moveTo>
                    <a:pt x="8346" y="1"/>
                  </a:moveTo>
                  <a:cubicBezTo>
                    <a:pt x="3734" y="1"/>
                    <a:pt x="1" y="446"/>
                    <a:pt x="1" y="992"/>
                  </a:cubicBezTo>
                  <a:cubicBezTo>
                    <a:pt x="1" y="1538"/>
                    <a:pt x="3734" y="1983"/>
                    <a:pt x="8346" y="1983"/>
                  </a:cubicBezTo>
                  <a:cubicBezTo>
                    <a:pt x="12959" y="1983"/>
                    <a:pt x="16691" y="1538"/>
                    <a:pt x="16691" y="992"/>
                  </a:cubicBezTo>
                  <a:cubicBezTo>
                    <a:pt x="16691" y="446"/>
                    <a:pt x="12959" y="1"/>
                    <a:pt x="8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2034150" y="3442250"/>
              <a:ext cx="377075" cy="49600"/>
            </a:xfrm>
            <a:custGeom>
              <a:avLst/>
              <a:gdLst/>
              <a:ahLst/>
              <a:cxnLst/>
              <a:rect l="l" t="t" r="r" b="b"/>
              <a:pathLst>
                <a:path w="15083" h="1984" extrusionOk="0">
                  <a:moveTo>
                    <a:pt x="7536" y="1"/>
                  </a:moveTo>
                  <a:cubicBezTo>
                    <a:pt x="3368" y="1"/>
                    <a:pt x="0" y="446"/>
                    <a:pt x="0" y="992"/>
                  </a:cubicBezTo>
                  <a:cubicBezTo>
                    <a:pt x="0" y="1538"/>
                    <a:pt x="3368" y="1983"/>
                    <a:pt x="7536" y="1983"/>
                  </a:cubicBezTo>
                  <a:cubicBezTo>
                    <a:pt x="11704" y="1983"/>
                    <a:pt x="15082" y="1538"/>
                    <a:pt x="15082" y="992"/>
                  </a:cubicBezTo>
                  <a:cubicBezTo>
                    <a:pt x="15082" y="446"/>
                    <a:pt x="11704" y="1"/>
                    <a:pt x="7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1865950" y="2784225"/>
              <a:ext cx="53900" cy="62500"/>
            </a:xfrm>
            <a:custGeom>
              <a:avLst/>
              <a:gdLst/>
              <a:ahLst/>
              <a:cxnLst/>
              <a:rect l="l" t="t" r="r" b="b"/>
              <a:pathLst>
                <a:path w="2156" h="2500" extrusionOk="0">
                  <a:moveTo>
                    <a:pt x="770" y="1"/>
                  </a:moveTo>
                  <a:cubicBezTo>
                    <a:pt x="770" y="1"/>
                    <a:pt x="679" y="1761"/>
                    <a:pt x="1" y="2500"/>
                  </a:cubicBezTo>
                  <a:lnTo>
                    <a:pt x="2156" y="2500"/>
                  </a:lnTo>
                  <a:cubicBezTo>
                    <a:pt x="1468" y="1761"/>
                    <a:pt x="1377" y="1"/>
                    <a:pt x="137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1850550" y="2841650"/>
              <a:ext cx="84725" cy="19475"/>
            </a:xfrm>
            <a:custGeom>
              <a:avLst/>
              <a:gdLst/>
              <a:ahLst/>
              <a:cxnLst/>
              <a:rect l="l" t="t" r="r" b="b"/>
              <a:pathLst>
                <a:path w="3389" h="779" extrusionOk="0">
                  <a:moveTo>
                    <a:pt x="81" y="0"/>
                  </a:moveTo>
                  <a:cubicBezTo>
                    <a:pt x="30" y="0"/>
                    <a:pt x="0" y="61"/>
                    <a:pt x="0" y="142"/>
                  </a:cubicBezTo>
                  <a:lnTo>
                    <a:pt x="0" y="628"/>
                  </a:lnTo>
                  <a:cubicBezTo>
                    <a:pt x="0" y="708"/>
                    <a:pt x="30" y="779"/>
                    <a:pt x="81" y="779"/>
                  </a:cubicBezTo>
                  <a:lnTo>
                    <a:pt x="3298" y="779"/>
                  </a:lnTo>
                  <a:cubicBezTo>
                    <a:pt x="3348" y="779"/>
                    <a:pt x="3389" y="708"/>
                    <a:pt x="3389" y="628"/>
                  </a:cubicBezTo>
                  <a:lnTo>
                    <a:pt x="3389" y="142"/>
                  </a:lnTo>
                  <a:cubicBezTo>
                    <a:pt x="3389" y="61"/>
                    <a:pt x="3348" y="0"/>
                    <a:pt x="3298" y="0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1558450" y="2758700"/>
              <a:ext cx="89050" cy="164150"/>
            </a:xfrm>
            <a:custGeom>
              <a:avLst/>
              <a:gdLst/>
              <a:ahLst/>
              <a:cxnLst/>
              <a:rect l="l" t="t" r="r" b="b"/>
              <a:pathLst>
                <a:path w="3562" h="6566" extrusionOk="0">
                  <a:moveTo>
                    <a:pt x="3561" y="0"/>
                  </a:moveTo>
                  <a:cubicBezTo>
                    <a:pt x="1578" y="0"/>
                    <a:pt x="1356" y="1588"/>
                    <a:pt x="1700" y="2974"/>
                  </a:cubicBezTo>
                  <a:cubicBezTo>
                    <a:pt x="2054" y="4360"/>
                    <a:pt x="0" y="4137"/>
                    <a:pt x="861" y="6565"/>
                  </a:cubicBezTo>
                  <a:lnTo>
                    <a:pt x="3561" y="6565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1645450" y="2758700"/>
              <a:ext cx="89025" cy="164150"/>
            </a:xfrm>
            <a:custGeom>
              <a:avLst/>
              <a:gdLst/>
              <a:ahLst/>
              <a:cxnLst/>
              <a:rect l="l" t="t" r="r" b="b"/>
              <a:pathLst>
                <a:path w="3561" h="6566" extrusionOk="0">
                  <a:moveTo>
                    <a:pt x="0" y="0"/>
                  </a:moveTo>
                  <a:lnTo>
                    <a:pt x="0" y="6565"/>
                  </a:lnTo>
                  <a:lnTo>
                    <a:pt x="2701" y="6565"/>
                  </a:lnTo>
                  <a:cubicBezTo>
                    <a:pt x="3561" y="4137"/>
                    <a:pt x="1517" y="4360"/>
                    <a:pt x="1861" y="2974"/>
                  </a:cubicBezTo>
                  <a:cubicBezTo>
                    <a:pt x="2205" y="1588"/>
                    <a:pt x="189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1565750" y="2875775"/>
              <a:ext cx="148000" cy="87025"/>
            </a:xfrm>
            <a:custGeom>
              <a:avLst/>
              <a:gdLst/>
              <a:ahLst/>
              <a:cxnLst/>
              <a:rect l="l" t="t" r="r" b="b"/>
              <a:pathLst>
                <a:path w="5920" h="3481" extrusionOk="0">
                  <a:moveTo>
                    <a:pt x="3131" y="1"/>
                  </a:moveTo>
                  <a:cubicBezTo>
                    <a:pt x="1448" y="1"/>
                    <a:pt x="0" y="1055"/>
                    <a:pt x="467" y="2914"/>
                  </a:cubicBezTo>
                  <a:lnTo>
                    <a:pt x="811" y="2954"/>
                  </a:lnTo>
                  <a:cubicBezTo>
                    <a:pt x="816" y="2954"/>
                    <a:pt x="821" y="2954"/>
                    <a:pt x="827" y="2954"/>
                  </a:cubicBezTo>
                  <a:cubicBezTo>
                    <a:pt x="1388" y="2954"/>
                    <a:pt x="1730" y="3481"/>
                    <a:pt x="2282" y="3481"/>
                  </a:cubicBezTo>
                  <a:cubicBezTo>
                    <a:pt x="2287" y="3481"/>
                    <a:pt x="2293" y="3480"/>
                    <a:pt x="2298" y="3480"/>
                  </a:cubicBezTo>
                  <a:cubicBezTo>
                    <a:pt x="3431" y="3471"/>
                    <a:pt x="4291" y="3157"/>
                    <a:pt x="5414" y="3106"/>
                  </a:cubicBezTo>
                  <a:cubicBezTo>
                    <a:pt x="5919" y="1630"/>
                    <a:pt x="5485" y="162"/>
                    <a:pt x="3775" y="52"/>
                  </a:cubicBezTo>
                  <a:cubicBezTo>
                    <a:pt x="3559" y="18"/>
                    <a:pt x="3343" y="1"/>
                    <a:pt x="313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1686925" y="3409375"/>
              <a:ext cx="27825" cy="30375"/>
            </a:xfrm>
            <a:custGeom>
              <a:avLst/>
              <a:gdLst/>
              <a:ahLst/>
              <a:cxnLst/>
              <a:rect l="l" t="t" r="r" b="b"/>
              <a:pathLst>
                <a:path w="1113" h="1215" extrusionOk="0">
                  <a:moveTo>
                    <a:pt x="31" y="1"/>
                  </a:moveTo>
                  <a:lnTo>
                    <a:pt x="0" y="1215"/>
                  </a:lnTo>
                  <a:lnTo>
                    <a:pt x="1042" y="1215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1682125" y="3438200"/>
              <a:ext cx="81450" cy="28875"/>
            </a:xfrm>
            <a:custGeom>
              <a:avLst/>
              <a:gdLst/>
              <a:ahLst/>
              <a:cxnLst/>
              <a:rect l="l" t="t" r="r" b="b"/>
              <a:pathLst>
                <a:path w="3258" h="1155" extrusionOk="0">
                  <a:moveTo>
                    <a:pt x="1234" y="1"/>
                  </a:moveTo>
                  <a:lnTo>
                    <a:pt x="111" y="11"/>
                  </a:lnTo>
                  <a:lnTo>
                    <a:pt x="0" y="1154"/>
                  </a:lnTo>
                  <a:lnTo>
                    <a:pt x="3258" y="1154"/>
                  </a:lnTo>
                  <a:lnTo>
                    <a:pt x="3065" y="497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1681100" y="3446575"/>
              <a:ext cx="92325" cy="23275"/>
            </a:xfrm>
            <a:custGeom>
              <a:avLst/>
              <a:gdLst/>
              <a:ahLst/>
              <a:cxnLst/>
              <a:rect l="l" t="t" r="r" b="b"/>
              <a:pathLst>
                <a:path w="3693" h="931" extrusionOk="0">
                  <a:moveTo>
                    <a:pt x="3076" y="0"/>
                  </a:moveTo>
                  <a:cubicBezTo>
                    <a:pt x="2611" y="0"/>
                    <a:pt x="2489" y="394"/>
                    <a:pt x="2489" y="394"/>
                  </a:cubicBezTo>
                  <a:lnTo>
                    <a:pt x="21" y="384"/>
                  </a:lnTo>
                  <a:lnTo>
                    <a:pt x="1" y="931"/>
                  </a:lnTo>
                  <a:lnTo>
                    <a:pt x="3693" y="931"/>
                  </a:lnTo>
                  <a:cubicBezTo>
                    <a:pt x="3693" y="931"/>
                    <a:pt x="3602" y="0"/>
                    <a:pt x="3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1688700" y="3443275"/>
              <a:ext cx="9500" cy="9125"/>
            </a:xfrm>
            <a:custGeom>
              <a:avLst/>
              <a:gdLst/>
              <a:ahLst/>
              <a:cxnLst/>
              <a:rect l="l" t="t" r="r" b="b"/>
              <a:pathLst>
                <a:path w="380" h="365" extrusionOk="0">
                  <a:moveTo>
                    <a:pt x="191" y="0"/>
                  </a:moveTo>
                  <a:cubicBezTo>
                    <a:pt x="96" y="0"/>
                    <a:pt x="0" y="61"/>
                    <a:pt x="0" y="182"/>
                  </a:cubicBezTo>
                  <a:cubicBezTo>
                    <a:pt x="0" y="304"/>
                    <a:pt x="96" y="364"/>
                    <a:pt x="191" y="364"/>
                  </a:cubicBezTo>
                  <a:cubicBezTo>
                    <a:pt x="286" y="364"/>
                    <a:pt x="379" y="304"/>
                    <a:pt x="374" y="182"/>
                  </a:cubicBezTo>
                  <a:cubicBezTo>
                    <a:pt x="379" y="61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1705900" y="3431625"/>
              <a:ext cx="14425" cy="9900"/>
            </a:xfrm>
            <a:custGeom>
              <a:avLst/>
              <a:gdLst/>
              <a:ahLst/>
              <a:cxnLst/>
              <a:rect l="l" t="t" r="r" b="b"/>
              <a:pathLst>
                <a:path w="577" h="396" extrusionOk="0">
                  <a:moveTo>
                    <a:pt x="0" y="1"/>
                  </a:moveTo>
                  <a:lnTo>
                    <a:pt x="41" y="345"/>
                  </a:lnTo>
                  <a:lnTo>
                    <a:pt x="61" y="396"/>
                  </a:lnTo>
                  <a:lnTo>
                    <a:pt x="526" y="396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1424175" y="3335525"/>
              <a:ext cx="40475" cy="37225"/>
            </a:xfrm>
            <a:custGeom>
              <a:avLst/>
              <a:gdLst/>
              <a:ahLst/>
              <a:cxnLst/>
              <a:rect l="l" t="t" r="r" b="b"/>
              <a:pathLst>
                <a:path w="1619" h="1489" extrusionOk="0">
                  <a:moveTo>
                    <a:pt x="1052" y="1"/>
                  </a:moveTo>
                  <a:lnTo>
                    <a:pt x="0" y="608"/>
                  </a:lnTo>
                  <a:lnTo>
                    <a:pt x="556" y="1488"/>
                  </a:lnTo>
                  <a:lnTo>
                    <a:pt x="1619" y="911"/>
                  </a:lnTo>
                  <a:lnTo>
                    <a:pt x="1052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1398625" y="3348175"/>
              <a:ext cx="54400" cy="81975"/>
            </a:xfrm>
            <a:custGeom>
              <a:avLst/>
              <a:gdLst/>
              <a:ahLst/>
              <a:cxnLst/>
              <a:rect l="l" t="t" r="r" b="b"/>
              <a:pathLst>
                <a:path w="2176" h="3279" extrusionOk="0">
                  <a:moveTo>
                    <a:pt x="1032" y="1"/>
                  </a:moveTo>
                  <a:lnTo>
                    <a:pt x="0" y="517"/>
                  </a:lnTo>
                  <a:lnTo>
                    <a:pt x="1720" y="3278"/>
                  </a:lnTo>
                  <a:lnTo>
                    <a:pt x="2176" y="2772"/>
                  </a:lnTo>
                  <a:lnTo>
                    <a:pt x="1629" y="952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1395575" y="3355025"/>
              <a:ext cx="67575" cy="85225"/>
            </a:xfrm>
            <a:custGeom>
              <a:avLst/>
              <a:gdLst/>
              <a:ahLst/>
              <a:cxnLst/>
              <a:rect l="l" t="t" r="r" b="b"/>
              <a:pathLst>
                <a:path w="2703" h="3409" extrusionOk="0">
                  <a:moveTo>
                    <a:pt x="477" y="0"/>
                  </a:moveTo>
                  <a:lnTo>
                    <a:pt x="1" y="273"/>
                  </a:lnTo>
                  <a:lnTo>
                    <a:pt x="1954" y="3409"/>
                  </a:lnTo>
                  <a:cubicBezTo>
                    <a:pt x="1954" y="3409"/>
                    <a:pt x="2702" y="2833"/>
                    <a:pt x="2429" y="2387"/>
                  </a:cubicBezTo>
                  <a:cubicBezTo>
                    <a:pt x="2262" y="2126"/>
                    <a:pt x="2032" y="2082"/>
                    <a:pt x="1896" y="2082"/>
                  </a:cubicBezTo>
                  <a:cubicBezTo>
                    <a:pt x="1827" y="2082"/>
                    <a:pt x="1781" y="2094"/>
                    <a:pt x="1781" y="209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1414125" y="3355750"/>
              <a:ext cx="13525" cy="9425"/>
            </a:xfrm>
            <a:custGeom>
              <a:avLst/>
              <a:gdLst/>
              <a:ahLst/>
              <a:cxnLst/>
              <a:rect l="l" t="t" r="r" b="b"/>
              <a:pathLst>
                <a:path w="541" h="377" extrusionOk="0">
                  <a:moveTo>
                    <a:pt x="267" y="1"/>
                  </a:moveTo>
                  <a:cubicBezTo>
                    <a:pt x="236" y="1"/>
                    <a:pt x="202" y="10"/>
                    <a:pt x="169" y="32"/>
                  </a:cubicBezTo>
                  <a:cubicBezTo>
                    <a:pt x="1" y="141"/>
                    <a:pt x="113" y="377"/>
                    <a:pt x="272" y="377"/>
                  </a:cubicBezTo>
                  <a:cubicBezTo>
                    <a:pt x="304" y="377"/>
                    <a:pt x="338" y="367"/>
                    <a:pt x="372" y="345"/>
                  </a:cubicBezTo>
                  <a:cubicBezTo>
                    <a:pt x="541" y="244"/>
                    <a:pt x="427" y="1"/>
                    <a:pt x="2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1433525" y="3362600"/>
              <a:ext cx="15200" cy="16225"/>
            </a:xfrm>
            <a:custGeom>
              <a:avLst/>
              <a:gdLst/>
              <a:ahLst/>
              <a:cxnLst/>
              <a:rect l="l" t="t" r="r" b="b"/>
              <a:pathLst>
                <a:path w="608" h="649" extrusionOk="0">
                  <a:moveTo>
                    <a:pt x="304" y="1"/>
                  </a:moveTo>
                  <a:lnTo>
                    <a:pt x="41" y="213"/>
                  </a:lnTo>
                  <a:lnTo>
                    <a:pt x="0" y="253"/>
                  </a:lnTo>
                  <a:lnTo>
                    <a:pt x="253" y="648"/>
                  </a:lnTo>
                  <a:lnTo>
                    <a:pt x="607" y="48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1434800" y="3018675"/>
              <a:ext cx="219275" cy="352300"/>
            </a:xfrm>
            <a:custGeom>
              <a:avLst/>
              <a:gdLst/>
              <a:ahLst/>
              <a:cxnLst/>
              <a:rect l="l" t="t" r="r" b="b"/>
              <a:pathLst>
                <a:path w="8771" h="14092" extrusionOk="0">
                  <a:moveTo>
                    <a:pt x="7101" y="0"/>
                  </a:moveTo>
                  <a:cubicBezTo>
                    <a:pt x="7101" y="0"/>
                    <a:pt x="5159" y="1467"/>
                    <a:pt x="5341" y="4856"/>
                  </a:cubicBezTo>
                  <a:cubicBezTo>
                    <a:pt x="5533" y="8255"/>
                    <a:pt x="5331" y="9478"/>
                    <a:pt x="5331" y="9478"/>
                  </a:cubicBezTo>
                  <a:lnTo>
                    <a:pt x="0" y="12604"/>
                  </a:lnTo>
                  <a:lnTo>
                    <a:pt x="992" y="14091"/>
                  </a:lnTo>
                  <a:lnTo>
                    <a:pt x="7111" y="11198"/>
                  </a:lnTo>
                  <a:cubicBezTo>
                    <a:pt x="7526" y="11006"/>
                    <a:pt x="7809" y="10622"/>
                    <a:pt x="7880" y="10166"/>
                  </a:cubicBezTo>
                  <a:lnTo>
                    <a:pt x="8770" y="4552"/>
                  </a:lnTo>
                  <a:lnTo>
                    <a:pt x="8437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1633575" y="3018675"/>
              <a:ext cx="104700" cy="389725"/>
            </a:xfrm>
            <a:custGeom>
              <a:avLst/>
              <a:gdLst/>
              <a:ahLst/>
              <a:cxnLst/>
              <a:rect l="l" t="t" r="r" b="b"/>
              <a:pathLst>
                <a:path w="4188" h="15589" extrusionOk="0">
                  <a:moveTo>
                    <a:pt x="111" y="0"/>
                  </a:moveTo>
                  <a:lnTo>
                    <a:pt x="0" y="3085"/>
                  </a:lnTo>
                  <a:lnTo>
                    <a:pt x="1639" y="9822"/>
                  </a:lnTo>
                  <a:lnTo>
                    <a:pt x="1780" y="15588"/>
                  </a:lnTo>
                  <a:lnTo>
                    <a:pt x="3611" y="15588"/>
                  </a:lnTo>
                  <a:lnTo>
                    <a:pt x="4177" y="9195"/>
                  </a:lnTo>
                  <a:cubicBezTo>
                    <a:pt x="4188" y="9125"/>
                    <a:pt x="4188" y="9064"/>
                    <a:pt x="4177" y="8993"/>
                  </a:cubicBezTo>
                  <a:cubicBezTo>
                    <a:pt x="3905" y="4047"/>
                    <a:pt x="2893" y="1608"/>
                    <a:pt x="2327" y="597"/>
                  </a:cubicBezTo>
                  <a:lnTo>
                    <a:pt x="219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1614850" y="3028525"/>
              <a:ext cx="59200" cy="78675"/>
            </a:xfrm>
            <a:custGeom>
              <a:avLst/>
              <a:gdLst/>
              <a:ahLst/>
              <a:cxnLst/>
              <a:rect l="l" t="t" r="r" b="b"/>
              <a:pathLst>
                <a:path w="2368" h="3147" extrusionOk="0">
                  <a:moveTo>
                    <a:pt x="1" y="0"/>
                  </a:moveTo>
                  <a:lnTo>
                    <a:pt x="1" y="3147"/>
                  </a:lnTo>
                  <a:lnTo>
                    <a:pt x="2368" y="2965"/>
                  </a:lnTo>
                  <a:lnTo>
                    <a:pt x="2368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1639875" y="3102875"/>
              <a:ext cx="25575" cy="3575"/>
            </a:xfrm>
            <a:custGeom>
              <a:avLst/>
              <a:gdLst/>
              <a:ahLst/>
              <a:cxnLst/>
              <a:rect l="l" t="t" r="r" b="b"/>
              <a:pathLst>
                <a:path w="1023" h="143" extrusionOk="0">
                  <a:moveTo>
                    <a:pt x="1012" y="0"/>
                  </a:moveTo>
                  <a:lnTo>
                    <a:pt x="1" y="92"/>
                  </a:lnTo>
                  <a:lnTo>
                    <a:pt x="11" y="142"/>
                  </a:lnTo>
                  <a:lnTo>
                    <a:pt x="1023" y="61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1588550" y="3036375"/>
              <a:ext cx="22525" cy="25550"/>
            </a:xfrm>
            <a:custGeom>
              <a:avLst/>
              <a:gdLst/>
              <a:ahLst/>
              <a:cxnLst/>
              <a:rect l="l" t="t" r="r" b="b"/>
              <a:pathLst>
                <a:path w="901" h="1022" extrusionOk="0">
                  <a:moveTo>
                    <a:pt x="840" y="0"/>
                  </a:moveTo>
                  <a:cubicBezTo>
                    <a:pt x="840" y="10"/>
                    <a:pt x="739" y="789"/>
                    <a:pt x="0" y="972"/>
                  </a:cubicBezTo>
                  <a:lnTo>
                    <a:pt x="10" y="1022"/>
                  </a:lnTo>
                  <a:cubicBezTo>
                    <a:pt x="790" y="830"/>
                    <a:pt x="900" y="10"/>
                    <a:pt x="900" y="10"/>
                  </a:cubicBezTo>
                  <a:lnTo>
                    <a:pt x="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1679075" y="3036375"/>
              <a:ext cx="22300" cy="25550"/>
            </a:xfrm>
            <a:custGeom>
              <a:avLst/>
              <a:gdLst/>
              <a:ahLst/>
              <a:cxnLst/>
              <a:rect l="l" t="t" r="r" b="b"/>
              <a:pathLst>
                <a:path w="892" h="1022" extrusionOk="0">
                  <a:moveTo>
                    <a:pt x="51" y="0"/>
                  </a:moveTo>
                  <a:lnTo>
                    <a:pt x="1" y="10"/>
                  </a:lnTo>
                  <a:cubicBezTo>
                    <a:pt x="1" y="10"/>
                    <a:pt x="112" y="830"/>
                    <a:pt x="881" y="1022"/>
                  </a:cubicBezTo>
                  <a:lnTo>
                    <a:pt x="891" y="972"/>
                  </a:lnTo>
                  <a:cubicBezTo>
                    <a:pt x="163" y="789"/>
                    <a:pt x="51" y="10"/>
                    <a:pt x="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1648975" y="3104650"/>
              <a:ext cx="3575" cy="59450"/>
            </a:xfrm>
            <a:custGeom>
              <a:avLst/>
              <a:gdLst/>
              <a:ahLst/>
              <a:cxnLst/>
              <a:rect l="l" t="t" r="r" b="b"/>
              <a:pathLst>
                <a:path w="143" h="2378" extrusionOk="0">
                  <a:moveTo>
                    <a:pt x="102" y="1"/>
                  </a:moveTo>
                  <a:lnTo>
                    <a:pt x="1" y="2377"/>
                  </a:lnTo>
                  <a:lnTo>
                    <a:pt x="41" y="2377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1571850" y="2881350"/>
              <a:ext cx="162625" cy="158225"/>
            </a:xfrm>
            <a:custGeom>
              <a:avLst/>
              <a:gdLst/>
              <a:ahLst/>
              <a:cxnLst/>
              <a:rect l="l" t="t" r="r" b="b"/>
              <a:pathLst>
                <a:path w="6505" h="6329" extrusionOk="0">
                  <a:moveTo>
                    <a:pt x="1478" y="0"/>
                  </a:moveTo>
                  <a:cubicBezTo>
                    <a:pt x="992" y="81"/>
                    <a:pt x="1" y="1315"/>
                    <a:pt x="810" y="3278"/>
                  </a:cubicBezTo>
                  <a:lnTo>
                    <a:pt x="1002" y="6049"/>
                  </a:lnTo>
                  <a:cubicBezTo>
                    <a:pt x="1818" y="6258"/>
                    <a:pt x="2523" y="6328"/>
                    <a:pt x="3100" y="6328"/>
                  </a:cubicBezTo>
                  <a:cubicBezTo>
                    <a:pt x="4254" y="6328"/>
                    <a:pt x="4897" y="6049"/>
                    <a:pt x="4897" y="6049"/>
                  </a:cubicBezTo>
                  <a:lnTo>
                    <a:pt x="5018" y="3237"/>
                  </a:lnTo>
                  <a:lnTo>
                    <a:pt x="6039" y="2529"/>
                  </a:lnTo>
                  <a:cubicBezTo>
                    <a:pt x="6039" y="2529"/>
                    <a:pt x="6505" y="870"/>
                    <a:pt x="4432" y="0"/>
                  </a:cubicBezTo>
                  <a:cubicBezTo>
                    <a:pt x="4163" y="568"/>
                    <a:pt x="3564" y="854"/>
                    <a:pt x="2962" y="854"/>
                  </a:cubicBezTo>
                  <a:cubicBezTo>
                    <a:pt x="2362" y="854"/>
                    <a:pt x="1760" y="571"/>
                    <a:pt x="1478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1602650" y="2815475"/>
              <a:ext cx="21525" cy="20225"/>
            </a:xfrm>
            <a:custGeom>
              <a:avLst/>
              <a:gdLst/>
              <a:ahLst/>
              <a:cxnLst/>
              <a:rect l="l" t="t" r="r" b="b"/>
              <a:pathLst>
                <a:path w="861" h="809" extrusionOk="0">
                  <a:moveTo>
                    <a:pt x="411" y="1"/>
                  </a:moveTo>
                  <a:cubicBezTo>
                    <a:pt x="200" y="1"/>
                    <a:pt x="1" y="223"/>
                    <a:pt x="114" y="531"/>
                  </a:cubicBezTo>
                  <a:cubicBezTo>
                    <a:pt x="183" y="726"/>
                    <a:pt x="317" y="809"/>
                    <a:pt x="446" y="809"/>
                  </a:cubicBezTo>
                  <a:cubicBezTo>
                    <a:pt x="660" y="809"/>
                    <a:pt x="861" y="586"/>
                    <a:pt x="741" y="279"/>
                  </a:cubicBezTo>
                  <a:cubicBezTo>
                    <a:pt x="672" y="83"/>
                    <a:pt x="540" y="1"/>
                    <a:pt x="41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1606500" y="2819400"/>
              <a:ext cx="5575" cy="10125"/>
            </a:xfrm>
            <a:custGeom>
              <a:avLst/>
              <a:gdLst/>
              <a:ahLst/>
              <a:cxnLst/>
              <a:rect l="l" t="t" r="r" b="b"/>
              <a:pathLst>
                <a:path w="223" h="405" extrusionOk="0">
                  <a:moveTo>
                    <a:pt x="182" y="0"/>
                  </a:moveTo>
                  <a:cubicBezTo>
                    <a:pt x="0" y="142"/>
                    <a:pt x="72" y="394"/>
                    <a:pt x="81" y="405"/>
                  </a:cubicBezTo>
                  <a:lnTo>
                    <a:pt x="132" y="385"/>
                  </a:lnTo>
                  <a:cubicBezTo>
                    <a:pt x="132" y="385"/>
                    <a:pt x="72" y="162"/>
                    <a:pt x="223" y="50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1667900" y="2815475"/>
              <a:ext cx="21625" cy="20225"/>
            </a:xfrm>
            <a:custGeom>
              <a:avLst/>
              <a:gdLst/>
              <a:ahLst/>
              <a:cxnLst/>
              <a:rect l="l" t="t" r="r" b="b"/>
              <a:pathLst>
                <a:path w="865" h="809" extrusionOk="0">
                  <a:moveTo>
                    <a:pt x="447" y="1"/>
                  </a:moveTo>
                  <a:cubicBezTo>
                    <a:pt x="317" y="1"/>
                    <a:pt x="183" y="83"/>
                    <a:pt x="114" y="279"/>
                  </a:cubicBezTo>
                  <a:cubicBezTo>
                    <a:pt x="0" y="586"/>
                    <a:pt x="204" y="809"/>
                    <a:pt x="418" y="809"/>
                  </a:cubicBezTo>
                  <a:cubicBezTo>
                    <a:pt x="548" y="809"/>
                    <a:pt x="682" y="726"/>
                    <a:pt x="751" y="531"/>
                  </a:cubicBezTo>
                  <a:cubicBezTo>
                    <a:pt x="865" y="223"/>
                    <a:pt x="661" y="1"/>
                    <a:pt x="447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1680850" y="2819400"/>
              <a:ext cx="5350" cy="10125"/>
            </a:xfrm>
            <a:custGeom>
              <a:avLst/>
              <a:gdLst/>
              <a:ahLst/>
              <a:cxnLst/>
              <a:rect l="l" t="t" r="r" b="b"/>
              <a:pathLst>
                <a:path w="214" h="405" extrusionOk="0">
                  <a:moveTo>
                    <a:pt x="31" y="0"/>
                  </a:moveTo>
                  <a:lnTo>
                    <a:pt x="0" y="50"/>
                  </a:lnTo>
                  <a:cubicBezTo>
                    <a:pt x="152" y="162"/>
                    <a:pt x="81" y="385"/>
                    <a:pt x="81" y="385"/>
                  </a:cubicBezTo>
                  <a:lnTo>
                    <a:pt x="142" y="405"/>
                  </a:lnTo>
                  <a:cubicBezTo>
                    <a:pt x="142" y="394"/>
                    <a:pt x="213" y="142"/>
                    <a:pt x="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1628250" y="2859600"/>
              <a:ext cx="34675" cy="23050"/>
            </a:xfrm>
            <a:custGeom>
              <a:avLst/>
              <a:gdLst/>
              <a:ahLst/>
              <a:cxnLst/>
              <a:rect l="l" t="t" r="r" b="b"/>
              <a:pathLst>
                <a:path w="1387" h="922" extrusionOk="0">
                  <a:moveTo>
                    <a:pt x="699" y="0"/>
                  </a:moveTo>
                  <a:lnTo>
                    <a:pt x="101" y="51"/>
                  </a:lnTo>
                  <a:lnTo>
                    <a:pt x="0" y="921"/>
                  </a:lnTo>
                  <a:lnTo>
                    <a:pt x="1386" y="921"/>
                  </a:lnTo>
                  <a:lnTo>
                    <a:pt x="1295" y="51"/>
                  </a:lnTo>
                  <a:lnTo>
                    <a:pt x="699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1630775" y="2860875"/>
              <a:ext cx="29875" cy="9975"/>
            </a:xfrm>
            <a:custGeom>
              <a:avLst/>
              <a:gdLst/>
              <a:ahLst/>
              <a:cxnLst/>
              <a:rect l="l" t="t" r="r" b="b"/>
              <a:pathLst>
                <a:path w="1195" h="399" extrusionOk="0">
                  <a:moveTo>
                    <a:pt x="0" y="0"/>
                  </a:moveTo>
                  <a:cubicBezTo>
                    <a:pt x="168" y="264"/>
                    <a:pt x="382" y="398"/>
                    <a:pt x="597" y="398"/>
                  </a:cubicBezTo>
                  <a:cubicBezTo>
                    <a:pt x="809" y="398"/>
                    <a:pt x="1023" y="267"/>
                    <a:pt x="1194" y="0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1610925" y="2769725"/>
              <a:ext cx="69325" cy="96275"/>
            </a:xfrm>
            <a:custGeom>
              <a:avLst/>
              <a:gdLst/>
              <a:ahLst/>
              <a:cxnLst/>
              <a:rect l="l" t="t" r="r" b="b"/>
              <a:pathLst>
                <a:path w="2773" h="3851" extrusionOk="0">
                  <a:moveTo>
                    <a:pt x="1384" y="1"/>
                  </a:moveTo>
                  <a:cubicBezTo>
                    <a:pt x="692" y="1"/>
                    <a:pt x="1" y="506"/>
                    <a:pt x="66" y="1522"/>
                  </a:cubicBezTo>
                  <a:lnTo>
                    <a:pt x="66" y="1542"/>
                  </a:lnTo>
                  <a:lnTo>
                    <a:pt x="198" y="2745"/>
                  </a:lnTo>
                  <a:cubicBezTo>
                    <a:pt x="208" y="2766"/>
                    <a:pt x="208" y="2786"/>
                    <a:pt x="208" y="2806"/>
                  </a:cubicBezTo>
                  <a:cubicBezTo>
                    <a:pt x="354" y="3504"/>
                    <a:pt x="868" y="3851"/>
                    <a:pt x="1383" y="3851"/>
                  </a:cubicBezTo>
                  <a:cubicBezTo>
                    <a:pt x="1905" y="3851"/>
                    <a:pt x="2427" y="3494"/>
                    <a:pt x="2565" y="2786"/>
                  </a:cubicBezTo>
                  <a:lnTo>
                    <a:pt x="2565" y="2745"/>
                  </a:lnTo>
                  <a:cubicBezTo>
                    <a:pt x="2565" y="2725"/>
                    <a:pt x="2707" y="1542"/>
                    <a:pt x="2707" y="1522"/>
                  </a:cubicBezTo>
                  <a:cubicBezTo>
                    <a:pt x="2772" y="509"/>
                    <a:pt x="2077" y="1"/>
                    <a:pt x="1384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1599175" y="2884125"/>
              <a:ext cx="93600" cy="27850"/>
            </a:xfrm>
            <a:custGeom>
              <a:avLst/>
              <a:gdLst/>
              <a:ahLst/>
              <a:cxnLst/>
              <a:rect l="l" t="t" r="r" b="b"/>
              <a:pathLst>
                <a:path w="3744" h="1114" extrusionOk="0">
                  <a:moveTo>
                    <a:pt x="51" y="1"/>
                  </a:moveTo>
                  <a:lnTo>
                    <a:pt x="0" y="21"/>
                  </a:lnTo>
                  <a:cubicBezTo>
                    <a:pt x="30" y="82"/>
                    <a:pt x="628" y="1093"/>
                    <a:pt x="1851" y="1114"/>
                  </a:cubicBezTo>
                  <a:cubicBezTo>
                    <a:pt x="3065" y="1093"/>
                    <a:pt x="3712" y="112"/>
                    <a:pt x="3743" y="61"/>
                  </a:cubicBezTo>
                  <a:lnTo>
                    <a:pt x="3703" y="31"/>
                  </a:lnTo>
                  <a:cubicBezTo>
                    <a:pt x="3276" y="696"/>
                    <a:pt x="2562" y="1040"/>
                    <a:pt x="1854" y="1040"/>
                  </a:cubicBezTo>
                  <a:cubicBezTo>
                    <a:pt x="1151" y="1040"/>
                    <a:pt x="454" y="701"/>
                    <a:pt x="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1604125" y="2766300"/>
              <a:ext cx="90600" cy="61450"/>
            </a:xfrm>
            <a:custGeom>
              <a:avLst/>
              <a:gdLst/>
              <a:ahLst/>
              <a:cxnLst/>
              <a:rect l="l" t="t" r="r" b="b"/>
              <a:pathLst>
                <a:path w="3624" h="2458" extrusionOk="0">
                  <a:moveTo>
                    <a:pt x="1596" y="1"/>
                  </a:moveTo>
                  <a:cubicBezTo>
                    <a:pt x="780" y="1"/>
                    <a:pt x="0" y="612"/>
                    <a:pt x="247" y="1962"/>
                  </a:cubicBezTo>
                  <a:lnTo>
                    <a:pt x="358" y="2458"/>
                  </a:lnTo>
                  <a:cubicBezTo>
                    <a:pt x="358" y="2458"/>
                    <a:pt x="571" y="1932"/>
                    <a:pt x="561" y="1325"/>
                  </a:cubicBezTo>
                  <a:lnTo>
                    <a:pt x="561" y="1325"/>
                  </a:lnTo>
                  <a:cubicBezTo>
                    <a:pt x="561" y="1325"/>
                    <a:pt x="771" y="1397"/>
                    <a:pt x="1085" y="1397"/>
                  </a:cubicBezTo>
                  <a:cubicBezTo>
                    <a:pt x="1424" y="1397"/>
                    <a:pt x="1885" y="1313"/>
                    <a:pt x="2331" y="960"/>
                  </a:cubicBezTo>
                  <a:cubicBezTo>
                    <a:pt x="2331" y="960"/>
                    <a:pt x="2453" y="1345"/>
                    <a:pt x="2806" y="1598"/>
                  </a:cubicBezTo>
                  <a:cubicBezTo>
                    <a:pt x="2806" y="1598"/>
                    <a:pt x="2857" y="2104"/>
                    <a:pt x="2958" y="2458"/>
                  </a:cubicBezTo>
                  <a:cubicBezTo>
                    <a:pt x="3623" y="896"/>
                    <a:pt x="2583" y="1"/>
                    <a:pt x="15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1645450" y="2824450"/>
              <a:ext cx="8625" cy="12675"/>
            </a:xfrm>
            <a:custGeom>
              <a:avLst/>
              <a:gdLst/>
              <a:ahLst/>
              <a:cxnLst/>
              <a:rect l="l" t="t" r="r" b="b"/>
              <a:pathLst>
                <a:path w="345" h="507" extrusionOk="0">
                  <a:moveTo>
                    <a:pt x="61" y="0"/>
                  </a:moveTo>
                  <a:lnTo>
                    <a:pt x="11" y="41"/>
                  </a:lnTo>
                  <a:cubicBezTo>
                    <a:pt x="92" y="132"/>
                    <a:pt x="263" y="446"/>
                    <a:pt x="0" y="446"/>
                  </a:cubicBezTo>
                  <a:lnTo>
                    <a:pt x="0" y="506"/>
                  </a:lnTo>
                  <a:cubicBezTo>
                    <a:pt x="344" y="506"/>
                    <a:pt x="121" y="61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16219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507" y="0"/>
                  </a:moveTo>
                  <a:lnTo>
                    <a:pt x="1" y="112"/>
                  </a:lnTo>
                  <a:lnTo>
                    <a:pt x="41" y="254"/>
                  </a:lnTo>
                  <a:lnTo>
                    <a:pt x="536" y="14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16573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41" y="0"/>
                  </a:moveTo>
                  <a:lnTo>
                    <a:pt x="1" y="142"/>
                  </a:lnTo>
                  <a:lnTo>
                    <a:pt x="496" y="254"/>
                  </a:lnTo>
                  <a:lnTo>
                    <a:pt x="537" y="11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1659600" y="2821150"/>
              <a:ext cx="4575" cy="4400"/>
            </a:xfrm>
            <a:custGeom>
              <a:avLst/>
              <a:gdLst/>
              <a:ahLst/>
              <a:cxnLst/>
              <a:rect l="l" t="t" r="r" b="b"/>
              <a:pathLst>
                <a:path w="183" h="176" extrusionOk="0">
                  <a:moveTo>
                    <a:pt x="92" y="1"/>
                  </a:moveTo>
                  <a:cubicBezTo>
                    <a:pt x="46" y="1"/>
                    <a:pt x="1" y="31"/>
                    <a:pt x="1" y="92"/>
                  </a:cubicBezTo>
                  <a:cubicBezTo>
                    <a:pt x="1" y="147"/>
                    <a:pt x="46" y="175"/>
                    <a:pt x="92" y="175"/>
                  </a:cubicBezTo>
                  <a:cubicBezTo>
                    <a:pt x="137" y="175"/>
                    <a:pt x="183" y="147"/>
                    <a:pt x="183" y="92"/>
                  </a:cubicBezTo>
                  <a:cubicBezTo>
                    <a:pt x="183" y="31"/>
                    <a:pt x="137" y="1"/>
                    <a:pt x="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1628750" y="2821150"/>
              <a:ext cx="4325" cy="4400"/>
            </a:xfrm>
            <a:custGeom>
              <a:avLst/>
              <a:gdLst/>
              <a:ahLst/>
              <a:cxnLst/>
              <a:rect l="l" t="t" r="r" b="b"/>
              <a:pathLst>
                <a:path w="173" h="176" extrusionOk="0">
                  <a:moveTo>
                    <a:pt x="87" y="1"/>
                  </a:moveTo>
                  <a:cubicBezTo>
                    <a:pt x="44" y="1"/>
                    <a:pt x="0" y="31"/>
                    <a:pt x="0" y="92"/>
                  </a:cubicBezTo>
                  <a:cubicBezTo>
                    <a:pt x="0" y="147"/>
                    <a:pt x="44" y="175"/>
                    <a:pt x="87" y="175"/>
                  </a:cubicBezTo>
                  <a:cubicBezTo>
                    <a:pt x="130" y="175"/>
                    <a:pt x="173" y="147"/>
                    <a:pt x="173" y="92"/>
                  </a:cubicBezTo>
                  <a:cubicBezTo>
                    <a:pt x="173" y="31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1696275" y="2758950"/>
              <a:ext cx="139125" cy="199050"/>
            </a:xfrm>
            <a:custGeom>
              <a:avLst/>
              <a:gdLst/>
              <a:ahLst/>
              <a:cxnLst/>
              <a:rect l="l" t="t" r="r" b="b"/>
              <a:pathLst>
                <a:path w="5565" h="7962" extrusionOk="0">
                  <a:moveTo>
                    <a:pt x="4897" y="0"/>
                  </a:moveTo>
                  <a:lnTo>
                    <a:pt x="2732" y="3369"/>
                  </a:lnTo>
                  <a:lnTo>
                    <a:pt x="203" y="6121"/>
                  </a:lnTo>
                  <a:lnTo>
                    <a:pt x="1" y="7962"/>
                  </a:lnTo>
                  <a:cubicBezTo>
                    <a:pt x="4007" y="5463"/>
                    <a:pt x="4168" y="3490"/>
                    <a:pt x="5564" y="445"/>
                  </a:cubicBezTo>
                  <a:lnTo>
                    <a:pt x="4897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1817175" y="2728500"/>
              <a:ext cx="36675" cy="41600"/>
            </a:xfrm>
            <a:custGeom>
              <a:avLst/>
              <a:gdLst/>
              <a:ahLst/>
              <a:cxnLst/>
              <a:rect l="l" t="t" r="r" b="b"/>
              <a:pathLst>
                <a:path w="1467" h="1664" extrusionOk="0">
                  <a:moveTo>
                    <a:pt x="900" y="1"/>
                  </a:moveTo>
                  <a:cubicBezTo>
                    <a:pt x="884" y="1"/>
                    <a:pt x="868" y="2"/>
                    <a:pt x="850" y="4"/>
                  </a:cubicBezTo>
                  <a:cubicBezTo>
                    <a:pt x="273" y="136"/>
                    <a:pt x="172" y="834"/>
                    <a:pt x="0" y="1532"/>
                  </a:cubicBezTo>
                  <a:lnTo>
                    <a:pt x="728" y="1663"/>
                  </a:lnTo>
                  <a:cubicBezTo>
                    <a:pt x="728" y="1663"/>
                    <a:pt x="1466" y="1137"/>
                    <a:pt x="1436" y="723"/>
                  </a:cubicBezTo>
                  <a:cubicBezTo>
                    <a:pt x="1436" y="723"/>
                    <a:pt x="1446" y="622"/>
                    <a:pt x="1305" y="561"/>
                  </a:cubicBezTo>
                  <a:cubicBezTo>
                    <a:pt x="1305" y="561"/>
                    <a:pt x="1385" y="429"/>
                    <a:pt x="1214" y="328"/>
                  </a:cubicBezTo>
                  <a:cubicBezTo>
                    <a:pt x="1214" y="328"/>
                    <a:pt x="1275" y="217"/>
                    <a:pt x="1122" y="146"/>
                  </a:cubicBezTo>
                  <a:cubicBezTo>
                    <a:pt x="1122" y="146"/>
                    <a:pt x="1080" y="1"/>
                    <a:pt x="900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1834350" y="2752125"/>
              <a:ext cx="4075" cy="7850"/>
            </a:xfrm>
            <a:custGeom>
              <a:avLst/>
              <a:gdLst/>
              <a:ahLst/>
              <a:cxnLst/>
              <a:rect l="l" t="t" r="r" b="b"/>
              <a:pathLst>
                <a:path w="163" h="314" extrusionOk="0">
                  <a:moveTo>
                    <a:pt x="41" y="0"/>
                  </a:moveTo>
                  <a:lnTo>
                    <a:pt x="1" y="21"/>
                  </a:lnTo>
                  <a:cubicBezTo>
                    <a:pt x="11" y="21"/>
                    <a:pt x="112" y="192"/>
                    <a:pt x="11" y="273"/>
                  </a:cubicBezTo>
                  <a:lnTo>
                    <a:pt x="31" y="314"/>
                  </a:lnTo>
                  <a:cubicBezTo>
                    <a:pt x="163" y="20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1680850" y="2884125"/>
              <a:ext cx="65525" cy="78175"/>
            </a:xfrm>
            <a:custGeom>
              <a:avLst/>
              <a:gdLst/>
              <a:ahLst/>
              <a:cxnLst/>
              <a:rect l="l" t="t" r="r" b="b"/>
              <a:pathLst>
                <a:path w="2621" h="3127" extrusionOk="0">
                  <a:moveTo>
                    <a:pt x="304" y="1"/>
                  </a:moveTo>
                  <a:lnTo>
                    <a:pt x="0" y="3035"/>
                  </a:lnTo>
                  <a:lnTo>
                    <a:pt x="658" y="3126"/>
                  </a:lnTo>
                  <a:cubicBezTo>
                    <a:pt x="658" y="3126"/>
                    <a:pt x="2176" y="2195"/>
                    <a:pt x="2621" y="1548"/>
                  </a:cubicBezTo>
                  <a:cubicBezTo>
                    <a:pt x="2621" y="1548"/>
                    <a:pt x="1993" y="880"/>
                    <a:pt x="1619" y="132"/>
                  </a:cubicBezTo>
                  <a:cubicBezTo>
                    <a:pt x="1619" y="132"/>
                    <a:pt x="1419" y="214"/>
                    <a:pt x="1119" y="214"/>
                  </a:cubicBezTo>
                  <a:cubicBezTo>
                    <a:pt x="891" y="214"/>
                    <a:pt x="605" y="167"/>
                    <a:pt x="304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1439850" y="2761475"/>
              <a:ext cx="161375" cy="182600"/>
            </a:xfrm>
            <a:custGeom>
              <a:avLst/>
              <a:gdLst/>
              <a:ahLst/>
              <a:cxnLst/>
              <a:rect l="l" t="t" r="r" b="b"/>
              <a:pathLst>
                <a:path w="6455" h="7304" extrusionOk="0">
                  <a:moveTo>
                    <a:pt x="739" y="0"/>
                  </a:moveTo>
                  <a:lnTo>
                    <a:pt x="0" y="496"/>
                  </a:lnTo>
                  <a:lnTo>
                    <a:pt x="1599" y="4138"/>
                  </a:lnTo>
                  <a:cubicBezTo>
                    <a:pt x="1680" y="4350"/>
                    <a:pt x="1821" y="4543"/>
                    <a:pt x="1993" y="4694"/>
                  </a:cubicBezTo>
                  <a:cubicBezTo>
                    <a:pt x="2711" y="5311"/>
                    <a:pt x="4724" y="6940"/>
                    <a:pt x="6454" y="7304"/>
                  </a:cubicBezTo>
                  <a:lnTo>
                    <a:pt x="5847" y="5564"/>
                  </a:lnTo>
                  <a:cubicBezTo>
                    <a:pt x="2226" y="3136"/>
                    <a:pt x="2924" y="3693"/>
                    <a:pt x="739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1550350" y="2883125"/>
              <a:ext cx="59475" cy="79175"/>
            </a:xfrm>
            <a:custGeom>
              <a:avLst/>
              <a:gdLst/>
              <a:ahLst/>
              <a:cxnLst/>
              <a:rect l="l" t="t" r="r" b="b"/>
              <a:pathLst>
                <a:path w="2379" h="3167" extrusionOk="0">
                  <a:moveTo>
                    <a:pt x="2145" y="0"/>
                  </a:moveTo>
                  <a:cubicBezTo>
                    <a:pt x="1744" y="222"/>
                    <a:pt x="1426" y="269"/>
                    <a:pt x="1228" y="269"/>
                  </a:cubicBezTo>
                  <a:cubicBezTo>
                    <a:pt x="1083" y="269"/>
                    <a:pt x="1002" y="243"/>
                    <a:pt x="1002" y="243"/>
                  </a:cubicBezTo>
                  <a:cubicBezTo>
                    <a:pt x="628" y="1001"/>
                    <a:pt x="1" y="1669"/>
                    <a:pt x="1" y="1669"/>
                  </a:cubicBezTo>
                  <a:cubicBezTo>
                    <a:pt x="901" y="2489"/>
                    <a:pt x="1720" y="3166"/>
                    <a:pt x="1720" y="3166"/>
                  </a:cubicBezTo>
                  <a:lnTo>
                    <a:pt x="2378" y="307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1688425" y="2929400"/>
              <a:ext cx="24075" cy="38200"/>
            </a:xfrm>
            <a:custGeom>
              <a:avLst/>
              <a:gdLst/>
              <a:ahLst/>
              <a:cxnLst/>
              <a:rect l="l" t="t" r="r" b="b"/>
              <a:pathLst>
                <a:path w="963" h="1528" extrusionOk="0">
                  <a:moveTo>
                    <a:pt x="668" y="0"/>
                  </a:moveTo>
                  <a:lnTo>
                    <a:pt x="618" y="20"/>
                  </a:lnTo>
                  <a:lnTo>
                    <a:pt x="628" y="41"/>
                  </a:lnTo>
                  <a:cubicBezTo>
                    <a:pt x="648" y="92"/>
                    <a:pt x="891" y="1164"/>
                    <a:pt x="1" y="1477"/>
                  </a:cubicBezTo>
                  <a:lnTo>
                    <a:pt x="21" y="1528"/>
                  </a:lnTo>
                  <a:cubicBezTo>
                    <a:pt x="962" y="1204"/>
                    <a:pt x="689" y="41"/>
                    <a:pt x="679" y="31"/>
                  </a:cubicBezTo>
                  <a:lnTo>
                    <a:pt x="6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1695275" y="2962025"/>
              <a:ext cx="3050" cy="20250"/>
            </a:xfrm>
            <a:custGeom>
              <a:avLst/>
              <a:gdLst/>
              <a:ahLst/>
              <a:cxnLst/>
              <a:rect l="l" t="t" r="r" b="b"/>
              <a:pathLst>
                <a:path w="122" h="810" extrusionOk="0">
                  <a:moveTo>
                    <a:pt x="61" y="0"/>
                  </a:moveTo>
                  <a:lnTo>
                    <a:pt x="0" y="799"/>
                  </a:lnTo>
                  <a:lnTo>
                    <a:pt x="50" y="810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1577425" y="2929400"/>
              <a:ext cx="23800" cy="38200"/>
            </a:xfrm>
            <a:custGeom>
              <a:avLst/>
              <a:gdLst/>
              <a:ahLst/>
              <a:cxnLst/>
              <a:rect l="l" t="t" r="r" b="b"/>
              <a:pathLst>
                <a:path w="952" h="1528" extrusionOk="0">
                  <a:moveTo>
                    <a:pt x="293" y="0"/>
                  </a:moveTo>
                  <a:lnTo>
                    <a:pt x="284" y="31"/>
                  </a:lnTo>
                  <a:cubicBezTo>
                    <a:pt x="273" y="41"/>
                    <a:pt x="0" y="1204"/>
                    <a:pt x="931" y="1528"/>
                  </a:cubicBezTo>
                  <a:lnTo>
                    <a:pt x="951" y="1477"/>
                  </a:lnTo>
                  <a:cubicBezTo>
                    <a:pt x="71" y="1174"/>
                    <a:pt x="314" y="81"/>
                    <a:pt x="334" y="41"/>
                  </a:cubicBezTo>
                  <a:lnTo>
                    <a:pt x="344" y="20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1591575" y="2961525"/>
              <a:ext cx="2300" cy="20250"/>
            </a:xfrm>
            <a:custGeom>
              <a:avLst/>
              <a:gdLst/>
              <a:ahLst/>
              <a:cxnLst/>
              <a:rect l="l" t="t" r="r" b="b"/>
              <a:pathLst>
                <a:path w="92" h="810" extrusionOk="0">
                  <a:moveTo>
                    <a:pt x="62" y="0"/>
                  </a:moveTo>
                  <a:lnTo>
                    <a:pt x="1" y="10"/>
                  </a:lnTo>
                  <a:lnTo>
                    <a:pt x="31" y="809"/>
                  </a:lnTo>
                  <a:lnTo>
                    <a:pt x="92" y="80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1421900" y="2724900"/>
              <a:ext cx="36425" cy="49750"/>
            </a:xfrm>
            <a:custGeom>
              <a:avLst/>
              <a:gdLst/>
              <a:ahLst/>
              <a:cxnLst/>
              <a:rect l="l" t="t" r="r" b="b"/>
              <a:pathLst>
                <a:path w="1457" h="1990" extrusionOk="0">
                  <a:moveTo>
                    <a:pt x="612" y="0"/>
                  </a:moveTo>
                  <a:cubicBezTo>
                    <a:pt x="566" y="0"/>
                    <a:pt x="530" y="66"/>
                    <a:pt x="516" y="229"/>
                  </a:cubicBezTo>
                  <a:cubicBezTo>
                    <a:pt x="475" y="179"/>
                    <a:pt x="439" y="159"/>
                    <a:pt x="409" y="159"/>
                  </a:cubicBezTo>
                  <a:cubicBezTo>
                    <a:pt x="342" y="159"/>
                    <a:pt x="303" y="257"/>
                    <a:pt x="303" y="341"/>
                  </a:cubicBezTo>
                  <a:cubicBezTo>
                    <a:pt x="268" y="286"/>
                    <a:pt x="239" y="266"/>
                    <a:pt x="216" y="266"/>
                  </a:cubicBezTo>
                  <a:cubicBezTo>
                    <a:pt x="153" y="266"/>
                    <a:pt x="132" y="411"/>
                    <a:pt x="132" y="411"/>
                  </a:cubicBezTo>
                  <a:cubicBezTo>
                    <a:pt x="111" y="384"/>
                    <a:pt x="93" y="371"/>
                    <a:pt x="77" y="371"/>
                  </a:cubicBezTo>
                  <a:cubicBezTo>
                    <a:pt x="3" y="371"/>
                    <a:pt x="1" y="676"/>
                    <a:pt x="152" y="1079"/>
                  </a:cubicBezTo>
                  <a:cubicBezTo>
                    <a:pt x="344" y="1615"/>
                    <a:pt x="739" y="1989"/>
                    <a:pt x="739" y="1989"/>
                  </a:cubicBezTo>
                  <a:lnTo>
                    <a:pt x="1457" y="1463"/>
                  </a:lnTo>
                  <a:cubicBezTo>
                    <a:pt x="1457" y="1463"/>
                    <a:pt x="1347" y="401"/>
                    <a:pt x="1146" y="401"/>
                  </a:cubicBezTo>
                  <a:cubicBezTo>
                    <a:pt x="1145" y="401"/>
                    <a:pt x="1144" y="401"/>
                    <a:pt x="1143" y="402"/>
                  </a:cubicBezTo>
                  <a:cubicBezTo>
                    <a:pt x="1002" y="422"/>
                    <a:pt x="1022" y="755"/>
                    <a:pt x="1022" y="755"/>
                  </a:cubicBezTo>
                  <a:cubicBezTo>
                    <a:pt x="920" y="422"/>
                    <a:pt x="730" y="0"/>
                    <a:pt x="612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1424925" y="2735175"/>
              <a:ext cx="2300" cy="11150"/>
            </a:xfrm>
            <a:custGeom>
              <a:avLst/>
              <a:gdLst/>
              <a:ahLst/>
              <a:cxnLst/>
              <a:rect l="l" t="t" r="r" b="b"/>
              <a:pathLst>
                <a:path w="92" h="446" extrusionOk="0">
                  <a:moveTo>
                    <a:pt x="0" y="0"/>
                  </a:moveTo>
                  <a:cubicBezTo>
                    <a:pt x="0" y="0"/>
                    <a:pt x="11" y="274"/>
                    <a:pt x="61" y="445"/>
                  </a:cubicBezTo>
                  <a:lnTo>
                    <a:pt x="92" y="445"/>
                  </a:lnTo>
                  <a:cubicBezTo>
                    <a:pt x="5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1429225" y="2733150"/>
              <a:ext cx="3300" cy="10650"/>
            </a:xfrm>
            <a:custGeom>
              <a:avLst/>
              <a:gdLst/>
              <a:ahLst/>
              <a:cxnLst/>
              <a:rect l="l" t="t" r="r" b="b"/>
              <a:pathLst>
                <a:path w="132" h="426" extrusionOk="0">
                  <a:moveTo>
                    <a:pt x="31" y="0"/>
                  </a:moveTo>
                  <a:lnTo>
                    <a:pt x="1" y="11"/>
                  </a:lnTo>
                  <a:cubicBezTo>
                    <a:pt x="1" y="11"/>
                    <a:pt x="41" y="233"/>
                    <a:pt x="102" y="425"/>
                  </a:cubicBezTo>
                  <a:lnTo>
                    <a:pt x="132" y="415"/>
                  </a:lnTo>
                  <a:cubicBezTo>
                    <a:pt x="71" y="22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1434275" y="2730625"/>
              <a:ext cx="3575" cy="13175"/>
            </a:xfrm>
            <a:custGeom>
              <a:avLst/>
              <a:gdLst/>
              <a:ahLst/>
              <a:cxnLst/>
              <a:rect l="l" t="t" r="r" b="b"/>
              <a:pathLst>
                <a:path w="143" h="527" extrusionOk="0">
                  <a:moveTo>
                    <a:pt x="1" y="0"/>
                  </a:moveTo>
                  <a:cubicBezTo>
                    <a:pt x="1" y="0"/>
                    <a:pt x="31" y="274"/>
                    <a:pt x="112" y="526"/>
                  </a:cubicBezTo>
                  <a:lnTo>
                    <a:pt x="143" y="516"/>
                  </a:lnTo>
                  <a:cubicBezTo>
                    <a:pt x="7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1446925" y="2743525"/>
              <a:ext cx="1800" cy="6100"/>
            </a:xfrm>
            <a:custGeom>
              <a:avLst/>
              <a:gdLst/>
              <a:ahLst/>
              <a:cxnLst/>
              <a:rect l="l" t="t" r="r" b="b"/>
              <a:pathLst>
                <a:path w="72" h="244" extrusionOk="0">
                  <a:moveTo>
                    <a:pt x="1" y="0"/>
                  </a:moveTo>
                  <a:cubicBezTo>
                    <a:pt x="1" y="0"/>
                    <a:pt x="21" y="132"/>
                    <a:pt x="41" y="243"/>
                  </a:cubicBezTo>
                  <a:lnTo>
                    <a:pt x="71" y="233"/>
                  </a:lnTo>
                  <a:cubicBezTo>
                    <a:pt x="51" y="132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1637100" y="2844425"/>
              <a:ext cx="20000" cy="8100"/>
            </a:xfrm>
            <a:custGeom>
              <a:avLst/>
              <a:gdLst/>
              <a:ahLst/>
              <a:cxnLst/>
              <a:rect l="l" t="t" r="r" b="b"/>
              <a:pathLst>
                <a:path w="800" h="324" extrusionOk="0">
                  <a:moveTo>
                    <a:pt x="1" y="0"/>
                  </a:moveTo>
                  <a:cubicBezTo>
                    <a:pt x="1" y="0"/>
                    <a:pt x="10" y="324"/>
                    <a:pt x="395" y="324"/>
                  </a:cubicBezTo>
                  <a:cubicBezTo>
                    <a:pt x="779" y="324"/>
                    <a:pt x="79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2168425" y="3367400"/>
              <a:ext cx="48075" cy="44300"/>
            </a:xfrm>
            <a:custGeom>
              <a:avLst/>
              <a:gdLst/>
              <a:ahLst/>
              <a:cxnLst/>
              <a:rect l="l" t="t" r="r" b="b"/>
              <a:pathLst>
                <a:path w="1923" h="1772" extrusionOk="0">
                  <a:moveTo>
                    <a:pt x="1093" y="0"/>
                  </a:moveTo>
                  <a:lnTo>
                    <a:pt x="0" y="1043"/>
                  </a:lnTo>
                  <a:lnTo>
                    <a:pt x="1164" y="1771"/>
                  </a:lnTo>
                  <a:lnTo>
                    <a:pt x="1922" y="618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2182350" y="3376000"/>
              <a:ext cx="58425" cy="83475"/>
            </a:xfrm>
            <a:custGeom>
              <a:avLst/>
              <a:gdLst/>
              <a:ahLst/>
              <a:cxnLst/>
              <a:rect l="l" t="t" r="r" b="b"/>
              <a:pathLst>
                <a:path w="2337" h="3339" extrusionOk="0">
                  <a:moveTo>
                    <a:pt x="1295" y="0"/>
                  </a:moveTo>
                  <a:lnTo>
                    <a:pt x="374" y="1396"/>
                  </a:lnTo>
                  <a:lnTo>
                    <a:pt x="0" y="2813"/>
                  </a:lnTo>
                  <a:lnTo>
                    <a:pt x="405" y="3339"/>
                  </a:lnTo>
                  <a:lnTo>
                    <a:pt x="2336" y="436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2172725" y="3383575"/>
              <a:ext cx="70825" cy="86275"/>
            </a:xfrm>
            <a:custGeom>
              <a:avLst/>
              <a:gdLst/>
              <a:ahLst/>
              <a:cxnLst/>
              <a:rect l="l" t="t" r="r" b="b"/>
              <a:pathLst>
                <a:path w="2833" h="3451" extrusionOk="0">
                  <a:moveTo>
                    <a:pt x="2519" y="1"/>
                  </a:moveTo>
                  <a:lnTo>
                    <a:pt x="1083" y="2196"/>
                  </a:lnTo>
                  <a:cubicBezTo>
                    <a:pt x="1083" y="2196"/>
                    <a:pt x="971" y="2139"/>
                    <a:pt x="821" y="2139"/>
                  </a:cubicBezTo>
                  <a:cubicBezTo>
                    <a:pt x="667" y="2139"/>
                    <a:pt x="472" y="2199"/>
                    <a:pt x="314" y="2439"/>
                  </a:cubicBezTo>
                  <a:cubicBezTo>
                    <a:pt x="1" y="2904"/>
                    <a:pt x="658" y="3451"/>
                    <a:pt x="658" y="3451"/>
                  </a:cubicBezTo>
                  <a:lnTo>
                    <a:pt x="2833" y="183"/>
                  </a:lnTo>
                  <a:lnTo>
                    <a:pt x="2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2211925" y="3381225"/>
              <a:ext cx="11400" cy="10000"/>
            </a:xfrm>
            <a:custGeom>
              <a:avLst/>
              <a:gdLst/>
              <a:ahLst/>
              <a:cxnLst/>
              <a:rect l="l" t="t" r="r" b="b"/>
              <a:pathLst>
                <a:path w="456" h="400" extrusionOk="0">
                  <a:moveTo>
                    <a:pt x="226" y="0"/>
                  </a:moveTo>
                  <a:cubicBezTo>
                    <a:pt x="160" y="0"/>
                    <a:pt x="99" y="32"/>
                    <a:pt x="61" y="95"/>
                  </a:cubicBezTo>
                  <a:cubicBezTo>
                    <a:pt x="0" y="186"/>
                    <a:pt x="31" y="308"/>
                    <a:pt x="122" y="368"/>
                  </a:cubicBezTo>
                  <a:cubicBezTo>
                    <a:pt x="154" y="390"/>
                    <a:pt x="190" y="400"/>
                    <a:pt x="226" y="400"/>
                  </a:cubicBezTo>
                  <a:cubicBezTo>
                    <a:pt x="291" y="400"/>
                    <a:pt x="356" y="366"/>
                    <a:pt x="395" y="308"/>
                  </a:cubicBezTo>
                  <a:cubicBezTo>
                    <a:pt x="456" y="216"/>
                    <a:pt x="436" y="95"/>
                    <a:pt x="344" y="34"/>
                  </a:cubicBezTo>
                  <a:cubicBezTo>
                    <a:pt x="306" y="11"/>
                    <a:pt x="265" y="0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2184350" y="3393975"/>
              <a:ext cx="18475" cy="19975"/>
            </a:xfrm>
            <a:custGeom>
              <a:avLst/>
              <a:gdLst/>
              <a:ahLst/>
              <a:cxnLst/>
              <a:rect l="l" t="t" r="r" b="b"/>
              <a:pathLst>
                <a:path w="739" h="799" extrusionOk="0">
                  <a:moveTo>
                    <a:pt x="395" y="0"/>
                  </a:moveTo>
                  <a:lnTo>
                    <a:pt x="1" y="607"/>
                  </a:lnTo>
                  <a:lnTo>
                    <a:pt x="355" y="779"/>
                  </a:lnTo>
                  <a:lnTo>
                    <a:pt x="426" y="799"/>
                  </a:lnTo>
                  <a:lnTo>
                    <a:pt x="739" y="313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2180825" y="3370950"/>
              <a:ext cx="20000" cy="34175"/>
            </a:xfrm>
            <a:custGeom>
              <a:avLst/>
              <a:gdLst/>
              <a:ahLst/>
              <a:cxnLst/>
              <a:rect l="l" t="t" r="r" b="b"/>
              <a:pathLst>
                <a:path w="800" h="1367" extrusionOk="0">
                  <a:moveTo>
                    <a:pt x="799" y="0"/>
                  </a:moveTo>
                  <a:lnTo>
                    <a:pt x="0" y="1204"/>
                  </a:lnTo>
                  <a:lnTo>
                    <a:pt x="243" y="1366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2332800" y="3289775"/>
              <a:ext cx="35700" cy="36950"/>
            </a:xfrm>
            <a:custGeom>
              <a:avLst/>
              <a:gdLst/>
              <a:ahLst/>
              <a:cxnLst/>
              <a:rect l="l" t="t" r="r" b="b"/>
              <a:pathLst>
                <a:path w="1428" h="1478" extrusionOk="0">
                  <a:moveTo>
                    <a:pt x="395" y="0"/>
                  </a:moveTo>
                  <a:lnTo>
                    <a:pt x="0" y="1457"/>
                  </a:lnTo>
                  <a:lnTo>
                    <a:pt x="1366" y="1477"/>
                  </a:lnTo>
                  <a:lnTo>
                    <a:pt x="1427" y="102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2361625" y="3283200"/>
              <a:ext cx="29625" cy="87025"/>
            </a:xfrm>
            <a:custGeom>
              <a:avLst/>
              <a:gdLst/>
              <a:ahLst/>
              <a:cxnLst/>
              <a:rect l="l" t="t" r="r" b="b"/>
              <a:pathLst>
                <a:path w="1185" h="3481" extrusionOk="0">
                  <a:moveTo>
                    <a:pt x="1185" y="0"/>
                  </a:moveTo>
                  <a:lnTo>
                    <a:pt x="72" y="172"/>
                  </a:lnTo>
                  <a:lnTo>
                    <a:pt x="1" y="1841"/>
                  </a:lnTo>
                  <a:lnTo>
                    <a:pt x="405" y="3247"/>
                  </a:lnTo>
                  <a:lnTo>
                    <a:pt x="1032" y="34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2368700" y="3282925"/>
              <a:ext cx="25575" cy="98150"/>
            </a:xfrm>
            <a:custGeom>
              <a:avLst/>
              <a:gdLst/>
              <a:ahLst/>
              <a:cxnLst/>
              <a:rect l="l" t="t" r="r" b="b"/>
              <a:pathLst>
                <a:path w="1023" h="3926" extrusionOk="0">
                  <a:moveTo>
                    <a:pt x="668" y="1"/>
                  </a:moveTo>
                  <a:lnTo>
                    <a:pt x="558" y="2631"/>
                  </a:lnTo>
                  <a:cubicBezTo>
                    <a:pt x="558" y="2631"/>
                    <a:pt x="52" y="2662"/>
                    <a:pt x="21" y="3228"/>
                  </a:cubicBezTo>
                  <a:cubicBezTo>
                    <a:pt x="1" y="3795"/>
                    <a:pt x="851" y="3926"/>
                    <a:pt x="851" y="3926"/>
                  </a:cubicBezTo>
                  <a:lnTo>
                    <a:pt x="10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2366175" y="3289500"/>
              <a:ext cx="10150" cy="10150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14" y="1"/>
                  </a:moveTo>
                  <a:cubicBezTo>
                    <a:pt x="102" y="1"/>
                    <a:pt x="11" y="82"/>
                    <a:pt x="1" y="193"/>
                  </a:cubicBezTo>
                  <a:cubicBezTo>
                    <a:pt x="1" y="304"/>
                    <a:pt x="82" y="396"/>
                    <a:pt x="193" y="405"/>
                  </a:cubicBezTo>
                  <a:cubicBezTo>
                    <a:pt x="304" y="405"/>
                    <a:pt x="396" y="325"/>
                    <a:pt x="396" y="214"/>
                  </a:cubicBezTo>
                  <a:cubicBezTo>
                    <a:pt x="405" y="102"/>
                    <a:pt x="315" y="1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2354300" y="3313275"/>
              <a:ext cx="12400" cy="18000"/>
            </a:xfrm>
            <a:custGeom>
              <a:avLst/>
              <a:gdLst/>
              <a:ahLst/>
              <a:cxnLst/>
              <a:rect l="l" t="t" r="r" b="b"/>
              <a:pathLst>
                <a:path w="496" h="720" extrusionOk="0">
                  <a:moveTo>
                    <a:pt x="31" y="1"/>
                  </a:moveTo>
                  <a:lnTo>
                    <a:pt x="1" y="719"/>
                  </a:lnTo>
                  <a:lnTo>
                    <a:pt x="1" y="719"/>
                  </a:lnTo>
                  <a:lnTo>
                    <a:pt x="395" y="689"/>
                  </a:lnTo>
                  <a:lnTo>
                    <a:pt x="466" y="668"/>
                  </a:lnTo>
                  <a:lnTo>
                    <a:pt x="496" y="92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2347225" y="3290275"/>
              <a:ext cx="7350" cy="36175"/>
            </a:xfrm>
            <a:custGeom>
              <a:avLst/>
              <a:gdLst/>
              <a:ahLst/>
              <a:cxnLst/>
              <a:rect l="l" t="t" r="r" b="b"/>
              <a:pathLst>
                <a:path w="294" h="1447" extrusionOk="0">
                  <a:moveTo>
                    <a:pt x="61" y="1"/>
                  </a:moveTo>
                  <a:lnTo>
                    <a:pt x="0" y="1447"/>
                  </a:lnTo>
                  <a:lnTo>
                    <a:pt x="293" y="144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2043750" y="3040925"/>
              <a:ext cx="159850" cy="370775"/>
            </a:xfrm>
            <a:custGeom>
              <a:avLst/>
              <a:gdLst/>
              <a:ahLst/>
              <a:cxnLst/>
              <a:rect l="l" t="t" r="r" b="b"/>
              <a:pathLst>
                <a:path w="6394" h="14831" extrusionOk="0">
                  <a:moveTo>
                    <a:pt x="1741" y="1"/>
                  </a:moveTo>
                  <a:lnTo>
                    <a:pt x="112" y="9651"/>
                  </a:lnTo>
                  <a:cubicBezTo>
                    <a:pt x="1" y="10288"/>
                    <a:pt x="243" y="10946"/>
                    <a:pt x="739" y="11360"/>
                  </a:cubicBezTo>
                  <a:lnTo>
                    <a:pt x="5220" y="14830"/>
                  </a:lnTo>
                  <a:lnTo>
                    <a:pt x="6394" y="12958"/>
                  </a:lnTo>
                  <a:lnTo>
                    <a:pt x="2721" y="9610"/>
                  </a:lnTo>
                  <a:lnTo>
                    <a:pt x="4522" y="3480"/>
                  </a:lnTo>
                  <a:lnTo>
                    <a:pt x="4522" y="183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2137825" y="3030550"/>
              <a:ext cx="212700" cy="307800"/>
            </a:xfrm>
            <a:custGeom>
              <a:avLst/>
              <a:gdLst/>
              <a:ahLst/>
              <a:cxnLst/>
              <a:rect l="l" t="t" r="r" b="b"/>
              <a:pathLst>
                <a:path w="8508" h="12312" extrusionOk="0">
                  <a:moveTo>
                    <a:pt x="1" y="0"/>
                  </a:moveTo>
                  <a:lnTo>
                    <a:pt x="1123" y="10471"/>
                  </a:lnTo>
                  <a:cubicBezTo>
                    <a:pt x="1184" y="11037"/>
                    <a:pt x="1629" y="11492"/>
                    <a:pt x="2195" y="11563"/>
                  </a:cubicBezTo>
                  <a:lnTo>
                    <a:pt x="8366" y="12312"/>
                  </a:lnTo>
                  <a:lnTo>
                    <a:pt x="8508" y="10177"/>
                  </a:lnTo>
                  <a:lnTo>
                    <a:pt x="4249" y="9469"/>
                  </a:lnTo>
                  <a:lnTo>
                    <a:pt x="2924" y="4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2182850" y="3062175"/>
              <a:ext cx="33900" cy="30600"/>
            </a:xfrm>
            <a:custGeom>
              <a:avLst/>
              <a:gdLst/>
              <a:ahLst/>
              <a:cxnLst/>
              <a:rect l="l" t="t" r="r" b="b"/>
              <a:pathLst>
                <a:path w="1356" h="1224" extrusionOk="0">
                  <a:moveTo>
                    <a:pt x="20" y="0"/>
                  </a:moveTo>
                  <a:cubicBezTo>
                    <a:pt x="20" y="20"/>
                    <a:pt x="0" y="495"/>
                    <a:pt x="334" y="860"/>
                  </a:cubicBezTo>
                  <a:cubicBezTo>
                    <a:pt x="567" y="1102"/>
                    <a:pt x="911" y="1224"/>
                    <a:pt x="1356" y="1224"/>
                  </a:cubicBezTo>
                  <a:lnTo>
                    <a:pt x="1356" y="1174"/>
                  </a:lnTo>
                  <a:cubicBezTo>
                    <a:pt x="931" y="1174"/>
                    <a:pt x="597" y="1052"/>
                    <a:pt x="374" y="819"/>
                  </a:cubicBezTo>
                  <a:cubicBezTo>
                    <a:pt x="50" y="475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2080925" y="3062175"/>
              <a:ext cx="34175" cy="30600"/>
            </a:xfrm>
            <a:custGeom>
              <a:avLst/>
              <a:gdLst/>
              <a:ahLst/>
              <a:cxnLst/>
              <a:rect l="l" t="t" r="r" b="b"/>
              <a:pathLst>
                <a:path w="1367" h="1224" extrusionOk="0">
                  <a:moveTo>
                    <a:pt x="1285" y="0"/>
                  </a:moveTo>
                  <a:cubicBezTo>
                    <a:pt x="1285" y="0"/>
                    <a:pt x="1306" y="475"/>
                    <a:pt x="982" y="819"/>
                  </a:cubicBezTo>
                  <a:cubicBezTo>
                    <a:pt x="769" y="1052"/>
                    <a:pt x="436" y="1174"/>
                    <a:pt x="0" y="1174"/>
                  </a:cubicBezTo>
                  <a:lnTo>
                    <a:pt x="0" y="1224"/>
                  </a:lnTo>
                  <a:cubicBezTo>
                    <a:pt x="456" y="1224"/>
                    <a:pt x="789" y="1102"/>
                    <a:pt x="1022" y="860"/>
                  </a:cubicBezTo>
                  <a:cubicBezTo>
                    <a:pt x="1366" y="495"/>
                    <a:pt x="1336" y="20"/>
                    <a:pt x="13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1952950" y="2764500"/>
              <a:ext cx="139375" cy="186150"/>
            </a:xfrm>
            <a:custGeom>
              <a:avLst/>
              <a:gdLst/>
              <a:ahLst/>
              <a:cxnLst/>
              <a:rect l="l" t="t" r="r" b="b"/>
              <a:pathLst>
                <a:path w="5575" h="7446" extrusionOk="0">
                  <a:moveTo>
                    <a:pt x="810" y="1"/>
                  </a:moveTo>
                  <a:lnTo>
                    <a:pt x="1" y="466"/>
                  </a:lnTo>
                  <a:cubicBezTo>
                    <a:pt x="1316" y="3541"/>
                    <a:pt x="1639" y="4846"/>
                    <a:pt x="5575" y="7446"/>
                  </a:cubicBezTo>
                  <a:lnTo>
                    <a:pt x="5423" y="5605"/>
                  </a:lnTo>
                  <a:lnTo>
                    <a:pt x="2894" y="34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1931200" y="2725875"/>
              <a:ext cx="43800" cy="50275"/>
            </a:xfrm>
            <a:custGeom>
              <a:avLst/>
              <a:gdLst/>
              <a:ahLst/>
              <a:cxnLst/>
              <a:rect l="l" t="t" r="r" b="b"/>
              <a:pathLst>
                <a:path w="1752" h="2011" extrusionOk="0">
                  <a:moveTo>
                    <a:pt x="700" y="0"/>
                  </a:moveTo>
                  <a:cubicBezTo>
                    <a:pt x="500" y="0"/>
                    <a:pt x="436" y="160"/>
                    <a:pt x="436" y="160"/>
                  </a:cubicBezTo>
                  <a:cubicBezTo>
                    <a:pt x="264" y="251"/>
                    <a:pt x="324" y="383"/>
                    <a:pt x="324" y="383"/>
                  </a:cubicBezTo>
                  <a:cubicBezTo>
                    <a:pt x="122" y="504"/>
                    <a:pt x="214" y="666"/>
                    <a:pt x="214" y="666"/>
                  </a:cubicBezTo>
                  <a:cubicBezTo>
                    <a:pt x="41" y="727"/>
                    <a:pt x="52" y="848"/>
                    <a:pt x="52" y="848"/>
                  </a:cubicBezTo>
                  <a:cubicBezTo>
                    <a:pt x="1" y="1354"/>
                    <a:pt x="871" y="2011"/>
                    <a:pt x="871" y="2011"/>
                  </a:cubicBezTo>
                  <a:lnTo>
                    <a:pt x="1751" y="1880"/>
                  </a:lnTo>
                  <a:cubicBezTo>
                    <a:pt x="1569" y="1030"/>
                    <a:pt x="1468" y="180"/>
                    <a:pt x="780" y="8"/>
                  </a:cubicBezTo>
                  <a:cubicBezTo>
                    <a:pt x="751" y="3"/>
                    <a:pt x="724" y="0"/>
                    <a:pt x="700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1936700" y="2726875"/>
              <a:ext cx="19575" cy="19450"/>
            </a:xfrm>
            <a:custGeom>
              <a:avLst/>
              <a:gdLst/>
              <a:ahLst/>
              <a:cxnLst/>
              <a:rect l="l" t="t" r="r" b="b"/>
              <a:pathLst>
                <a:path w="783" h="778" extrusionOk="0">
                  <a:moveTo>
                    <a:pt x="726" y="0"/>
                  </a:moveTo>
                  <a:cubicBezTo>
                    <a:pt x="399" y="0"/>
                    <a:pt x="1" y="777"/>
                    <a:pt x="469" y="777"/>
                  </a:cubicBezTo>
                  <a:cubicBezTo>
                    <a:pt x="590" y="737"/>
                    <a:pt x="671" y="535"/>
                    <a:pt x="671" y="505"/>
                  </a:cubicBezTo>
                  <a:lnTo>
                    <a:pt x="630" y="484"/>
                  </a:lnTo>
                  <a:cubicBezTo>
                    <a:pt x="601" y="572"/>
                    <a:pt x="515" y="737"/>
                    <a:pt x="424" y="737"/>
                  </a:cubicBezTo>
                  <a:cubicBezTo>
                    <a:pt x="388" y="737"/>
                    <a:pt x="351" y="712"/>
                    <a:pt x="317" y="646"/>
                  </a:cubicBezTo>
                  <a:cubicBezTo>
                    <a:pt x="232" y="486"/>
                    <a:pt x="507" y="62"/>
                    <a:pt x="725" y="62"/>
                  </a:cubicBezTo>
                  <a:cubicBezTo>
                    <a:pt x="741" y="62"/>
                    <a:pt x="757" y="64"/>
                    <a:pt x="772" y="69"/>
                  </a:cubicBezTo>
                  <a:lnTo>
                    <a:pt x="783" y="9"/>
                  </a:lnTo>
                  <a:cubicBezTo>
                    <a:pt x="764" y="3"/>
                    <a:pt x="745" y="0"/>
                    <a:pt x="726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1931725" y="2747075"/>
              <a:ext cx="12925" cy="6750"/>
            </a:xfrm>
            <a:custGeom>
              <a:avLst/>
              <a:gdLst/>
              <a:ahLst/>
              <a:cxnLst/>
              <a:rect l="l" t="t" r="r" b="b"/>
              <a:pathLst>
                <a:path w="517" h="270" extrusionOk="0">
                  <a:moveTo>
                    <a:pt x="51" y="0"/>
                  </a:moveTo>
                  <a:lnTo>
                    <a:pt x="11" y="30"/>
                  </a:lnTo>
                  <a:cubicBezTo>
                    <a:pt x="1" y="30"/>
                    <a:pt x="197" y="269"/>
                    <a:pt x="338" y="269"/>
                  </a:cubicBezTo>
                  <a:cubicBezTo>
                    <a:pt x="351" y="269"/>
                    <a:pt x="363" y="267"/>
                    <a:pt x="375" y="263"/>
                  </a:cubicBezTo>
                  <a:cubicBezTo>
                    <a:pt x="465" y="232"/>
                    <a:pt x="516" y="70"/>
                    <a:pt x="516" y="61"/>
                  </a:cubicBezTo>
                  <a:lnTo>
                    <a:pt x="465" y="50"/>
                  </a:lnTo>
                  <a:cubicBezTo>
                    <a:pt x="442" y="165"/>
                    <a:pt x="392" y="206"/>
                    <a:pt x="335" y="206"/>
                  </a:cubicBezTo>
                  <a:cubicBezTo>
                    <a:pt x="221" y="206"/>
                    <a:pt x="78" y="47"/>
                    <a:pt x="5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1949675" y="2754400"/>
              <a:ext cx="5075" cy="9625"/>
            </a:xfrm>
            <a:custGeom>
              <a:avLst/>
              <a:gdLst/>
              <a:ahLst/>
              <a:cxnLst/>
              <a:rect l="l" t="t" r="r" b="b"/>
              <a:pathLst>
                <a:path w="203" h="385" extrusionOk="0">
                  <a:moveTo>
                    <a:pt x="152" y="0"/>
                  </a:moveTo>
                  <a:cubicBezTo>
                    <a:pt x="152" y="11"/>
                    <a:pt x="1" y="243"/>
                    <a:pt x="152" y="384"/>
                  </a:cubicBezTo>
                  <a:lnTo>
                    <a:pt x="192" y="344"/>
                  </a:lnTo>
                  <a:cubicBezTo>
                    <a:pt x="71" y="233"/>
                    <a:pt x="192" y="31"/>
                    <a:pt x="203" y="31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2194225" y="2768300"/>
              <a:ext cx="161350" cy="182875"/>
            </a:xfrm>
            <a:custGeom>
              <a:avLst/>
              <a:gdLst/>
              <a:ahLst/>
              <a:cxnLst/>
              <a:rect l="l" t="t" r="r" b="b"/>
              <a:pathLst>
                <a:path w="6454" h="7315" extrusionOk="0">
                  <a:moveTo>
                    <a:pt x="5615" y="1"/>
                  </a:moveTo>
                  <a:cubicBezTo>
                    <a:pt x="3430" y="3693"/>
                    <a:pt x="4289" y="3511"/>
                    <a:pt x="445" y="5271"/>
                  </a:cubicBezTo>
                  <a:lnTo>
                    <a:pt x="0" y="7314"/>
                  </a:lnTo>
                  <a:cubicBezTo>
                    <a:pt x="2155" y="6859"/>
                    <a:pt x="4734" y="4461"/>
                    <a:pt x="4734" y="4461"/>
                  </a:cubicBezTo>
                  <a:lnTo>
                    <a:pt x="6454" y="426"/>
                  </a:lnTo>
                  <a:lnTo>
                    <a:pt x="5615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2334075" y="2727850"/>
              <a:ext cx="39650" cy="58700"/>
            </a:xfrm>
            <a:custGeom>
              <a:avLst/>
              <a:gdLst/>
              <a:ahLst/>
              <a:cxnLst/>
              <a:rect l="l" t="t" r="r" b="b"/>
              <a:pathLst>
                <a:path w="1586" h="2348" extrusionOk="0">
                  <a:moveTo>
                    <a:pt x="906" y="1"/>
                  </a:moveTo>
                  <a:cubicBezTo>
                    <a:pt x="773" y="1"/>
                    <a:pt x="554" y="472"/>
                    <a:pt x="445" y="850"/>
                  </a:cubicBezTo>
                  <a:cubicBezTo>
                    <a:pt x="445" y="850"/>
                    <a:pt x="466" y="466"/>
                    <a:pt x="304" y="455"/>
                  </a:cubicBezTo>
                  <a:cubicBezTo>
                    <a:pt x="302" y="455"/>
                    <a:pt x="301" y="455"/>
                    <a:pt x="299" y="455"/>
                  </a:cubicBezTo>
                  <a:cubicBezTo>
                    <a:pt x="80" y="455"/>
                    <a:pt x="0" y="1781"/>
                    <a:pt x="0" y="1781"/>
                  </a:cubicBezTo>
                  <a:lnTo>
                    <a:pt x="547" y="2347"/>
                  </a:lnTo>
                  <a:cubicBezTo>
                    <a:pt x="547" y="2347"/>
                    <a:pt x="1204" y="1801"/>
                    <a:pt x="1417" y="1204"/>
                  </a:cubicBezTo>
                  <a:cubicBezTo>
                    <a:pt x="1584" y="753"/>
                    <a:pt x="1585" y="419"/>
                    <a:pt x="1501" y="419"/>
                  </a:cubicBezTo>
                  <a:cubicBezTo>
                    <a:pt x="1483" y="419"/>
                    <a:pt x="1462" y="434"/>
                    <a:pt x="1437" y="466"/>
                  </a:cubicBezTo>
                  <a:cubicBezTo>
                    <a:pt x="1437" y="466"/>
                    <a:pt x="1410" y="303"/>
                    <a:pt x="1339" y="303"/>
                  </a:cubicBezTo>
                  <a:cubicBezTo>
                    <a:pt x="1314" y="303"/>
                    <a:pt x="1282" y="325"/>
                    <a:pt x="1244" y="385"/>
                  </a:cubicBezTo>
                  <a:cubicBezTo>
                    <a:pt x="1252" y="287"/>
                    <a:pt x="1205" y="179"/>
                    <a:pt x="1129" y="179"/>
                  </a:cubicBezTo>
                  <a:cubicBezTo>
                    <a:pt x="1095" y="179"/>
                    <a:pt x="1056" y="200"/>
                    <a:pt x="1012" y="253"/>
                  </a:cubicBezTo>
                  <a:cubicBezTo>
                    <a:pt x="998" y="73"/>
                    <a:pt x="958" y="1"/>
                    <a:pt x="90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2367700" y="2739225"/>
              <a:ext cx="2825" cy="12650"/>
            </a:xfrm>
            <a:custGeom>
              <a:avLst/>
              <a:gdLst/>
              <a:ahLst/>
              <a:cxnLst/>
              <a:rect l="l" t="t" r="r" b="b"/>
              <a:pathLst>
                <a:path w="113" h="506" extrusionOk="0">
                  <a:moveTo>
                    <a:pt x="72" y="0"/>
                  </a:moveTo>
                  <a:cubicBezTo>
                    <a:pt x="72" y="11"/>
                    <a:pt x="51" y="304"/>
                    <a:pt x="0" y="496"/>
                  </a:cubicBezTo>
                  <a:lnTo>
                    <a:pt x="31" y="506"/>
                  </a:lnTo>
                  <a:cubicBezTo>
                    <a:pt x="92" y="314"/>
                    <a:pt x="112" y="11"/>
                    <a:pt x="112" y="11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2361900" y="2737200"/>
              <a:ext cx="3800" cy="11925"/>
            </a:xfrm>
            <a:custGeom>
              <a:avLst/>
              <a:gdLst/>
              <a:ahLst/>
              <a:cxnLst/>
              <a:rect l="l" t="t" r="r" b="b"/>
              <a:pathLst>
                <a:path w="152" h="477" extrusionOk="0">
                  <a:moveTo>
                    <a:pt x="111" y="0"/>
                  </a:moveTo>
                  <a:cubicBezTo>
                    <a:pt x="111" y="0"/>
                    <a:pt x="71" y="253"/>
                    <a:pt x="0" y="465"/>
                  </a:cubicBezTo>
                  <a:lnTo>
                    <a:pt x="30" y="476"/>
                  </a:lnTo>
                  <a:cubicBezTo>
                    <a:pt x="101" y="263"/>
                    <a:pt x="151" y="11"/>
                    <a:pt x="15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2356075" y="2734150"/>
              <a:ext cx="3825" cy="14700"/>
            </a:xfrm>
            <a:custGeom>
              <a:avLst/>
              <a:gdLst/>
              <a:ahLst/>
              <a:cxnLst/>
              <a:rect l="l" t="t" r="r" b="b"/>
              <a:pathLst>
                <a:path w="153" h="588" extrusionOk="0">
                  <a:moveTo>
                    <a:pt x="112" y="1"/>
                  </a:moveTo>
                  <a:cubicBezTo>
                    <a:pt x="112" y="1"/>
                    <a:pt x="81" y="304"/>
                    <a:pt x="0" y="578"/>
                  </a:cubicBezTo>
                  <a:lnTo>
                    <a:pt x="31" y="587"/>
                  </a:lnTo>
                  <a:cubicBezTo>
                    <a:pt x="112" y="304"/>
                    <a:pt x="152" y="11"/>
                    <a:pt x="152" y="11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2343675" y="2748575"/>
              <a:ext cx="2050" cy="6850"/>
            </a:xfrm>
            <a:custGeom>
              <a:avLst/>
              <a:gdLst/>
              <a:ahLst/>
              <a:cxnLst/>
              <a:rect l="l" t="t" r="r" b="b"/>
              <a:pathLst>
                <a:path w="82" h="274" extrusionOk="0">
                  <a:moveTo>
                    <a:pt x="41" y="1"/>
                  </a:moveTo>
                  <a:cubicBezTo>
                    <a:pt x="41" y="1"/>
                    <a:pt x="31" y="152"/>
                    <a:pt x="1" y="264"/>
                  </a:cubicBezTo>
                  <a:lnTo>
                    <a:pt x="41" y="274"/>
                  </a:lnTo>
                  <a:cubicBezTo>
                    <a:pt x="61" y="152"/>
                    <a:pt x="82" y="10"/>
                    <a:pt x="82" y="10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2175000" y="2818375"/>
              <a:ext cx="20000" cy="21025"/>
            </a:xfrm>
            <a:custGeom>
              <a:avLst/>
              <a:gdLst/>
              <a:ahLst/>
              <a:cxnLst/>
              <a:rect l="l" t="t" r="r" b="b"/>
              <a:pathLst>
                <a:path w="800" h="841" extrusionOk="0">
                  <a:moveTo>
                    <a:pt x="433" y="1"/>
                  </a:moveTo>
                  <a:cubicBezTo>
                    <a:pt x="288" y="1"/>
                    <a:pt x="139" y="114"/>
                    <a:pt x="81" y="294"/>
                  </a:cubicBezTo>
                  <a:cubicBezTo>
                    <a:pt x="0" y="516"/>
                    <a:pt x="81" y="749"/>
                    <a:pt x="254" y="820"/>
                  </a:cubicBezTo>
                  <a:cubicBezTo>
                    <a:pt x="289" y="833"/>
                    <a:pt x="325" y="840"/>
                    <a:pt x="361" y="840"/>
                  </a:cubicBezTo>
                  <a:cubicBezTo>
                    <a:pt x="509" y="840"/>
                    <a:pt x="654" y="726"/>
                    <a:pt x="719" y="547"/>
                  </a:cubicBezTo>
                  <a:cubicBezTo>
                    <a:pt x="800" y="324"/>
                    <a:pt x="719" y="91"/>
                    <a:pt x="537" y="21"/>
                  </a:cubicBezTo>
                  <a:cubicBezTo>
                    <a:pt x="503" y="7"/>
                    <a:pt x="468" y="1"/>
                    <a:pt x="433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2186625" y="2822925"/>
              <a:ext cx="5075" cy="9875"/>
            </a:xfrm>
            <a:custGeom>
              <a:avLst/>
              <a:gdLst/>
              <a:ahLst/>
              <a:cxnLst/>
              <a:rect l="l" t="t" r="r" b="b"/>
              <a:pathLst>
                <a:path w="203" h="395" extrusionOk="0">
                  <a:moveTo>
                    <a:pt x="21" y="1"/>
                  </a:moveTo>
                  <a:lnTo>
                    <a:pt x="1" y="31"/>
                  </a:lnTo>
                  <a:cubicBezTo>
                    <a:pt x="153" y="152"/>
                    <a:pt x="92" y="385"/>
                    <a:pt x="92" y="385"/>
                  </a:cubicBezTo>
                  <a:lnTo>
                    <a:pt x="122" y="395"/>
                  </a:lnTo>
                  <a:cubicBezTo>
                    <a:pt x="132" y="385"/>
                    <a:pt x="203" y="132"/>
                    <a:pt x="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2105975" y="2818375"/>
              <a:ext cx="19975" cy="21025"/>
            </a:xfrm>
            <a:custGeom>
              <a:avLst/>
              <a:gdLst/>
              <a:ahLst/>
              <a:cxnLst/>
              <a:rect l="l" t="t" r="r" b="b"/>
              <a:pathLst>
                <a:path w="799" h="841" extrusionOk="0">
                  <a:moveTo>
                    <a:pt x="366" y="1"/>
                  </a:moveTo>
                  <a:cubicBezTo>
                    <a:pt x="331" y="1"/>
                    <a:pt x="296" y="7"/>
                    <a:pt x="263" y="21"/>
                  </a:cubicBezTo>
                  <a:cubicBezTo>
                    <a:pt x="81" y="91"/>
                    <a:pt x="0" y="324"/>
                    <a:pt x="81" y="547"/>
                  </a:cubicBezTo>
                  <a:cubicBezTo>
                    <a:pt x="146" y="726"/>
                    <a:pt x="290" y="840"/>
                    <a:pt x="439" y="840"/>
                  </a:cubicBezTo>
                  <a:cubicBezTo>
                    <a:pt x="475" y="840"/>
                    <a:pt x="511" y="833"/>
                    <a:pt x="546" y="820"/>
                  </a:cubicBezTo>
                  <a:cubicBezTo>
                    <a:pt x="718" y="749"/>
                    <a:pt x="799" y="516"/>
                    <a:pt x="718" y="294"/>
                  </a:cubicBezTo>
                  <a:cubicBezTo>
                    <a:pt x="661" y="114"/>
                    <a:pt x="512" y="1"/>
                    <a:pt x="36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2108725" y="2822925"/>
              <a:ext cx="4850" cy="9875"/>
            </a:xfrm>
            <a:custGeom>
              <a:avLst/>
              <a:gdLst/>
              <a:ahLst/>
              <a:cxnLst/>
              <a:rect l="l" t="t" r="r" b="b"/>
              <a:pathLst>
                <a:path w="194" h="395" extrusionOk="0">
                  <a:moveTo>
                    <a:pt x="173" y="1"/>
                  </a:moveTo>
                  <a:cubicBezTo>
                    <a:pt x="1" y="132"/>
                    <a:pt x="72" y="385"/>
                    <a:pt x="72" y="395"/>
                  </a:cubicBezTo>
                  <a:lnTo>
                    <a:pt x="102" y="385"/>
                  </a:lnTo>
                  <a:cubicBezTo>
                    <a:pt x="102" y="385"/>
                    <a:pt x="41" y="152"/>
                    <a:pt x="194" y="3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2070550" y="2884125"/>
              <a:ext cx="160100" cy="175025"/>
            </a:xfrm>
            <a:custGeom>
              <a:avLst/>
              <a:gdLst/>
              <a:ahLst/>
              <a:cxnLst/>
              <a:rect l="l" t="t" r="r" b="b"/>
              <a:pathLst>
                <a:path w="6404" h="7001" extrusionOk="0">
                  <a:moveTo>
                    <a:pt x="2226" y="1"/>
                  </a:moveTo>
                  <a:cubicBezTo>
                    <a:pt x="689" y="1"/>
                    <a:pt x="1" y="1346"/>
                    <a:pt x="193" y="2863"/>
                  </a:cubicBezTo>
                  <a:lnTo>
                    <a:pt x="496" y="7001"/>
                  </a:lnTo>
                  <a:lnTo>
                    <a:pt x="5848" y="7001"/>
                  </a:lnTo>
                  <a:lnTo>
                    <a:pt x="5999" y="4553"/>
                  </a:lnTo>
                  <a:lnTo>
                    <a:pt x="6222" y="2863"/>
                  </a:lnTo>
                  <a:cubicBezTo>
                    <a:pt x="6404" y="1346"/>
                    <a:pt x="5635" y="1"/>
                    <a:pt x="4097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2130250" y="2856050"/>
              <a:ext cx="40725" cy="30625"/>
            </a:xfrm>
            <a:custGeom>
              <a:avLst/>
              <a:gdLst/>
              <a:ahLst/>
              <a:cxnLst/>
              <a:rect l="l" t="t" r="r" b="b"/>
              <a:pathLst>
                <a:path w="1629" h="1225" extrusionOk="0">
                  <a:moveTo>
                    <a:pt x="91" y="1"/>
                  </a:moveTo>
                  <a:lnTo>
                    <a:pt x="0" y="1225"/>
                  </a:lnTo>
                  <a:lnTo>
                    <a:pt x="1628" y="1225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2120625" y="2880600"/>
              <a:ext cx="59725" cy="24025"/>
            </a:xfrm>
            <a:custGeom>
              <a:avLst/>
              <a:gdLst/>
              <a:ahLst/>
              <a:cxnLst/>
              <a:rect l="l" t="t" r="r" b="b"/>
              <a:pathLst>
                <a:path w="2389" h="961" extrusionOk="0">
                  <a:moveTo>
                    <a:pt x="1215" y="0"/>
                  </a:moveTo>
                  <a:lnTo>
                    <a:pt x="1" y="152"/>
                  </a:lnTo>
                  <a:cubicBezTo>
                    <a:pt x="1" y="152"/>
                    <a:pt x="142" y="961"/>
                    <a:pt x="1215" y="961"/>
                  </a:cubicBezTo>
                  <a:cubicBezTo>
                    <a:pt x="2287" y="961"/>
                    <a:pt x="2388" y="152"/>
                    <a:pt x="2388" y="152"/>
                  </a:cubicBezTo>
                  <a:lnTo>
                    <a:pt x="121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2142875" y="2922575"/>
              <a:ext cx="3575" cy="3800"/>
            </a:xfrm>
            <a:custGeom>
              <a:avLst/>
              <a:gdLst/>
              <a:ahLst/>
              <a:cxnLst/>
              <a:rect l="l" t="t" r="r" b="b"/>
              <a:pathLst>
                <a:path w="143" h="152" extrusionOk="0">
                  <a:moveTo>
                    <a:pt x="71" y="0"/>
                  </a:moveTo>
                  <a:cubicBezTo>
                    <a:pt x="31" y="0"/>
                    <a:pt x="1" y="41"/>
                    <a:pt x="1" y="81"/>
                  </a:cubicBezTo>
                  <a:cubicBezTo>
                    <a:pt x="1" y="122"/>
                    <a:pt x="31" y="152"/>
                    <a:pt x="71" y="152"/>
                  </a:cubicBezTo>
                  <a:cubicBezTo>
                    <a:pt x="112" y="152"/>
                    <a:pt x="143" y="122"/>
                    <a:pt x="143" y="81"/>
                  </a:cubicBezTo>
                  <a:cubicBezTo>
                    <a:pt x="143" y="41"/>
                    <a:pt x="112" y="0"/>
                    <a:pt x="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2142875" y="2936225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1" y="1"/>
                    <a:pt x="1" y="31"/>
                    <a:pt x="1" y="71"/>
                  </a:cubicBezTo>
                  <a:cubicBezTo>
                    <a:pt x="1" y="111"/>
                    <a:pt x="31" y="142"/>
                    <a:pt x="71" y="142"/>
                  </a:cubicBezTo>
                  <a:cubicBezTo>
                    <a:pt x="112" y="142"/>
                    <a:pt x="143" y="111"/>
                    <a:pt x="143" y="71"/>
                  </a:cubicBezTo>
                  <a:cubicBezTo>
                    <a:pt x="143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2131500" y="2860600"/>
              <a:ext cx="38450" cy="22550"/>
            </a:xfrm>
            <a:custGeom>
              <a:avLst/>
              <a:gdLst/>
              <a:ahLst/>
              <a:cxnLst/>
              <a:rect l="l" t="t" r="r" b="b"/>
              <a:pathLst>
                <a:path w="1538" h="902" extrusionOk="0">
                  <a:moveTo>
                    <a:pt x="0" y="1"/>
                  </a:moveTo>
                  <a:lnTo>
                    <a:pt x="0" y="396"/>
                  </a:lnTo>
                  <a:cubicBezTo>
                    <a:pt x="0" y="396"/>
                    <a:pt x="284" y="901"/>
                    <a:pt x="759" y="901"/>
                  </a:cubicBezTo>
                  <a:cubicBezTo>
                    <a:pt x="1234" y="901"/>
                    <a:pt x="1538" y="396"/>
                    <a:pt x="1538" y="396"/>
                  </a:cubicBezTo>
                  <a:lnTo>
                    <a:pt x="1538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2114800" y="2777650"/>
              <a:ext cx="71600" cy="99175"/>
            </a:xfrm>
            <a:custGeom>
              <a:avLst/>
              <a:gdLst/>
              <a:ahLst/>
              <a:cxnLst/>
              <a:rect l="l" t="t" r="r" b="b"/>
              <a:pathLst>
                <a:path w="2864" h="3967" extrusionOk="0">
                  <a:moveTo>
                    <a:pt x="1427" y="1"/>
                  </a:moveTo>
                  <a:cubicBezTo>
                    <a:pt x="638" y="1"/>
                    <a:pt x="1" y="638"/>
                    <a:pt x="1" y="1427"/>
                  </a:cubicBezTo>
                  <a:cubicBezTo>
                    <a:pt x="1" y="1478"/>
                    <a:pt x="1" y="1518"/>
                    <a:pt x="11" y="1569"/>
                  </a:cubicBezTo>
                  <a:lnTo>
                    <a:pt x="11" y="1589"/>
                  </a:lnTo>
                  <a:lnTo>
                    <a:pt x="163" y="2823"/>
                  </a:lnTo>
                  <a:lnTo>
                    <a:pt x="163" y="2833"/>
                  </a:lnTo>
                  <a:lnTo>
                    <a:pt x="163" y="2853"/>
                  </a:lnTo>
                  <a:cubicBezTo>
                    <a:pt x="244" y="3480"/>
                    <a:pt x="780" y="3966"/>
                    <a:pt x="1427" y="3966"/>
                  </a:cubicBezTo>
                  <a:cubicBezTo>
                    <a:pt x="2075" y="3966"/>
                    <a:pt x="2611" y="3501"/>
                    <a:pt x="2702" y="2874"/>
                  </a:cubicBezTo>
                  <a:lnTo>
                    <a:pt x="2702" y="2864"/>
                  </a:lnTo>
                  <a:lnTo>
                    <a:pt x="2702" y="2813"/>
                  </a:lnTo>
                  <a:lnTo>
                    <a:pt x="2853" y="1589"/>
                  </a:lnTo>
                  <a:lnTo>
                    <a:pt x="2853" y="1569"/>
                  </a:lnTo>
                  <a:cubicBezTo>
                    <a:pt x="2864" y="1518"/>
                    <a:pt x="2864" y="1478"/>
                    <a:pt x="2864" y="1427"/>
                  </a:cubicBezTo>
                  <a:cubicBezTo>
                    <a:pt x="2864" y="638"/>
                    <a:pt x="2226" y="1"/>
                    <a:pt x="1427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2114800" y="2777150"/>
              <a:ext cx="71600" cy="53125"/>
            </a:xfrm>
            <a:custGeom>
              <a:avLst/>
              <a:gdLst/>
              <a:ahLst/>
              <a:cxnLst/>
              <a:rect l="l" t="t" r="r" b="b"/>
              <a:pathLst>
                <a:path w="2864" h="2125" extrusionOk="0">
                  <a:moveTo>
                    <a:pt x="1434" y="0"/>
                  </a:moveTo>
                  <a:cubicBezTo>
                    <a:pt x="1361" y="0"/>
                    <a:pt x="50" y="20"/>
                    <a:pt x="1" y="1387"/>
                  </a:cubicBezTo>
                  <a:cubicBezTo>
                    <a:pt x="1" y="1518"/>
                    <a:pt x="11" y="1650"/>
                    <a:pt x="31" y="1781"/>
                  </a:cubicBezTo>
                  <a:lnTo>
                    <a:pt x="82" y="2125"/>
                  </a:lnTo>
                  <a:cubicBezTo>
                    <a:pt x="82" y="2125"/>
                    <a:pt x="405" y="1812"/>
                    <a:pt x="567" y="1306"/>
                  </a:cubicBezTo>
                  <a:lnTo>
                    <a:pt x="2297" y="1306"/>
                  </a:lnTo>
                  <a:cubicBezTo>
                    <a:pt x="2459" y="1812"/>
                    <a:pt x="2793" y="2125"/>
                    <a:pt x="2793" y="2125"/>
                  </a:cubicBezTo>
                  <a:lnTo>
                    <a:pt x="2844" y="1781"/>
                  </a:lnTo>
                  <a:cubicBezTo>
                    <a:pt x="2853" y="1650"/>
                    <a:pt x="2864" y="1518"/>
                    <a:pt x="2864" y="1387"/>
                  </a:cubicBezTo>
                  <a:cubicBezTo>
                    <a:pt x="2814" y="20"/>
                    <a:pt x="1513" y="0"/>
                    <a:pt x="1440" y="0"/>
                  </a:cubicBezTo>
                  <a:cubicBezTo>
                    <a:pt x="1438" y="0"/>
                    <a:pt x="1437" y="0"/>
                    <a:pt x="1437" y="0"/>
                  </a:cubicBezTo>
                  <a:cubicBezTo>
                    <a:pt x="1437" y="0"/>
                    <a:pt x="1436" y="0"/>
                    <a:pt x="1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2092550" y="2766475"/>
              <a:ext cx="101950" cy="51925"/>
            </a:xfrm>
            <a:custGeom>
              <a:avLst/>
              <a:gdLst/>
              <a:ahLst/>
              <a:cxnLst/>
              <a:rect l="l" t="t" r="r" b="b"/>
              <a:pathLst>
                <a:path w="4078" h="2077" extrusionOk="0">
                  <a:moveTo>
                    <a:pt x="1818" y="1"/>
                  </a:moveTo>
                  <a:cubicBezTo>
                    <a:pt x="1789" y="1"/>
                    <a:pt x="1760" y="1"/>
                    <a:pt x="1731" y="3"/>
                  </a:cubicBezTo>
                  <a:cubicBezTo>
                    <a:pt x="749" y="43"/>
                    <a:pt x="1073" y="610"/>
                    <a:pt x="1073" y="610"/>
                  </a:cubicBezTo>
                  <a:cubicBezTo>
                    <a:pt x="1073" y="610"/>
                    <a:pt x="1" y="610"/>
                    <a:pt x="972" y="1652"/>
                  </a:cubicBezTo>
                  <a:lnTo>
                    <a:pt x="2449" y="1045"/>
                  </a:lnTo>
                  <a:lnTo>
                    <a:pt x="3471" y="1419"/>
                  </a:lnTo>
                  <a:lnTo>
                    <a:pt x="3743" y="2077"/>
                  </a:lnTo>
                  <a:cubicBezTo>
                    <a:pt x="3976" y="1055"/>
                    <a:pt x="4078" y="650"/>
                    <a:pt x="3318" y="620"/>
                  </a:cubicBezTo>
                  <a:cubicBezTo>
                    <a:pt x="3318" y="620"/>
                    <a:pt x="2747" y="1"/>
                    <a:pt x="18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2113050" y="2797375"/>
              <a:ext cx="7350" cy="21025"/>
            </a:xfrm>
            <a:custGeom>
              <a:avLst/>
              <a:gdLst/>
              <a:ahLst/>
              <a:cxnLst/>
              <a:rect l="l" t="t" r="r" b="b"/>
              <a:pathLst>
                <a:path w="294" h="841" extrusionOk="0">
                  <a:moveTo>
                    <a:pt x="0" y="1"/>
                  </a:moveTo>
                  <a:lnTo>
                    <a:pt x="81" y="841"/>
                  </a:lnTo>
                  <a:lnTo>
                    <a:pt x="293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2145425" y="2836075"/>
              <a:ext cx="5825" cy="11675"/>
            </a:xfrm>
            <a:custGeom>
              <a:avLst/>
              <a:gdLst/>
              <a:ahLst/>
              <a:cxnLst/>
              <a:rect l="l" t="t" r="r" b="b"/>
              <a:pathLst>
                <a:path w="233" h="467" extrusionOk="0">
                  <a:moveTo>
                    <a:pt x="172" y="1"/>
                  </a:moveTo>
                  <a:cubicBezTo>
                    <a:pt x="151" y="21"/>
                    <a:pt x="0" y="244"/>
                    <a:pt x="61" y="375"/>
                  </a:cubicBezTo>
                  <a:cubicBezTo>
                    <a:pt x="81" y="426"/>
                    <a:pt x="142" y="456"/>
                    <a:pt x="223" y="466"/>
                  </a:cubicBezTo>
                  <a:lnTo>
                    <a:pt x="232" y="405"/>
                  </a:lnTo>
                  <a:cubicBezTo>
                    <a:pt x="162" y="405"/>
                    <a:pt x="122" y="385"/>
                    <a:pt x="111" y="345"/>
                  </a:cubicBezTo>
                  <a:cubicBezTo>
                    <a:pt x="71" y="264"/>
                    <a:pt x="172" y="91"/>
                    <a:pt x="212" y="31"/>
                  </a:cubicBezTo>
                  <a:lnTo>
                    <a:pt x="1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2161600" y="2822925"/>
              <a:ext cx="12925" cy="6350"/>
            </a:xfrm>
            <a:custGeom>
              <a:avLst/>
              <a:gdLst/>
              <a:ahLst/>
              <a:cxnLst/>
              <a:rect l="l" t="t" r="r" b="b"/>
              <a:pathLst>
                <a:path w="517" h="254" extrusionOk="0">
                  <a:moveTo>
                    <a:pt x="30" y="1"/>
                  </a:moveTo>
                  <a:lnTo>
                    <a:pt x="1" y="142"/>
                  </a:lnTo>
                  <a:lnTo>
                    <a:pt x="486" y="253"/>
                  </a:lnTo>
                  <a:lnTo>
                    <a:pt x="516" y="112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2126700" y="2822925"/>
              <a:ext cx="13175" cy="6350"/>
            </a:xfrm>
            <a:custGeom>
              <a:avLst/>
              <a:gdLst/>
              <a:ahLst/>
              <a:cxnLst/>
              <a:rect l="l" t="t" r="r" b="b"/>
              <a:pathLst>
                <a:path w="527" h="254" extrusionOk="0">
                  <a:moveTo>
                    <a:pt x="496" y="1"/>
                  </a:moveTo>
                  <a:lnTo>
                    <a:pt x="1" y="112"/>
                  </a:lnTo>
                  <a:lnTo>
                    <a:pt x="31" y="253"/>
                  </a:lnTo>
                  <a:lnTo>
                    <a:pt x="527" y="142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2133275" y="2832025"/>
              <a:ext cx="4325" cy="4325"/>
            </a:xfrm>
            <a:custGeom>
              <a:avLst/>
              <a:gdLst/>
              <a:ahLst/>
              <a:cxnLst/>
              <a:rect l="l" t="t" r="r" b="b"/>
              <a:pathLst>
                <a:path w="173" h="173" extrusionOk="0">
                  <a:moveTo>
                    <a:pt x="91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32"/>
                    <a:pt x="41" y="173"/>
                    <a:pt x="91" y="173"/>
                  </a:cubicBezTo>
                  <a:cubicBezTo>
                    <a:pt x="132" y="173"/>
                    <a:pt x="172" y="132"/>
                    <a:pt x="172" y="92"/>
                  </a:cubicBezTo>
                  <a:cubicBezTo>
                    <a:pt x="172" y="41"/>
                    <a:pt x="13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2163625" y="2832025"/>
              <a:ext cx="4575" cy="4325"/>
            </a:xfrm>
            <a:custGeom>
              <a:avLst/>
              <a:gdLst/>
              <a:ahLst/>
              <a:cxnLst/>
              <a:rect l="l" t="t" r="r" b="b"/>
              <a:pathLst>
                <a:path w="183" h="173" extrusionOk="0">
                  <a:moveTo>
                    <a:pt x="91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32"/>
                    <a:pt x="41" y="173"/>
                    <a:pt x="91" y="173"/>
                  </a:cubicBezTo>
                  <a:cubicBezTo>
                    <a:pt x="142" y="173"/>
                    <a:pt x="183" y="132"/>
                    <a:pt x="183" y="92"/>
                  </a:cubicBezTo>
                  <a:cubicBezTo>
                    <a:pt x="183" y="41"/>
                    <a:pt x="14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1947400" y="2766275"/>
              <a:ext cx="173250" cy="184375"/>
            </a:xfrm>
            <a:custGeom>
              <a:avLst/>
              <a:gdLst/>
              <a:ahLst/>
              <a:cxnLst/>
              <a:rect l="l" t="t" r="r" b="b"/>
              <a:pathLst>
                <a:path w="6930" h="7375" extrusionOk="0">
                  <a:moveTo>
                    <a:pt x="1528" y="1"/>
                  </a:moveTo>
                  <a:lnTo>
                    <a:pt x="0" y="881"/>
                  </a:lnTo>
                  <a:lnTo>
                    <a:pt x="1933" y="4330"/>
                  </a:lnTo>
                  <a:cubicBezTo>
                    <a:pt x="2014" y="4492"/>
                    <a:pt x="2124" y="4634"/>
                    <a:pt x="2256" y="4755"/>
                  </a:cubicBezTo>
                  <a:lnTo>
                    <a:pt x="5098" y="7375"/>
                  </a:lnTo>
                  <a:lnTo>
                    <a:pt x="6930" y="4725"/>
                  </a:lnTo>
                  <a:lnTo>
                    <a:pt x="6323" y="4816"/>
                  </a:lnTo>
                  <a:cubicBezTo>
                    <a:pt x="6215" y="4832"/>
                    <a:pt x="6110" y="4840"/>
                    <a:pt x="6007" y="4840"/>
                  </a:cubicBezTo>
                  <a:cubicBezTo>
                    <a:pt x="5580" y="4840"/>
                    <a:pt x="5189" y="4701"/>
                    <a:pt x="4765" y="4391"/>
                  </a:cubicBezTo>
                  <a:lnTo>
                    <a:pt x="3642" y="3582"/>
                  </a:lnTo>
                  <a:cubicBezTo>
                    <a:pt x="3430" y="3430"/>
                    <a:pt x="3268" y="3238"/>
                    <a:pt x="3147" y="3005"/>
                  </a:cubicBezTo>
                  <a:lnTo>
                    <a:pt x="1528" y="1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2180325" y="2772100"/>
              <a:ext cx="177550" cy="178550"/>
            </a:xfrm>
            <a:custGeom>
              <a:avLst/>
              <a:gdLst/>
              <a:ahLst/>
              <a:cxnLst/>
              <a:rect l="l" t="t" r="r" b="b"/>
              <a:pathLst>
                <a:path w="7102" h="7142" extrusionOk="0">
                  <a:moveTo>
                    <a:pt x="5715" y="0"/>
                  </a:moveTo>
                  <a:lnTo>
                    <a:pt x="4431" y="2560"/>
                  </a:lnTo>
                  <a:cubicBezTo>
                    <a:pt x="4228" y="2924"/>
                    <a:pt x="3935" y="3237"/>
                    <a:pt x="3591" y="3470"/>
                  </a:cubicBezTo>
                  <a:lnTo>
                    <a:pt x="2266" y="4340"/>
                  </a:lnTo>
                  <a:cubicBezTo>
                    <a:pt x="1904" y="4549"/>
                    <a:pt x="1518" y="4624"/>
                    <a:pt x="1132" y="4624"/>
                  </a:cubicBezTo>
                  <a:cubicBezTo>
                    <a:pt x="956" y="4624"/>
                    <a:pt x="781" y="4608"/>
                    <a:pt x="607" y="4583"/>
                  </a:cubicBezTo>
                  <a:lnTo>
                    <a:pt x="0" y="4492"/>
                  </a:lnTo>
                  <a:lnTo>
                    <a:pt x="1831" y="7142"/>
                  </a:lnTo>
                  <a:lnTo>
                    <a:pt x="4937" y="4835"/>
                  </a:lnTo>
                  <a:cubicBezTo>
                    <a:pt x="5290" y="4572"/>
                    <a:pt x="5573" y="4219"/>
                    <a:pt x="5755" y="3814"/>
                  </a:cubicBezTo>
                  <a:lnTo>
                    <a:pt x="7101" y="769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2162350" y="2885650"/>
              <a:ext cx="28100" cy="28850"/>
            </a:xfrm>
            <a:custGeom>
              <a:avLst/>
              <a:gdLst/>
              <a:ahLst/>
              <a:cxnLst/>
              <a:rect l="l" t="t" r="r" b="b"/>
              <a:pathLst>
                <a:path w="1124" h="1154" extrusionOk="0">
                  <a:moveTo>
                    <a:pt x="1063" y="0"/>
                  </a:moveTo>
                  <a:cubicBezTo>
                    <a:pt x="1063" y="10"/>
                    <a:pt x="982" y="900"/>
                    <a:pt x="0" y="1103"/>
                  </a:cubicBezTo>
                  <a:lnTo>
                    <a:pt x="11" y="1154"/>
                  </a:lnTo>
                  <a:cubicBezTo>
                    <a:pt x="1032" y="951"/>
                    <a:pt x="1113" y="10"/>
                    <a:pt x="11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2111025" y="2885650"/>
              <a:ext cx="42500" cy="58950"/>
            </a:xfrm>
            <a:custGeom>
              <a:avLst/>
              <a:gdLst/>
              <a:ahLst/>
              <a:cxnLst/>
              <a:rect l="l" t="t" r="r" b="b"/>
              <a:pathLst>
                <a:path w="1700" h="2358" extrusionOk="0">
                  <a:moveTo>
                    <a:pt x="10" y="0"/>
                  </a:moveTo>
                  <a:cubicBezTo>
                    <a:pt x="10" y="21"/>
                    <a:pt x="0" y="415"/>
                    <a:pt x="334" y="749"/>
                  </a:cubicBezTo>
                  <a:cubicBezTo>
                    <a:pt x="617" y="1042"/>
                    <a:pt x="1062" y="1184"/>
                    <a:pt x="1639" y="1194"/>
                  </a:cubicBezTo>
                  <a:lnTo>
                    <a:pt x="1639" y="2357"/>
                  </a:lnTo>
                  <a:lnTo>
                    <a:pt x="1700" y="2357"/>
                  </a:lnTo>
                  <a:lnTo>
                    <a:pt x="1700" y="1143"/>
                  </a:lnTo>
                  <a:lnTo>
                    <a:pt x="1669" y="1143"/>
                  </a:lnTo>
                  <a:cubicBezTo>
                    <a:pt x="1093" y="1143"/>
                    <a:pt x="648" y="992"/>
                    <a:pt x="374" y="709"/>
                  </a:cubicBezTo>
                  <a:cubicBezTo>
                    <a:pt x="61" y="395"/>
                    <a:pt x="61" y="10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2074350" y="2949125"/>
              <a:ext cx="8875" cy="100150"/>
            </a:xfrm>
            <a:custGeom>
              <a:avLst/>
              <a:gdLst/>
              <a:ahLst/>
              <a:cxnLst/>
              <a:rect l="l" t="t" r="r" b="b"/>
              <a:pathLst>
                <a:path w="355" h="4006" extrusionOk="0">
                  <a:moveTo>
                    <a:pt x="0" y="0"/>
                  </a:moveTo>
                  <a:lnTo>
                    <a:pt x="304" y="4006"/>
                  </a:lnTo>
                  <a:lnTo>
                    <a:pt x="355" y="399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2216225" y="2949875"/>
              <a:ext cx="10650" cy="99925"/>
            </a:xfrm>
            <a:custGeom>
              <a:avLst/>
              <a:gdLst/>
              <a:ahLst/>
              <a:cxnLst/>
              <a:rect l="l" t="t" r="r" b="b"/>
              <a:pathLst>
                <a:path w="426" h="3997" extrusionOk="0">
                  <a:moveTo>
                    <a:pt x="365" y="1"/>
                  </a:moveTo>
                  <a:lnTo>
                    <a:pt x="1" y="3986"/>
                  </a:lnTo>
                  <a:lnTo>
                    <a:pt x="51" y="3996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2143625" y="3106925"/>
              <a:ext cx="7875" cy="47575"/>
            </a:xfrm>
            <a:custGeom>
              <a:avLst/>
              <a:gdLst/>
              <a:ahLst/>
              <a:cxnLst/>
              <a:rect l="l" t="t" r="r" b="b"/>
              <a:pathLst>
                <a:path w="315" h="1903" extrusionOk="0">
                  <a:moveTo>
                    <a:pt x="1" y="0"/>
                  </a:moveTo>
                  <a:lnTo>
                    <a:pt x="274" y="1902"/>
                  </a:lnTo>
                  <a:lnTo>
                    <a:pt x="315" y="189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2133025" y="3105150"/>
              <a:ext cx="21775" cy="3825"/>
            </a:xfrm>
            <a:custGeom>
              <a:avLst/>
              <a:gdLst/>
              <a:ahLst/>
              <a:cxnLst/>
              <a:rect l="l" t="t" r="r" b="b"/>
              <a:pathLst>
                <a:path w="871" h="153" extrusionOk="0">
                  <a:moveTo>
                    <a:pt x="870" y="1"/>
                  </a:moveTo>
                  <a:lnTo>
                    <a:pt x="0" y="102"/>
                  </a:lnTo>
                  <a:lnTo>
                    <a:pt x="0" y="152"/>
                  </a:lnTo>
                  <a:lnTo>
                    <a:pt x="870" y="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2141375" y="2857075"/>
              <a:ext cx="11400" cy="5075"/>
            </a:xfrm>
            <a:custGeom>
              <a:avLst/>
              <a:gdLst/>
              <a:ahLst/>
              <a:cxnLst/>
              <a:rect l="l" t="t" r="r" b="b"/>
              <a:pathLst>
                <a:path w="456" h="203" extrusionOk="0">
                  <a:moveTo>
                    <a:pt x="0" y="0"/>
                  </a:moveTo>
                  <a:cubicBezTo>
                    <a:pt x="41" y="71"/>
                    <a:pt x="131" y="172"/>
                    <a:pt x="304" y="202"/>
                  </a:cubicBezTo>
                  <a:cubicBezTo>
                    <a:pt x="324" y="91"/>
                    <a:pt x="394" y="31"/>
                    <a:pt x="4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2140350" y="2854800"/>
              <a:ext cx="19250" cy="2300"/>
            </a:xfrm>
            <a:custGeom>
              <a:avLst/>
              <a:gdLst/>
              <a:ahLst/>
              <a:cxnLst/>
              <a:rect l="l" t="t" r="r" b="b"/>
              <a:pathLst>
                <a:path w="770" h="92" extrusionOk="0">
                  <a:moveTo>
                    <a:pt x="1" y="0"/>
                  </a:moveTo>
                  <a:cubicBezTo>
                    <a:pt x="1" y="0"/>
                    <a:pt x="11" y="41"/>
                    <a:pt x="41" y="91"/>
                  </a:cubicBezTo>
                  <a:lnTo>
                    <a:pt x="759" y="91"/>
                  </a:lnTo>
                  <a:cubicBezTo>
                    <a:pt x="770" y="41"/>
                    <a:pt x="759" y="0"/>
                    <a:pt x="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2148950" y="2857075"/>
              <a:ext cx="10400" cy="5325"/>
            </a:xfrm>
            <a:custGeom>
              <a:avLst/>
              <a:gdLst/>
              <a:ahLst/>
              <a:cxnLst/>
              <a:rect l="l" t="t" r="r" b="b"/>
              <a:pathLst>
                <a:path w="416" h="213" extrusionOk="0">
                  <a:moveTo>
                    <a:pt x="152" y="0"/>
                  </a:moveTo>
                  <a:cubicBezTo>
                    <a:pt x="91" y="31"/>
                    <a:pt x="21" y="91"/>
                    <a:pt x="1" y="202"/>
                  </a:cubicBezTo>
                  <a:cubicBezTo>
                    <a:pt x="10" y="202"/>
                    <a:pt x="21" y="213"/>
                    <a:pt x="21" y="213"/>
                  </a:cubicBezTo>
                  <a:lnTo>
                    <a:pt x="102" y="213"/>
                  </a:lnTo>
                  <a:cubicBezTo>
                    <a:pt x="334" y="213"/>
                    <a:pt x="395" y="91"/>
                    <a:pt x="415" y="0"/>
                  </a:cubicBezTo>
                  <a:close/>
                </a:path>
              </a:pathLst>
            </a:custGeom>
            <a:solidFill>
              <a:srgbClr val="E5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1840925" y="2731125"/>
              <a:ext cx="4825" cy="3325"/>
            </a:xfrm>
            <a:custGeom>
              <a:avLst/>
              <a:gdLst/>
              <a:ahLst/>
              <a:cxnLst/>
              <a:rect l="l" t="t" r="r" b="b"/>
              <a:pathLst>
                <a:path w="193" h="133" extrusionOk="0">
                  <a:moveTo>
                    <a:pt x="172" y="0"/>
                  </a:moveTo>
                  <a:cubicBezTo>
                    <a:pt x="172" y="0"/>
                    <a:pt x="51" y="41"/>
                    <a:pt x="1" y="112"/>
                  </a:cubicBezTo>
                  <a:lnTo>
                    <a:pt x="31" y="132"/>
                  </a:lnTo>
                  <a:cubicBezTo>
                    <a:pt x="82" y="81"/>
                    <a:pt x="193" y="41"/>
                    <a:pt x="193" y="41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1804525" y="2650700"/>
              <a:ext cx="74600" cy="113575"/>
            </a:xfrm>
            <a:custGeom>
              <a:avLst/>
              <a:gdLst/>
              <a:ahLst/>
              <a:cxnLst/>
              <a:rect l="l" t="t" r="r" b="b"/>
              <a:pathLst>
                <a:path w="2984" h="4543" extrusionOk="0">
                  <a:moveTo>
                    <a:pt x="688" y="1"/>
                  </a:moveTo>
                  <a:cubicBezTo>
                    <a:pt x="313" y="1"/>
                    <a:pt x="0" y="315"/>
                    <a:pt x="0" y="688"/>
                  </a:cubicBezTo>
                  <a:cubicBezTo>
                    <a:pt x="0" y="1053"/>
                    <a:pt x="61" y="1407"/>
                    <a:pt x="172" y="1741"/>
                  </a:cubicBezTo>
                  <a:cubicBezTo>
                    <a:pt x="546" y="2894"/>
                    <a:pt x="1497" y="4320"/>
                    <a:pt x="2934" y="4543"/>
                  </a:cubicBezTo>
                  <a:lnTo>
                    <a:pt x="2984" y="4269"/>
                  </a:lnTo>
                  <a:cubicBezTo>
                    <a:pt x="1244" y="3986"/>
                    <a:pt x="516" y="1893"/>
                    <a:pt x="435" y="1660"/>
                  </a:cubicBezTo>
                  <a:cubicBezTo>
                    <a:pt x="334" y="1346"/>
                    <a:pt x="283" y="1023"/>
                    <a:pt x="283" y="688"/>
                  </a:cubicBezTo>
                  <a:cubicBezTo>
                    <a:pt x="283" y="466"/>
                    <a:pt x="466" y="284"/>
                    <a:pt x="688" y="284"/>
                  </a:cubicBezTo>
                  <a:lnTo>
                    <a:pt x="1093" y="284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1908450" y="2650700"/>
              <a:ext cx="74375" cy="113575"/>
            </a:xfrm>
            <a:custGeom>
              <a:avLst/>
              <a:gdLst/>
              <a:ahLst/>
              <a:cxnLst/>
              <a:rect l="l" t="t" r="r" b="b"/>
              <a:pathLst>
                <a:path w="2975" h="4543" extrusionOk="0">
                  <a:moveTo>
                    <a:pt x="1650" y="1"/>
                  </a:moveTo>
                  <a:lnTo>
                    <a:pt x="1650" y="284"/>
                  </a:lnTo>
                  <a:lnTo>
                    <a:pt x="2287" y="284"/>
                  </a:lnTo>
                  <a:cubicBezTo>
                    <a:pt x="2509" y="284"/>
                    <a:pt x="2691" y="466"/>
                    <a:pt x="2691" y="688"/>
                  </a:cubicBezTo>
                  <a:cubicBezTo>
                    <a:pt x="2691" y="1023"/>
                    <a:pt x="2641" y="1346"/>
                    <a:pt x="2540" y="1660"/>
                  </a:cubicBezTo>
                  <a:cubicBezTo>
                    <a:pt x="2459" y="1893"/>
                    <a:pt x="1731" y="3986"/>
                    <a:pt x="0" y="4269"/>
                  </a:cubicBezTo>
                  <a:lnTo>
                    <a:pt x="41" y="4543"/>
                  </a:lnTo>
                  <a:cubicBezTo>
                    <a:pt x="1488" y="4320"/>
                    <a:pt x="2439" y="2894"/>
                    <a:pt x="2813" y="1741"/>
                  </a:cubicBezTo>
                  <a:cubicBezTo>
                    <a:pt x="2914" y="1407"/>
                    <a:pt x="2974" y="1053"/>
                    <a:pt x="2974" y="688"/>
                  </a:cubicBezTo>
                  <a:cubicBezTo>
                    <a:pt x="2974" y="315"/>
                    <a:pt x="2671" y="1"/>
                    <a:pt x="228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941325" y="2727325"/>
              <a:ext cx="20525" cy="18475"/>
            </a:xfrm>
            <a:custGeom>
              <a:avLst/>
              <a:gdLst/>
              <a:ahLst/>
              <a:cxnLst/>
              <a:rect l="l" t="t" r="r" b="b"/>
              <a:pathLst>
                <a:path w="821" h="739" extrusionOk="0">
                  <a:moveTo>
                    <a:pt x="548" y="1"/>
                  </a:moveTo>
                  <a:cubicBezTo>
                    <a:pt x="309" y="1"/>
                    <a:pt x="122" y="385"/>
                    <a:pt x="122" y="385"/>
                  </a:cubicBezTo>
                  <a:cubicBezTo>
                    <a:pt x="122" y="385"/>
                    <a:pt x="0" y="678"/>
                    <a:pt x="203" y="729"/>
                  </a:cubicBezTo>
                  <a:cubicBezTo>
                    <a:pt x="223" y="736"/>
                    <a:pt x="243" y="738"/>
                    <a:pt x="263" y="738"/>
                  </a:cubicBezTo>
                  <a:cubicBezTo>
                    <a:pt x="437" y="738"/>
                    <a:pt x="607" y="527"/>
                    <a:pt x="607" y="527"/>
                  </a:cubicBezTo>
                  <a:lnTo>
                    <a:pt x="820" y="233"/>
                  </a:lnTo>
                  <a:cubicBezTo>
                    <a:pt x="729" y="102"/>
                    <a:pt x="557" y="1"/>
                    <a:pt x="557" y="1"/>
                  </a:cubicBezTo>
                  <a:cubicBezTo>
                    <a:pt x="554" y="1"/>
                    <a:pt x="551" y="1"/>
                    <a:pt x="548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931725" y="2734675"/>
              <a:ext cx="17725" cy="19500"/>
            </a:xfrm>
            <a:custGeom>
              <a:avLst/>
              <a:gdLst/>
              <a:ahLst/>
              <a:cxnLst/>
              <a:rect l="l" t="t" r="r" b="b"/>
              <a:pathLst>
                <a:path w="709" h="780" extrusionOk="0">
                  <a:moveTo>
                    <a:pt x="283" y="0"/>
                  </a:moveTo>
                  <a:cubicBezTo>
                    <a:pt x="283" y="0"/>
                    <a:pt x="71" y="132"/>
                    <a:pt x="162" y="324"/>
                  </a:cubicBezTo>
                  <a:cubicBezTo>
                    <a:pt x="162" y="324"/>
                    <a:pt x="31" y="364"/>
                    <a:pt x="0" y="486"/>
                  </a:cubicBezTo>
                  <a:cubicBezTo>
                    <a:pt x="0" y="486"/>
                    <a:pt x="0" y="728"/>
                    <a:pt x="354" y="779"/>
                  </a:cubicBezTo>
                  <a:cubicBezTo>
                    <a:pt x="354" y="779"/>
                    <a:pt x="516" y="698"/>
                    <a:pt x="496" y="577"/>
                  </a:cubicBezTo>
                  <a:cubicBezTo>
                    <a:pt x="496" y="577"/>
                    <a:pt x="678" y="577"/>
                    <a:pt x="708" y="465"/>
                  </a:cubicBezTo>
                  <a:lnTo>
                    <a:pt x="647" y="334"/>
                  </a:lnTo>
                  <a:lnTo>
                    <a:pt x="486" y="162"/>
                  </a:lnTo>
                  <a:cubicBezTo>
                    <a:pt x="486" y="162"/>
                    <a:pt x="375" y="40"/>
                    <a:pt x="283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930975" y="2747575"/>
              <a:ext cx="14175" cy="7050"/>
            </a:xfrm>
            <a:custGeom>
              <a:avLst/>
              <a:gdLst/>
              <a:ahLst/>
              <a:cxnLst/>
              <a:rect l="l" t="t" r="r" b="b"/>
              <a:pathLst>
                <a:path w="567" h="282" extrusionOk="0">
                  <a:moveTo>
                    <a:pt x="61" y="0"/>
                  </a:moveTo>
                  <a:lnTo>
                    <a:pt x="10" y="41"/>
                  </a:lnTo>
                  <a:cubicBezTo>
                    <a:pt x="1" y="41"/>
                    <a:pt x="216" y="281"/>
                    <a:pt x="369" y="281"/>
                  </a:cubicBezTo>
                  <a:cubicBezTo>
                    <a:pt x="385" y="281"/>
                    <a:pt x="400" y="279"/>
                    <a:pt x="414" y="273"/>
                  </a:cubicBezTo>
                  <a:cubicBezTo>
                    <a:pt x="516" y="233"/>
                    <a:pt x="567" y="61"/>
                    <a:pt x="567" y="61"/>
                  </a:cubicBezTo>
                  <a:lnTo>
                    <a:pt x="506" y="41"/>
                  </a:lnTo>
                  <a:cubicBezTo>
                    <a:pt x="482" y="168"/>
                    <a:pt x="427" y="212"/>
                    <a:pt x="364" y="212"/>
                  </a:cubicBezTo>
                  <a:cubicBezTo>
                    <a:pt x="242" y="212"/>
                    <a:pt x="87" y="47"/>
                    <a:pt x="6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935250" y="2741500"/>
              <a:ext cx="14200" cy="7675"/>
            </a:xfrm>
            <a:custGeom>
              <a:avLst/>
              <a:gdLst/>
              <a:ahLst/>
              <a:cxnLst/>
              <a:rect l="l" t="t" r="r" b="b"/>
              <a:pathLst>
                <a:path w="568" h="307" extrusionOk="0">
                  <a:moveTo>
                    <a:pt x="41" y="1"/>
                  </a:moveTo>
                  <a:lnTo>
                    <a:pt x="1" y="30"/>
                  </a:lnTo>
                  <a:cubicBezTo>
                    <a:pt x="1" y="48"/>
                    <a:pt x="201" y="306"/>
                    <a:pt x="373" y="306"/>
                  </a:cubicBezTo>
                  <a:cubicBezTo>
                    <a:pt x="395" y="306"/>
                    <a:pt x="416" y="302"/>
                    <a:pt x="436" y="293"/>
                  </a:cubicBezTo>
                  <a:cubicBezTo>
                    <a:pt x="486" y="273"/>
                    <a:pt x="527" y="233"/>
                    <a:pt x="567" y="183"/>
                  </a:cubicBezTo>
                  <a:lnTo>
                    <a:pt x="517" y="152"/>
                  </a:lnTo>
                  <a:cubicBezTo>
                    <a:pt x="485" y="224"/>
                    <a:pt x="438" y="251"/>
                    <a:pt x="385" y="251"/>
                  </a:cubicBezTo>
                  <a:cubicBezTo>
                    <a:pt x="238" y="251"/>
                    <a:pt x="49" y="38"/>
                    <a:pt x="41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941575" y="2732125"/>
              <a:ext cx="5325" cy="7375"/>
            </a:xfrm>
            <a:custGeom>
              <a:avLst/>
              <a:gdLst/>
              <a:ahLst/>
              <a:cxnLst/>
              <a:rect l="l" t="t" r="r" b="b"/>
              <a:pathLst>
                <a:path w="213" h="295" extrusionOk="0">
                  <a:moveTo>
                    <a:pt x="213" y="1"/>
                  </a:moveTo>
                  <a:cubicBezTo>
                    <a:pt x="213" y="1"/>
                    <a:pt x="1" y="122"/>
                    <a:pt x="31" y="193"/>
                  </a:cubicBezTo>
                  <a:cubicBezTo>
                    <a:pt x="31" y="203"/>
                    <a:pt x="102" y="295"/>
                    <a:pt x="102" y="295"/>
                  </a:cubicBezTo>
                  <a:lnTo>
                    <a:pt x="213" y="21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938050" y="2734425"/>
              <a:ext cx="6100" cy="4825"/>
            </a:xfrm>
            <a:custGeom>
              <a:avLst/>
              <a:gdLst/>
              <a:ahLst/>
              <a:cxnLst/>
              <a:rect l="l" t="t" r="r" b="b"/>
              <a:pathLst>
                <a:path w="244" h="193" extrusionOk="0">
                  <a:moveTo>
                    <a:pt x="21" y="0"/>
                  </a:moveTo>
                  <a:lnTo>
                    <a:pt x="0" y="50"/>
                  </a:lnTo>
                  <a:cubicBezTo>
                    <a:pt x="0" y="50"/>
                    <a:pt x="122" y="111"/>
                    <a:pt x="203" y="192"/>
                  </a:cubicBezTo>
                  <a:lnTo>
                    <a:pt x="243" y="152"/>
                  </a:lnTo>
                  <a:cubicBezTo>
                    <a:pt x="152" y="61"/>
                    <a:pt x="30" y="10"/>
                    <a:pt x="2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941825" y="2728600"/>
              <a:ext cx="5600" cy="4325"/>
            </a:xfrm>
            <a:custGeom>
              <a:avLst/>
              <a:gdLst/>
              <a:ahLst/>
              <a:cxnLst/>
              <a:rect l="l" t="t" r="r" b="b"/>
              <a:pathLst>
                <a:path w="224" h="173" extrusionOk="0">
                  <a:moveTo>
                    <a:pt x="11" y="0"/>
                  </a:moveTo>
                  <a:lnTo>
                    <a:pt x="1" y="51"/>
                  </a:lnTo>
                  <a:cubicBezTo>
                    <a:pt x="1" y="51"/>
                    <a:pt x="133" y="101"/>
                    <a:pt x="183" y="173"/>
                  </a:cubicBezTo>
                  <a:lnTo>
                    <a:pt x="223" y="142"/>
                  </a:lnTo>
                  <a:cubicBezTo>
                    <a:pt x="162" y="61"/>
                    <a:pt x="21" y="11"/>
                    <a:pt x="1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1936825" y="2726625"/>
              <a:ext cx="19200" cy="19700"/>
            </a:xfrm>
            <a:custGeom>
              <a:avLst/>
              <a:gdLst/>
              <a:ahLst/>
              <a:cxnLst/>
              <a:rect l="l" t="t" r="r" b="b"/>
              <a:pathLst>
                <a:path w="768" h="788" extrusionOk="0">
                  <a:moveTo>
                    <a:pt x="712" y="1"/>
                  </a:moveTo>
                  <a:cubicBezTo>
                    <a:pt x="388" y="1"/>
                    <a:pt x="0" y="787"/>
                    <a:pt x="465" y="787"/>
                  </a:cubicBezTo>
                  <a:cubicBezTo>
                    <a:pt x="468" y="787"/>
                    <a:pt x="471" y="787"/>
                    <a:pt x="474" y="787"/>
                  </a:cubicBezTo>
                  <a:cubicBezTo>
                    <a:pt x="585" y="747"/>
                    <a:pt x="666" y="535"/>
                    <a:pt x="676" y="504"/>
                  </a:cubicBezTo>
                  <a:lnTo>
                    <a:pt x="625" y="484"/>
                  </a:lnTo>
                  <a:cubicBezTo>
                    <a:pt x="596" y="572"/>
                    <a:pt x="514" y="745"/>
                    <a:pt x="421" y="745"/>
                  </a:cubicBezTo>
                  <a:cubicBezTo>
                    <a:pt x="385" y="745"/>
                    <a:pt x="348" y="720"/>
                    <a:pt x="312" y="656"/>
                  </a:cubicBezTo>
                  <a:cubicBezTo>
                    <a:pt x="227" y="495"/>
                    <a:pt x="495" y="52"/>
                    <a:pt x="720" y="52"/>
                  </a:cubicBezTo>
                  <a:cubicBezTo>
                    <a:pt x="736" y="52"/>
                    <a:pt x="752" y="54"/>
                    <a:pt x="767" y="59"/>
                  </a:cubicBezTo>
                  <a:lnTo>
                    <a:pt x="767" y="9"/>
                  </a:lnTo>
                  <a:cubicBezTo>
                    <a:pt x="749" y="3"/>
                    <a:pt x="731" y="1"/>
                    <a:pt x="712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1829800" y="2640575"/>
              <a:ext cx="125975" cy="130525"/>
            </a:xfrm>
            <a:custGeom>
              <a:avLst/>
              <a:gdLst/>
              <a:ahLst/>
              <a:cxnLst/>
              <a:rect l="l" t="t" r="r" b="b"/>
              <a:pathLst>
                <a:path w="5039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3328" y="5221"/>
                  </a:lnTo>
                  <a:cubicBezTo>
                    <a:pt x="3328" y="5221"/>
                    <a:pt x="5038" y="3714"/>
                    <a:pt x="4998" y="264"/>
                  </a:cubicBezTo>
                  <a:cubicBezTo>
                    <a:pt x="4987" y="122"/>
                    <a:pt x="4866" y="1"/>
                    <a:pt x="4715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1829800" y="2640575"/>
              <a:ext cx="55675" cy="130525"/>
            </a:xfrm>
            <a:custGeom>
              <a:avLst/>
              <a:gdLst/>
              <a:ahLst/>
              <a:cxnLst/>
              <a:rect l="l" t="t" r="r" b="b"/>
              <a:pathLst>
                <a:path w="2227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2226" y="5221"/>
                  </a:lnTo>
                  <a:cubicBezTo>
                    <a:pt x="2226" y="5221"/>
                    <a:pt x="516" y="3714"/>
                    <a:pt x="557" y="264"/>
                  </a:cubicBezTo>
                  <a:cubicBezTo>
                    <a:pt x="567" y="122"/>
                    <a:pt x="689" y="1"/>
                    <a:pt x="840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1870275" y="2760450"/>
              <a:ext cx="45025" cy="31650"/>
            </a:xfrm>
            <a:custGeom>
              <a:avLst/>
              <a:gdLst/>
              <a:ahLst/>
              <a:cxnLst/>
              <a:rect l="l" t="t" r="r" b="b"/>
              <a:pathLst>
                <a:path w="1801" h="1266" extrusionOk="0">
                  <a:moveTo>
                    <a:pt x="900" y="1"/>
                  </a:moveTo>
                  <a:cubicBezTo>
                    <a:pt x="405" y="1"/>
                    <a:pt x="0" y="284"/>
                    <a:pt x="0" y="628"/>
                  </a:cubicBezTo>
                  <a:cubicBezTo>
                    <a:pt x="0" y="982"/>
                    <a:pt x="405" y="1266"/>
                    <a:pt x="900" y="1266"/>
                  </a:cubicBezTo>
                  <a:cubicBezTo>
                    <a:pt x="1396" y="1266"/>
                    <a:pt x="1801" y="982"/>
                    <a:pt x="1801" y="628"/>
                  </a:cubicBezTo>
                  <a:cubicBezTo>
                    <a:pt x="1801" y="284"/>
                    <a:pt x="1396" y="1"/>
                    <a:pt x="90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1828800" y="2729875"/>
              <a:ext cx="16950" cy="15125"/>
            </a:xfrm>
            <a:custGeom>
              <a:avLst/>
              <a:gdLst/>
              <a:ahLst/>
              <a:cxnLst/>
              <a:rect l="l" t="t" r="r" b="b"/>
              <a:pathLst>
                <a:path w="678" h="605" extrusionOk="0">
                  <a:moveTo>
                    <a:pt x="223" y="0"/>
                  </a:moveTo>
                  <a:cubicBezTo>
                    <a:pt x="223" y="0"/>
                    <a:pt x="81" y="71"/>
                    <a:pt x="0" y="182"/>
                  </a:cubicBezTo>
                  <a:lnTo>
                    <a:pt x="182" y="435"/>
                  </a:lnTo>
                  <a:cubicBezTo>
                    <a:pt x="182" y="435"/>
                    <a:pt x="319" y="605"/>
                    <a:pt x="464" y="605"/>
                  </a:cubicBezTo>
                  <a:cubicBezTo>
                    <a:pt x="481" y="605"/>
                    <a:pt x="499" y="602"/>
                    <a:pt x="516" y="597"/>
                  </a:cubicBezTo>
                  <a:cubicBezTo>
                    <a:pt x="678" y="556"/>
                    <a:pt x="577" y="313"/>
                    <a:pt x="577" y="313"/>
                  </a:cubicBezTo>
                  <a:cubicBezTo>
                    <a:pt x="577" y="313"/>
                    <a:pt x="425" y="0"/>
                    <a:pt x="223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1839650" y="2736675"/>
              <a:ext cx="13175" cy="14450"/>
            </a:xfrm>
            <a:custGeom>
              <a:avLst/>
              <a:gdLst/>
              <a:ahLst/>
              <a:cxnLst/>
              <a:rect l="l" t="t" r="r" b="b"/>
              <a:pathLst>
                <a:path w="527" h="578" extrusionOk="0">
                  <a:moveTo>
                    <a:pt x="315" y="1"/>
                  </a:moveTo>
                  <a:cubicBezTo>
                    <a:pt x="244" y="21"/>
                    <a:pt x="163" y="113"/>
                    <a:pt x="163" y="113"/>
                  </a:cubicBezTo>
                  <a:lnTo>
                    <a:pt x="52" y="244"/>
                  </a:lnTo>
                  <a:lnTo>
                    <a:pt x="1" y="345"/>
                  </a:lnTo>
                  <a:cubicBezTo>
                    <a:pt x="21" y="426"/>
                    <a:pt x="153" y="426"/>
                    <a:pt x="153" y="426"/>
                  </a:cubicBezTo>
                  <a:cubicBezTo>
                    <a:pt x="143" y="507"/>
                    <a:pt x="264" y="578"/>
                    <a:pt x="264" y="578"/>
                  </a:cubicBezTo>
                  <a:cubicBezTo>
                    <a:pt x="527" y="537"/>
                    <a:pt x="527" y="355"/>
                    <a:pt x="527" y="355"/>
                  </a:cubicBezTo>
                  <a:cubicBezTo>
                    <a:pt x="507" y="264"/>
                    <a:pt x="406" y="234"/>
                    <a:pt x="406" y="234"/>
                  </a:cubicBezTo>
                  <a:cubicBezTo>
                    <a:pt x="477" y="92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1839150" y="2741750"/>
              <a:ext cx="11675" cy="6150"/>
            </a:xfrm>
            <a:custGeom>
              <a:avLst/>
              <a:gdLst/>
              <a:ahLst/>
              <a:cxnLst/>
              <a:rect l="l" t="t" r="r" b="b"/>
              <a:pathLst>
                <a:path w="467" h="246" extrusionOk="0">
                  <a:moveTo>
                    <a:pt x="426" y="0"/>
                  </a:moveTo>
                  <a:cubicBezTo>
                    <a:pt x="418" y="30"/>
                    <a:pt x="266" y="199"/>
                    <a:pt x="145" y="199"/>
                  </a:cubicBezTo>
                  <a:cubicBezTo>
                    <a:pt x="100" y="199"/>
                    <a:pt x="59" y="175"/>
                    <a:pt x="31" y="112"/>
                  </a:cubicBezTo>
                  <a:lnTo>
                    <a:pt x="1" y="132"/>
                  </a:lnTo>
                  <a:cubicBezTo>
                    <a:pt x="31" y="182"/>
                    <a:pt x="61" y="223"/>
                    <a:pt x="102" y="233"/>
                  </a:cubicBezTo>
                  <a:cubicBezTo>
                    <a:pt x="120" y="242"/>
                    <a:pt x="139" y="245"/>
                    <a:pt x="158" y="245"/>
                  </a:cubicBezTo>
                  <a:cubicBezTo>
                    <a:pt x="301" y="245"/>
                    <a:pt x="466" y="40"/>
                    <a:pt x="466" y="31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1833600" y="2729200"/>
              <a:ext cx="15825" cy="16375"/>
            </a:xfrm>
            <a:custGeom>
              <a:avLst/>
              <a:gdLst/>
              <a:ahLst/>
              <a:cxnLst/>
              <a:rect l="l" t="t" r="r" b="b"/>
              <a:pathLst>
                <a:path w="633" h="655" extrusionOk="0">
                  <a:moveTo>
                    <a:pt x="45" y="1"/>
                  </a:moveTo>
                  <a:cubicBezTo>
                    <a:pt x="30" y="1"/>
                    <a:pt x="15" y="3"/>
                    <a:pt x="0" y="7"/>
                  </a:cubicBezTo>
                  <a:lnTo>
                    <a:pt x="11" y="57"/>
                  </a:lnTo>
                  <a:cubicBezTo>
                    <a:pt x="21" y="54"/>
                    <a:pt x="33" y="53"/>
                    <a:pt x="44" y="53"/>
                  </a:cubicBezTo>
                  <a:cubicBezTo>
                    <a:pt x="223" y="53"/>
                    <a:pt x="451" y="409"/>
                    <a:pt x="375" y="543"/>
                  </a:cubicBezTo>
                  <a:cubicBezTo>
                    <a:pt x="347" y="596"/>
                    <a:pt x="317" y="617"/>
                    <a:pt x="288" y="617"/>
                  </a:cubicBezTo>
                  <a:cubicBezTo>
                    <a:pt x="213" y="617"/>
                    <a:pt x="144" y="477"/>
                    <a:pt x="122" y="412"/>
                  </a:cubicBezTo>
                  <a:lnTo>
                    <a:pt x="81" y="421"/>
                  </a:lnTo>
                  <a:cubicBezTo>
                    <a:pt x="92" y="442"/>
                    <a:pt x="152" y="614"/>
                    <a:pt x="253" y="654"/>
                  </a:cubicBezTo>
                  <a:cubicBezTo>
                    <a:pt x="256" y="654"/>
                    <a:pt x="259" y="654"/>
                    <a:pt x="261" y="654"/>
                  </a:cubicBezTo>
                  <a:cubicBezTo>
                    <a:pt x="633" y="654"/>
                    <a:pt x="318" y="1"/>
                    <a:pt x="45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1843200" y="2735950"/>
              <a:ext cx="5075" cy="3800"/>
            </a:xfrm>
            <a:custGeom>
              <a:avLst/>
              <a:gdLst/>
              <a:ahLst/>
              <a:cxnLst/>
              <a:rect l="l" t="t" r="r" b="b"/>
              <a:pathLst>
                <a:path w="203" h="152" extrusionOk="0">
                  <a:moveTo>
                    <a:pt x="193" y="0"/>
                  </a:moveTo>
                  <a:cubicBezTo>
                    <a:pt x="183" y="0"/>
                    <a:pt x="81" y="40"/>
                    <a:pt x="1" y="121"/>
                  </a:cubicBezTo>
                  <a:lnTo>
                    <a:pt x="31" y="151"/>
                  </a:lnTo>
                  <a:cubicBezTo>
                    <a:pt x="102" y="81"/>
                    <a:pt x="203" y="40"/>
                    <a:pt x="203" y="40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1842950" y="2746550"/>
              <a:ext cx="10625" cy="5275"/>
            </a:xfrm>
            <a:custGeom>
              <a:avLst/>
              <a:gdLst/>
              <a:ahLst/>
              <a:cxnLst/>
              <a:rect l="l" t="t" r="r" b="b"/>
              <a:pathLst>
                <a:path w="425" h="211" extrusionOk="0">
                  <a:moveTo>
                    <a:pt x="385" y="1"/>
                  </a:moveTo>
                  <a:cubicBezTo>
                    <a:pt x="358" y="34"/>
                    <a:pt x="239" y="160"/>
                    <a:pt x="146" y="160"/>
                  </a:cubicBezTo>
                  <a:cubicBezTo>
                    <a:pt x="99" y="160"/>
                    <a:pt x="58" y="127"/>
                    <a:pt x="41" y="31"/>
                  </a:cubicBezTo>
                  <a:lnTo>
                    <a:pt x="1" y="41"/>
                  </a:lnTo>
                  <a:cubicBezTo>
                    <a:pt x="1" y="41"/>
                    <a:pt x="41" y="172"/>
                    <a:pt x="112" y="203"/>
                  </a:cubicBezTo>
                  <a:cubicBezTo>
                    <a:pt x="124" y="208"/>
                    <a:pt x="136" y="210"/>
                    <a:pt x="149" y="210"/>
                  </a:cubicBezTo>
                  <a:cubicBezTo>
                    <a:pt x="269" y="210"/>
                    <a:pt x="425" y="21"/>
                    <a:pt x="415" y="21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1862675" y="2666450"/>
              <a:ext cx="60475" cy="56875"/>
            </a:xfrm>
            <a:custGeom>
              <a:avLst/>
              <a:gdLst/>
              <a:ahLst/>
              <a:cxnLst/>
              <a:rect l="l" t="t" r="r" b="b"/>
              <a:pathLst>
                <a:path w="2419" h="2275" extrusionOk="0">
                  <a:moveTo>
                    <a:pt x="1208" y="1"/>
                  </a:moveTo>
                  <a:cubicBezTo>
                    <a:pt x="1187" y="1"/>
                    <a:pt x="1164" y="13"/>
                    <a:pt x="1154" y="38"/>
                  </a:cubicBezTo>
                  <a:lnTo>
                    <a:pt x="911" y="797"/>
                  </a:lnTo>
                  <a:cubicBezTo>
                    <a:pt x="901" y="818"/>
                    <a:pt x="881" y="827"/>
                    <a:pt x="860" y="827"/>
                  </a:cubicBezTo>
                  <a:lnTo>
                    <a:pt x="71" y="827"/>
                  </a:lnTo>
                  <a:cubicBezTo>
                    <a:pt x="21" y="827"/>
                    <a:pt x="1" y="898"/>
                    <a:pt x="41" y="928"/>
                  </a:cubicBezTo>
                  <a:lnTo>
                    <a:pt x="678" y="1394"/>
                  </a:lnTo>
                  <a:cubicBezTo>
                    <a:pt x="698" y="1404"/>
                    <a:pt x="709" y="1425"/>
                    <a:pt x="698" y="1454"/>
                  </a:cubicBezTo>
                  <a:lnTo>
                    <a:pt x="456" y="2203"/>
                  </a:lnTo>
                  <a:cubicBezTo>
                    <a:pt x="440" y="2242"/>
                    <a:pt x="472" y="2274"/>
                    <a:pt x="505" y="2274"/>
                  </a:cubicBezTo>
                  <a:cubicBezTo>
                    <a:pt x="516" y="2274"/>
                    <a:pt x="527" y="2271"/>
                    <a:pt x="537" y="2264"/>
                  </a:cubicBezTo>
                  <a:lnTo>
                    <a:pt x="1174" y="1798"/>
                  </a:lnTo>
                  <a:cubicBezTo>
                    <a:pt x="1184" y="1788"/>
                    <a:pt x="1194" y="1783"/>
                    <a:pt x="1205" y="1783"/>
                  </a:cubicBezTo>
                  <a:cubicBezTo>
                    <a:pt x="1215" y="1783"/>
                    <a:pt x="1225" y="1788"/>
                    <a:pt x="1235" y="1798"/>
                  </a:cubicBezTo>
                  <a:lnTo>
                    <a:pt x="1882" y="2264"/>
                  </a:lnTo>
                  <a:cubicBezTo>
                    <a:pt x="1892" y="2271"/>
                    <a:pt x="1902" y="2274"/>
                    <a:pt x="1912" y="2274"/>
                  </a:cubicBezTo>
                  <a:cubicBezTo>
                    <a:pt x="1943" y="2274"/>
                    <a:pt x="1971" y="2242"/>
                    <a:pt x="1963" y="2203"/>
                  </a:cubicBezTo>
                  <a:lnTo>
                    <a:pt x="1710" y="1454"/>
                  </a:lnTo>
                  <a:cubicBezTo>
                    <a:pt x="1710" y="1425"/>
                    <a:pt x="1721" y="1404"/>
                    <a:pt x="1730" y="1394"/>
                  </a:cubicBezTo>
                  <a:lnTo>
                    <a:pt x="2378" y="928"/>
                  </a:lnTo>
                  <a:cubicBezTo>
                    <a:pt x="2418" y="898"/>
                    <a:pt x="2398" y="827"/>
                    <a:pt x="2348" y="827"/>
                  </a:cubicBezTo>
                  <a:lnTo>
                    <a:pt x="1548" y="827"/>
                  </a:lnTo>
                  <a:cubicBezTo>
                    <a:pt x="1528" y="827"/>
                    <a:pt x="1508" y="818"/>
                    <a:pt x="1498" y="797"/>
                  </a:cubicBezTo>
                  <a:lnTo>
                    <a:pt x="1255" y="38"/>
                  </a:lnTo>
                  <a:cubicBezTo>
                    <a:pt x="1250" y="13"/>
                    <a:pt x="1230" y="1"/>
                    <a:pt x="1208" y="1"/>
                  </a:cubicBez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1875075" y="2677825"/>
              <a:ext cx="35675" cy="33700"/>
            </a:xfrm>
            <a:custGeom>
              <a:avLst/>
              <a:gdLst/>
              <a:ahLst/>
              <a:cxnLst/>
              <a:rect l="l" t="t" r="r" b="b"/>
              <a:pathLst>
                <a:path w="1427" h="1348" extrusionOk="0">
                  <a:moveTo>
                    <a:pt x="710" y="1"/>
                  </a:moveTo>
                  <a:cubicBezTo>
                    <a:pt x="704" y="1"/>
                    <a:pt x="698" y="3"/>
                    <a:pt x="698" y="8"/>
                  </a:cubicBezTo>
                  <a:lnTo>
                    <a:pt x="537" y="494"/>
                  </a:lnTo>
                  <a:cubicBezTo>
                    <a:pt x="537" y="504"/>
                    <a:pt x="537" y="504"/>
                    <a:pt x="526" y="504"/>
                  </a:cubicBezTo>
                  <a:lnTo>
                    <a:pt x="20" y="504"/>
                  </a:lnTo>
                  <a:cubicBezTo>
                    <a:pt x="0" y="504"/>
                    <a:pt x="0" y="524"/>
                    <a:pt x="11" y="534"/>
                  </a:cubicBezTo>
                  <a:lnTo>
                    <a:pt x="425" y="828"/>
                  </a:lnTo>
                  <a:lnTo>
                    <a:pt x="425" y="848"/>
                  </a:lnTo>
                  <a:lnTo>
                    <a:pt x="274" y="1334"/>
                  </a:lnTo>
                  <a:cubicBezTo>
                    <a:pt x="266" y="1341"/>
                    <a:pt x="274" y="1348"/>
                    <a:pt x="283" y="1348"/>
                  </a:cubicBezTo>
                  <a:cubicBezTo>
                    <a:pt x="287" y="1348"/>
                    <a:pt x="291" y="1346"/>
                    <a:pt x="294" y="1343"/>
                  </a:cubicBezTo>
                  <a:lnTo>
                    <a:pt x="698" y="1050"/>
                  </a:lnTo>
                  <a:cubicBezTo>
                    <a:pt x="703" y="1045"/>
                    <a:pt x="708" y="1043"/>
                    <a:pt x="712" y="1043"/>
                  </a:cubicBezTo>
                  <a:cubicBezTo>
                    <a:pt x="716" y="1043"/>
                    <a:pt x="719" y="1045"/>
                    <a:pt x="719" y="1050"/>
                  </a:cubicBezTo>
                  <a:lnTo>
                    <a:pt x="1133" y="1343"/>
                  </a:lnTo>
                  <a:cubicBezTo>
                    <a:pt x="1136" y="1346"/>
                    <a:pt x="1139" y="1348"/>
                    <a:pt x="1142" y="1348"/>
                  </a:cubicBezTo>
                  <a:cubicBezTo>
                    <a:pt x="1148" y="1348"/>
                    <a:pt x="1153" y="1341"/>
                    <a:pt x="1153" y="1334"/>
                  </a:cubicBezTo>
                  <a:lnTo>
                    <a:pt x="991" y="848"/>
                  </a:lnTo>
                  <a:cubicBezTo>
                    <a:pt x="991" y="838"/>
                    <a:pt x="991" y="838"/>
                    <a:pt x="1002" y="828"/>
                  </a:cubicBezTo>
                  <a:lnTo>
                    <a:pt x="1416" y="534"/>
                  </a:lnTo>
                  <a:cubicBezTo>
                    <a:pt x="1427" y="524"/>
                    <a:pt x="1416" y="504"/>
                    <a:pt x="1407" y="504"/>
                  </a:cubicBezTo>
                  <a:lnTo>
                    <a:pt x="890" y="504"/>
                  </a:lnTo>
                  <a:cubicBezTo>
                    <a:pt x="890" y="504"/>
                    <a:pt x="881" y="504"/>
                    <a:pt x="881" y="494"/>
                  </a:cubicBezTo>
                  <a:lnTo>
                    <a:pt x="728" y="8"/>
                  </a:lnTo>
                  <a:cubicBezTo>
                    <a:pt x="724" y="3"/>
                    <a:pt x="716" y="1"/>
                    <a:pt x="71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1766575" y="2737700"/>
              <a:ext cx="28600" cy="28600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7" y="0"/>
                  </a:moveTo>
                  <a:lnTo>
                    <a:pt x="426" y="416"/>
                  </a:lnTo>
                  <a:lnTo>
                    <a:pt x="1" y="577"/>
                  </a:lnTo>
                  <a:lnTo>
                    <a:pt x="426" y="729"/>
                  </a:lnTo>
                  <a:lnTo>
                    <a:pt x="577" y="1144"/>
                  </a:lnTo>
                  <a:lnTo>
                    <a:pt x="729" y="729"/>
                  </a:lnTo>
                  <a:lnTo>
                    <a:pt x="1144" y="577"/>
                  </a:lnTo>
                  <a:lnTo>
                    <a:pt x="729" y="416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1819175" y="2613275"/>
              <a:ext cx="19000" cy="19000"/>
            </a:xfrm>
            <a:custGeom>
              <a:avLst/>
              <a:gdLst/>
              <a:ahLst/>
              <a:cxnLst/>
              <a:rect l="l" t="t" r="r" b="b"/>
              <a:pathLst>
                <a:path w="760" h="760" extrusionOk="0">
                  <a:moveTo>
                    <a:pt x="375" y="0"/>
                  </a:moveTo>
                  <a:lnTo>
                    <a:pt x="274" y="274"/>
                  </a:lnTo>
                  <a:lnTo>
                    <a:pt x="1" y="375"/>
                  </a:lnTo>
                  <a:lnTo>
                    <a:pt x="274" y="476"/>
                  </a:lnTo>
                  <a:lnTo>
                    <a:pt x="375" y="760"/>
                  </a:lnTo>
                  <a:lnTo>
                    <a:pt x="487" y="476"/>
                  </a:lnTo>
                  <a:lnTo>
                    <a:pt x="759" y="375"/>
                  </a:lnTo>
                  <a:lnTo>
                    <a:pt x="487" y="274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1791875" y="2716450"/>
              <a:ext cx="13425" cy="13450"/>
            </a:xfrm>
            <a:custGeom>
              <a:avLst/>
              <a:gdLst/>
              <a:ahLst/>
              <a:cxnLst/>
              <a:rect l="l" t="t" r="r" b="b"/>
              <a:pathLst>
                <a:path w="537" h="538" extrusionOk="0">
                  <a:moveTo>
                    <a:pt x="273" y="1"/>
                  </a:moveTo>
                  <a:lnTo>
                    <a:pt x="203" y="203"/>
                  </a:lnTo>
                  <a:lnTo>
                    <a:pt x="0" y="274"/>
                  </a:lnTo>
                  <a:lnTo>
                    <a:pt x="203" y="345"/>
                  </a:lnTo>
                  <a:lnTo>
                    <a:pt x="273" y="537"/>
                  </a:lnTo>
                  <a:lnTo>
                    <a:pt x="344" y="345"/>
                  </a:lnTo>
                  <a:lnTo>
                    <a:pt x="536" y="274"/>
                  </a:lnTo>
                  <a:lnTo>
                    <a:pt x="344" y="203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1994425" y="27038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36" y="1"/>
                  </a:moveTo>
                  <a:lnTo>
                    <a:pt x="324" y="325"/>
                  </a:lnTo>
                  <a:lnTo>
                    <a:pt x="1" y="446"/>
                  </a:lnTo>
                  <a:lnTo>
                    <a:pt x="324" y="558"/>
                  </a:lnTo>
                  <a:lnTo>
                    <a:pt x="436" y="881"/>
                  </a:lnTo>
                  <a:lnTo>
                    <a:pt x="557" y="558"/>
                  </a:lnTo>
                  <a:lnTo>
                    <a:pt x="881" y="446"/>
                  </a:lnTo>
                  <a:lnTo>
                    <a:pt x="557" y="325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1920350" y="2608225"/>
              <a:ext cx="22000" cy="22025"/>
            </a:xfrm>
            <a:custGeom>
              <a:avLst/>
              <a:gdLst/>
              <a:ahLst/>
              <a:cxnLst/>
              <a:rect l="l" t="t" r="r" b="b"/>
              <a:pathLst>
                <a:path w="880" h="881" extrusionOk="0">
                  <a:moveTo>
                    <a:pt x="435" y="0"/>
                  </a:moveTo>
                  <a:lnTo>
                    <a:pt x="313" y="324"/>
                  </a:lnTo>
                  <a:lnTo>
                    <a:pt x="0" y="436"/>
                  </a:lnTo>
                  <a:lnTo>
                    <a:pt x="313" y="557"/>
                  </a:lnTo>
                  <a:lnTo>
                    <a:pt x="435" y="881"/>
                  </a:lnTo>
                  <a:lnTo>
                    <a:pt x="556" y="557"/>
                  </a:lnTo>
                  <a:lnTo>
                    <a:pt x="880" y="436"/>
                  </a:lnTo>
                  <a:lnTo>
                    <a:pt x="556" y="324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1984325" y="268965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63" y="0"/>
                  </a:moveTo>
                  <a:lnTo>
                    <a:pt x="193" y="193"/>
                  </a:lnTo>
                  <a:lnTo>
                    <a:pt x="0" y="263"/>
                  </a:lnTo>
                  <a:lnTo>
                    <a:pt x="193" y="335"/>
                  </a:lnTo>
                  <a:lnTo>
                    <a:pt x="263" y="537"/>
                  </a:lnTo>
                  <a:lnTo>
                    <a:pt x="344" y="335"/>
                  </a:lnTo>
                  <a:lnTo>
                    <a:pt x="537" y="263"/>
                  </a:lnTo>
                  <a:lnTo>
                    <a:pt x="344" y="193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1851050" y="2594825"/>
              <a:ext cx="10900" cy="10900"/>
            </a:xfrm>
            <a:custGeom>
              <a:avLst/>
              <a:gdLst/>
              <a:ahLst/>
              <a:cxnLst/>
              <a:rect l="l" t="t" r="r" b="b"/>
              <a:pathLst>
                <a:path w="436" h="436" extrusionOk="0">
                  <a:moveTo>
                    <a:pt x="213" y="0"/>
                  </a:moveTo>
                  <a:lnTo>
                    <a:pt x="152" y="152"/>
                  </a:lnTo>
                  <a:lnTo>
                    <a:pt x="1" y="212"/>
                  </a:lnTo>
                  <a:lnTo>
                    <a:pt x="152" y="273"/>
                  </a:lnTo>
                  <a:lnTo>
                    <a:pt x="213" y="435"/>
                  </a:lnTo>
                  <a:lnTo>
                    <a:pt x="273" y="273"/>
                  </a:lnTo>
                  <a:lnTo>
                    <a:pt x="435" y="212"/>
                  </a:lnTo>
                  <a:lnTo>
                    <a:pt x="273" y="1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1432775" y="3323150"/>
              <a:ext cx="38975" cy="53375"/>
            </a:xfrm>
            <a:custGeom>
              <a:avLst/>
              <a:gdLst/>
              <a:ahLst/>
              <a:cxnLst/>
              <a:rect l="l" t="t" r="r" b="b"/>
              <a:pathLst>
                <a:path w="1559" h="2135" extrusionOk="0">
                  <a:moveTo>
                    <a:pt x="576" y="1"/>
                  </a:moveTo>
                  <a:lnTo>
                    <a:pt x="0" y="354"/>
                  </a:lnTo>
                  <a:lnTo>
                    <a:pt x="941" y="2135"/>
                  </a:lnTo>
                  <a:lnTo>
                    <a:pt x="1558" y="1862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1674525" y="3404825"/>
              <a:ext cx="52875" cy="16725"/>
            </a:xfrm>
            <a:custGeom>
              <a:avLst/>
              <a:gdLst/>
              <a:ahLst/>
              <a:cxnLst/>
              <a:rect l="l" t="t" r="r" b="b"/>
              <a:pathLst>
                <a:path w="2115" h="669" extrusionOk="0">
                  <a:moveTo>
                    <a:pt x="1" y="1"/>
                  </a:moveTo>
                  <a:lnTo>
                    <a:pt x="51" y="668"/>
                  </a:lnTo>
                  <a:lnTo>
                    <a:pt x="2064" y="668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1651775" y="2660075"/>
              <a:ext cx="20000" cy="18875"/>
            </a:xfrm>
            <a:custGeom>
              <a:avLst/>
              <a:gdLst/>
              <a:ahLst/>
              <a:cxnLst/>
              <a:rect l="l" t="t" r="r" b="b"/>
              <a:pathLst>
                <a:path w="800" h="755" extrusionOk="0">
                  <a:moveTo>
                    <a:pt x="572" y="1"/>
                  </a:moveTo>
                  <a:cubicBezTo>
                    <a:pt x="461" y="1"/>
                    <a:pt x="317" y="74"/>
                    <a:pt x="203" y="203"/>
                  </a:cubicBezTo>
                  <a:cubicBezTo>
                    <a:pt x="41" y="394"/>
                    <a:pt x="0" y="617"/>
                    <a:pt x="111" y="708"/>
                  </a:cubicBezTo>
                  <a:cubicBezTo>
                    <a:pt x="146" y="740"/>
                    <a:pt x="189" y="754"/>
                    <a:pt x="238" y="754"/>
                  </a:cubicBezTo>
                  <a:cubicBezTo>
                    <a:pt x="349" y="754"/>
                    <a:pt x="485" y="679"/>
                    <a:pt x="597" y="547"/>
                  </a:cubicBezTo>
                  <a:cubicBezTo>
                    <a:pt x="759" y="364"/>
                    <a:pt x="799" y="142"/>
                    <a:pt x="688" y="41"/>
                  </a:cubicBezTo>
                  <a:cubicBezTo>
                    <a:pt x="658" y="14"/>
                    <a:pt x="618" y="1"/>
                    <a:pt x="57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1867750" y="2538800"/>
              <a:ext cx="22775" cy="15850"/>
            </a:xfrm>
            <a:custGeom>
              <a:avLst/>
              <a:gdLst/>
              <a:ahLst/>
              <a:cxnLst/>
              <a:rect l="l" t="t" r="r" b="b"/>
              <a:pathLst>
                <a:path w="911" h="634" extrusionOk="0">
                  <a:moveTo>
                    <a:pt x="286" y="0"/>
                  </a:moveTo>
                  <a:cubicBezTo>
                    <a:pt x="189" y="0"/>
                    <a:pt x="108" y="34"/>
                    <a:pt x="71" y="97"/>
                  </a:cubicBezTo>
                  <a:cubicBezTo>
                    <a:pt x="0" y="218"/>
                    <a:pt x="111" y="421"/>
                    <a:pt x="324" y="542"/>
                  </a:cubicBezTo>
                  <a:cubicBezTo>
                    <a:pt x="430" y="603"/>
                    <a:pt x="539" y="633"/>
                    <a:pt x="630" y="633"/>
                  </a:cubicBezTo>
                  <a:cubicBezTo>
                    <a:pt x="721" y="633"/>
                    <a:pt x="794" y="603"/>
                    <a:pt x="830" y="542"/>
                  </a:cubicBezTo>
                  <a:cubicBezTo>
                    <a:pt x="911" y="410"/>
                    <a:pt x="789" y="218"/>
                    <a:pt x="576" y="86"/>
                  </a:cubicBezTo>
                  <a:cubicBezTo>
                    <a:pt x="480" y="28"/>
                    <a:pt x="376" y="0"/>
                    <a:pt x="28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2374525" y="2906500"/>
              <a:ext cx="22800" cy="15850"/>
            </a:xfrm>
            <a:custGeom>
              <a:avLst/>
              <a:gdLst/>
              <a:ahLst/>
              <a:cxnLst/>
              <a:rect l="l" t="t" r="r" b="b"/>
              <a:pathLst>
                <a:path w="912" h="634" extrusionOk="0">
                  <a:moveTo>
                    <a:pt x="287" y="1"/>
                  </a:moveTo>
                  <a:cubicBezTo>
                    <a:pt x="189" y="1"/>
                    <a:pt x="108" y="34"/>
                    <a:pt x="71" y="97"/>
                  </a:cubicBezTo>
                  <a:cubicBezTo>
                    <a:pt x="1" y="219"/>
                    <a:pt x="112" y="421"/>
                    <a:pt x="325" y="542"/>
                  </a:cubicBezTo>
                  <a:cubicBezTo>
                    <a:pt x="431" y="603"/>
                    <a:pt x="539" y="633"/>
                    <a:pt x="630" y="633"/>
                  </a:cubicBezTo>
                  <a:cubicBezTo>
                    <a:pt x="721" y="633"/>
                    <a:pt x="795" y="603"/>
                    <a:pt x="830" y="542"/>
                  </a:cubicBezTo>
                  <a:cubicBezTo>
                    <a:pt x="911" y="410"/>
                    <a:pt x="790" y="219"/>
                    <a:pt x="577" y="87"/>
                  </a:cubicBezTo>
                  <a:cubicBezTo>
                    <a:pt x="480" y="29"/>
                    <a:pt x="377" y="1"/>
                    <a:pt x="287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1872300" y="3073800"/>
              <a:ext cx="22775" cy="15700"/>
            </a:xfrm>
            <a:custGeom>
              <a:avLst/>
              <a:gdLst/>
              <a:ahLst/>
              <a:cxnLst/>
              <a:rect l="l" t="t" r="r" b="b"/>
              <a:pathLst>
                <a:path w="911" h="628" extrusionOk="0">
                  <a:moveTo>
                    <a:pt x="276" y="0"/>
                  </a:moveTo>
                  <a:cubicBezTo>
                    <a:pt x="182" y="0"/>
                    <a:pt x="106" y="30"/>
                    <a:pt x="71" y="91"/>
                  </a:cubicBezTo>
                  <a:cubicBezTo>
                    <a:pt x="0" y="213"/>
                    <a:pt x="111" y="415"/>
                    <a:pt x="324" y="536"/>
                  </a:cubicBezTo>
                  <a:cubicBezTo>
                    <a:pt x="430" y="597"/>
                    <a:pt x="541" y="627"/>
                    <a:pt x="635" y="627"/>
                  </a:cubicBezTo>
                  <a:cubicBezTo>
                    <a:pt x="728" y="627"/>
                    <a:pt x="804" y="597"/>
                    <a:pt x="839" y="536"/>
                  </a:cubicBezTo>
                  <a:cubicBezTo>
                    <a:pt x="911" y="405"/>
                    <a:pt x="799" y="213"/>
                    <a:pt x="587" y="91"/>
                  </a:cubicBezTo>
                  <a:cubicBezTo>
                    <a:pt x="481" y="30"/>
                    <a:pt x="369" y="0"/>
                    <a:pt x="27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1796175" y="3192550"/>
              <a:ext cx="16700" cy="21125"/>
            </a:xfrm>
            <a:custGeom>
              <a:avLst/>
              <a:gdLst/>
              <a:ahLst/>
              <a:cxnLst/>
              <a:rect l="l" t="t" r="r" b="b"/>
              <a:pathLst>
                <a:path w="668" h="845" extrusionOk="0">
                  <a:moveTo>
                    <a:pt x="431" y="1"/>
                  </a:moveTo>
                  <a:cubicBezTo>
                    <a:pt x="309" y="1"/>
                    <a:pt x="168" y="132"/>
                    <a:pt x="91" y="329"/>
                  </a:cubicBezTo>
                  <a:cubicBezTo>
                    <a:pt x="0" y="551"/>
                    <a:pt x="40" y="783"/>
                    <a:pt x="172" y="834"/>
                  </a:cubicBezTo>
                  <a:cubicBezTo>
                    <a:pt x="190" y="841"/>
                    <a:pt x="209" y="845"/>
                    <a:pt x="228" y="845"/>
                  </a:cubicBezTo>
                  <a:cubicBezTo>
                    <a:pt x="351" y="845"/>
                    <a:pt x="498" y="713"/>
                    <a:pt x="577" y="520"/>
                  </a:cubicBezTo>
                  <a:cubicBezTo>
                    <a:pt x="668" y="288"/>
                    <a:pt x="638" y="66"/>
                    <a:pt x="496" y="15"/>
                  </a:cubicBezTo>
                  <a:cubicBezTo>
                    <a:pt x="475" y="5"/>
                    <a:pt x="454" y="1"/>
                    <a:pt x="431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1397875" y="2978950"/>
              <a:ext cx="16450" cy="21275"/>
            </a:xfrm>
            <a:custGeom>
              <a:avLst/>
              <a:gdLst/>
              <a:ahLst/>
              <a:cxnLst/>
              <a:rect l="l" t="t" r="r" b="b"/>
              <a:pathLst>
                <a:path w="658" h="851" extrusionOk="0">
                  <a:moveTo>
                    <a:pt x="439" y="1"/>
                  </a:moveTo>
                  <a:cubicBezTo>
                    <a:pt x="316" y="1"/>
                    <a:pt x="170" y="133"/>
                    <a:pt x="91" y="324"/>
                  </a:cubicBezTo>
                  <a:cubicBezTo>
                    <a:pt x="0" y="558"/>
                    <a:pt x="30" y="780"/>
                    <a:pt x="162" y="841"/>
                  </a:cubicBezTo>
                  <a:cubicBezTo>
                    <a:pt x="180" y="848"/>
                    <a:pt x="199" y="851"/>
                    <a:pt x="218" y="851"/>
                  </a:cubicBezTo>
                  <a:cubicBezTo>
                    <a:pt x="341" y="851"/>
                    <a:pt x="488" y="719"/>
                    <a:pt x="567" y="527"/>
                  </a:cubicBezTo>
                  <a:cubicBezTo>
                    <a:pt x="657" y="295"/>
                    <a:pt x="627" y="72"/>
                    <a:pt x="496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1542025" y="2750850"/>
              <a:ext cx="16700" cy="21100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439" y="1"/>
                  </a:moveTo>
                  <a:cubicBezTo>
                    <a:pt x="316" y="1"/>
                    <a:pt x="170" y="132"/>
                    <a:pt x="91" y="324"/>
                  </a:cubicBezTo>
                  <a:cubicBezTo>
                    <a:pt x="0" y="557"/>
                    <a:pt x="30" y="780"/>
                    <a:pt x="162" y="830"/>
                  </a:cubicBezTo>
                  <a:cubicBezTo>
                    <a:pt x="184" y="839"/>
                    <a:pt x="207" y="844"/>
                    <a:pt x="231" y="844"/>
                  </a:cubicBezTo>
                  <a:cubicBezTo>
                    <a:pt x="359" y="844"/>
                    <a:pt x="500" y="713"/>
                    <a:pt x="576" y="517"/>
                  </a:cubicBezTo>
                  <a:cubicBezTo>
                    <a:pt x="668" y="294"/>
                    <a:pt x="627" y="61"/>
                    <a:pt x="495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2195225" y="2612175"/>
              <a:ext cx="16725" cy="21100"/>
            </a:xfrm>
            <a:custGeom>
              <a:avLst/>
              <a:gdLst/>
              <a:ahLst/>
              <a:cxnLst/>
              <a:rect l="l" t="t" r="r" b="b"/>
              <a:pathLst>
                <a:path w="669" h="844" extrusionOk="0">
                  <a:moveTo>
                    <a:pt x="437" y="0"/>
                  </a:moveTo>
                  <a:cubicBezTo>
                    <a:pt x="310" y="0"/>
                    <a:pt x="168" y="132"/>
                    <a:pt x="92" y="328"/>
                  </a:cubicBezTo>
                  <a:cubicBezTo>
                    <a:pt x="1" y="550"/>
                    <a:pt x="41" y="773"/>
                    <a:pt x="173" y="834"/>
                  </a:cubicBezTo>
                  <a:cubicBezTo>
                    <a:pt x="191" y="841"/>
                    <a:pt x="210" y="844"/>
                    <a:pt x="230" y="844"/>
                  </a:cubicBezTo>
                  <a:cubicBezTo>
                    <a:pt x="352" y="844"/>
                    <a:pt x="499" y="712"/>
                    <a:pt x="578" y="520"/>
                  </a:cubicBezTo>
                  <a:cubicBezTo>
                    <a:pt x="668" y="287"/>
                    <a:pt x="638" y="65"/>
                    <a:pt x="506" y="15"/>
                  </a:cubicBezTo>
                  <a:cubicBezTo>
                    <a:pt x="484" y="5"/>
                    <a:pt x="461" y="0"/>
                    <a:pt x="437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1452225" y="2640900"/>
              <a:ext cx="18250" cy="19750"/>
            </a:xfrm>
            <a:custGeom>
              <a:avLst/>
              <a:gdLst/>
              <a:ahLst/>
              <a:cxnLst/>
              <a:rect l="l" t="t" r="r" b="b"/>
              <a:pathLst>
                <a:path w="730" h="790" extrusionOk="0">
                  <a:moveTo>
                    <a:pt x="219" y="1"/>
                  </a:moveTo>
                  <a:cubicBezTo>
                    <a:pt x="184" y="1"/>
                    <a:pt x="151" y="9"/>
                    <a:pt x="122" y="28"/>
                  </a:cubicBezTo>
                  <a:cubicBezTo>
                    <a:pt x="1" y="100"/>
                    <a:pt x="11" y="332"/>
                    <a:pt x="153" y="534"/>
                  </a:cubicBezTo>
                  <a:cubicBezTo>
                    <a:pt x="256" y="693"/>
                    <a:pt x="403" y="790"/>
                    <a:pt x="520" y="790"/>
                  </a:cubicBezTo>
                  <a:cubicBezTo>
                    <a:pt x="552" y="790"/>
                    <a:pt x="582" y="782"/>
                    <a:pt x="608" y="767"/>
                  </a:cubicBezTo>
                  <a:cubicBezTo>
                    <a:pt x="729" y="686"/>
                    <a:pt x="719" y="453"/>
                    <a:pt x="587" y="251"/>
                  </a:cubicBezTo>
                  <a:cubicBezTo>
                    <a:pt x="479" y="96"/>
                    <a:pt x="335" y="1"/>
                    <a:pt x="219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2246075" y="2685475"/>
              <a:ext cx="18975" cy="19500"/>
            </a:xfrm>
            <a:custGeom>
              <a:avLst/>
              <a:gdLst/>
              <a:ahLst/>
              <a:cxnLst/>
              <a:rect l="l" t="t" r="r" b="b"/>
              <a:pathLst>
                <a:path w="759" h="780" extrusionOk="0">
                  <a:moveTo>
                    <a:pt x="541" y="1"/>
                  </a:moveTo>
                  <a:cubicBezTo>
                    <a:pt x="428" y="1"/>
                    <a:pt x="284" y="90"/>
                    <a:pt x="172" y="239"/>
                  </a:cubicBezTo>
                  <a:cubicBezTo>
                    <a:pt x="30" y="430"/>
                    <a:pt x="0" y="664"/>
                    <a:pt x="122" y="744"/>
                  </a:cubicBezTo>
                  <a:cubicBezTo>
                    <a:pt x="151" y="768"/>
                    <a:pt x="187" y="780"/>
                    <a:pt x="227" y="780"/>
                  </a:cubicBezTo>
                  <a:cubicBezTo>
                    <a:pt x="340" y="780"/>
                    <a:pt x="485" y="691"/>
                    <a:pt x="597" y="542"/>
                  </a:cubicBezTo>
                  <a:cubicBezTo>
                    <a:pt x="738" y="350"/>
                    <a:pt x="758" y="117"/>
                    <a:pt x="648" y="36"/>
                  </a:cubicBezTo>
                  <a:cubicBezTo>
                    <a:pt x="618" y="12"/>
                    <a:pt x="582" y="1"/>
                    <a:pt x="541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1979750" y="3144725"/>
              <a:ext cx="19025" cy="19400"/>
            </a:xfrm>
            <a:custGeom>
              <a:avLst/>
              <a:gdLst/>
              <a:ahLst/>
              <a:cxnLst/>
              <a:rect l="l" t="t" r="r" b="b"/>
              <a:pathLst>
                <a:path w="761" h="776" extrusionOk="0">
                  <a:moveTo>
                    <a:pt x="535" y="1"/>
                  </a:moveTo>
                  <a:cubicBezTo>
                    <a:pt x="419" y="1"/>
                    <a:pt x="277" y="87"/>
                    <a:pt x="173" y="228"/>
                  </a:cubicBezTo>
                  <a:cubicBezTo>
                    <a:pt x="21" y="431"/>
                    <a:pt x="1" y="653"/>
                    <a:pt x="113" y="745"/>
                  </a:cubicBezTo>
                  <a:cubicBezTo>
                    <a:pt x="144" y="765"/>
                    <a:pt x="181" y="776"/>
                    <a:pt x="222" y="776"/>
                  </a:cubicBezTo>
                  <a:cubicBezTo>
                    <a:pt x="339" y="776"/>
                    <a:pt x="483" y="692"/>
                    <a:pt x="588" y="542"/>
                  </a:cubicBezTo>
                  <a:cubicBezTo>
                    <a:pt x="740" y="350"/>
                    <a:pt x="760" y="117"/>
                    <a:pt x="648" y="36"/>
                  </a:cubicBezTo>
                  <a:cubicBezTo>
                    <a:pt x="616" y="12"/>
                    <a:pt x="577" y="1"/>
                    <a:pt x="535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1769350" y="3005750"/>
              <a:ext cx="19525" cy="19175"/>
            </a:xfrm>
            <a:custGeom>
              <a:avLst/>
              <a:gdLst/>
              <a:ahLst/>
              <a:cxnLst/>
              <a:rect l="l" t="t" r="r" b="b"/>
              <a:pathLst>
                <a:path w="781" h="767" extrusionOk="0">
                  <a:moveTo>
                    <a:pt x="218" y="0"/>
                  </a:moveTo>
                  <a:cubicBezTo>
                    <a:pt x="178" y="0"/>
                    <a:pt x="142" y="11"/>
                    <a:pt x="112" y="32"/>
                  </a:cubicBezTo>
                  <a:cubicBezTo>
                    <a:pt x="1" y="122"/>
                    <a:pt x="32" y="355"/>
                    <a:pt x="183" y="547"/>
                  </a:cubicBezTo>
                  <a:cubicBezTo>
                    <a:pt x="293" y="686"/>
                    <a:pt x="433" y="767"/>
                    <a:pt x="549" y="767"/>
                  </a:cubicBezTo>
                  <a:cubicBezTo>
                    <a:pt x="594" y="767"/>
                    <a:pt x="635" y="755"/>
                    <a:pt x="668" y="729"/>
                  </a:cubicBezTo>
                  <a:cubicBezTo>
                    <a:pt x="780" y="639"/>
                    <a:pt x="740" y="406"/>
                    <a:pt x="587" y="214"/>
                  </a:cubicBezTo>
                  <a:cubicBezTo>
                    <a:pt x="476" y="80"/>
                    <a:pt x="331" y="0"/>
                    <a:pt x="218" y="0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1485375" y="2962600"/>
              <a:ext cx="19475" cy="19100"/>
            </a:xfrm>
            <a:custGeom>
              <a:avLst/>
              <a:gdLst/>
              <a:ahLst/>
              <a:cxnLst/>
              <a:rect l="l" t="t" r="r" b="b"/>
              <a:pathLst>
                <a:path w="779" h="764" extrusionOk="0">
                  <a:moveTo>
                    <a:pt x="227" y="1"/>
                  </a:moveTo>
                  <a:cubicBezTo>
                    <a:pt x="182" y="1"/>
                    <a:pt x="142" y="13"/>
                    <a:pt x="111" y="38"/>
                  </a:cubicBezTo>
                  <a:cubicBezTo>
                    <a:pt x="0" y="129"/>
                    <a:pt x="30" y="351"/>
                    <a:pt x="182" y="544"/>
                  </a:cubicBezTo>
                  <a:cubicBezTo>
                    <a:pt x="299" y="682"/>
                    <a:pt x="442" y="763"/>
                    <a:pt x="555" y="763"/>
                  </a:cubicBezTo>
                  <a:cubicBezTo>
                    <a:pt x="598" y="763"/>
                    <a:pt x="637" y="751"/>
                    <a:pt x="668" y="726"/>
                  </a:cubicBezTo>
                  <a:cubicBezTo>
                    <a:pt x="779" y="635"/>
                    <a:pt x="749" y="412"/>
                    <a:pt x="597" y="220"/>
                  </a:cubicBezTo>
                  <a:cubicBezTo>
                    <a:pt x="488" y="81"/>
                    <a:pt x="341" y="1"/>
                    <a:pt x="227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1470700" y="3110500"/>
              <a:ext cx="20000" cy="18850"/>
            </a:xfrm>
            <a:custGeom>
              <a:avLst/>
              <a:gdLst/>
              <a:ahLst/>
              <a:cxnLst/>
              <a:rect l="l" t="t" r="r" b="b"/>
              <a:pathLst>
                <a:path w="800" h="754" extrusionOk="0">
                  <a:moveTo>
                    <a:pt x="569" y="0"/>
                  </a:moveTo>
                  <a:cubicBezTo>
                    <a:pt x="457" y="0"/>
                    <a:pt x="318" y="75"/>
                    <a:pt x="203" y="212"/>
                  </a:cubicBezTo>
                  <a:cubicBezTo>
                    <a:pt x="41" y="394"/>
                    <a:pt x="1" y="616"/>
                    <a:pt x="111" y="707"/>
                  </a:cubicBezTo>
                  <a:cubicBezTo>
                    <a:pt x="143" y="738"/>
                    <a:pt x="185" y="753"/>
                    <a:pt x="234" y="753"/>
                  </a:cubicBezTo>
                  <a:cubicBezTo>
                    <a:pt x="344" y="753"/>
                    <a:pt x="485" y="678"/>
                    <a:pt x="597" y="545"/>
                  </a:cubicBezTo>
                  <a:cubicBezTo>
                    <a:pt x="759" y="363"/>
                    <a:pt x="799" y="141"/>
                    <a:pt x="688" y="39"/>
                  </a:cubicBezTo>
                  <a:cubicBezTo>
                    <a:pt x="656" y="13"/>
                    <a:pt x="615" y="0"/>
                    <a:pt x="569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1940825" y="3010325"/>
              <a:ext cx="22025" cy="16950"/>
            </a:xfrm>
            <a:custGeom>
              <a:avLst/>
              <a:gdLst/>
              <a:ahLst/>
              <a:cxnLst/>
              <a:rect l="l" t="t" r="r" b="b"/>
              <a:pathLst>
                <a:path w="881" h="678" extrusionOk="0">
                  <a:moveTo>
                    <a:pt x="256" y="0"/>
                  </a:moveTo>
                  <a:cubicBezTo>
                    <a:pt x="182" y="0"/>
                    <a:pt x="120" y="24"/>
                    <a:pt x="81" y="71"/>
                  </a:cubicBezTo>
                  <a:cubicBezTo>
                    <a:pt x="0" y="193"/>
                    <a:pt x="81" y="405"/>
                    <a:pt x="283" y="546"/>
                  </a:cubicBezTo>
                  <a:cubicBezTo>
                    <a:pt x="394" y="634"/>
                    <a:pt x="519" y="678"/>
                    <a:pt x="620" y="678"/>
                  </a:cubicBezTo>
                  <a:cubicBezTo>
                    <a:pt x="694" y="678"/>
                    <a:pt x="755" y="654"/>
                    <a:pt x="789" y="607"/>
                  </a:cubicBezTo>
                  <a:cubicBezTo>
                    <a:pt x="881" y="486"/>
                    <a:pt x="789" y="274"/>
                    <a:pt x="597" y="132"/>
                  </a:cubicBezTo>
                  <a:cubicBezTo>
                    <a:pt x="481" y="44"/>
                    <a:pt x="357" y="0"/>
                    <a:pt x="25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2072075" y="2658050"/>
              <a:ext cx="22275" cy="16950"/>
            </a:xfrm>
            <a:custGeom>
              <a:avLst/>
              <a:gdLst/>
              <a:ahLst/>
              <a:cxnLst/>
              <a:rect l="l" t="t" r="r" b="b"/>
              <a:pathLst>
                <a:path w="891" h="678" extrusionOk="0">
                  <a:moveTo>
                    <a:pt x="265" y="0"/>
                  </a:moveTo>
                  <a:cubicBezTo>
                    <a:pt x="192" y="0"/>
                    <a:pt x="130" y="24"/>
                    <a:pt x="91" y="71"/>
                  </a:cubicBezTo>
                  <a:cubicBezTo>
                    <a:pt x="1" y="192"/>
                    <a:pt x="91" y="405"/>
                    <a:pt x="284" y="547"/>
                  </a:cubicBezTo>
                  <a:cubicBezTo>
                    <a:pt x="401" y="634"/>
                    <a:pt x="524" y="678"/>
                    <a:pt x="625" y="678"/>
                  </a:cubicBezTo>
                  <a:cubicBezTo>
                    <a:pt x="699" y="678"/>
                    <a:pt x="761" y="654"/>
                    <a:pt x="799" y="607"/>
                  </a:cubicBezTo>
                  <a:cubicBezTo>
                    <a:pt x="891" y="486"/>
                    <a:pt x="799" y="273"/>
                    <a:pt x="597" y="131"/>
                  </a:cubicBezTo>
                  <a:cubicBezTo>
                    <a:pt x="486" y="44"/>
                    <a:pt x="365" y="0"/>
                    <a:pt x="265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2311300" y="3035175"/>
              <a:ext cx="18500" cy="19650"/>
            </a:xfrm>
            <a:custGeom>
              <a:avLst/>
              <a:gdLst/>
              <a:ahLst/>
              <a:cxnLst/>
              <a:rect l="l" t="t" r="r" b="b"/>
              <a:pathLst>
                <a:path w="740" h="786" extrusionOk="0">
                  <a:moveTo>
                    <a:pt x="216" y="0"/>
                  </a:moveTo>
                  <a:cubicBezTo>
                    <a:pt x="180" y="0"/>
                    <a:pt x="149" y="9"/>
                    <a:pt x="122" y="28"/>
                  </a:cubicBezTo>
                  <a:cubicBezTo>
                    <a:pt x="1" y="109"/>
                    <a:pt x="21" y="341"/>
                    <a:pt x="152" y="544"/>
                  </a:cubicBezTo>
                  <a:cubicBezTo>
                    <a:pt x="259" y="696"/>
                    <a:pt x="407" y="786"/>
                    <a:pt x="525" y="786"/>
                  </a:cubicBezTo>
                  <a:cubicBezTo>
                    <a:pt x="563" y="786"/>
                    <a:pt x="598" y="776"/>
                    <a:pt x="628" y="757"/>
                  </a:cubicBezTo>
                  <a:cubicBezTo>
                    <a:pt x="739" y="676"/>
                    <a:pt x="729" y="443"/>
                    <a:pt x="588" y="240"/>
                  </a:cubicBezTo>
                  <a:cubicBezTo>
                    <a:pt x="480" y="94"/>
                    <a:pt x="330" y="0"/>
                    <a:pt x="21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leadership </a:t>
            </a:r>
            <a:endParaRPr/>
          </a:p>
        </p:txBody>
      </p:sp>
      <p:sp>
        <p:nvSpPr>
          <p:cNvPr id="692" name="Google Shape;692;p28"/>
          <p:cNvSpPr txBox="1">
            <a:spLocks noGrp="1"/>
          </p:cNvSpPr>
          <p:nvPr>
            <p:ph type="subTitle" idx="1"/>
          </p:nvPr>
        </p:nvSpPr>
        <p:spPr>
          <a:xfrm>
            <a:off x="1501500" y="3406375"/>
            <a:ext cx="2622900" cy="8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Leadership can be displayed and it can be observed</a:t>
            </a:r>
            <a:endParaRPr/>
          </a:p>
        </p:txBody>
      </p:sp>
      <p:sp>
        <p:nvSpPr>
          <p:cNvPr id="693" name="Google Shape;693;p28"/>
          <p:cNvSpPr txBox="1">
            <a:spLocks noGrp="1"/>
          </p:cNvSpPr>
          <p:nvPr>
            <p:ph type="subTitle" idx="2"/>
          </p:nvPr>
        </p:nvSpPr>
        <p:spPr>
          <a:xfrm>
            <a:off x="1501500" y="2966275"/>
            <a:ext cx="2622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Demonstrable</a:t>
            </a:r>
            <a:endParaRPr/>
          </a:p>
        </p:txBody>
      </p:sp>
      <p:sp>
        <p:nvSpPr>
          <p:cNvPr id="694" name="Google Shape;694;p28"/>
          <p:cNvSpPr txBox="1">
            <a:spLocks noGrp="1"/>
          </p:cNvSpPr>
          <p:nvPr>
            <p:ph type="subTitle" idx="3"/>
          </p:nvPr>
        </p:nvSpPr>
        <p:spPr>
          <a:xfrm>
            <a:off x="5019525" y="3406375"/>
            <a:ext cx="2622900" cy="8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Leadership can be learned, and refined through practice</a:t>
            </a:r>
            <a:endParaRPr/>
          </a:p>
        </p:txBody>
      </p:sp>
      <p:sp>
        <p:nvSpPr>
          <p:cNvPr id="695" name="Google Shape;695;p28"/>
          <p:cNvSpPr txBox="1">
            <a:spLocks noGrp="1"/>
          </p:cNvSpPr>
          <p:nvPr>
            <p:ph type="subTitle" idx="4"/>
          </p:nvPr>
        </p:nvSpPr>
        <p:spPr>
          <a:xfrm>
            <a:off x="5019525" y="2966275"/>
            <a:ext cx="2622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Learnable</a:t>
            </a:r>
            <a:endParaRPr/>
          </a:p>
        </p:txBody>
      </p:sp>
      <p:sp>
        <p:nvSpPr>
          <p:cNvPr id="696" name="Google Shape;696;p28"/>
          <p:cNvSpPr/>
          <p:nvPr/>
        </p:nvSpPr>
        <p:spPr>
          <a:xfrm>
            <a:off x="2161788" y="1434788"/>
            <a:ext cx="1302300" cy="13023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8"/>
          <p:cNvSpPr/>
          <p:nvPr/>
        </p:nvSpPr>
        <p:spPr>
          <a:xfrm>
            <a:off x="2245100" y="1518100"/>
            <a:ext cx="1135800" cy="11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8"/>
          <p:cNvSpPr/>
          <p:nvPr/>
        </p:nvSpPr>
        <p:spPr>
          <a:xfrm>
            <a:off x="5679813" y="1434788"/>
            <a:ext cx="1302300" cy="13023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8"/>
          <p:cNvSpPr/>
          <p:nvPr/>
        </p:nvSpPr>
        <p:spPr>
          <a:xfrm>
            <a:off x="5763125" y="1518100"/>
            <a:ext cx="1135800" cy="1135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0" name="Google Shape;700;p28"/>
          <p:cNvGrpSpPr/>
          <p:nvPr/>
        </p:nvGrpSpPr>
        <p:grpSpPr>
          <a:xfrm>
            <a:off x="2605985" y="1856369"/>
            <a:ext cx="413940" cy="459161"/>
            <a:chOff x="1472319" y="2769600"/>
            <a:chExt cx="366740" cy="406805"/>
          </a:xfrm>
        </p:grpSpPr>
        <p:sp>
          <p:nvSpPr>
            <p:cNvPr id="701" name="Google Shape;701;p28"/>
            <p:cNvSpPr/>
            <p:nvPr/>
          </p:nvSpPr>
          <p:spPr>
            <a:xfrm>
              <a:off x="1472319" y="3093363"/>
              <a:ext cx="109561" cy="83041"/>
            </a:xfrm>
            <a:custGeom>
              <a:avLst/>
              <a:gdLst/>
              <a:ahLst/>
              <a:cxnLst/>
              <a:rect l="l" t="t" r="r" b="b"/>
              <a:pathLst>
                <a:path w="2297" h="1741" extrusionOk="0">
                  <a:moveTo>
                    <a:pt x="1143" y="273"/>
                  </a:moveTo>
                  <a:lnTo>
                    <a:pt x="1336" y="911"/>
                  </a:lnTo>
                  <a:lnTo>
                    <a:pt x="1143" y="1103"/>
                  </a:lnTo>
                  <a:lnTo>
                    <a:pt x="961" y="911"/>
                  </a:lnTo>
                  <a:lnTo>
                    <a:pt x="1143" y="273"/>
                  </a:lnTo>
                  <a:close/>
                  <a:moveTo>
                    <a:pt x="860" y="1"/>
                  </a:moveTo>
                  <a:cubicBezTo>
                    <a:pt x="385" y="1"/>
                    <a:pt x="1" y="385"/>
                    <a:pt x="1" y="860"/>
                  </a:cubicBezTo>
                  <a:lnTo>
                    <a:pt x="1" y="1619"/>
                  </a:lnTo>
                  <a:cubicBezTo>
                    <a:pt x="1" y="1690"/>
                    <a:pt x="61" y="1741"/>
                    <a:pt x="132" y="1741"/>
                  </a:cubicBezTo>
                  <a:cubicBezTo>
                    <a:pt x="203" y="1741"/>
                    <a:pt x="253" y="1690"/>
                    <a:pt x="253" y="1619"/>
                  </a:cubicBezTo>
                  <a:lnTo>
                    <a:pt x="253" y="860"/>
                  </a:lnTo>
                  <a:cubicBezTo>
                    <a:pt x="253" y="527"/>
                    <a:pt x="527" y="253"/>
                    <a:pt x="860" y="253"/>
                  </a:cubicBezTo>
                  <a:lnTo>
                    <a:pt x="891" y="253"/>
                  </a:lnTo>
                  <a:lnTo>
                    <a:pt x="698" y="911"/>
                  </a:lnTo>
                  <a:cubicBezTo>
                    <a:pt x="689" y="952"/>
                    <a:pt x="698" y="1002"/>
                    <a:pt x="729" y="1033"/>
                  </a:cubicBezTo>
                  <a:lnTo>
                    <a:pt x="1062" y="1366"/>
                  </a:lnTo>
                  <a:cubicBezTo>
                    <a:pt x="1083" y="1397"/>
                    <a:pt x="1113" y="1406"/>
                    <a:pt x="1143" y="1406"/>
                  </a:cubicBezTo>
                  <a:cubicBezTo>
                    <a:pt x="1184" y="1406"/>
                    <a:pt x="1215" y="1397"/>
                    <a:pt x="1235" y="1366"/>
                  </a:cubicBezTo>
                  <a:lnTo>
                    <a:pt x="1568" y="1033"/>
                  </a:lnTo>
                  <a:cubicBezTo>
                    <a:pt x="1599" y="1002"/>
                    <a:pt x="1609" y="952"/>
                    <a:pt x="1599" y="911"/>
                  </a:cubicBezTo>
                  <a:lnTo>
                    <a:pt x="1406" y="253"/>
                  </a:lnTo>
                  <a:lnTo>
                    <a:pt x="1437" y="253"/>
                  </a:lnTo>
                  <a:cubicBezTo>
                    <a:pt x="1771" y="253"/>
                    <a:pt x="2044" y="527"/>
                    <a:pt x="2044" y="860"/>
                  </a:cubicBezTo>
                  <a:lnTo>
                    <a:pt x="2044" y="1619"/>
                  </a:lnTo>
                  <a:cubicBezTo>
                    <a:pt x="2044" y="1690"/>
                    <a:pt x="2094" y="1741"/>
                    <a:pt x="2165" y="1741"/>
                  </a:cubicBezTo>
                  <a:cubicBezTo>
                    <a:pt x="2236" y="1741"/>
                    <a:pt x="2297" y="1690"/>
                    <a:pt x="2297" y="1619"/>
                  </a:cubicBezTo>
                  <a:lnTo>
                    <a:pt x="2297" y="860"/>
                  </a:lnTo>
                  <a:cubicBezTo>
                    <a:pt x="2297" y="385"/>
                    <a:pt x="1912" y="1"/>
                    <a:pt x="14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1481477" y="2980466"/>
              <a:ext cx="91245" cy="110086"/>
            </a:xfrm>
            <a:custGeom>
              <a:avLst/>
              <a:gdLst/>
              <a:ahLst/>
              <a:cxnLst/>
              <a:rect l="l" t="t" r="r" b="b"/>
              <a:pathLst>
                <a:path w="1913" h="2308" extrusionOk="0">
                  <a:moveTo>
                    <a:pt x="1245" y="972"/>
                  </a:moveTo>
                  <a:cubicBezTo>
                    <a:pt x="1356" y="1093"/>
                    <a:pt x="1498" y="1174"/>
                    <a:pt x="1659" y="1215"/>
                  </a:cubicBezTo>
                  <a:lnTo>
                    <a:pt x="1659" y="1356"/>
                  </a:lnTo>
                  <a:cubicBezTo>
                    <a:pt x="1659" y="1741"/>
                    <a:pt x="1346" y="2054"/>
                    <a:pt x="951" y="2054"/>
                  </a:cubicBezTo>
                  <a:cubicBezTo>
                    <a:pt x="567" y="2054"/>
                    <a:pt x="254" y="1741"/>
                    <a:pt x="254" y="1356"/>
                  </a:cubicBezTo>
                  <a:lnTo>
                    <a:pt x="254" y="1204"/>
                  </a:lnTo>
                  <a:cubicBezTo>
                    <a:pt x="344" y="1224"/>
                    <a:pt x="436" y="1235"/>
                    <a:pt x="526" y="1235"/>
                  </a:cubicBezTo>
                  <a:cubicBezTo>
                    <a:pt x="790" y="1235"/>
                    <a:pt x="1053" y="1143"/>
                    <a:pt x="1245" y="972"/>
                  </a:cubicBezTo>
                  <a:close/>
                  <a:moveTo>
                    <a:pt x="951" y="1"/>
                  </a:moveTo>
                  <a:cubicBezTo>
                    <a:pt x="800" y="1"/>
                    <a:pt x="658" y="31"/>
                    <a:pt x="517" y="102"/>
                  </a:cubicBezTo>
                  <a:cubicBezTo>
                    <a:pt x="456" y="132"/>
                    <a:pt x="436" y="213"/>
                    <a:pt x="466" y="273"/>
                  </a:cubicBezTo>
                  <a:cubicBezTo>
                    <a:pt x="487" y="315"/>
                    <a:pt x="532" y="338"/>
                    <a:pt x="578" y="338"/>
                  </a:cubicBezTo>
                  <a:cubicBezTo>
                    <a:pt x="599" y="338"/>
                    <a:pt x="620" y="334"/>
                    <a:pt x="638" y="324"/>
                  </a:cubicBezTo>
                  <a:cubicBezTo>
                    <a:pt x="739" y="273"/>
                    <a:pt x="840" y="243"/>
                    <a:pt x="951" y="243"/>
                  </a:cubicBezTo>
                  <a:lnTo>
                    <a:pt x="992" y="243"/>
                  </a:lnTo>
                  <a:lnTo>
                    <a:pt x="1002" y="253"/>
                  </a:lnTo>
                  <a:lnTo>
                    <a:pt x="1073" y="253"/>
                  </a:lnTo>
                  <a:cubicBezTo>
                    <a:pt x="1083" y="253"/>
                    <a:pt x="1083" y="253"/>
                    <a:pt x="1083" y="264"/>
                  </a:cubicBezTo>
                  <a:lnTo>
                    <a:pt x="1113" y="264"/>
                  </a:lnTo>
                  <a:cubicBezTo>
                    <a:pt x="1174" y="273"/>
                    <a:pt x="1225" y="294"/>
                    <a:pt x="1275" y="324"/>
                  </a:cubicBezTo>
                  <a:lnTo>
                    <a:pt x="1286" y="324"/>
                  </a:lnTo>
                  <a:cubicBezTo>
                    <a:pt x="1295" y="334"/>
                    <a:pt x="1295" y="334"/>
                    <a:pt x="1306" y="334"/>
                  </a:cubicBezTo>
                  <a:cubicBezTo>
                    <a:pt x="1306" y="345"/>
                    <a:pt x="1316" y="345"/>
                    <a:pt x="1316" y="345"/>
                  </a:cubicBezTo>
                  <a:lnTo>
                    <a:pt x="1326" y="354"/>
                  </a:lnTo>
                  <a:cubicBezTo>
                    <a:pt x="1336" y="354"/>
                    <a:pt x="1336" y="365"/>
                    <a:pt x="1346" y="365"/>
                  </a:cubicBezTo>
                  <a:cubicBezTo>
                    <a:pt x="1346" y="365"/>
                    <a:pt x="1356" y="365"/>
                    <a:pt x="1356" y="375"/>
                  </a:cubicBezTo>
                  <a:cubicBezTo>
                    <a:pt x="1356" y="375"/>
                    <a:pt x="1366" y="375"/>
                    <a:pt x="1376" y="385"/>
                  </a:cubicBezTo>
                  <a:cubicBezTo>
                    <a:pt x="1387" y="395"/>
                    <a:pt x="1396" y="395"/>
                    <a:pt x="1396" y="405"/>
                  </a:cubicBezTo>
                  <a:lnTo>
                    <a:pt x="1407" y="405"/>
                  </a:lnTo>
                  <a:cubicBezTo>
                    <a:pt x="1407" y="415"/>
                    <a:pt x="1417" y="415"/>
                    <a:pt x="1417" y="426"/>
                  </a:cubicBezTo>
                  <a:cubicBezTo>
                    <a:pt x="1427" y="426"/>
                    <a:pt x="1427" y="435"/>
                    <a:pt x="1437" y="435"/>
                  </a:cubicBezTo>
                  <a:cubicBezTo>
                    <a:pt x="1437" y="446"/>
                    <a:pt x="1447" y="446"/>
                    <a:pt x="1447" y="446"/>
                  </a:cubicBezTo>
                  <a:cubicBezTo>
                    <a:pt x="1457" y="455"/>
                    <a:pt x="1457" y="455"/>
                    <a:pt x="1457" y="466"/>
                  </a:cubicBezTo>
                  <a:cubicBezTo>
                    <a:pt x="1468" y="466"/>
                    <a:pt x="1468" y="466"/>
                    <a:pt x="1477" y="476"/>
                  </a:cubicBezTo>
                  <a:cubicBezTo>
                    <a:pt x="1477" y="476"/>
                    <a:pt x="1477" y="486"/>
                    <a:pt x="1488" y="486"/>
                  </a:cubicBezTo>
                  <a:cubicBezTo>
                    <a:pt x="1488" y="496"/>
                    <a:pt x="1498" y="496"/>
                    <a:pt x="1498" y="506"/>
                  </a:cubicBezTo>
                  <a:cubicBezTo>
                    <a:pt x="1498" y="506"/>
                    <a:pt x="1508" y="506"/>
                    <a:pt x="1508" y="516"/>
                  </a:cubicBezTo>
                  <a:cubicBezTo>
                    <a:pt x="1518" y="516"/>
                    <a:pt x="1518" y="527"/>
                    <a:pt x="1518" y="527"/>
                  </a:cubicBezTo>
                  <a:cubicBezTo>
                    <a:pt x="1528" y="536"/>
                    <a:pt x="1538" y="547"/>
                    <a:pt x="1538" y="557"/>
                  </a:cubicBezTo>
                  <a:lnTo>
                    <a:pt x="1549" y="567"/>
                  </a:lnTo>
                  <a:cubicBezTo>
                    <a:pt x="1549" y="577"/>
                    <a:pt x="1558" y="577"/>
                    <a:pt x="1558" y="587"/>
                  </a:cubicBezTo>
                  <a:cubicBezTo>
                    <a:pt x="1558" y="597"/>
                    <a:pt x="1569" y="597"/>
                    <a:pt x="1569" y="597"/>
                  </a:cubicBezTo>
                  <a:cubicBezTo>
                    <a:pt x="1569" y="608"/>
                    <a:pt x="1579" y="617"/>
                    <a:pt x="1579" y="617"/>
                  </a:cubicBezTo>
                  <a:cubicBezTo>
                    <a:pt x="1579" y="628"/>
                    <a:pt x="1579" y="628"/>
                    <a:pt x="1589" y="628"/>
                  </a:cubicBezTo>
                  <a:cubicBezTo>
                    <a:pt x="1589" y="638"/>
                    <a:pt x="1589" y="648"/>
                    <a:pt x="1599" y="658"/>
                  </a:cubicBezTo>
                  <a:lnTo>
                    <a:pt x="1599" y="668"/>
                  </a:lnTo>
                  <a:cubicBezTo>
                    <a:pt x="1599" y="668"/>
                    <a:pt x="1609" y="678"/>
                    <a:pt x="1609" y="689"/>
                  </a:cubicBezTo>
                  <a:lnTo>
                    <a:pt x="1609" y="698"/>
                  </a:lnTo>
                  <a:cubicBezTo>
                    <a:pt x="1619" y="709"/>
                    <a:pt x="1619" y="718"/>
                    <a:pt x="1619" y="718"/>
                  </a:cubicBezTo>
                  <a:cubicBezTo>
                    <a:pt x="1619" y="729"/>
                    <a:pt x="1630" y="729"/>
                    <a:pt x="1630" y="729"/>
                  </a:cubicBezTo>
                  <a:lnTo>
                    <a:pt x="1630" y="759"/>
                  </a:lnTo>
                  <a:cubicBezTo>
                    <a:pt x="1639" y="759"/>
                    <a:pt x="1639" y="759"/>
                    <a:pt x="1639" y="769"/>
                  </a:cubicBezTo>
                  <a:lnTo>
                    <a:pt x="1639" y="790"/>
                  </a:lnTo>
                  <a:cubicBezTo>
                    <a:pt x="1639" y="799"/>
                    <a:pt x="1650" y="799"/>
                    <a:pt x="1650" y="799"/>
                  </a:cubicBezTo>
                  <a:lnTo>
                    <a:pt x="1650" y="830"/>
                  </a:lnTo>
                  <a:lnTo>
                    <a:pt x="1650" y="840"/>
                  </a:lnTo>
                  <a:cubicBezTo>
                    <a:pt x="1650" y="850"/>
                    <a:pt x="1659" y="860"/>
                    <a:pt x="1659" y="871"/>
                  </a:cubicBezTo>
                  <a:lnTo>
                    <a:pt x="1659" y="880"/>
                  </a:lnTo>
                  <a:lnTo>
                    <a:pt x="1659" y="901"/>
                  </a:lnTo>
                  <a:lnTo>
                    <a:pt x="1659" y="911"/>
                  </a:lnTo>
                  <a:lnTo>
                    <a:pt x="1659" y="952"/>
                  </a:lnTo>
                  <a:cubicBezTo>
                    <a:pt x="1538" y="911"/>
                    <a:pt x="1437" y="830"/>
                    <a:pt x="1366" y="718"/>
                  </a:cubicBezTo>
                  <a:cubicBezTo>
                    <a:pt x="1346" y="689"/>
                    <a:pt x="1306" y="668"/>
                    <a:pt x="1275" y="658"/>
                  </a:cubicBezTo>
                  <a:cubicBezTo>
                    <a:pt x="1235" y="658"/>
                    <a:pt x="1194" y="668"/>
                    <a:pt x="1164" y="698"/>
                  </a:cubicBezTo>
                  <a:cubicBezTo>
                    <a:pt x="1002" y="880"/>
                    <a:pt x="769" y="992"/>
                    <a:pt x="526" y="992"/>
                  </a:cubicBezTo>
                  <a:cubicBezTo>
                    <a:pt x="436" y="992"/>
                    <a:pt x="344" y="972"/>
                    <a:pt x="254" y="941"/>
                  </a:cubicBezTo>
                  <a:lnTo>
                    <a:pt x="254" y="901"/>
                  </a:lnTo>
                  <a:lnTo>
                    <a:pt x="254" y="860"/>
                  </a:lnTo>
                  <a:cubicBezTo>
                    <a:pt x="274" y="779"/>
                    <a:pt x="294" y="698"/>
                    <a:pt x="335" y="617"/>
                  </a:cubicBezTo>
                  <a:cubicBezTo>
                    <a:pt x="365" y="557"/>
                    <a:pt x="344" y="486"/>
                    <a:pt x="284" y="455"/>
                  </a:cubicBezTo>
                  <a:cubicBezTo>
                    <a:pt x="265" y="443"/>
                    <a:pt x="244" y="437"/>
                    <a:pt x="223" y="437"/>
                  </a:cubicBezTo>
                  <a:cubicBezTo>
                    <a:pt x="177" y="437"/>
                    <a:pt x="133" y="465"/>
                    <a:pt x="112" y="506"/>
                  </a:cubicBezTo>
                  <a:cubicBezTo>
                    <a:pt x="92" y="557"/>
                    <a:pt x="61" y="608"/>
                    <a:pt x="51" y="658"/>
                  </a:cubicBezTo>
                  <a:lnTo>
                    <a:pt x="41" y="668"/>
                  </a:lnTo>
                  <a:cubicBezTo>
                    <a:pt x="31" y="718"/>
                    <a:pt x="21" y="779"/>
                    <a:pt x="11" y="830"/>
                  </a:cubicBezTo>
                  <a:lnTo>
                    <a:pt x="11" y="840"/>
                  </a:lnTo>
                  <a:cubicBezTo>
                    <a:pt x="11" y="850"/>
                    <a:pt x="0" y="871"/>
                    <a:pt x="0" y="891"/>
                  </a:cubicBezTo>
                  <a:lnTo>
                    <a:pt x="0" y="901"/>
                  </a:lnTo>
                  <a:lnTo>
                    <a:pt x="0" y="952"/>
                  </a:lnTo>
                  <a:lnTo>
                    <a:pt x="0" y="1032"/>
                  </a:lnTo>
                  <a:lnTo>
                    <a:pt x="0" y="1356"/>
                  </a:lnTo>
                  <a:cubicBezTo>
                    <a:pt x="0" y="1882"/>
                    <a:pt x="425" y="2307"/>
                    <a:pt x="951" y="2307"/>
                  </a:cubicBezTo>
                  <a:cubicBezTo>
                    <a:pt x="1488" y="2307"/>
                    <a:pt x="1913" y="1882"/>
                    <a:pt x="1913" y="1356"/>
                  </a:cubicBezTo>
                  <a:lnTo>
                    <a:pt x="1913" y="1113"/>
                  </a:lnTo>
                  <a:lnTo>
                    <a:pt x="1913" y="952"/>
                  </a:lnTo>
                  <a:lnTo>
                    <a:pt x="1913" y="901"/>
                  </a:lnTo>
                  <a:lnTo>
                    <a:pt x="1913" y="891"/>
                  </a:lnTo>
                  <a:cubicBezTo>
                    <a:pt x="1913" y="880"/>
                    <a:pt x="1902" y="860"/>
                    <a:pt x="1902" y="850"/>
                  </a:cubicBezTo>
                  <a:lnTo>
                    <a:pt x="1902" y="840"/>
                  </a:lnTo>
                  <a:lnTo>
                    <a:pt x="1902" y="799"/>
                  </a:lnTo>
                  <a:cubicBezTo>
                    <a:pt x="1902" y="799"/>
                    <a:pt x="1902" y="790"/>
                    <a:pt x="1893" y="790"/>
                  </a:cubicBezTo>
                  <a:lnTo>
                    <a:pt x="1893" y="749"/>
                  </a:lnTo>
                  <a:cubicBezTo>
                    <a:pt x="1893" y="749"/>
                    <a:pt x="1893" y="739"/>
                    <a:pt x="1882" y="739"/>
                  </a:cubicBezTo>
                  <a:lnTo>
                    <a:pt x="1882" y="698"/>
                  </a:lnTo>
                  <a:cubicBezTo>
                    <a:pt x="1872" y="698"/>
                    <a:pt x="1872" y="698"/>
                    <a:pt x="1872" y="689"/>
                  </a:cubicBezTo>
                  <a:cubicBezTo>
                    <a:pt x="1872" y="678"/>
                    <a:pt x="1872" y="668"/>
                    <a:pt x="1862" y="658"/>
                  </a:cubicBezTo>
                  <a:lnTo>
                    <a:pt x="1862" y="638"/>
                  </a:lnTo>
                  <a:cubicBezTo>
                    <a:pt x="1852" y="628"/>
                    <a:pt x="1852" y="617"/>
                    <a:pt x="1852" y="608"/>
                  </a:cubicBezTo>
                  <a:cubicBezTo>
                    <a:pt x="1842" y="608"/>
                    <a:pt x="1842" y="597"/>
                    <a:pt x="1842" y="597"/>
                  </a:cubicBezTo>
                  <a:cubicBezTo>
                    <a:pt x="1842" y="587"/>
                    <a:pt x="1832" y="577"/>
                    <a:pt x="1832" y="567"/>
                  </a:cubicBezTo>
                  <a:cubicBezTo>
                    <a:pt x="1832" y="557"/>
                    <a:pt x="1821" y="557"/>
                    <a:pt x="1821" y="547"/>
                  </a:cubicBezTo>
                  <a:cubicBezTo>
                    <a:pt x="1821" y="536"/>
                    <a:pt x="1812" y="527"/>
                    <a:pt x="1812" y="527"/>
                  </a:cubicBezTo>
                  <a:cubicBezTo>
                    <a:pt x="1801" y="516"/>
                    <a:pt x="1801" y="506"/>
                    <a:pt x="1801" y="506"/>
                  </a:cubicBezTo>
                  <a:cubicBezTo>
                    <a:pt x="1791" y="496"/>
                    <a:pt x="1791" y="486"/>
                    <a:pt x="1791" y="486"/>
                  </a:cubicBezTo>
                  <a:cubicBezTo>
                    <a:pt x="1781" y="476"/>
                    <a:pt x="1781" y="466"/>
                    <a:pt x="1771" y="455"/>
                  </a:cubicBezTo>
                  <a:cubicBezTo>
                    <a:pt x="1771" y="455"/>
                    <a:pt x="1771" y="446"/>
                    <a:pt x="1761" y="446"/>
                  </a:cubicBezTo>
                  <a:cubicBezTo>
                    <a:pt x="1740" y="395"/>
                    <a:pt x="1700" y="354"/>
                    <a:pt x="1670" y="314"/>
                  </a:cubicBezTo>
                  <a:lnTo>
                    <a:pt x="1659" y="314"/>
                  </a:lnTo>
                  <a:cubicBezTo>
                    <a:pt x="1650" y="304"/>
                    <a:pt x="1650" y="294"/>
                    <a:pt x="1639" y="284"/>
                  </a:cubicBezTo>
                  <a:lnTo>
                    <a:pt x="1630" y="273"/>
                  </a:lnTo>
                  <a:cubicBezTo>
                    <a:pt x="1619" y="264"/>
                    <a:pt x="1609" y="264"/>
                    <a:pt x="1609" y="253"/>
                  </a:cubicBezTo>
                  <a:cubicBezTo>
                    <a:pt x="1599" y="253"/>
                    <a:pt x="1599" y="243"/>
                    <a:pt x="1589" y="243"/>
                  </a:cubicBezTo>
                  <a:cubicBezTo>
                    <a:pt x="1589" y="233"/>
                    <a:pt x="1589" y="233"/>
                    <a:pt x="1579" y="233"/>
                  </a:cubicBezTo>
                  <a:lnTo>
                    <a:pt x="1579" y="223"/>
                  </a:lnTo>
                  <a:cubicBezTo>
                    <a:pt x="1569" y="223"/>
                    <a:pt x="1569" y="223"/>
                    <a:pt x="1569" y="213"/>
                  </a:cubicBezTo>
                  <a:lnTo>
                    <a:pt x="1558" y="213"/>
                  </a:lnTo>
                  <a:cubicBezTo>
                    <a:pt x="1549" y="203"/>
                    <a:pt x="1538" y="192"/>
                    <a:pt x="1528" y="192"/>
                  </a:cubicBezTo>
                  <a:lnTo>
                    <a:pt x="1528" y="183"/>
                  </a:lnTo>
                  <a:cubicBezTo>
                    <a:pt x="1518" y="183"/>
                    <a:pt x="1508" y="172"/>
                    <a:pt x="1498" y="163"/>
                  </a:cubicBezTo>
                  <a:cubicBezTo>
                    <a:pt x="1488" y="163"/>
                    <a:pt x="1488" y="163"/>
                    <a:pt x="1488" y="152"/>
                  </a:cubicBezTo>
                  <a:cubicBezTo>
                    <a:pt x="1477" y="152"/>
                    <a:pt x="1468" y="142"/>
                    <a:pt x="1457" y="142"/>
                  </a:cubicBezTo>
                  <a:lnTo>
                    <a:pt x="1447" y="132"/>
                  </a:lnTo>
                  <a:cubicBezTo>
                    <a:pt x="1437" y="132"/>
                    <a:pt x="1437" y="122"/>
                    <a:pt x="1427" y="122"/>
                  </a:cubicBezTo>
                  <a:cubicBezTo>
                    <a:pt x="1417" y="122"/>
                    <a:pt x="1417" y="112"/>
                    <a:pt x="1407" y="112"/>
                  </a:cubicBezTo>
                  <a:cubicBezTo>
                    <a:pt x="1396" y="112"/>
                    <a:pt x="1396" y="102"/>
                    <a:pt x="1396" y="102"/>
                  </a:cubicBezTo>
                  <a:cubicBezTo>
                    <a:pt x="1336" y="71"/>
                    <a:pt x="1275" y="51"/>
                    <a:pt x="1205" y="31"/>
                  </a:cubicBezTo>
                  <a:cubicBezTo>
                    <a:pt x="1194" y="31"/>
                    <a:pt x="1184" y="21"/>
                    <a:pt x="1174" y="21"/>
                  </a:cubicBezTo>
                  <a:lnTo>
                    <a:pt x="1164" y="21"/>
                  </a:lnTo>
                  <a:cubicBezTo>
                    <a:pt x="1154" y="21"/>
                    <a:pt x="1144" y="10"/>
                    <a:pt x="1133" y="10"/>
                  </a:cubicBezTo>
                  <a:lnTo>
                    <a:pt x="1093" y="10"/>
                  </a:lnTo>
                  <a:cubicBezTo>
                    <a:pt x="1083" y="10"/>
                    <a:pt x="1073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1601147" y="2883022"/>
              <a:ext cx="109084" cy="82517"/>
            </a:xfrm>
            <a:custGeom>
              <a:avLst/>
              <a:gdLst/>
              <a:ahLst/>
              <a:cxnLst/>
              <a:rect l="l" t="t" r="r" b="b"/>
              <a:pathLst>
                <a:path w="2287" h="1730" extrusionOk="0">
                  <a:moveTo>
                    <a:pt x="1144" y="273"/>
                  </a:moveTo>
                  <a:lnTo>
                    <a:pt x="1335" y="900"/>
                  </a:lnTo>
                  <a:lnTo>
                    <a:pt x="1144" y="1093"/>
                  </a:lnTo>
                  <a:lnTo>
                    <a:pt x="962" y="900"/>
                  </a:lnTo>
                  <a:lnTo>
                    <a:pt x="1144" y="273"/>
                  </a:lnTo>
                  <a:close/>
                  <a:moveTo>
                    <a:pt x="850" y="0"/>
                  </a:moveTo>
                  <a:cubicBezTo>
                    <a:pt x="385" y="0"/>
                    <a:pt x="0" y="374"/>
                    <a:pt x="0" y="850"/>
                  </a:cubicBezTo>
                  <a:lnTo>
                    <a:pt x="0" y="1608"/>
                  </a:lnTo>
                  <a:cubicBezTo>
                    <a:pt x="0" y="1680"/>
                    <a:pt x="61" y="1730"/>
                    <a:pt x="132" y="1730"/>
                  </a:cubicBezTo>
                  <a:cubicBezTo>
                    <a:pt x="193" y="1730"/>
                    <a:pt x="253" y="1680"/>
                    <a:pt x="253" y="1608"/>
                  </a:cubicBezTo>
                  <a:lnTo>
                    <a:pt x="253" y="850"/>
                  </a:lnTo>
                  <a:cubicBezTo>
                    <a:pt x="253" y="516"/>
                    <a:pt x="526" y="243"/>
                    <a:pt x="850" y="243"/>
                  </a:cubicBezTo>
                  <a:lnTo>
                    <a:pt x="890" y="243"/>
                  </a:lnTo>
                  <a:lnTo>
                    <a:pt x="699" y="900"/>
                  </a:lnTo>
                  <a:cubicBezTo>
                    <a:pt x="688" y="941"/>
                    <a:pt x="699" y="992"/>
                    <a:pt x="728" y="1022"/>
                  </a:cubicBezTo>
                  <a:lnTo>
                    <a:pt x="1052" y="1356"/>
                  </a:lnTo>
                  <a:cubicBezTo>
                    <a:pt x="1083" y="1386"/>
                    <a:pt x="1113" y="1396"/>
                    <a:pt x="1144" y="1396"/>
                  </a:cubicBezTo>
                  <a:cubicBezTo>
                    <a:pt x="1184" y="1396"/>
                    <a:pt x="1214" y="1386"/>
                    <a:pt x="1234" y="1356"/>
                  </a:cubicBezTo>
                  <a:lnTo>
                    <a:pt x="1558" y="1022"/>
                  </a:lnTo>
                  <a:cubicBezTo>
                    <a:pt x="1598" y="992"/>
                    <a:pt x="1609" y="941"/>
                    <a:pt x="1589" y="900"/>
                  </a:cubicBezTo>
                  <a:lnTo>
                    <a:pt x="1396" y="243"/>
                  </a:lnTo>
                  <a:lnTo>
                    <a:pt x="1437" y="243"/>
                  </a:lnTo>
                  <a:cubicBezTo>
                    <a:pt x="1771" y="243"/>
                    <a:pt x="2044" y="516"/>
                    <a:pt x="2044" y="850"/>
                  </a:cubicBezTo>
                  <a:lnTo>
                    <a:pt x="2044" y="1608"/>
                  </a:lnTo>
                  <a:cubicBezTo>
                    <a:pt x="2044" y="1680"/>
                    <a:pt x="2095" y="1730"/>
                    <a:pt x="2165" y="1730"/>
                  </a:cubicBezTo>
                  <a:cubicBezTo>
                    <a:pt x="2236" y="1730"/>
                    <a:pt x="2286" y="1680"/>
                    <a:pt x="2286" y="1608"/>
                  </a:cubicBezTo>
                  <a:lnTo>
                    <a:pt x="2286" y="850"/>
                  </a:lnTo>
                  <a:cubicBezTo>
                    <a:pt x="2286" y="374"/>
                    <a:pt x="1912" y="0"/>
                    <a:pt x="1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1610305" y="2769600"/>
              <a:ext cx="91245" cy="110086"/>
            </a:xfrm>
            <a:custGeom>
              <a:avLst/>
              <a:gdLst/>
              <a:ahLst/>
              <a:cxnLst/>
              <a:rect l="l" t="t" r="r" b="b"/>
              <a:pathLst>
                <a:path w="1913" h="2308" extrusionOk="0">
                  <a:moveTo>
                    <a:pt x="1245" y="972"/>
                  </a:moveTo>
                  <a:cubicBezTo>
                    <a:pt x="1356" y="1093"/>
                    <a:pt x="1498" y="1174"/>
                    <a:pt x="1660" y="1215"/>
                  </a:cubicBezTo>
                  <a:lnTo>
                    <a:pt x="1660" y="1356"/>
                  </a:lnTo>
                  <a:cubicBezTo>
                    <a:pt x="1660" y="1741"/>
                    <a:pt x="1346" y="2055"/>
                    <a:pt x="952" y="2055"/>
                  </a:cubicBezTo>
                  <a:cubicBezTo>
                    <a:pt x="567" y="2055"/>
                    <a:pt x="253" y="1741"/>
                    <a:pt x="253" y="1356"/>
                  </a:cubicBezTo>
                  <a:lnTo>
                    <a:pt x="253" y="1205"/>
                  </a:lnTo>
                  <a:cubicBezTo>
                    <a:pt x="334" y="1225"/>
                    <a:pt x="435" y="1235"/>
                    <a:pt x="527" y="1235"/>
                  </a:cubicBezTo>
                  <a:cubicBezTo>
                    <a:pt x="790" y="1235"/>
                    <a:pt x="1042" y="1144"/>
                    <a:pt x="1245" y="972"/>
                  </a:cubicBezTo>
                  <a:close/>
                  <a:moveTo>
                    <a:pt x="952" y="1"/>
                  </a:moveTo>
                  <a:cubicBezTo>
                    <a:pt x="799" y="1"/>
                    <a:pt x="648" y="31"/>
                    <a:pt x="516" y="102"/>
                  </a:cubicBezTo>
                  <a:cubicBezTo>
                    <a:pt x="456" y="133"/>
                    <a:pt x="435" y="214"/>
                    <a:pt x="466" y="274"/>
                  </a:cubicBezTo>
                  <a:cubicBezTo>
                    <a:pt x="487" y="316"/>
                    <a:pt x="527" y="339"/>
                    <a:pt x="570" y="339"/>
                  </a:cubicBezTo>
                  <a:cubicBezTo>
                    <a:pt x="589" y="339"/>
                    <a:pt x="609" y="334"/>
                    <a:pt x="628" y="324"/>
                  </a:cubicBezTo>
                  <a:cubicBezTo>
                    <a:pt x="729" y="274"/>
                    <a:pt x="840" y="254"/>
                    <a:pt x="952" y="254"/>
                  </a:cubicBezTo>
                  <a:lnTo>
                    <a:pt x="1053" y="254"/>
                  </a:lnTo>
                  <a:cubicBezTo>
                    <a:pt x="1063" y="254"/>
                    <a:pt x="1063" y="254"/>
                    <a:pt x="1073" y="264"/>
                  </a:cubicBezTo>
                  <a:lnTo>
                    <a:pt x="1113" y="264"/>
                  </a:lnTo>
                  <a:cubicBezTo>
                    <a:pt x="1164" y="284"/>
                    <a:pt x="1224" y="304"/>
                    <a:pt x="1275" y="324"/>
                  </a:cubicBezTo>
                  <a:cubicBezTo>
                    <a:pt x="1275" y="324"/>
                    <a:pt x="1285" y="324"/>
                    <a:pt x="1285" y="335"/>
                  </a:cubicBezTo>
                  <a:cubicBezTo>
                    <a:pt x="1285" y="335"/>
                    <a:pt x="1296" y="335"/>
                    <a:pt x="1305" y="345"/>
                  </a:cubicBezTo>
                  <a:lnTo>
                    <a:pt x="1316" y="345"/>
                  </a:lnTo>
                  <a:lnTo>
                    <a:pt x="1326" y="355"/>
                  </a:lnTo>
                  <a:cubicBezTo>
                    <a:pt x="1336" y="355"/>
                    <a:pt x="1336" y="365"/>
                    <a:pt x="1346" y="365"/>
                  </a:cubicBezTo>
                  <a:cubicBezTo>
                    <a:pt x="1346" y="365"/>
                    <a:pt x="1346" y="375"/>
                    <a:pt x="1356" y="375"/>
                  </a:cubicBezTo>
                  <a:lnTo>
                    <a:pt x="1366" y="385"/>
                  </a:lnTo>
                  <a:cubicBezTo>
                    <a:pt x="1376" y="385"/>
                    <a:pt x="1376" y="385"/>
                    <a:pt x="1376" y="396"/>
                  </a:cubicBezTo>
                  <a:cubicBezTo>
                    <a:pt x="1386" y="396"/>
                    <a:pt x="1397" y="405"/>
                    <a:pt x="1397" y="405"/>
                  </a:cubicBezTo>
                  <a:cubicBezTo>
                    <a:pt x="1397" y="405"/>
                    <a:pt x="1406" y="405"/>
                    <a:pt x="1406" y="416"/>
                  </a:cubicBezTo>
                  <a:cubicBezTo>
                    <a:pt x="1406" y="416"/>
                    <a:pt x="1417" y="416"/>
                    <a:pt x="1417" y="426"/>
                  </a:cubicBezTo>
                  <a:cubicBezTo>
                    <a:pt x="1427" y="426"/>
                    <a:pt x="1427" y="436"/>
                    <a:pt x="1437" y="436"/>
                  </a:cubicBezTo>
                  <a:cubicBezTo>
                    <a:pt x="1437" y="446"/>
                    <a:pt x="1447" y="446"/>
                    <a:pt x="1447" y="446"/>
                  </a:cubicBezTo>
                  <a:cubicBezTo>
                    <a:pt x="1447" y="456"/>
                    <a:pt x="1457" y="456"/>
                    <a:pt x="1457" y="466"/>
                  </a:cubicBezTo>
                  <a:cubicBezTo>
                    <a:pt x="1467" y="466"/>
                    <a:pt x="1467" y="477"/>
                    <a:pt x="1478" y="477"/>
                  </a:cubicBezTo>
                  <a:cubicBezTo>
                    <a:pt x="1478" y="477"/>
                    <a:pt x="1478" y="486"/>
                    <a:pt x="1487" y="486"/>
                  </a:cubicBezTo>
                  <a:cubicBezTo>
                    <a:pt x="1487" y="497"/>
                    <a:pt x="1487" y="497"/>
                    <a:pt x="1498" y="506"/>
                  </a:cubicBezTo>
                  <a:lnTo>
                    <a:pt x="1508" y="517"/>
                  </a:lnTo>
                  <a:lnTo>
                    <a:pt x="1518" y="527"/>
                  </a:lnTo>
                  <a:cubicBezTo>
                    <a:pt x="1528" y="537"/>
                    <a:pt x="1528" y="547"/>
                    <a:pt x="1538" y="557"/>
                  </a:cubicBezTo>
                  <a:cubicBezTo>
                    <a:pt x="1538" y="557"/>
                    <a:pt x="1538" y="567"/>
                    <a:pt x="1548" y="567"/>
                  </a:cubicBezTo>
                  <a:cubicBezTo>
                    <a:pt x="1548" y="578"/>
                    <a:pt x="1559" y="587"/>
                    <a:pt x="1559" y="587"/>
                  </a:cubicBezTo>
                  <a:cubicBezTo>
                    <a:pt x="1559" y="598"/>
                    <a:pt x="1559" y="598"/>
                    <a:pt x="1568" y="598"/>
                  </a:cubicBezTo>
                  <a:cubicBezTo>
                    <a:pt x="1568" y="608"/>
                    <a:pt x="1568" y="618"/>
                    <a:pt x="1579" y="618"/>
                  </a:cubicBezTo>
                  <a:lnTo>
                    <a:pt x="1579" y="638"/>
                  </a:lnTo>
                  <a:cubicBezTo>
                    <a:pt x="1589" y="638"/>
                    <a:pt x="1589" y="648"/>
                    <a:pt x="1589" y="659"/>
                  </a:cubicBezTo>
                  <a:cubicBezTo>
                    <a:pt x="1599" y="659"/>
                    <a:pt x="1599" y="659"/>
                    <a:pt x="1599" y="668"/>
                  </a:cubicBezTo>
                  <a:cubicBezTo>
                    <a:pt x="1599" y="679"/>
                    <a:pt x="1609" y="679"/>
                    <a:pt x="1609" y="689"/>
                  </a:cubicBezTo>
                  <a:lnTo>
                    <a:pt x="1609" y="699"/>
                  </a:lnTo>
                  <a:cubicBezTo>
                    <a:pt x="1619" y="709"/>
                    <a:pt x="1619" y="719"/>
                    <a:pt x="1619" y="729"/>
                  </a:cubicBezTo>
                  <a:cubicBezTo>
                    <a:pt x="1629" y="740"/>
                    <a:pt x="1629" y="749"/>
                    <a:pt x="1629" y="760"/>
                  </a:cubicBezTo>
                  <a:cubicBezTo>
                    <a:pt x="1629" y="760"/>
                    <a:pt x="1629" y="770"/>
                    <a:pt x="1639" y="770"/>
                  </a:cubicBezTo>
                  <a:lnTo>
                    <a:pt x="1639" y="800"/>
                  </a:lnTo>
                  <a:cubicBezTo>
                    <a:pt x="1649" y="810"/>
                    <a:pt x="1649" y="820"/>
                    <a:pt x="1649" y="830"/>
                  </a:cubicBezTo>
                  <a:lnTo>
                    <a:pt x="1649" y="841"/>
                  </a:lnTo>
                  <a:lnTo>
                    <a:pt x="1649" y="871"/>
                  </a:lnTo>
                  <a:cubicBezTo>
                    <a:pt x="1660" y="871"/>
                    <a:pt x="1660" y="871"/>
                    <a:pt x="1660" y="881"/>
                  </a:cubicBezTo>
                  <a:lnTo>
                    <a:pt x="1660" y="911"/>
                  </a:lnTo>
                  <a:lnTo>
                    <a:pt x="1660" y="952"/>
                  </a:lnTo>
                  <a:cubicBezTo>
                    <a:pt x="1538" y="911"/>
                    <a:pt x="1437" y="830"/>
                    <a:pt x="1366" y="719"/>
                  </a:cubicBezTo>
                  <a:cubicBezTo>
                    <a:pt x="1346" y="689"/>
                    <a:pt x="1305" y="668"/>
                    <a:pt x="1265" y="659"/>
                  </a:cubicBezTo>
                  <a:cubicBezTo>
                    <a:pt x="1235" y="659"/>
                    <a:pt x="1194" y="679"/>
                    <a:pt x="1164" y="699"/>
                  </a:cubicBezTo>
                  <a:cubicBezTo>
                    <a:pt x="1002" y="881"/>
                    <a:pt x="770" y="992"/>
                    <a:pt x="527" y="992"/>
                  </a:cubicBezTo>
                  <a:cubicBezTo>
                    <a:pt x="426" y="992"/>
                    <a:pt x="334" y="972"/>
                    <a:pt x="253" y="942"/>
                  </a:cubicBezTo>
                  <a:lnTo>
                    <a:pt x="253" y="901"/>
                  </a:lnTo>
                  <a:lnTo>
                    <a:pt x="253" y="861"/>
                  </a:lnTo>
                  <a:cubicBezTo>
                    <a:pt x="264" y="780"/>
                    <a:pt x="294" y="699"/>
                    <a:pt x="334" y="618"/>
                  </a:cubicBezTo>
                  <a:cubicBezTo>
                    <a:pt x="365" y="557"/>
                    <a:pt x="345" y="486"/>
                    <a:pt x="284" y="456"/>
                  </a:cubicBezTo>
                  <a:cubicBezTo>
                    <a:pt x="265" y="447"/>
                    <a:pt x="244" y="442"/>
                    <a:pt x="224" y="442"/>
                  </a:cubicBezTo>
                  <a:cubicBezTo>
                    <a:pt x="178" y="442"/>
                    <a:pt x="133" y="465"/>
                    <a:pt x="112" y="506"/>
                  </a:cubicBezTo>
                  <a:cubicBezTo>
                    <a:pt x="82" y="557"/>
                    <a:pt x="61" y="608"/>
                    <a:pt x="51" y="659"/>
                  </a:cubicBezTo>
                  <a:cubicBezTo>
                    <a:pt x="41" y="659"/>
                    <a:pt x="41" y="668"/>
                    <a:pt x="41" y="668"/>
                  </a:cubicBezTo>
                  <a:cubicBezTo>
                    <a:pt x="31" y="719"/>
                    <a:pt x="10" y="780"/>
                    <a:pt x="10" y="841"/>
                  </a:cubicBezTo>
                  <a:cubicBezTo>
                    <a:pt x="1" y="850"/>
                    <a:pt x="1" y="871"/>
                    <a:pt x="1" y="891"/>
                  </a:cubicBezTo>
                  <a:lnTo>
                    <a:pt x="1" y="901"/>
                  </a:lnTo>
                  <a:lnTo>
                    <a:pt x="1" y="952"/>
                  </a:lnTo>
                  <a:lnTo>
                    <a:pt x="1" y="1033"/>
                  </a:lnTo>
                  <a:lnTo>
                    <a:pt x="1" y="1356"/>
                  </a:lnTo>
                  <a:cubicBezTo>
                    <a:pt x="1" y="1882"/>
                    <a:pt x="426" y="2307"/>
                    <a:pt x="952" y="2307"/>
                  </a:cubicBezTo>
                  <a:cubicBezTo>
                    <a:pt x="1478" y="2307"/>
                    <a:pt x="1912" y="1882"/>
                    <a:pt x="1912" y="1356"/>
                  </a:cubicBezTo>
                  <a:lnTo>
                    <a:pt x="1912" y="1113"/>
                  </a:lnTo>
                  <a:lnTo>
                    <a:pt x="1912" y="952"/>
                  </a:lnTo>
                  <a:lnTo>
                    <a:pt x="1912" y="901"/>
                  </a:lnTo>
                  <a:lnTo>
                    <a:pt x="1903" y="891"/>
                  </a:lnTo>
                  <a:lnTo>
                    <a:pt x="1903" y="850"/>
                  </a:lnTo>
                  <a:lnTo>
                    <a:pt x="1903" y="841"/>
                  </a:lnTo>
                  <a:cubicBezTo>
                    <a:pt x="1903" y="830"/>
                    <a:pt x="1903" y="810"/>
                    <a:pt x="1892" y="800"/>
                  </a:cubicBezTo>
                  <a:lnTo>
                    <a:pt x="1892" y="790"/>
                  </a:lnTo>
                  <a:lnTo>
                    <a:pt x="1892" y="749"/>
                  </a:lnTo>
                  <a:cubicBezTo>
                    <a:pt x="1882" y="749"/>
                    <a:pt x="1882" y="749"/>
                    <a:pt x="1882" y="740"/>
                  </a:cubicBezTo>
                  <a:cubicBezTo>
                    <a:pt x="1882" y="729"/>
                    <a:pt x="1882" y="719"/>
                    <a:pt x="1872" y="709"/>
                  </a:cubicBezTo>
                  <a:lnTo>
                    <a:pt x="1872" y="689"/>
                  </a:lnTo>
                  <a:cubicBezTo>
                    <a:pt x="1872" y="679"/>
                    <a:pt x="1862" y="668"/>
                    <a:pt x="1862" y="659"/>
                  </a:cubicBezTo>
                  <a:lnTo>
                    <a:pt x="1862" y="638"/>
                  </a:lnTo>
                  <a:cubicBezTo>
                    <a:pt x="1852" y="628"/>
                    <a:pt x="1852" y="618"/>
                    <a:pt x="1842" y="608"/>
                  </a:cubicBezTo>
                  <a:lnTo>
                    <a:pt x="1842" y="598"/>
                  </a:lnTo>
                  <a:cubicBezTo>
                    <a:pt x="1831" y="587"/>
                    <a:pt x="1831" y="578"/>
                    <a:pt x="1831" y="567"/>
                  </a:cubicBezTo>
                  <a:cubicBezTo>
                    <a:pt x="1822" y="557"/>
                    <a:pt x="1822" y="557"/>
                    <a:pt x="1822" y="547"/>
                  </a:cubicBezTo>
                  <a:cubicBezTo>
                    <a:pt x="1811" y="537"/>
                    <a:pt x="1811" y="537"/>
                    <a:pt x="1811" y="527"/>
                  </a:cubicBezTo>
                  <a:cubicBezTo>
                    <a:pt x="1801" y="517"/>
                    <a:pt x="1801" y="506"/>
                    <a:pt x="1801" y="506"/>
                  </a:cubicBezTo>
                  <a:cubicBezTo>
                    <a:pt x="1791" y="497"/>
                    <a:pt x="1791" y="486"/>
                    <a:pt x="1781" y="486"/>
                  </a:cubicBezTo>
                  <a:cubicBezTo>
                    <a:pt x="1781" y="477"/>
                    <a:pt x="1781" y="466"/>
                    <a:pt x="1771" y="466"/>
                  </a:cubicBezTo>
                  <a:cubicBezTo>
                    <a:pt x="1771" y="456"/>
                    <a:pt x="1771" y="456"/>
                    <a:pt x="1761" y="446"/>
                  </a:cubicBezTo>
                  <a:cubicBezTo>
                    <a:pt x="1730" y="405"/>
                    <a:pt x="1700" y="355"/>
                    <a:pt x="1669" y="315"/>
                  </a:cubicBezTo>
                  <a:lnTo>
                    <a:pt x="1660" y="315"/>
                  </a:lnTo>
                  <a:cubicBezTo>
                    <a:pt x="1649" y="304"/>
                    <a:pt x="1639" y="294"/>
                    <a:pt x="1639" y="284"/>
                  </a:cubicBezTo>
                  <a:cubicBezTo>
                    <a:pt x="1629" y="284"/>
                    <a:pt x="1629" y="284"/>
                    <a:pt x="1629" y="274"/>
                  </a:cubicBezTo>
                  <a:cubicBezTo>
                    <a:pt x="1619" y="264"/>
                    <a:pt x="1609" y="264"/>
                    <a:pt x="1599" y="254"/>
                  </a:cubicBezTo>
                  <a:cubicBezTo>
                    <a:pt x="1599" y="254"/>
                    <a:pt x="1599" y="243"/>
                    <a:pt x="1589" y="243"/>
                  </a:cubicBezTo>
                  <a:lnTo>
                    <a:pt x="1579" y="234"/>
                  </a:lnTo>
                  <a:lnTo>
                    <a:pt x="1559" y="214"/>
                  </a:lnTo>
                  <a:cubicBezTo>
                    <a:pt x="1548" y="203"/>
                    <a:pt x="1538" y="203"/>
                    <a:pt x="1528" y="193"/>
                  </a:cubicBezTo>
                  <a:cubicBezTo>
                    <a:pt x="1528" y="193"/>
                    <a:pt x="1528" y="183"/>
                    <a:pt x="1518" y="183"/>
                  </a:cubicBezTo>
                  <a:cubicBezTo>
                    <a:pt x="1508" y="183"/>
                    <a:pt x="1508" y="173"/>
                    <a:pt x="1498" y="163"/>
                  </a:cubicBezTo>
                  <a:lnTo>
                    <a:pt x="1487" y="163"/>
                  </a:lnTo>
                  <a:cubicBezTo>
                    <a:pt x="1478" y="153"/>
                    <a:pt x="1467" y="153"/>
                    <a:pt x="1457" y="142"/>
                  </a:cubicBezTo>
                  <a:lnTo>
                    <a:pt x="1447" y="133"/>
                  </a:lnTo>
                  <a:cubicBezTo>
                    <a:pt x="1437" y="133"/>
                    <a:pt x="1427" y="122"/>
                    <a:pt x="1427" y="122"/>
                  </a:cubicBezTo>
                  <a:cubicBezTo>
                    <a:pt x="1417" y="122"/>
                    <a:pt x="1406" y="112"/>
                    <a:pt x="1406" y="112"/>
                  </a:cubicBezTo>
                  <a:cubicBezTo>
                    <a:pt x="1397" y="112"/>
                    <a:pt x="1397" y="102"/>
                    <a:pt x="1386" y="102"/>
                  </a:cubicBezTo>
                  <a:cubicBezTo>
                    <a:pt x="1336" y="72"/>
                    <a:pt x="1275" y="52"/>
                    <a:pt x="1204" y="31"/>
                  </a:cubicBezTo>
                  <a:cubicBezTo>
                    <a:pt x="1194" y="31"/>
                    <a:pt x="1184" y="31"/>
                    <a:pt x="1174" y="21"/>
                  </a:cubicBezTo>
                  <a:lnTo>
                    <a:pt x="1164" y="21"/>
                  </a:lnTo>
                  <a:cubicBezTo>
                    <a:pt x="1154" y="21"/>
                    <a:pt x="1143" y="21"/>
                    <a:pt x="1134" y="11"/>
                  </a:cubicBezTo>
                  <a:lnTo>
                    <a:pt x="1073" y="11"/>
                  </a:lnTo>
                  <a:cubicBezTo>
                    <a:pt x="1063" y="1"/>
                    <a:pt x="1053" y="1"/>
                    <a:pt x="10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1718862" y="2943072"/>
              <a:ext cx="38158" cy="35964"/>
            </a:xfrm>
            <a:custGeom>
              <a:avLst/>
              <a:gdLst/>
              <a:ahLst/>
              <a:cxnLst/>
              <a:rect l="l" t="t" r="r" b="b"/>
              <a:pathLst>
                <a:path w="800" h="754" extrusionOk="0">
                  <a:moveTo>
                    <a:pt x="141" y="1"/>
                  </a:moveTo>
                  <a:cubicBezTo>
                    <a:pt x="102" y="1"/>
                    <a:pt x="64" y="17"/>
                    <a:pt x="41" y="46"/>
                  </a:cubicBezTo>
                  <a:cubicBezTo>
                    <a:pt x="0" y="107"/>
                    <a:pt x="21" y="187"/>
                    <a:pt x="72" y="228"/>
                  </a:cubicBezTo>
                  <a:cubicBezTo>
                    <a:pt x="254" y="360"/>
                    <a:pt x="416" y="522"/>
                    <a:pt x="557" y="704"/>
                  </a:cubicBezTo>
                  <a:cubicBezTo>
                    <a:pt x="587" y="734"/>
                    <a:pt x="618" y="754"/>
                    <a:pt x="658" y="754"/>
                  </a:cubicBezTo>
                  <a:cubicBezTo>
                    <a:pt x="688" y="754"/>
                    <a:pt x="708" y="744"/>
                    <a:pt x="729" y="724"/>
                  </a:cubicBezTo>
                  <a:cubicBezTo>
                    <a:pt x="789" y="684"/>
                    <a:pt x="800" y="603"/>
                    <a:pt x="759" y="552"/>
                  </a:cubicBezTo>
                  <a:cubicBezTo>
                    <a:pt x="607" y="349"/>
                    <a:pt x="425" y="178"/>
                    <a:pt x="223" y="26"/>
                  </a:cubicBezTo>
                  <a:cubicBezTo>
                    <a:pt x="198" y="9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1592466" y="3142395"/>
              <a:ext cx="126446" cy="26281"/>
            </a:xfrm>
            <a:custGeom>
              <a:avLst/>
              <a:gdLst/>
              <a:ahLst/>
              <a:cxnLst/>
              <a:rect l="l" t="t" r="r" b="b"/>
              <a:pathLst>
                <a:path w="2651" h="551" extrusionOk="0">
                  <a:moveTo>
                    <a:pt x="143" y="1"/>
                  </a:moveTo>
                  <a:cubicBezTo>
                    <a:pt x="97" y="1"/>
                    <a:pt x="52" y="23"/>
                    <a:pt x="31" y="65"/>
                  </a:cubicBezTo>
                  <a:cubicBezTo>
                    <a:pt x="0" y="126"/>
                    <a:pt x="20" y="196"/>
                    <a:pt x="81" y="237"/>
                  </a:cubicBezTo>
                  <a:cubicBezTo>
                    <a:pt x="456" y="439"/>
                    <a:pt x="890" y="551"/>
                    <a:pt x="1326" y="551"/>
                  </a:cubicBezTo>
                  <a:cubicBezTo>
                    <a:pt x="1760" y="551"/>
                    <a:pt x="2196" y="439"/>
                    <a:pt x="2569" y="237"/>
                  </a:cubicBezTo>
                  <a:cubicBezTo>
                    <a:pt x="2630" y="207"/>
                    <a:pt x="2650" y="126"/>
                    <a:pt x="2620" y="65"/>
                  </a:cubicBezTo>
                  <a:cubicBezTo>
                    <a:pt x="2599" y="23"/>
                    <a:pt x="2554" y="1"/>
                    <a:pt x="2508" y="1"/>
                  </a:cubicBezTo>
                  <a:cubicBezTo>
                    <a:pt x="2487" y="1"/>
                    <a:pt x="2467" y="5"/>
                    <a:pt x="2448" y="14"/>
                  </a:cubicBezTo>
                  <a:cubicBezTo>
                    <a:pt x="2104" y="207"/>
                    <a:pt x="1720" y="308"/>
                    <a:pt x="1326" y="308"/>
                  </a:cubicBezTo>
                  <a:cubicBezTo>
                    <a:pt x="931" y="308"/>
                    <a:pt x="546" y="207"/>
                    <a:pt x="202" y="14"/>
                  </a:cubicBezTo>
                  <a:cubicBezTo>
                    <a:pt x="184" y="5"/>
                    <a:pt x="163" y="1"/>
                    <a:pt x="1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1554834" y="2943072"/>
              <a:ext cx="37681" cy="35535"/>
            </a:xfrm>
            <a:custGeom>
              <a:avLst/>
              <a:gdLst/>
              <a:ahLst/>
              <a:cxnLst/>
              <a:rect l="l" t="t" r="r" b="b"/>
              <a:pathLst>
                <a:path w="790" h="745" extrusionOk="0">
                  <a:moveTo>
                    <a:pt x="651" y="1"/>
                  </a:moveTo>
                  <a:cubicBezTo>
                    <a:pt x="624" y="1"/>
                    <a:pt x="598" y="9"/>
                    <a:pt x="577" y="26"/>
                  </a:cubicBezTo>
                  <a:cubicBezTo>
                    <a:pt x="375" y="167"/>
                    <a:pt x="193" y="349"/>
                    <a:pt x="41" y="552"/>
                  </a:cubicBezTo>
                  <a:cubicBezTo>
                    <a:pt x="0" y="603"/>
                    <a:pt x="11" y="684"/>
                    <a:pt x="71" y="724"/>
                  </a:cubicBezTo>
                  <a:cubicBezTo>
                    <a:pt x="92" y="744"/>
                    <a:pt x="112" y="744"/>
                    <a:pt x="142" y="744"/>
                  </a:cubicBezTo>
                  <a:cubicBezTo>
                    <a:pt x="182" y="744"/>
                    <a:pt x="213" y="734"/>
                    <a:pt x="243" y="704"/>
                  </a:cubicBezTo>
                  <a:cubicBezTo>
                    <a:pt x="375" y="522"/>
                    <a:pt x="537" y="360"/>
                    <a:pt x="728" y="228"/>
                  </a:cubicBezTo>
                  <a:cubicBezTo>
                    <a:pt x="779" y="187"/>
                    <a:pt x="789" y="107"/>
                    <a:pt x="749" y="46"/>
                  </a:cubicBezTo>
                  <a:cubicBezTo>
                    <a:pt x="725" y="17"/>
                    <a:pt x="688" y="1"/>
                    <a:pt x="6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1729975" y="3093363"/>
              <a:ext cx="109084" cy="83041"/>
            </a:xfrm>
            <a:custGeom>
              <a:avLst/>
              <a:gdLst/>
              <a:ahLst/>
              <a:cxnLst/>
              <a:rect l="l" t="t" r="r" b="b"/>
              <a:pathLst>
                <a:path w="2287" h="1741" extrusionOk="0">
                  <a:moveTo>
                    <a:pt x="1143" y="273"/>
                  </a:moveTo>
                  <a:lnTo>
                    <a:pt x="1336" y="911"/>
                  </a:lnTo>
                  <a:lnTo>
                    <a:pt x="1143" y="1103"/>
                  </a:lnTo>
                  <a:lnTo>
                    <a:pt x="961" y="911"/>
                  </a:lnTo>
                  <a:lnTo>
                    <a:pt x="1143" y="273"/>
                  </a:lnTo>
                  <a:close/>
                  <a:moveTo>
                    <a:pt x="850" y="1"/>
                  </a:moveTo>
                  <a:cubicBezTo>
                    <a:pt x="385" y="1"/>
                    <a:pt x="0" y="385"/>
                    <a:pt x="0" y="860"/>
                  </a:cubicBezTo>
                  <a:lnTo>
                    <a:pt x="0" y="1619"/>
                  </a:lnTo>
                  <a:cubicBezTo>
                    <a:pt x="0" y="1690"/>
                    <a:pt x="61" y="1741"/>
                    <a:pt x="122" y="1741"/>
                  </a:cubicBezTo>
                  <a:cubicBezTo>
                    <a:pt x="192" y="1741"/>
                    <a:pt x="253" y="1690"/>
                    <a:pt x="253" y="1619"/>
                  </a:cubicBezTo>
                  <a:lnTo>
                    <a:pt x="253" y="860"/>
                  </a:lnTo>
                  <a:cubicBezTo>
                    <a:pt x="253" y="527"/>
                    <a:pt x="516" y="253"/>
                    <a:pt x="850" y="253"/>
                  </a:cubicBezTo>
                  <a:lnTo>
                    <a:pt x="891" y="253"/>
                  </a:lnTo>
                  <a:lnTo>
                    <a:pt x="698" y="911"/>
                  </a:lnTo>
                  <a:cubicBezTo>
                    <a:pt x="688" y="952"/>
                    <a:pt x="698" y="1002"/>
                    <a:pt x="729" y="1033"/>
                  </a:cubicBezTo>
                  <a:lnTo>
                    <a:pt x="1052" y="1366"/>
                  </a:lnTo>
                  <a:cubicBezTo>
                    <a:pt x="1082" y="1397"/>
                    <a:pt x="1113" y="1406"/>
                    <a:pt x="1143" y="1406"/>
                  </a:cubicBezTo>
                  <a:cubicBezTo>
                    <a:pt x="1174" y="1406"/>
                    <a:pt x="1214" y="1397"/>
                    <a:pt x="1235" y="1366"/>
                  </a:cubicBezTo>
                  <a:lnTo>
                    <a:pt x="1558" y="1033"/>
                  </a:lnTo>
                  <a:cubicBezTo>
                    <a:pt x="1588" y="1002"/>
                    <a:pt x="1608" y="952"/>
                    <a:pt x="1588" y="911"/>
                  </a:cubicBezTo>
                  <a:lnTo>
                    <a:pt x="1396" y="253"/>
                  </a:lnTo>
                  <a:lnTo>
                    <a:pt x="1437" y="253"/>
                  </a:lnTo>
                  <a:cubicBezTo>
                    <a:pt x="1770" y="253"/>
                    <a:pt x="2044" y="527"/>
                    <a:pt x="2044" y="860"/>
                  </a:cubicBezTo>
                  <a:lnTo>
                    <a:pt x="2044" y="1619"/>
                  </a:lnTo>
                  <a:cubicBezTo>
                    <a:pt x="2044" y="1690"/>
                    <a:pt x="2094" y="1741"/>
                    <a:pt x="2165" y="1741"/>
                  </a:cubicBezTo>
                  <a:cubicBezTo>
                    <a:pt x="2236" y="1741"/>
                    <a:pt x="2287" y="1690"/>
                    <a:pt x="2287" y="1619"/>
                  </a:cubicBezTo>
                  <a:lnTo>
                    <a:pt x="2287" y="860"/>
                  </a:lnTo>
                  <a:cubicBezTo>
                    <a:pt x="2287" y="385"/>
                    <a:pt x="1902" y="1"/>
                    <a:pt x="14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1739133" y="2980466"/>
              <a:ext cx="91245" cy="110086"/>
            </a:xfrm>
            <a:custGeom>
              <a:avLst/>
              <a:gdLst/>
              <a:ahLst/>
              <a:cxnLst/>
              <a:rect l="l" t="t" r="r" b="b"/>
              <a:pathLst>
                <a:path w="1913" h="2308" extrusionOk="0">
                  <a:moveTo>
                    <a:pt x="1245" y="972"/>
                  </a:moveTo>
                  <a:cubicBezTo>
                    <a:pt x="1356" y="1093"/>
                    <a:pt x="1497" y="1174"/>
                    <a:pt x="1659" y="1215"/>
                  </a:cubicBezTo>
                  <a:lnTo>
                    <a:pt x="1659" y="1356"/>
                  </a:lnTo>
                  <a:cubicBezTo>
                    <a:pt x="1659" y="1741"/>
                    <a:pt x="1346" y="2054"/>
                    <a:pt x="951" y="2054"/>
                  </a:cubicBezTo>
                  <a:cubicBezTo>
                    <a:pt x="567" y="2054"/>
                    <a:pt x="243" y="1741"/>
                    <a:pt x="243" y="1356"/>
                  </a:cubicBezTo>
                  <a:lnTo>
                    <a:pt x="243" y="1204"/>
                  </a:lnTo>
                  <a:cubicBezTo>
                    <a:pt x="334" y="1224"/>
                    <a:pt x="425" y="1235"/>
                    <a:pt x="526" y="1235"/>
                  </a:cubicBezTo>
                  <a:cubicBezTo>
                    <a:pt x="789" y="1235"/>
                    <a:pt x="1043" y="1143"/>
                    <a:pt x="1245" y="972"/>
                  </a:cubicBezTo>
                  <a:close/>
                  <a:moveTo>
                    <a:pt x="951" y="1"/>
                  </a:moveTo>
                  <a:cubicBezTo>
                    <a:pt x="800" y="1"/>
                    <a:pt x="648" y="31"/>
                    <a:pt x="517" y="102"/>
                  </a:cubicBezTo>
                  <a:cubicBezTo>
                    <a:pt x="456" y="132"/>
                    <a:pt x="425" y="213"/>
                    <a:pt x="466" y="273"/>
                  </a:cubicBezTo>
                  <a:cubicBezTo>
                    <a:pt x="487" y="315"/>
                    <a:pt x="527" y="338"/>
                    <a:pt x="570" y="338"/>
                  </a:cubicBezTo>
                  <a:cubicBezTo>
                    <a:pt x="589" y="338"/>
                    <a:pt x="609" y="334"/>
                    <a:pt x="627" y="324"/>
                  </a:cubicBezTo>
                  <a:cubicBezTo>
                    <a:pt x="729" y="273"/>
                    <a:pt x="840" y="243"/>
                    <a:pt x="951" y="243"/>
                  </a:cubicBezTo>
                  <a:lnTo>
                    <a:pt x="982" y="243"/>
                  </a:lnTo>
                  <a:cubicBezTo>
                    <a:pt x="992" y="243"/>
                    <a:pt x="992" y="253"/>
                    <a:pt x="1002" y="253"/>
                  </a:cubicBezTo>
                  <a:lnTo>
                    <a:pt x="1072" y="253"/>
                  </a:lnTo>
                  <a:lnTo>
                    <a:pt x="1083" y="264"/>
                  </a:lnTo>
                  <a:lnTo>
                    <a:pt x="1113" y="264"/>
                  </a:lnTo>
                  <a:cubicBezTo>
                    <a:pt x="1164" y="273"/>
                    <a:pt x="1225" y="294"/>
                    <a:pt x="1275" y="324"/>
                  </a:cubicBezTo>
                  <a:lnTo>
                    <a:pt x="1285" y="324"/>
                  </a:lnTo>
                  <a:cubicBezTo>
                    <a:pt x="1285" y="334"/>
                    <a:pt x="1295" y="334"/>
                    <a:pt x="1306" y="334"/>
                  </a:cubicBezTo>
                  <a:cubicBezTo>
                    <a:pt x="1306" y="345"/>
                    <a:pt x="1306" y="345"/>
                    <a:pt x="1315" y="345"/>
                  </a:cubicBezTo>
                  <a:lnTo>
                    <a:pt x="1326" y="354"/>
                  </a:lnTo>
                  <a:cubicBezTo>
                    <a:pt x="1336" y="354"/>
                    <a:pt x="1336" y="365"/>
                    <a:pt x="1336" y="365"/>
                  </a:cubicBezTo>
                  <a:cubicBezTo>
                    <a:pt x="1346" y="365"/>
                    <a:pt x="1346" y="365"/>
                    <a:pt x="1356" y="375"/>
                  </a:cubicBezTo>
                  <a:cubicBezTo>
                    <a:pt x="1356" y="375"/>
                    <a:pt x="1366" y="375"/>
                    <a:pt x="1366" y="385"/>
                  </a:cubicBezTo>
                  <a:lnTo>
                    <a:pt x="1376" y="385"/>
                  </a:lnTo>
                  <a:lnTo>
                    <a:pt x="1396" y="405"/>
                  </a:lnTo>
                  <a:lnTo>
                    <a:pt x="1407" y="405"/>
                  </a:lnTo>
                  <a:cubicBezTo>
                    <a:pt x="1407" y="415"/>
                    <a:pt x="1416" y="415"/>
                    <a:pt x="1416" y="426"/>
                  </a:cubicBezTo>
                  <a:cubicBezTo>
                    <a:pt x="1427" y="426"/>
                    <a:pt x="1427" y="435"/>
                    <a:pt x="1437" y="435"/>
                  </a:cubicBezTo>
                  <a:cubicBezTo>
                    <a:pt x="1437" y="446"/>
                    <a:pt x="1437" y="446"/>
                    <a:pt x="1447" y="446"/>
                  </a:cubicBezTo>
                  <a:cubicBezTo>
                    <a:pt x="1447" y="455"/>
                    <a:pt x="1457" y="455"/>
                    <a:pt x="1457" y="466"/>
                  </a:cubicBezTo>
                  <a:cubicBezTo>
                    <a:pt x="1467" y="466"/>
                    <a:pt x="1467" y="466"/>
                    <a:pt x="1467" y="476"/>
                  </a:cubicBezTo>
                  <a:cubicBezTo>
                    <a:pt x="1477" y="476"/>
                    <a:pt x="1477" y="486"/>
                    <a:pt x="1477" y="486"/>
                  </a:cubicBezTo>
                  <a:lnTo>
                    <a:pt x="1497" y="506"/>
                  </a:lnTo>
                  <a:lnTo>
                    <a:pt x="1508" y="516"/>
                  </a:lnTo>
                  <a:lnTo>
                    <a:pt x="1518" y="527"/>
                  </a:lnTo>
                  <a:cubicBezTo>
                    <a:pt x="1518" y="536"/>
                    <a:pt x="1528" y="547"/>
                    <a:pt x="1528" y="547"/>
                  </a:cubicBezTo>
                  <a:cubicBezTo>
                    <a:pt x="1538" y="557"/>
                    <a:pt x="1538" y="567"/>
                    <a:pt x="1548" y="567"/>
                  </a:cubicBezTo>
                  <a:cubicBezTo>
                    <a:pt x="1548" y="577"/>
                    <a:pt x="1548" y="587"/>
                    <a:pt x="1558" y="587"/>
                  </a:cubicBezTo>
                  <a:cubicBezTo>
                    <a:pt x="1558" y="597"/>
                    <a:pt x="1558" y="597"/>
                    <a:pt x="1569" y="597"/>
                  </a:cubicBezTo>
                  <a:cubicBezTo>
                    <a:pt x="1569" y="608"/>
                    <a:pt x="1569" y="617"/>
                    <a:pt x="1578" y="617"/>
                  </a:cubicBezTo>
                  <a:lnTo>
                    <a:pt x="1578" y="628"/>
                  </a:lnTo>
                  <a:cubicBezTo>
                    <a:pt x="1589" y="638"/>
                    <a:pt x="1589" y="648"/>
                    <a:pt x="1589" y="658"/>
                  </a:cubicBezTo>
                  <a:cubicBezTo>
                    <a:pt x="1589" y="658"/>
                    <a:pt x="1599" y="658"/>
                    <a:pt x="1599" y="668"/>
                  </a:cubicBezTo>
                  <a:cubicBezTo>
                    <a:pt x="1599" y="668"/>
                    <a:pt x="1599" y="678"/>
                    <a:pt x="1609" y="689"/>
                  </a:cubicBezTo>
                  <a:lnTo>
                    <a:pt x="1609" y="698"/>
                  </a:lnTo>
                  <a:cubicBezTo>
                    <a:pt x="1609" y="709"/>
                    <a:pt x="1619" y="718"/>
                    <a:pt x="1619" y="718"/>
                  </a:cubicBezTo>
                  <a:lnTo>
                    <a:pt x="1619" y="729"/>
                  </a:lnTo>
                  <a:cubicBezTo>
                    <a:pt x="1629" y="739"/>
                    <a:pt x="1629" y="749"/>
                    <a:pt x="1629" y="759"/>
                  </a:cubicBezTo>
                  <a:lnTo>
                    <a:pt x="1629" y="769"/>
                  </a:lnTo>
                  <a:cubicBezTo>
                    <a:pt x="1639" y="779"/>
                    <a:pt x="1639" y="790"/>
                    <a:pt x="1639" y="799"/>
                  </a:cubicBezTo>
                  <a:cubicBezTo>
                    <a:pt x="1639" y="810"/>
                    <a:pt x="1649" y="820"/>
                    <a:pt x="1649" y="830"/>
                  </a:cubicBezTo>
                  <a:lnTo>
                    <a:pt x="1649" y="840"/>
                  </a:lnTo>
                  <a:lnTo>
                    <a:pt x="1649" y="871"/>
                  </a:lnTo>
                  <a:lnTo>
                    <a:pt x="1649" y="880"/>
                  </a:lnTo>
                  <a:cubicBezTo>
                    <a:pt x="1659" y="891"/>
                    <a:pt x="1659" y="901"/>
                    <a:pt x="1659" y="901"/>
                  </a:cubicBezTo>
                  <a:lnTo>
                    <a:pt x="1659" y="911"/>
                  </a:lnTo>
                  <a:lnTo>
                    <a:pt x="1659" y="952"/>
                  </a:lnTo>
                  <a:cubicBezTo>
                    <a:pt x="1538" y="911"/>
                    <a:pt x="1437" y="830"/>
                    <a:pt x="1366" y="718"/>
                  </a:cubicBezTo>
                  <a:cubicBezTo>
                    <a:pt x="1346" y="689"/>
                    <a:pt x="1306" y="668"/>
                    <a:pt x="1265" y="658"/>
                  </a:cubicBezTo>
                  <a:cubicBezTo>
                    <a:pt x="1225" y="658"/>
                    <a:pt x="1194" y="668"/>
                    <a:pt x="1164" y="698"/>
                  </a:cubicBezTo>
                  <a:cubicBezTo>
                    <a:pt x="1002" y="880"/>
                    <a:pt x="769" y="992"/>
                    <a:pt x="526" y="992"/>
                  </a:cubicBezTo>
                  <a:cubicBezTo>
                    <a:pt x="425" y="992"/>
                    <a:pt x="334" y="972"/>
                    <a:pt x="243" y="941"/>
                  </a:cubicBezTo>
                  <a:cubicBezTo>
                    <a:pt x="254" y="931"/>
                    <a:pt x="254" y="911"/>
                    <a:pt x="254" y="901"/>
                  </a:cubicBezTo>
                  <a:lnTo>
                    <a:pt x="254" y="860"/>
                  </a:lnTo>
                  <a:cubicBezTo>
                    <a:pt x="263" y="779"/>
                    <a:pt x="294" y="698"/>
                    <a:pt x="334" y="617"/>
                  </a:cubicBezTo>
                  <a:cubicBezTo>
                    <a:pt x="364" y="557"/>
                    <a:pt x="344" y="486"/>
                    <a:pt x="274" y="455"/>
                  </a:cubicBezTo>
                  <a:cubicBezTo>
                    <a:pt x="255" y="443"/>
                    <a:pt x="235" y="437"/>
                    <a:pt x="215" y="437"/>
                  </a:cubicBezTo>
                  <a:cubicBezTo>
                    <a:pt x="173" y="437"/>
                    <a:pt x="133" y="465"/>
                    <a:pt x="112" y="506"/>
                  </a:cubicBezTo>
                  <a:cubicBezTo>
                    <a:pt x="81" y="557"/>
                    <a:pt x="61" y="608"/>
                    <a:pt x="41" y="658"/>
                  </a:cubicBezTo>
                  <a:lnTo>
                    <a:pt x="41" y="668"/>
                  </a:lnTo>
                  <a:cubicBezTo>
                    <a:pt x="20" y="718"/>
                    <a:pt x="11" y="779"/>
                    <a:pt x="0" y="830"/>
                  </a:cubicBezTo>
                  <a:lnTo>
                    <a:pt x="0" y="840"/>
                  </a:lnTo>
                  <a:lnTo>
                    <a:pt x="0" y="891"/>
                  </a:lnTo>
                  <a:lnTo>
                    <a:pt x="0" y="901"/>
                  </a:lnTo>
                  <a:lnTo>
                    <a:pt x="0" y="952"/>
                  </a:lnTo>
                  <a:lnTo>
                    <a:pt x="0" y="1032"/>
                  </a:lnTo>
                  <a:lnTo>
                    <a:pt x="0" y="1356"/>
                  </a:lnTo>
                  <a:cubicBezTo>
                    <a:pt x="0" y="1882"/>
                    <a:pt x="425" y="2307"/>
                    <a:pt x="951" y="2307"/>
                  </a:cubicBezTo>
                  <a:cubicBezTo>
                    <a:pt x="1477" y="2307"/>
                    <a:pt x="1912" y="1882"/>
                    <a:pt x="1912" y="1356"/>
                  </a:cubicBezTo>
                  <a:lnTo>
                    <a:pt x="1912" y="1113"/>
                  </a:lnTo>
                  <a:lnTo>
                    <a:pt x="1912" y="952"/>
                  </a:lnTo>
                  <a:cubicBezTo>
                    <a:pt x="1912" y="931"/>
                    <a:pt x="1902" y="921"/>
                    <a:pt x="1902" y="901"/>
                  </a:cubicBezTo>
                  <a:lnTo>
                    <a:pt x="1902" y="891"/>
                  </a:lnTo>
                  <a:lnTo>
                    <a:pt x="1902" y="850"/>
                  </a:lnTo>
                  <a:lnTo>
                    <a:pt x="1902" y="840"/>
                  </a:lnTo>
                  <a:cubicBezTo>
                    <a:pt x="1902" y="830"/>
                    <a:pt x="1902" y="810"/>
                    <a:pt x="1892" y="799"/>
                  </a:cubicBezTo>
                  <a:lnTo>
                    <a:pt x="1892" y="790"/>
                  </a:lnTo>
                  <a:cubicBezTo>
                    <a:pt x="1892" y="779"/>
                    <a:pt x="1892" y="759"/>
                    <a:pt x="1882" y="749"/>
                  </a:cubicBezTo>
                  <a:lnTo>
                    <a:pt x="1882" y="739"/>
                  </a:lnTo>
                  <a:cubicBezTo>
                    <a:pt x="1882" y="729"/>
                    <a:pt x="1882" y="718"/>
                    <a:pt x="1872" y="698"/>
                  </a:cubicBezTo>
                  <a:lnTo>
                    <a:pt x="1872" y="689"/>
                  </a:lnTo>
                  <a:cubicBezTo>
                    <a:pt x="1872" y="678"/>
                    <a:pt x="1862" y="668"/>
                    <a:pt x="1862" y="658"/>
                  </a:cubicBezTo>
                  <a:cubicBezTo>
                    <a:pt x="1862" y="648"/>
                    <a:pt x="1862" y="648"/>
                    <a:pt x="1852" y="638"/>
                  </a:cubicBezTo>
                  <a:cubicBezTo>
                    <a:pt x="1852" y="628"/>
                    <a:pt x="1852" y="617"/>
                    <a:pt x="1841" y="608"/>
                  </a:cubicBezTo>
                  <a:lnTo>
                    <a:pt x="1841" y="597"/>
                  </a:lnTo>
                  <a:cubicBezTo>
                    <a:pt x="1832" y="587"/>
                    <a:pt x="1832" y="577"/>
                    <a:pt x="1821" y="567"/>
                  </a:cubicBezTo>
                  <a:lnTo>
                    <a:pt x="1821" y="547"/>
                  </a:lnTo>
                  <a:cubicBezTo>
                    <a:pt x="1811" y="536"/>
                    <a:pt x="1811" y="527"/>
                    <a:pt x="1801" y="527"/>
                  </a:cubicBezTo>
                  <a:cubicBezTo>
                    <a:pt x="1801" y="516"/>
                    <a:pt x="1801" y="506"/>
                    <a:pt x="1791" y="506"/>
                  </a:cubicBezTo>
                  <a:cubicBezTo>
                    <a:pt x="1791" y="496"/>
                    <a:pt x="1791" y="486"/>
                    <a:pt x="1781" y="486"/>
                  </a:cubicBezTo>
                  <a:cubicBezTo>
                    <a:pt x="1781" y="476"/>
                    <a:pt x="1771" y="466"/>
                    <a:pt x="1771" y="455"/>
                  </a:cubicBezTo>
                  <a:cubicBezTo>
                    <a:pt x="1771" y="455"/>
                    <a:pt x="1760" y="455"/>
                    <a:pt x="1760" y="446"/>
                  </a:cubicBezTo>
                  <a:cubicBezTo>
                    <a:pt x="1730" y="405"/>
                    <a:pt x="1700" y="354"/>
                    <a:pt x="1659" y="314"/>
                  </a:cubicBezTo>
                  <a:lnTo>
                    <a:pt x="1629" y="284"/>
                  </a:lnTo>
                  <a:lnTo>
                    <a:pt x="1629" y="273"/>
                  </a:lnTo>
                  <a:cubicBezTo>
                    <a:pt x="1619" y="264"/>
                    <a:pt x="1609" y="264"/>
                    <a:pt x="1599" y="253"/>
                  </a:cubicBezTo>
                  <a:cubicBezTo>
                    <a:pt x="1599" y="243"/>
                    <a:pt x="1589" y="243"/>
                    <a:pt x="1589" y="243"/>
                  </a:cubicBezTo>
                  <a:cubicBezTo>
                    <a:pt x="1589" y="233"/>
                    <a:pt x="1578" y="233"/>
                    <a:pt x="1578" y="233"/>
                  </a:cubicBezTo>
                  <a:lnTo>
                    <a:pt x="1578" y="223"/>
                  </a:lnTo>
                  <a:cubicBezTo>
                    <a:pt x="1569" y="223"/>
                    <a:pt x="1569" y="223"/>
                    <a:pt x="1558" y="213"/>
                  </a:cubicBezTo>
                  <a:cubicBezTo>
                    <a:pt x="1548" y="203"/>
                    <a:pt x="1538" y="192"/>
                    <a:pt x="1528" y="192"/>
                  </a:cubicBezTo>
                  <a:lnTo>
                    <a:pt x="1518" y="183"/>
                  </a:lnTo>
                  <a:cubicBezTo>
                    <a:pt x="1508" y="183"/>
                    <a:pt x="1497" y="172"/>
                    <a:pt x="1488" y="163"/>
                  </a:cubicBezTo>
                  <a:lnTo>
                    <a:pt x="1477" y="152"/>
                  </a:lnTo>
                  <a:cubicBezTo>
                    <a:pt x="1477" y="152"/>
                    <a:pt x="1467" y="142"/>
                    <a:pt x="1457" y="142"/>
                  </a:cubicBezTo>
                  <a:cubicBezTo>
                    <a:pt x="1447" y="142"/>
                    <a:pt x="1447" y="132"/>
                    <a:pt x="1437" y="132"/>
                  </a:cubicBezTo>
                  <a:lnTo>
                    <a:pt x="1427" y="122"/>
                  </a:lnTo>
                  <a:cubicBezTo>
                    <a:pt x="1416" y="122"/>
                    <a:pt x="1407" y="112"/>
                    <a:pt x="1396" y="112"/>
                  </a:cubicBezTo>
                  <a:cubicBezTo>
                    <a:pt x="1396" y="112"/>
                    <a:pt x="1396" y="102"/>
                    <a:pt x="1386" y="102"/>
                  </a:cubicBezTo>
                  <a:cubicBezTo>
                    <a:pt x="1336" y="71"/>
                    <a:pt x="1265" y="51"/>
                    <a:pt x="1204" y="31"/>
                  </a:cubicBezTo>
                  <a:cubicBezTo>
                    <a:pt x="1194" y="31"/>
                    <a:pt x="1184" y="21"/>
                    <a:pt x="1164" y="21"/>
                  </a:cubicBezTo>
                  <a:cubicBezTo>
                    <a:pt x="1153" y="21"/>
                    <a:pt x="1133" y="10"/>
                    <a:pt x="1123" y="10"/>
                  </a:cubicBezTo>
                  <a:lnTo>
                    <a:pt x="1083" y="1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1597284" y="2983852"/>
              <a:ext cx="117288" cy="121152"/>
            </a:xfrm>
            <a:custGeom>
              <a:avLst/>
              <a:gdLst/>
              <a:ahLst/>
              <a:cxnLst/>
              <a:rect l="l" t="t" r="r" b="b"/>
              <a:pathLst>
                <a:path w="2459" h="2540" extrusionOk="0">
                  <a:moveTo>
                    <a:pt x="1326" y="243"/>
                  </a:moveTo>
                  <a:lnTo>
                    <a:pt x="1396" y="516"/>
                  </a:lnTo>
                  <a:cubicBezTo>
                    <a:pt x="1407" y="557"/>
                    <a:pt x="1427" y="587"/>
                    <a:pt x="1467" y="607"/>
                  </a:cubicBezTo>
                  <a:cubicBezTo>
                    <a:pt x="1548" y="638"/>
                    <a:pt x="1619" y="678"/>
                    <a:pt x="1679" y="728"/>
                  </a:cubicBezTo>
                  <a:cubicBezTo>
                    <a:pt x="1699" y="748"/>
                    <a:pt x="1726" y="755"/>
                    <a:pt x="1751" y="755"/>
                  </a:cubicBezTo>
                  <a:cubicBezTo>
                    <a:pt x="1766" y="755"/>
                    <a:pt x="1780" y="753"/>
                    <a:pt x="1791" y="749"/>
                  </a:cubicBezTo>
                  <a:lnTo>
                    <a:pt x="2064" y="678"/>
                  </a:lnTo>
                  <a:lnTo>
                    <a:pt x="2165" y="840"/>
                  </a:lnTo>
                  <a:lnTo>
                    <a:pt x="1963" y="1042"/>
                  </a:lnTo>
                  <a:cubicBezTo>
                    <a:pt x="1933" y="1063"/>
                    <a:pt x="1922" y="1103"/>
                    <a:pt x="1922" y="1144"/>
                  </a:cubicBezTo>
                  <a:cubicBezTo>
                    <a:pt x="1933" y="1194"/>
                    <a:pt x="1933" y="1234"/>
                    <a:pt x="1933" y="1275"/>
                  </a:cubicBezTo>
                  <a:cubicBezTo>
                    <a:pt x="1933" y="1315"/>
                    <a:pt x="1933" y="1356"/>
                    <a:pt x="1922" y="1396"/>
                  </a:cubicBezTo>
                  <a:cubicBezTo>
                    <a:pt x="1922" y="1436"/>
                    <a:pt x="1933" y="1477"/>
                    <a:pt x="1963" y="1508"/>
                  </a:cubicBezTo>
                  <a:lnTo>
                    <a:pt x="2165" y="1700"/>
                  </a:lnTo>
                  <a:lnTo>
                    <a:pt x="2064" y="1861"/>
                  </a:lnTo>
                  <a:lnTo>
                    <a:pt x="1791" y="1791"/>
                  </a:lnTo>
                  <a:cubicBezTo>
                    <a:pt x="1783" y="1788"/>
                    <a:pt x="1773" y="1787"/>
                    <a:pt x="1763" y="1787"/>
                  </a:cubicBezTo>
                  <a:cubicBezTo>
                    <a:pt x="1735" y="1787"/>
                    <a:pt x="1702" y="1796"/>
                    <a:pt x="1679" y="1811"/>
                  </a:cubicBezTo>
                  <a:cubicBezTo>
                    <a:pt x="1619" y="1861"/>
                    <a:pt x="1548" y="1912"/>
                    <a:pt x="1467" y="1933"/>
                  </a:cubicBezTo>
                  <a:cubicBezTo>
                    <a:pt x="1427" y="1953"/>
                    <a:pt x="1407" y="1983"/>
                    <a:pt x="1396" y="2023"/>
                  </a:cubicBezTo>
                  <a:lnTo>
                    <a:pt x="1326" y="2297"/>
                  </a:lnTo>
                  <a:lnTo>
                    <a:pt x="1133" y="2297"/>
                  </a:lnTo>
                  <a:lnTo>
                    <a:pt x="1063" y="2023"/>
                  </a:lnTo>
                  <a:cubicBezTo>
                    <a:pt x="1052" y="1983"/>
                    <a:pt x="1022" y="1953"/>
                    <a:pt x="982" y="1933"/>
                  </a:cubicBezTo>
                  <a:cubicBezTo>
                    <a:pt x="911" y="1912"/>
                    <a:pt x="840" y="1861"/>
                    <a:pt x="769" y="1811"/>
                  </a:cubicBezTo>
                  <a:cubicBezTo>
                    <a:pt x="747" y="1796"/>
                    <a:pt x="720" y="1787"/>
                    <a:pt x="691" y="1787"/>
                  </a:cubicBezTo>
                  <a:cubicBezTo>
                    <a:pt x="680" y="1787"/>
                    <a:pt x="669" y="1788"/>
                    <a:pt x="658" y="1791"/>
                  </a:cubicBezTo>
                  <a:lnTo>
                    <a:pt x="385" y="1861"/>
                  </a:lnTo>
                  <a:lnTo>
                    <a:pt x="294" y="1700"/>
                  </a:lnTo>
                  <a:lnTo>
                    <a:pt x="496" y="1508"/>
                  </a:lnTo>
                  <a:cubicBezTo>
                    <a:pt x="526" y="1477"/>
                    <a:pt x="537" y="1436"/>
                    <a:pt x="526" y="1396"/>
                  </a:cubicBezTo>
                  <a:cubicBezTo>
                    <a:pt x="526" y="1356"/>
                    <a:pt x="517" y="1315"/>
                    <a:pt x="517" y="1275"/>
                  </a:cubicBezTo>
                  <a:cubicBezTo>
                    <a:pt x="517" y="1234"/>
                    <a:pt x="526" y="1194"/>
                    <a:pt x="526" y="1144"/>
                  </a:cubicBezTo>
                  <a:cubicBezTo>
                    <a:pt x="537" y="1103"/>
                    <a:pt x="526" y="1063"/>
                    <a:pt x="496" y="1042"/>
                  </a:cubicBezTo>
                  <a:lnTo>
                    <a:pt x="294" y="840"/>
                  </a:lnTo>
                  <a:lnTo>
                    <a:pt x="385" y="678"/>
                  </a:lnTo>
                  <a:lnTo>
                    <a:pt x="658" y="749"/>
                  </a:lnTo>
                  <a:cubicBezTo>
                    <a:pt x="673" y="753"/>
                    <a:pt x="688" y="755"/>
                    <a:pt x="702" y="755"/>
                  </a:cubicBezTo>
                  <a:cubicBezTo>
                    <a:pt x="727" y="755"/>
                    <a:pt x="750" y="748"/>
                    <a:pt x="769" y="728"/>
                  </a:cubicBezTo>
                  <a:cubicBezTo>
                    <a:pt x="840" y="678"/>
                    <a:pt x="911" y="638"/>
                    <a:pt x="982" y="607"/>
                  </a:cubicBezTo>
                  <a:cubicBezTo>
                    <a:pt x="1022" y="587"/>
                    <a:pt x="1052" y="557"/>
                    <a:pt x="1063" y="516"/>
                  </a:cubicBezTo>
                  <a:lnTo>
                    <a:pt x="1133" y="243"/>
                  </a:lnTo>
                  <a:close/>
                  <a:moveTo>
                    <a:pt x="1032" y="0"/>
                  </a:moveTo>
                  <a:cubicBezTo>
                    <a:pt x="982" y="0"/>
                    <a:pt x="931" y="41"/>
                    <a:pt x="911" y="92"/>
                  </a:cubicBezTo>
                  <a:lnTo>
                    <a:pt x="840" y="395"/>
                  </a:lnTo>
                  <a:cubicBezTo>
                    <a:pt x="780" y="425"/>
                    <a:pt x="719" y="456"/>
                    <a:pt x="668" y="496"/>
                  </a:cubicBezTo>
                  <a:lnTo>
                    <a:pt x="364" y="415"/>
                  </a:lnTo>
                  <a:cubicBezTo>
                    <a:pt x="349" y="410"/>
                    <a:pt x="334" y="407"/>
                    <a:pt x="320" y="407"/>
                  </a:cubicBezTo>
                  <a:cubicBezTo>
                    <a:pt x="279" y="407"/>
                    <a:pt x="246" y="428"/>
                    <a:pt x="223" y="465"/>
                  </a:cubicBezTo>
                  <a:lnTo>
                    <a:pt x="31" y="800"/>
                  </a:lnTo>
                  <a:cubicBezTo>
                    <a:pt x="0" y="850"/>
                    <a:pt x="11" y="910"/>
                    <a:pt x="51" y="951"/>
                  </a:cubicBezTo>
                  <a:lnTo>
                    <a:pt x="274" y="1173"/>
                  </a:lnTo>
                  <a:lnTo>
                    <a:pt x="274" y="1275"/>
                  </a:lnTo>
                  <a:lnTo>
                    <a:pt x="274" y="1366"/>
                  </a:lnTo>
                  <a:lnTo>
                    <a:pt x="51" y="1589"/>
                  </a:lnTo>
                  <a:cubicBezTo>
                    <a:pt x="11" y="1629"/>
                    <a:pt x="0" y="1690"/>
                    <a:pt x="31" y="1740"/>
                  </a:cubicBezTo>
                  <a:lnTo>
                    <a:pt x="223" y="2074"/>
                  </a:lnTo>
                  <a:cubicBezTo>
                    <a:pt x="249" y="2116"/>
                    <a:pt x="288" y="2137"/>
                    <a:pt x="336" y="2137"/>
                  </a:cubicBezTo>
                  <a:cubicBezTo>
                    <a:pt x="345" y="2137"/>
                    <a:pt x="355" y="2136"/>
                    <a:pt x="364" y="2135"/>
                  </a:cubicBezTo>
                  <a:lnTo>
                    <a:pt x="668" y="2043"/>
                  </a:lnTo>
                  <a:cubicBezTo>
                    <a:pt x="719" y="2084"/>
                    <a:pt x="780" y="2115"/>
                    <a:pt x="840" y="2145"/>
                  </a:cubicBezTo>
                  <a:lnTo>
                    <a:pt x="911" y="2448"/>
                  </a:lnTo>
                  <a:cubicBezTo>
                    <a:pt x="931" y="2509"/>
                    <a:pt x="982" y="2540"/>
                    <a:pt x="1032" y="2540"/>
                  </a:cubicBezTo>
                  <a:lnTo>
                    <a:pt x="1416" y="2540"/>
                  </a:lnTo>
                  <a:cubicBezTo>
                    <a:pt x="1477" y="2540"/>
                    <a:pt x="1528" y="2509"/>
                    <a:pt x="1538" y="2448"/>
                  </a:cubicBezTo>
                  <a:lnTo>
                    <a:pt x="1619" y="2145"/>
                  </a:lnTo>
                  <a:cubicBezTo>
                    <a:pt x="1679" y="2115"/>
                    <a:pt x="1740" y="2084"/>
                    <a:pt x="1791" y="2043"/>
                  </a:cubicBezTo>
                  <a:lnTo>
                    <a:pt x="2095" y="2135"/>
                  </a:lnTo>
                  <a:cubicBezTo>
                    <a:pt x="2103" y="2136"/>
                    <a:pt x="2111" y="2137"/>
                    <a:pt x="2120" y="2137"/>
                  </a:cubicBezTo>
                  <a:cubicBezTo>
                    <a:pt x="2164" y="2137"/>
                    <a:pt x="2210" y="2116"/>
                    <a:pt x="2236" y="2074"/>
                  </a:cubicBezTo>
                  <a:lnTo>
                    <a:pt x="2428" y="1740"/>
                  </a:lnTo>
                  <a:cubicBezTo>
                    <a:pt x="2459" y="1690"/>
                    <a:pt x="2448" y="1629"/>
                    <a:pt x="2408" y="1589"/>
                  </a:cubicBezTo>
                  <a:lnTo>
                    <a:pt x="2176" y="1366"/>
                  </a:lnTo>
                  <a:cubicBezTo>
                    <a:pt x="2185" y="1335"/>
                    <a:pt x="2185" y="1305"/>
                    <a:pt x="2185" y="1275"/>
                  </a:cubicBezTo>
                  <a:cubicBezTo>
                    <a:pt x="2185" y="1234"/>
                    <a:pt x="2185" y="1204"/>
                    <a:pt x="2176" y="1173"/>
                  </a:cubicBezTo>
                  <a:lnTo>
                    <a:pt x="2408" y="951"/>
                  </a:lnTo>
                  <a:cubicBezTo>
                    <a:pt x="2448" y="910"/>
                    <a:pt x="2459" y="850"/>
                    <a:pt x="2428" y="800"/>
                  </a:cubicBezTo>
                  <a:lnTo>
                    <a:pt x="2236" y="465"/>
                  </a:lnTo>
                  <a:cubicBezTo>
                    <a:pt x="2213" y="428"/>
                    <a:pt x="2174" y="407"/>
                    <a:pt x="2135" y="407"/>
                  </a:cubicBezTo>
                  <a:cubicBezTo>
                    <a:pt x="2121" y="407"/>
                    <a:pt x="2108" y="410"/>
                    <a:pt x="2095" y="415"/>
                  </a:cubicBezTo>
                  <a:lnTo>
                    <a:pt x="1791" y="496"/>
                  </a:lnTo>
                  <a:cubicBezTo>
                    <a:pt x="1740" y="456"/>
                    <a:pt x="1679" y="425"/>
                    <a:pt x="1619" y="395"/>
                  </a:cubicBezTo>
                  <a:lnTo>
                    <a:pt x="1538" y="92"/>
                  </a:lnTo>
                  <a:cubicBezTo>
                    <a:pt x="1528" y="41"/>
                    <a:pt x="1477" y="0"/>
                    <a:pt x="14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1634916" y="3023392"/>
              <a:ext cx="42021" cy="42069"/>
            </a:xfrm>
            <a:custGeom>
              <a:avLst/>
              <a:gdLst/>
              <a:ahLst/>
              <a:cxnLst/>
              <a:rect l="l" t="t" r="r" b="b"/>
              <a:pathLst>
                <a:path w="881" h="882" extrusionOk="0">
                  <a:moveTo>
                    <a:pt x="436" y="1"/>
                  </a:moveTo>
                  <a:cubicBezTo>
                    <a:pt x="193" y="1"/>
                    <a:pt x="0" y="203"/>
                    <a:pt x="0" y="446"/>
                  </a:cubicBezTo>
                  <a:cubicBezTo>
                    <a:pt x="0" y="688"/>
                    <a:pt x="193" y="881"/>
                    <a:pt x="436" y="881"/>
                  </a:cubicBezTo>
                  <a:cubicBezTo>
                    <a:pt x="678" y="881"/>
                    <a:pt x="881" y="688"/>
                    <a:pt x="881" y="446"/>
                  </a:cubicBezTo>
                  <a:cubicBezTo>
                    <a:pt x="881" y="375"/>
                    <a:pt x="820" y="315"/>
                    <a:pt x="749" y="315"/>
                  </a:cubicBezTo>
                  <a:cubicBezTo>
                    <a:pt x="688" y="315"/>
                    <a:pt x="627" y="375"/>
                    <a:pt x="627" y="446"/>
                  </a:cubicBezTo>
                  <a:cubicBezTo>
                    <a:pt x="627" y="547"/>
                    <a:pt x="547" y="628"/>
                    <a:pt x="436" y="628"/>
                  </a:cubicBezTo>
                  <a:cubicBezTo>
                    <a:pt x="334" y="628"/>
                    <a:pt x="243" y="547"/>
                    <a:pt x="243" y="446"/>
                  </a:cubicBezTo>
                  <a:cubicBezTo>
                    <a:pt x="243" y="335"/>
                    <a:pt x="334" y="254"/>
                    <a:pt x="436" y="254"/>
                  </a:cubicBezTo>
                  <a:cubicBezTo>
                    <a:pt x="506" y="254"/>
                    <a:pt x="567" y="193"/>
                    <a:pt x="567" y="122"/>
                  </a:cubicBezTo>
                  <a:cubicBezTo>
                    <a:pt x="567" y="61"/>
                    <a:pt x="506" y="1"/>
                    <a:pt x="4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28"/>
          <p:cNvGrpSpPr/>
          <p:nvPr/>
        </p:nvGrpSpPr>
        <p:grpSpPr>
          <a:xfrm>
            <a:off x="6152590" y="1856169"/>
            <a:ext cx="356765" cy="459546"/>
            <a:chOff x="1497884" y="3404678"/>
            <a:chExt cx="316085" cy="407146"/>
          </a:xfrm>
        </p:grpSpPr>
        <p:sp>
          <p:nvSpPr>
            <p:cNvPr id="713" name="Google Shape;713;p28"/>
            <p:cNvSpPr/>
            <p:nvPr/>
          </p:nvSpPr>
          <p:spPr>
            <a:xfrm>
              <a:off x="1528315" y="3533411"/>
              <a:ext cx="47316" cy="47316"/>
            </a:xfrm>
            <a:custGeom>
              <a:avLst/>
              <a:gdLst/>
              <a:ahLst/>
              <a:cxnLst/>
              <a:rect l="l" t="t" r="r" b="b"/>
              <a:pathLst>
                <a:path w="992" h="992" extrusionOk="0">
                  <a:moveTo>
                    <a:pt x="495" y="374"/>
                  </a:moveTo>
                  <a:cubicBezTo>
                    <a:pt x="526" y="425"/>
                    <a:pt x="567" y="455"/>
                    <a:pt x="617" y="496"/>
                  </a:cubicBezTo>
                  <a:cubicBezTo>
                    <a:pt x="567" y="526"/>
                    <a:pt x="526" y="567"/>
                    <a:pt x="495" y="607"/>
                  </a:cubicBezTo>
                  <a:cubicBezTo>
                    <a:pt x="465" y="567"/>
                    <a:pt x="425" y="526"/>
                    <a:pt x="374" y="496"/>
                  </a:cubicBezTo>
                  <a:cubicBezTo>
                    <a:pt x="425" y="455"/>
                    <a:pt x="465" y="425"/>
                    <a:pt x="495" y="374"/>
                  </a:cubicBezTo>
                  <a:close/>
                  <a:moveTo>
                    <a:pt x="495" y="0"/>
                  </a:moveTo>
                  <a:cubicBezTo>
                    <a:pt x="425" y="0"/>
                    <a:pt x="364" y="41"/>
                    <a:pt x="344" y="111"/>
                  </a:cubicBezTo>
                  <a:cubicBezTo>
                    <a:pt x="293" y="253"/>
                    <a:pt x="263" y="293"/>
                    <a:pt x="111" y="344"/>
                  </a:cubicBezTo>
                  <a:cubicBezTo>
                    <a:pt x="41" y="364"/>
                    <a:pt x="0" y="425"/>
                    <a:pt x="0" y="496"/>
                  </a:cubicBezTo>
                  <a:cubicBezTo>
                    <a:pt x="0" y="556"/>
                    <a:pt x="41" y="617"/>
                    <a:pt x="111" y="648"/>
                  </a:cubicBezTo>
                  <a:cubicBezTo>
                    <a:pt x="263" y="688"/>
                    <a:pt x="293" y="729"/>
                    <a:pt x="344" y="880"/>
                  </a:cubicBezTo>
                  <a:cubicBezTo>
                    <a:pt x="364" y="941"/>
                    <a:pt x="425" y="992"/>
                    <a:pt x="495" y="992"/>
                  </a:cubicBezTo>
                  <a:cubicBezTo>
                    <a:pt x="567" y="992"/>
                    <a:pt x="627" y="941"/>
                    <a:pt x="648" y="880"/>
                  </a:cubicBezTo>
                  <a:cubicBezTo>
                    <a:pt x="698" y="729"/>
                    <a:pt x="738" y="688"/>
                    <a:pt x="880" y="648"/>
                  </a:cubicBezTo>
                  <a:cubicBezTo>
                    <a:pt x="951" y="617"/>
                    <a:pt x="991" y="556"/>
                    <a:pt x="991" y="496"/>
                  </a:cubicBezTo>
                  <a:cubicBezTo>
                    <a:pt x="991" y="425"/>
                    <a:pt x="951" y="364"/>
                    <a:pt x="880" y="344"/>
                  </a:cubicBezTo>
                  <a:cubicBezTo>
                    <a:pt x="738" y="293"/>
                    <a:pt x="698" y="253"/>
                    <a:pt x="648" y="111"/>
                  </a:cubicBezTo>
                  <a:cubicBezTo>
                    <a:pt x="627" y="41"/>
                    <a:pt x="567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1563515" y="3436396"/>
              <a:ext cx="47316" cy="47316"/>
            </a:xfrm>
            <a:custGeom>
              <a:avLst/>
              <a:gdLst/>
              <a:ahLst/>
              <a:cxnLst/>
              <a:rect l="l" t="t" r="r" b="b"/>
              <a:pathLst>
                <a:path w="992" h="992" extrusionOk="0">
                  <a:moveTo>
                    <a:pt x="496" y="375"/>
                  </a:moveTo>
                  <a:cubicBezTo>
                    <a:pt x="537" y="425"/>
                    <a:pt x="567" y="466"/>
                    <a:pt x="618" y="497"/>
                  </a:cubicBezTo>
                  <a:cubicBezTo>
                    <a:pt x="567" y="527"/>
                    <a:pt x="537" y="567"/>
                    <a:pt x="496" y="618"/>
                  </a:cubicBezTo>
                  <a:cubicBezTo>
                    <a:pt x="465" y="567"/>
                    <a:pt x="425" y="527"/>
                    <a:pt x="385" y="497"/>
                  </a:cubicBezTo>
                  <a:cubicBezTo>
                    <a:pt x="425" y="466"/>
                    <a:pt x="465" y="425"/>
                    <a:pt x="496" y="375"/>
                  </a:cubicBezTo>
                  <a:close/>
                  <a:moveTo>
                    <a:pt x="496" y="1"/>
                  </a:moveTo>
                  <a:cubicBezTo>
                    <a:pt x="425" y="1"/>
                    <a:pt x="364" y="41"/>
                    <a:pt x="344" y="112"/>
                  </a:cubicBezTo>
                  <a:cubicBezTo>
                    <a:pt x="304" y="254"/>
                    <a:pt x="263" y="294"/>
                    <a:pt x="112" y="345"/>
                  </a:cubicBezTo>
                  <a:cubicBezTo>
                    <a:pt x="51" y="365"/>
                    <a:pt x="0" y="425"/>
                    <a:pt x="0" y="497"/>
                  </a:cubicBezTo>
                  <a:cubicBezTo>
                    <a:pt x="0" y="567"/>
                    <a:pt x="51" y="628"/>
                    <a:pt x="112" y="648"/>
                  </a:cubicBezTo>
                  <a:cubicBezTo>
                    <a:pt x="263" y="688"/>
                    <a:pt x="304" y="729"/>
                    <a:pt x="344" y="881"/>
                  </a:cubicBezTo>
                  <a:cubicBezTo>
                    <a:pt x="364" y="942"/>
                    <a:pt x="436" y="992"/>
                    <a:pt x="496" y="992"/>
                  </a:cubicBezTo>
                  <a:cubicBezTo>
                    <a:pt x="567" y="992"/>
                    <a:pt x="627" y="942"/>
                    <a:pt x="648" y="881"/>
                  </a:cubicBezTo>
                  <a:cubicBezTo>
                    <a:pt x="699" y="729"/>
                    <a:pt x="739" y="688"/>
                    <a:pt x="881" y="648"/>
                  </a:cubicBezTo>
                  <a:cubicBezTo>
                    <a:pt x="951" y="628"/>
                    <a:pt x="991" y="567"/>
                    <a:pt x="991" y="497"/>
                  </a:cubicBezTo>
                  <a:cubicBezTo>
                    <a:pt x="991" y="425"/>
                    <a:pt x="951" y="365"/>
                    <a:pt x="881" y="345"/>
                  </a:cubicBezTo>
                  <a:cubicBezTo>
                    <a:pt x="739" y="294"/>
                    <a:pt x="699" y="254"/>
                    <a:pt x="648" y="112"/>
                  </a:cubicBezTo>
                  <a:cubicBezTo>
                    <a:pt x="627" y="41"/>
                    <a:pt x="567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1766654" y="3463440"/>
              <a:ext cx="47316" cy="47316"/>
            </a:xfrm>
            <a:custGeom>
              <a:avLst/>
              <a:gdLst/>
              <a:ahLst/>
              <a:cxnLst/>
              <a:rect l="l" t="t" r="r" b="b"/>
              <a:pathLst>
                <a:path w="992" h="992" extrusionOk="0">
                  <a:moveTo>
                    <a:pt x="495" y="375"/>
                  </a:moveTo>
                  <a:cubicBezTo>
                    <a:pt x="526" y="425"/>
                    <a:pt x="567" y="465"/>
                    <a:pt x="607" y="496"/>
                  </a:cubicBezTo>
                  <a:cubicBezTo>
                    <a:pt x="567" y="526"/>
                    <a:pt x="526" y="567"/>
                    <a:pt x="495" y="618"/>
                  </a:cubicBezTo>
                  <a:cubicBezTo>
                    <a:pt x="455" y="567"/>
                    <a:pt x="425" y="526"/>
                    <a:pt x="374" y="496"/>
                  </a:cubicBezTo>
                  <a:cubicBezTo>
                    <a:pt x="425" y="465"/>
                    <a:pt x="455" y="425"/>
                    <a:pt x="495" y="375"/>
                  </a:cubicBezTo>
                  <a:close/>
                  <a:moveTo>
                    <a:pt x="495" y="0"/>
                  </a:moveTo>
                  <a:cubicBezTo>
                    <a:pt x="425" y="0"/>
                    <a:pt x="364" y="41"/>
                    <a:pt x="344" y="112"/>
                  </a:cubicBezTo>
                  <a:cubicBezTo>
                    <a:pt x="293" y="263"/>
                    <a:pt x="253" y="294"/>
                    <a:pt x="111" y="344"/>
                  </a:cubicBezTo>
                  <a:cubicBezTo>
                    <a:pt x="41" y="364"/>
                    <a:pt x="0" y="425"/>
                    <a:pt x="0" y="496"/>
                  </a:cubicBezTo>
                  <a:cubicBezTo>
                    <a:pt x="0" y="567"/>
                    <a:pt x="41" y="627"/>
                    <a:pt x="111" y="647"/>
                  </a:cubicBezTo>
                  <a:cubicBezTo>
                    <a:pt x="253" y="698"/>
                    <a:pt x="293" y="739"/>
                    <a:pt x="344" y="881"/>
                  </a:cubicBezTo>
                  <a:cubicBezTo>
                    <a:pt x="364" y="951"/>
                    <a:pt x="425" y="991"/>
                    <a:pt x="495" y="991"/>
                  </a:cubicBezTo>
                  <a:cubicBezTo>
                    <a:pt x="556" y="991"/>
                    <a:pt x="617" y="951"/>
                    <a:pt x="648" y="881"/>
                  </a:cubicBezTo>
                  <a:cubicBezTo>
                    <a:pt x="688" y="739"/>
                    <a:pt x="729" y="698"/>
                    <a:pt x="880" y="647"/>
                  </a:cubicBezTo>
                  <a:cubicBezTo>
                    <a:pt x="941" y="627"/>
                    <a:pt x="992" y="567"/>
                    <a:pt x="992" y="496"/>
                  </a:cubicBezTo>
                  <a:cubicBezTo>
                    <a:pt x="992" y="425"/>
                    <a:pt x="941" y="364"/>
                    <a:pt x="880" y="344"/>
                  </a:cubicBezTo>
                  <a:cubicBezTo>
                    <a:pt x="729" y="294"/>
                    <a:pt x="688" y="263"/>
                    <a:pt x="648" y="112"/>
                  </a:cubicBezTo>
                  <a:cubicBezTo>
                    <a:pt x="617" y="41"/>
                    <a:pt x="556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1497884" y="3404678"/>
              <a:ext cx="277504" cy="407146"/>
            </a:xfrm>
            <a:custGeom>
              <a:avLst/>
              <a:gdLst/>
              <a:ahLst/>
              <a:cxnLst/>
              <a:rect l="l" t="t" r="r" b="b"/>
              <a:pathLst>
                <a:path w="5818" h="8536" extrusionOk="0">
                  <a:moveTo>
                    <a:pt x="5200" y="3053"/>
                  </a:moveTo>
                  <a:lnTo>
                    <a:pt x="5200" y="3205"/>
                  </a:lnTo>
                  <a:lnTo>
                    <a:pt x="3531" y="3205"/>
                  </a:lnTo>
                  <a:cubicBezTo>
                    <a:pt x="3460" y="3205"/>
                    <a:pt x="3410" y="3266"/>
                    <a:pt x="3410" y="3326"/>
                  </a:cubicBezTo>
                  <a:cubicBezTo>
                    <a:pt x="3410" y="3397"/>
                    <a:pt x="3460" y="3458"/>
                    <a:pt x="3531" y="3458"/>
                  </a:cubicBezTo>
                  <a:lnTo>
                    <a:pt x="5422" y="3458"/>
                  </a:lnTo>
                  <a:cubicBezTo>
                    <a:pt x="5453" y="3458"/>
                    <a:pt x="5473" y="3478"/>
                    <a:pt x="5483" y="3508"/>
                  </a:cubicBezTo>
                  <a:lnTo>
                    <a:pt x="5544" y="3832"/>
                  </a:lnTo>
                  <a:lnTo>
                    <a:pt x="2439" y="3832"/>
                  </a:lnTo>
                  <a:lnTo>
                    <a:pt x="2499" y="3508"/>
                  </a:lnTo>
                  <a:cubicBezTo>
                    <a:pt x="2509" y="3478"/>
                    <a:pt x="2529" y="3458"/>
                    <a:pt x="2560" y="3458"/>
                  </a:cubicBezTo>
                  <a:lnTo>
                    <a:pt x="3035" y="3458"/>
                  </a:lnTo>
                  <a:cubicBezTo>
                    <a:pt x="3096" y="3458"/>
                    <a:pt x="3156" y="3397"/>
                    <a:pt x="3156" y="3326"/>
                  </a:cubicBezTo>
                  <a:cubicBezTo>
                    <a:pt x="3156" y="3266"/>
                    <a:pt x="3096" y="3205"/>
                    <a:pt x="3035" y="3205"/>
                  </a:cubicBezTo>
                  <a:lnTo>
                    <a:pt x="2783" y="3205"/>
                  </a:lnTo>
                  <a:lnTo>
                    <a:pt x="2783" y="3053"/>
                  </a:lnTo>
                  <a:close/>
                  <a:moveTo>
                    <a:pt x="5109" y="4085"/>
                  </a:moveTo>
                  <a:lnTo>
                    <a:pt x="5038" y="4388"/>
                  </a:lnTo>
                  <a:lnTo>
                    <a:pt x="5018" y="4388"/>
                  </a:lnTo>
                  <a:cubicBezTo>
                    <a:pt x="4947" y="4247"/>
                    <a:pt x="4806" y="4156"/>
                    <a:pt x="4644" y="4156"/>
                  </a:cubicBezTo>
                  <a:lnTo>
                    <a:pt x="2914" y="4156"/>
                  </a:lnTo>
                  <a:cubicBezTo>
                    <a:pt x="2904" y="4156"/>
                    <a:pt x="2893" y="4166"/>
                    <a:pt x="2893" y="4166"/>
                  </a:cubicBezTo>
                  <a:lnTo>
                    <a:pt x="2873" y="4085"/>
                  </a:lnTo>
                  <a:close/>
                  <a:moveTo>
                    <a:pt x="5078" y="4631"/>
                  </a:moveTo>
                  <a:cubicBezTo>
                    <a:pt x="5210" y="4631"/>
                    <a:pt x="5321" y="4743"/>
                    <a:pt x="5321" y="4884"/>
                  </a:cubicBezTo>
                  <a:cubicBezTo>
                    <a:pt x="5321" y="5015"/>
                    <a:pt x="5210" y="5127"/>
                    <a:pt x="5078" y="5127"/>
                  </a:cubicBezTo>
                  <a:lnTo>
                    <a:pt x="5069" y="5127"/>
                  </a:lnTo>
                  <a:lnTo>
                    <a:pt x="5069" y="4631"/>
                  </a:lnTo>
                  <a:close/>
                  <a:moveTo>
                    <a:pt x="4057" y="5521"/>
                  </a:moveTo>
                  <a:lnTo>
                    <a:pt x="4057" y="5552"/>
                  </a:lnTo>
                  <a:cubicBezTo>
                    <a:pt x="4057" y="5642"/>
                    <a:pt x="4087" y="5734"/>
                    <a:pt x="4118" y="5804"/>
                  </a:cubicBezTo>
                  <a:cubicBezTo>
                    <a:pt x="4067" y="5764"/>
                    <a:pt x="4037" y="5693"/>
                    <a:pt x="4037" y="5622"/>
                  </a:cubicBezTo>
                  <a:cubicBezTo>
                    <a:pt x="4037" y="5592"/>
                    <a:pt x="4047" y="5552"/>
                    <a:pt x="4057" y="5521"/>
                  </a:cubicBezTo>
                  <a:close/>
                  <a:moveTo>
                    <a:pt x="5078" y="5379"/>
                  </a:moveTo>
                  <a:cubicBezTo>
                    <a:pt x="5210" y="5379"/>
                    <a:pt x="5321" y="5491"/>
                    <a:pt x="5321" y="5622"/>
                  </a:cubicBezTo>
                  <a:cubicBezTo>
                    <a:pt x="5321" y="5764"/>
                    <a:pt x="5210" y="5876"/>
                    <a:pt x="5078" y="5876"/>
                  </a:cubicBezTo>
                  <a:lnTo>
                    <a:pt x="5069" y="5876"/>
                  </a:lnTo>
                  <a:lnTo>
                    <a:pt x="5069" y="5855"/>
                  </a:lnTo>
                  <a:lnTo>
                    <a:pt x="5069" y="5379"/>
                  </a:lnTo>
                  <a:close/>
                  <a:moveTo>
                    <a:pt x="4968" y="6067"/>
                  </a:moveTo>
                  <a:cubicBezTo>
                    <a:pt x="4988" y="6098"/>
                    <a:pt x="5028" y="6118"/>
                    <a:pt x="5078" y="6118"/>
                  </a:cubicBezTo>
                  <a:cubicBezTo>
                    <a:pt x="5210" y="6118"/>
                    <a:pt x="5321" y="6229"/>
                    <a:pt x="5321" y="6371"/>
                  </a:cubicBezTo>
                  <a:cubicBezTo>
                    <a:pt x="5321" y="6503"/>
                    <a:pt x="5210" y="6614"/>
                    <a:pt x="5078" y="6614"/>
                  </a:cubicBezTo>
                  <a:lnTo>
                    <a:pt x="4289" y="6614"/>
                  </a:lnTo>
                  <a:cubicBezTo>
                    <a:pt x="4148" y="6614"/>
                    <a:pt x="4037" y="6503"/>
                    <a:pt x="4037" y="6371"/>
                  </a:cubicBezTo>
                  <a:cubicBezTo>
                    <a:pt x="4037" y="6229"/>
                    <a:pt x="4148" y="6118"/>
                    <a:pt x="4289" y="6118"/>
                  </a:cubicBezTo>
                  <a:cubicBezTo>
                    <a:pt x="4330" y="6118"/>
                    <a:pt x="4370" y="6098"/>
                    <a:pt x="4391" y="6067"/>
                  </a:cubicBezTo>
                  <a:cubicBezTo>
                    <a:pt x="4462" y="6098"/>
                    <a:pt x="4543" y="6118"/>
                    <a:pt x="4624" y="6118"/>
                  </a:cubicBezTo>
                  <a:lnTo>
                    <a:pt x="4806" y="6118"/>
                  </a:lnTo>
                  <a:cubicBezTo>
                    <a:pt x="4866" y="6118"/>
                    <a:pt x="4927" y="6098"/>
                    <a:pt x="4968" y="6067"/>
                  </a:cubicBezTo>
                  <a:close/>
                  <a:moveTo>
                    <a:pt x="1761" y="4702"/>
                  </a:moveTo>
                  <a:cubicBezTo>
                    <a:pt x="1781" y="4702"/>
                    <a:pt x="1801" y="4712"/>
                    <a:pt x="1801" y="4732"/>
                  </a:cubicBezTo>
                  <a:lnTo>
                    <a:pt x="1801" y="4853"/>
                  </a:lnTo>
                  <a:lnTo>
                    <a:pt x="1801" y="6867"/>
                  </a:lnTo>
                  <a:lnTo>
                    <a:pt x="1801" y="6978"/>
                  </a:lnTo>
                  <a:cubicBezTo>
                    <a:pt x="1801" y="7009"/>
                    <a:pt x="1781" y="7018"/>
                    <a:pt x="1761" y="7018"/>
                  </a:cubicBezTo>
                  <a:lnTo>
                    <a:pt x="1366" y="7018"/>
                  </a:lnTo>
                  <a:lnTo>
                    <a:pt x="1366" y="4702"/>
                  </a:lnTo>
                  <a:close/>
                  <a:moveTo>
                    <a:pt x="5078" y="6867"/>
                  </a:moveTo>
                  <a:cubicBezTo>
                    <a:pt x="5210" y="6867"/>
                    <a:pt x="5321" y="6978"/>
                    <a:pt x="5321" y="7110"/>
                  </a:cubicBezTo>
                  <a:cubicBezTo>
                    <a:pt x="5321" y="7170"/>
                    <a:pt x="5301" y="7221"/>
                    <a:pt x="5271" y="7261"/>
                  </a:cubicBezTo>
                  <a:cubicBezTo>
                    <a:pt x="5220" y="7322"/>
                    <a:pt x="5150" y="7362"/>
                    <a:pt x="5078" y="7362"/>
                  </a:cubicBezTo>
                  <a:lnTo>
                    <a:pt x="4289" y="7362"/>
                  </a:lnTo>
                  <a:cubicBezTo>
                    <a:pt x="4148" y="7362"/>
                    <a:pt x="4037" y="7251"/>
                    <a:pt x="4037" y="7110"/>
                  </a:cubicBezTo>
                  <a:cubicBezTo>
                    <a:pt x="4037" y="6978"/>
                    <a:pt x="4148" y="6867"/>
                    <a:pt x="4289" y="6867"/>
                  </a:cubicBezTo>
                  <a:close/>
                  <a:moveTo>
                    <a:pt x="4047" y="5188"/>
                  </a:moveTo>
                  <a:cubicBezTo>
                    <a:pt x="3895" y="5278"/>
                    <a:pt x="3794" y="5440"/>
                    <a:pt x="3794" y="5622"/>
                  </a:cubicBezTo>
                  <a:cubicBezTo>
                    <a:pt x="3794" y="5774"/>
                    <a:pt x="3855" y="5906"/>
                    <a:pt x="3956" y="5997"/>
                  </a:cubicBezTo>
                  <a:cubicBezTo>
                    <a:pt x="3855" y="6088"/>
                    <a:pt x="3794" y="6219"/>
                    <a:pt x="3794" y="6371"/>
                  </a:cubicBezTo>
                  <a:cubicBezTo>
                    <a:pt x="3794" y="6512"/>
                    <a:pt x="3855" y="6654"/>
                    <a:pt x="3956" y="6746"/>
                  </a:cubicBezTo>
                  <a:cubicBezTo>
                    <a:pt x="3855" y="6836"/>
                    <a:pt x="3794" y="6968"/>
                    <a:pt x="3794" y="7110"/>
                  </a:cubicBezTo>
                  <a:cubicBezTo>
                    <a:pt x="3794" y="7382"/>
                    <a:pt x="4017" y="7605"/>
                    <a:pt x="4289" y="7605"/>
                  </a:cubicBezTo>
                  <a:lnTo>
                    <a:pt x="4300" y="7605"/>
                  </a:lnTo>
                  <a:lnTo>
                    <a:pt x="4158" y="8222"/>
                  </a:lnTo>
                  <a:cubicBezTo>
                    <a:pt x="4158" y="8263"/>
                    <a:pt x="4118" y="8283"/>
                    <a:pt x="4087" y="8283"/>
                  </a:cubicBezTo>
                  <a:lnTo>
                    <a:pt x="3895" y="8283"/>
                  </a:lnTo>
                  <a:cubicBezTo>
                    <a:pt x="3865" y="8283"/>
                    <a:pt x="3824" y="8263"/>
                    <a:pt x="3824" y="8222"/>
                  </a:cubicBezTo>
                  <a:lnTo>
                    <a:pt x="3309" y="5997"/>
                  </a:lnTo>
                  <a:cubicBezTo>
                    <a:pt x="3602" y="5896"/>
                    <a:pt x="3814" y="5602"/>
                    <a:pt x="3814" y="5278"/>
                  </a:cubicBezTo>
                  <a:lnTo>
                    <a:pt x="3814" y="5197"/>
                  </a:lnTo>
                  <a:lnTo>
                    <a:pt x="3824" y="5188"/>
                  </a:lnTo>
                  <a:close/>
                  <a:moveTo>
                    <a:pt x="4274" y="1"/>
                  </a:moveTo>
                  <a:cubicBezTo>
                    <a:pt x="4254" y="1"/>
                    <a:pt x="4235" y="6"/>
                    <a:pt x="4219" y="18"/>
                  </a:cubicBezTo>
                  <a:cubicBezTo>
                    <a:pt x="3844" y="191"/>
                    <a:pt x="3572" y="433"/>
                    <a:pt x="3390" y="717"/>
                  </a:cubicBezTo>
                  <a:cubicBezTo>
                    <a:pt x="3359" y="777"/>
                    <a:pt x="3379" y="848"/>
                    <a:pt x="3430" y="888"/>
                  </a:cubicBezTo>
                  <a:cubicBezTo>
                    <a:pt x="3452" y="899"/>
                    <a:pt x="3476" y="905"/>
                    <a:pt x="3500" y="905"/>
                  </a:cubicBezTo>
                  <a:cubicBezTo>
                    <a:pt x="3542" y="905"/>
                    <a:pt x="3582" y="887"/>
                    <a:pt x="3602" y="848"/>
                  </a:cubicBezTo>
                  <a:cubicBezTo>
                    <a:pt x="3713" y="676"/>
                    <a:pt x="3875" y="514"/>
                    <a:pt x="4067" y="382"/>
                  </a:cubicBezTo>
                  <a:lnTo>
                    <a:pt x="4067" y="382"/>
                  </a:lnTo>
                  <a:cubicBezTo>
                    <a:pt x="4057" y="555"/>
                    <a:pt x="4107" y="717"/>
                    <a:pt x="4219" y="888"/>
                  </a:cubicBezTo>
                  <a:cubicBezTo>
                    <a:pt x="4350" y="1121"/>
                    <a:pt x="4573" y="1313"/>
                    <a:pt x="4765" y="1495"/>
                  </a:cubicBezTo>
                  <a:cubicBezTo>
                    <a:pt x="4815" y="1546"/>
                    <a:pt x="4876" y="1596"/>
                    <a:pt x="4927" y="1647"/>
                  </a:cubicBezTo>
                  <a:cubicBezTo>
                    <a:pt x="5099" y="1819"/>
                    <a:pt x="5200" y="2041"/>
                    <a:pt x="5200" y="2274"/>
                  </a:cubicBezTo>
                  <a:cubicBezTo>
                    <a:pt x="5200" y="2466"/>
                    <a:pt x="5139" y="2648"/>
                    <a:pt x="5018" y="2810"/>
                  </a:cubicBezTo>
                  <a:lnTo>
                    <a:pt x="3035" y="2810"/>
                  </a:lnTo>
                  <a:cubicBezTo>
                    <a:pt x="2833" y="2659"/>
                    <a:pt x="2783" y="2466"/>
                    <a:pt x="2783" y="2315"/>
                  </a:cubicBezTo>
                  <a:cubicBezTo>
                    <a:pt x="2772" y="2183"/>
                    <a:pt x="2813" y="2032"/>
                    <a:pt x="2884" y="1920"/>
                  </a:cubicBezTo>
                  <a:cubicBezTo>
                    <a:pt x="2914" y="1981"/>
                    <a:pt x="2965" y="2021"/>
                    <a:pt x="3015" y="2062"/>
                  </a:cubicBezTo>
                  <a:cubicBezTo>
                    <a:pt x="3086" y="2102"/>
                    <a:pt x="3167" y="2122"/>
                    <a:pt x="3242" y="2122"/>
                  </a:cubicBezTo>
                  <a:cubicBezTo>
                    <a:pt x="3318" y="2122"/>
                    <a:pt x="3389" y="2102"/>
                    <a:pt x="3440" y="2062"/>
                  </a:cubicBezTo>
                  <a:cubicBezTo>
                    <a:pt x="3521" y="1981"/>
                    <a:pt x="3541" y="1859"/>
                    <a:pt x="3480" y="1728"/>
                  </a:cubicBezTo>
                  <a:cubicBezTo>
                    <a:pt x="3460" y="1677"/>
                    <a:pt x="3450" y="1627"/>
                    <a:pt x="3440" y="1566"/>
                  </a:cubicBezTo>
                  <a:cubicBezTo>
                    <a:pt x="3430" y="1475"/>
                    <a:pt x="3430" y="1364"/>
                    <a:pt x="3440" y="1263"/>
                  </a:cubicBezTo>
                  <a:cubicBezTo>
                    <a:pt x="3460" y="1202"/>
                    <a:pt x="3410" y="1131"/>
                    <a:pt x="3339" y="1121"/>
                  </a:cubicBezTo>
                  <a:cubicBezTo>
                    <a:pt x="3332" y="1120"/>
                    <a:pt x="3326" y="1120"/>
                    <a:pt x="3319" y="1120"/>
                  </a:cubicBezTo>
                  <a:cubicBezTo>
                    <a:pt x="3264" y="1120"/>
                    <a:pt x="3206" y="1159"/>
                    <a:pt x="3197" y="1222"/>
                  </a:cubicBezTo>
                  <a:cubicBezTo>
                    <a:pt x="3177" y="1353"/>
                    <a:pt x="3177" y="1485"/>
                    <a:pt x="3187" y="1607"/>
                  </a:cubicBezTo>
                  <a:cubicBezTo>
                    <a:pt x="3207" y="1688"/>
                    <a:pt x="3228" y="1758"/>
                    <a:pt x="3258" y="1829"/>
                  </a:cubicBezTo>
                  <a:cubicBezTo>
                    <a:pt x="3268" y="1850"/>
                    <a:pt x="3268" y="1870"/>
                    <a:pt x="3268" y="1870"/>
                  </a:cubicBezTo>
                  <a:cubicBezTo>
                    <a:pt x="3261" y="1873"/>
                    <a:pt x="3249" y="1876"/>
                    <a:pt x="3236" y="1876"/>
                  </a:cubicBezTo>
                  <a:cubicBezTo>
                    <a:pt x="3211" y="1876"/>
                    <a:pt x="3179" y="1869"/>
                    <a:pt x="3147" y="1850"/>
                  </a:cubicBezTo>
                  <a:cubicBezTo>
                    <a:pt x="3106" y="1819"/>
                    <a:pt x="3066" y="1769"/>
                    <a:pt x="3066" y="1677"/>
                  </a:cubicBezTo>
                  <a:cubicBezTo>
                    <a:pt x="3066" y="1627"/>
                    <a:pt x="3046" y="1576"/>
                    <a:pt x="3005" y="1556"/>
                  </a:cubicBezTo>
                  <a:cubicBezTo>
                    <a:pt x="2982" y="1547"/>
                    <a:pt x="2960" y="1542"/>
                    <a:pt x="2938" y="1542"/>
                  </a:cubicBezTo>
                  <a:cubicBezTo>
                    <a:pt x="2911" y="1542"/>
                    <a:pt x="2886" y="1549"/>
                    <a:pt x="2864" y="1566"/>
                  </a:cubicBezTo>
                  <a:cubicBezTo>
                    <a:pt x="2661" y="1718"/>
                    <a:pt x="2520" y="2021"/>
                    <a:pt x="2529" y="2325"/>
                  </a:cubicBezTo>
                  <a:cubicBezTo>
                    <a:pt x="2540" y="2507"/>
                    <a:pt x="2590" y="2668"/>
                    <a:pt x="2691" y="2810"/>
                  </a:cubicBezTo>
                  <a:cubicBezTo>
                    <a:pt x="2601" y="2821"/>
                    <a:pt x="2529" y="2891"/>
                    <a:pt x="2529" y="2972"/>
                  </a:cubicBezTo>
                  <a:lnTo>
                    <a:pt x="2529" y="3205"/>
                  </a:lnTo>
                  <a:cubicBezTo>
                    <a:pt x="2398" y="3225"/>
                    <a:pt x="2287" y="3326"/>
                    <a:pt x="2257" y="3458"/>
                  </a:cubicBezTo>
                  <a:lnTo>
                    <a:pt x="2165" y="3933"/>
                  </a:lnTo>
                  <a:cubicBezTo>
                    <a:pt x="2165" y="3974"/>
                    <a:pt x="2176" y="4014"/>
                    <a:pt x="2196" y="4044"/>
                  </a:cubicBezTo>
                  <a:cubicBezTo>
                    <a:pt x="2216" y="4064"/>
                    <a:pt x="2257" y="4085"/>
                    <a:pt x="2297" y="4085"/>
                  </a:cubicBezTo>
                  <a:lnTo>
                    <a:pt x="2621" y="4085"/>
                  </a:lnTo>
                  <a:lnTo>
                    <a:pt x="2651" y="4226"/>
                  </a:lnTo>
                  <a:cubicBezTo>
                    <a:pt x="2550" y="4277"/>
                    <a:pt x="2469" y="4348"/>
                    <a:pt x="2408" y="4449"/>
                  </a:cubicBezTo>
                  <a:cubicBezTo>
                    <a:pt x="2358" y="4530"/>
                    <a:pt x="2338" y="4631"/>
                    <a:pt x="2327" y="4732"/>
                  </a:cubicBezTo>
                  <a:lnTo>
                    <a:pt x="2054" y="4732"/>
                  </a:lnTo>
                  <a:cubicBezTo>
                    <a:pt x="2044" y="4570"/>
                    <a:pt x="1922" y="4449"/>
                    <a:pt x="1761" y="4449"/>
                  </a:cubicBezTo>
                  <a:lnTo>
                    <a:pt x="1366" y="4449"/>
                  </a:lnTo>
                  <a:lnTo>
                    <a:pt x="1366" y="4348"/>
                  </a:lnTo>
                  <a:cubicBezTo>
                    <a:pt x="1366" y="4287"/>
                    <a:pt x="1306" y="4226"/>
                    <a:pt x="1245" y="4226"/>
                  </a:cubicBezTo>
                  <a:lnTo>
                    <a:pt x="122" y="4226"/>
                  </a:lnTo>
                  <a:cubicBezTo>
                    <a:pt x="61" y="4226"/>
                    <a:pt x="0" y="4287"/>
                    <a:pt x="0" y="4348"/>
                  </a:cubicBezTo>
                  <a:cubicBezTo>
                    <a:pt x="0" y="4419"/>
                    <a:pt x="61" y="4480"/>
                    <a:pt x="122" y="4480"/>
                  </a:cubicBezTo>
                  <a:lnTo>
                    <a:pt x="1113" y="4480"/>
                  </a:lnTo>
                  <a:lnTo>
                    <a:pt x="1113" y="4570"/>
                  </a:lnTo>
                  <a:lnTo>
                    <a:pt x="1113" y="7150"/>
                  </a:lnTo>
                  <a:lnTo>
                    <a:pt x="1113" y="7241"/>
                  </a:lnTo>
                  <a:lnTo>
                    <a:pt x="598" y="7241"/>
                  </a:lnTo>
                  <a:cubicBezTo>
                    <a:pt x="526" y="7241"/>
                    <a:pt x="466" y="7301"/>
                    <a:pt x="466" y="7362"/>
                  </a:cubicBezTo>
                  <a:cubicBezTo>
                    <a:pt x="466" y="7433"/>
                    <a:pt x="526" y="7494"/>
                    <a:pt x="598" y="7494"/>
                  </a:cubicBezTo>
                  <a:lnTo>
                    <a:pt x="1245" y="7494"/>
                  </a:lnTo>
                  <a:cubicBezTo>
                    <a:pt x="1306" y="7494"/>
                    <a:pt x="1366" y="7433"/>
                    <a:pt x="1366" y="7362"/>
                  </a:cubicBezTo>
                  <a:lnTo>
                    <a:pt x="1366" y="7272"/>
                  </a:lnTo>
                  <a:lnTo>
                    <a:pt x="1761" y="7272"/>
                  </a:lnTo>
                  <a:cubicBezTo>
                    <a:pt x="1922" y="7272"/>
                    <a:pt x="2044" y="7150"/>
                    <a:pt x="2054" y="6988"/>
                  </a:cubicBezTo>
                  <a:lnTo>
                    <a:pt x="2327" y="6988"/>
                  </a:lnTo>
                  <a:lnTo>
                    <a:pt x="2327" y="7079"/>
                  </a:lnTo>
                  <a:cubicBezTo>
                    <a:pt x="2327" y="7373"/>
                    <a:pt x="2570" y="7605"/>
                    <a:pt x="2864" y="7605"/>
                  </a:cubicBezTo>
                  <a:lnTo>
                    <a:pt x="3005" y="7605"/>
                  </a:lnTo>
                  <a:cubicBezTo>
                    <a:pt x="3076" y="7605"/>
                    <a:pt x="3127" y="7555"/>
                    <a:pt x="3127" y="7484"/>
                  </a:cubicBezTo>
                  <a:cubicBezTo>
                    <a:pt x="3127" y="7413"/>
                    <a:pt x="3076" y="7362"/>
                    <a:pt x="3005" y="7362"/>
                  </a:cubicBezTo>
                  <a:lnTo>
                    <a:pt x="2864" y="7362"/>
                  </a:lnTo>
                  <a:cubicBezTo>
                    <a:pt x="2702" y="7362"/>
                    <a:pt x="2580" y="7231"/>
                    <a:pt x="2580" y="7079"/>
                  </a:cubicBezTo>
                  <a:lnTo>
                    <a:pt x="2580" y="6867"/>
                  </a:lnTo>
                  <a:cubicBezTo>
                    <a:pt x="2580" y="6796"/>
                    <a:pt x="2520" y="6735"/>
                    <a:pt x="2459" y="6735"/>
                  </a:cubicBezTo>
                  <a:lnTo>
                    <a:pt x="2054" y="6735"/>
                  </a:lnTo>
                  <a:lnTo>
                    <a:pt x="2054" y="4975"/>
                  </a:lnTo>
                  <a:lnTo>
                    <a:pt x="2459" y="4975"/>
                  </a:lnTo>
                  <a:cubicBezTo>
                    <a:pt x="2520" y="4975"/>
                    <a:pt x="2580" y="4925"/>
                    <a:pt x="2580" y="4853"/>
                  </a:cubicBezTo>
                  <a:lnTo>
                    <a:pt x="2580" y="4743"/>
                  </a:lnTo>
                  <a:cubicBezTo>
                    <a:pt x="2580" y="4682"/>
                    <a:pt x="2601" y="4621"/>
                    <a:pt x="2630" y="4570"/>
                  </a:cubicBezTo>
                  <a:cubicBezTo>
                    <a:pt x="2671" y="4500"/>
                    <a:pt x="2742" y="4449"/>
                    <a:pt x="2823" y="4419"/>
                  </a:cubicBezTo>
                  <a:lnTo>
                    <a:pt x="2853" y="4419"/>
                  </a:lnTo>
                  <a:cubicBezTo>
                    <a:pt x="2873" y="4408"/>
                    <a:pt x="2893" y="4408"/>
                    <a:pt x="2914" y="4408"/>
                  </a:cubicBezTo>
                  <a:lnTo>
                    <a:pt x="4644" y="4408"/>
                  </a:lnTo>
                  <a:cubicBezTo>
                    <a:pt x="4745" y="4408"/>
                    <a:pt x="4826" y="4489"/>
                    <a:pt x="4826" y="4590"/>
                  </a:cubicBezTo>
                  <a:lnTo>
                    <a:pt x="4826" y="5248"/>
                  </a:lnTo>
                  <a:lnTo>
                    <a:pt x="4826" y="5258"/>
                  </a:lnTo>
                  <a:lnTo>
                    <a:pt x="4826" y="5855"/>
                  </a:lnTo>
                  <a:cubicBezTo>
                    <a:pt x="4826" y="5865"/>
                    <a:pt x="4815" y="5876"/>
                    <a:pt x="4806" y="5876"/>
                  </a:cubicBezTo>
                  <a:lnTo>
                    <a:pt x="4624" y="5876"/>
                  </a:lnTo>
                  <a:cubicBezTo>
                    <a:pt x="4451" y="5876"/>
                    <a:pt x="4310" y="5734"/>
                    <a:pt x="4310" y="5552"/>
                  </a:cubicBezTo>
                  <a:lnTo>
                    <a:pt x="4310" y="5066"/>
                  </a:lnTo>
                  <a:cubicBezTo>
                    <a:pt x="4310" y="4995"/>
                    <a:pt x="4260" y="4934"/>
                    <a:pt x="4188" y="4934"/>
                  </a:cubicBezTo>
                  <a:lnTo>
                    <a:pt x="3824" y="4934"/>
                  </a:lnTo>
                  <a:cubicBezTo>
                    <a:pt x="3683" y="4934"/>
                    <a:pt x="3561" y="5056"/>
                    <a:pt x="3561" y="5197"/>
                  </a:cubicBezTo>
                  <a:lnTo>
                    <a:pt x="3561" y="5278"/>
                  </a:lnTo>
                  <a:cubicBezTo>
                    <a:pt x="3561" y="5562"/>
                    <a:pt x="3329" y="5804"/>
                    <a:pt x="3046" y="5804"/>
                  </a:cubicBezTo>
                  <a:cubicBezTo>
                    <a:pt x="2974" y="5804"/>
                    <a:pt x="2914" y="5855"/>
                    <a:pt x="2914" y="5926"/>
                  </a:cubicBezTo>
                  <a:cubicBezTo>
                    <a:pt x="2914" y="5997"/>
                    <a:pt x="2974" y="6047"/>
                    <a:pt x="3046" y="6047"/>
                  </a:cubicBezTo>
                  <a:lnTo>
                    <a:pt x="3066" y="6047"/>
                  </a:lnTo>
                  <a:lnTo>
                    <a:pt x="3572" y="8273"/>
                  </a:lnTo>
                  <a:cubicBezTo>
                    <a:pt x="3612" y="8425"/>
                    <a:pt x="3743" y="8536"/>
                    <a:pt x="3895" y="8536"/>
                  </a:cubicBezTo>
                  <a:lnTo>
                    <a:pt x="4087" y="8536"/>
                  </a:lnTo>
                  <a:cubicBezTo>
                    <a:pt x="4239" y="8536"/>
                    <a:pt x="4370" y="8425"/>
                    <a:pt x="4401" y="8273"/>
                  </a:cubicBezTo>
                  <a:lnTo>
                    <a:pt x="4563" y="7605"/>
                  </a:lnTo>
                  <a:lnTo>
                    <a:pt x="5078" y="7605"/>
                  </a:lnTo>
                  <a:cubicBezTo>
                    <a:pt x="5231" y="7605"/>
                    <a:pt x="5372" y="7544"/>
                    <a:pt x="5463" y="7423"/>
                  </a:cubicBezTo>
                  <a:cubicBezTo>
                    <a:pt x="5534" y="7332"/>
                    <a:pt x="5575" y="7221"/>
                    <a:pt x="5575" y="7110"/>
                  </a:cubicBezTo>
                  <a:cubicBezTo>
                    <a:pt x="5575" y="6968"/>
                    <a:pt x="5503" y="6836"/>
                    <a:pt x="5402" y="6746"/>
                  </a:cubicBezTo>
                  <a:cubicBezTo>
                    <a:pt x="5503" y="6654"/>
                    <a:pt x="5575" y="6512"/>
                    <a:pt x="5575" y="6371"/>
                  </a:cubicBezTo>
                  <a:cubicBezTo>
                    <a:pt x="5575" y="6219"/>
                    <a:pt x="5503" y="6088"/>
                    <a:pt x="5402" y="5997"/>
                  </a:cubicBezTo>
                  <a:cubicBezTo>
                    <a:pt x="5503" y="5906"/>
                    <a:pt x="5575" y="5774"/>
                    <a:pt x="5575" y="5622"/>
                  </a:cubicBezTo>
                  <a:cubicBezTo>
                    <a:pt x="5575" y="5481"/>
                    <a:pt x="5503" y="5339"/>
                    <a:pt x="5402" y="5248"/>
                  </a:cubicBezTo>
                  <a:cubicBezTo>
                    <a:pt x="5503" y="5157"/>
                    <a:pt x="5575" y="5026"/>
                    <a:pt x="5575" y="4884"/>
                  </a:cubicBezTo>
                  <a:cubicBezTo>
                    <a:pt x="5575" y="4682"/>
                    <a:pt x="5453" y="4510"/>
                    <a:pt x="5281" y="4429"/>
                  </a:cubicBezTo>
                  <a:lnTo>
                    <a:pt x="5362" y="4085"/>
                  </a:lnTo>
                  <a:lnTo>
                    <a:pt x="5685" y="4085"/>
                  </a:lnTo>
                  <a:cubicBezTo>
                    <a:pt x="5726" y="4085"/>
                    <a:pt x="5766" y="4064"/>
                    <a:pt x="5787" y="4044"/>
                  </a:cubicBezTo>
                  <a:cubicBezTo>
                    <a:pt x="5807" y="4014"/>
                    <a:pt x="5817" y="3974"/>
                    <a:pt x="5817" y="3933"/>
                  </a:cubicBezTo>
                  <a:lnTo>
                    <a:pt x="5726" y="3458"/>
                  </a:lnTo>
                  <a:cubicBezTo>
                    <a:pt x="5696" y="3326"/>
                    <a:pt x="5584" y="3225"/>
                    <a:pt x="5453" y="3205"/>
                  </a:cubicBezTo>
                  <a:lnTo>
                    <a:pt x="5453" y="2972"/>
                  </a:lnTo>
                  <a:cubicBezTo>
                    <a:pt x="5453" y="2902"/>
                    <a:pt x="5392" y="2830"/>
                    <a:pt x="5312" y="2810"/>
                  </a:cubicBezTo>
                  <a:cubicBezTo>
                    <a:pt x="5402" y="2648"/>
                    <a:pt x="5453" y="2466"/>
                    <a:pt x="5453" y="2274"/>
                  </a:cubicBezTo>
                  <a:cubicBezTo>
                    <a:pt x="5453" y="1971"/>
                    <a:pt x="5321" y="1688"/>
                    <a:pt x="5099" y="1465"/>
                  </a:cubicBezTo>
                  <a:cubicBezTo>
                    <a:pt x="5049" y="1414"/>
                    <a:pt x="4988" y="1364"/>
                    <a:pt x="4927" y="1313"/>
                  </a:cubicBezTo>
                  <a:cubicBezTo>
                    <a:pt x="4492" y="908"/>
                    <a:pt x="4179" y="564"/>
                    <a:pt x="4381" y="191"/>
                  </a:cubicBezTo>
                  <a:cubicBezTo>
                    <a:pt x="4401" y="140"/>
                    <a:pt x="4401" y="79"/>
                    <a:pt x="4361" y="38"/>
                  </a:cubicBezTo>
                  <a:cubicBezTo>
                    <a:pt x="4336" y="14"/>
                    <a:pt x="4304" y="1"/>
                    <a:pt x="42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Leadership</a:t>
            </a:r>
            <a:endParaRPr/>
          </a:p>
        </p:txBody>
      </p:sp>
      <p:sp>
        <p:nvSpPr>
          <p:cNvPr id="722" name="Google Shape;722;p29"/>
          <p:cNvSpPr txBox="1">
            <a:spLocks noGrp="1"/>
          </p:cNvSpPr>
          <p:nvPr>
            <p:ph type="body" idx="1"/>
          </p:nvPr>
        </p:nvSpPr>
        <p:spPr>
          <a:xfrm>
            <a:off x="720000" y="1668875"/>
            <a:ext cx="5157900" cy="24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/>
              <a:t>Leadership is influence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Leadership runs the world (literally)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Everyone leads </a:t>
            </a:r>
            <a:r>
              <a:rPr lang="en" b="1"/>
              <a:t>and </a:t>
            </a:r>
            <a:r>
              <a:rPr lang="en"/>
              <a:t>is influenced by leadership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i="1"/>
              <a:t>Question: name someone who influences you everyday!</a:t>
            </a:r>
            <a:endParaRPr i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 the real world, newsmakers, athletes and teachers are all leaders, influencing those around them </a:t>
            </a:r>
            <a:endParaRPr/>
          </a:p>
        </p:txBody>
      </p:sp>
      <p:grpSp>
        <p:nvGrpSpPr>
          <p:cNvPr id="723" name="Google Shape;723;p29"/>
          <p:cNvGrpSpPr/>
          <p:nvPr/>
        </p:nvGrpSpPr>
        <p:grpSpPr>
          <a:xfrm>
            <a:off x="5877847" y="1668760"/>
            <a:ext cx="2546135" cy="2352890"/>
            <a:chOff x="1379900" y="2538800"/>
            <a:chExt cx="1031325" cy="953050"/>
          </a:xfrm>
        </p:grpSpPr>
        <p:sp>
          <p:nvSpPr>
            <p:cNvPr id="724" name="Google Shape;724;p29"/>
            <p:cNvSpPr/>
            <p:nvPr/>
          </p:nvSpPr>
          <p:spPr>
            <a:xfrm>
              <a:off x="1379900" y="3442250"/>
              <a:ext cx="417300" cy="49600"/>
            </a:xfrm>
            <a:custGeom>
              <a:avLst/>
              <a:gdLst/>
              <a:ahLst/>
              <a:cxnLst/>
              <a:rect l="l" t="t" r="r" b="b"/>
              <a:pathLst>
                <a:path w="16692" h="1984" extrusionOk="0">
                  <a:moveTo>
                    <a:pt x="8346" y="1"/>
                  </a:moveTo>
                  <a:cubicBezTo>
                    <a:pt x="3734" y="1"/>
                    <a:pt x="1" y="446"/>
                    <a:pt x="1" y="992"/>
                  </a:cubicBezTo>
                  <a:cubicBezTo>
                    <a:pt x="1" y="1538"/>
                    <a:pt x="3734" y="1983"/>
                    <a:pt x="8346" y="1983"/>
                  </a:cubicBezTo>
                  <a:cubicBezTo>
                    <a:pt x="12959" y="1983"/>
                    <a:pt x="16691" y="1538"/>
                    <a:pt x="16691" y="992"/>
                  </a:cubicBezTo>
                  <a:cubicBezTo>
                    <a:pt x="16691" y="446"/>
                    <a:pt x="12959" y="1"/>
                    <a:pt x="8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2034150" y="3442250"/>
              <a:ext cx="377075" cy="49600"/>
            </a:xfrm>
            <a:custGeom>
              <a:avLst/>
              <a:gdLst/>
              <a:ahLst/>
              <a:cxnLst/>
              <a:rect l="l" t="t" r="r" b="b"/>
              <a:pathLst>
                <a:path w="15083" h="1984" extrusionOk="0">
                  <a:moveTo>
                    <a:pt x="7536" y="1"/>
                  </a:moveTo>
                  <a:cubicBezTo>
                    <a:pt x="3368" y="1"/>
                    <a:pt x="0" y="446"/>
                    <a:pt x="0" y="992"/>
                  </a:cubicBezTo>
                  <a:cubicBezTo>
                    <a:pt x="0" y="1538"/>
                    <a:pt x="3368" y="1983"/>
                    <a:pt x="7536" y="1983"/>
                  </a:cubicBezTo>
                  <a:cubicBezTo>
                    <a:pt x="11704" y="1983"/>
                    <a:pt x="15082" y="1538"/>
                    <a:pt x="15082" y="992"/>
                  </a:cubicBezTo>
                  <a:cubicBezTo>
                    <a:pt x="15082" y="446"/>
                    <a:pt x="11704" y="1"/>
                    <a:pt x="7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1865950" y="2784225"/>
              <a:ext cx="53900" cy="62500"/>
            </a:xfrm>
            <a:custGeom>
              <a:avLst/>
              <a:gdLst/>
              <a:ahLst/>
              <a:cxnLst/>
              <a:rect l="l" t="t" r="r" b="b"/>
              <a:pathLst>
                <a:path w="2156" h="2500" extrusionOk="0">
                  <a:moveTo>
                    <a:pt x="770" y="1"/>
                  </a:moveTo>
                  <a:cubicBezTo>
                    <a:pt x="770" y="1"/>
                    <a:pt x="679" y="1761"/>
                    <a:pt x="1" y="2500"/>
                  </a:cubicBezTo>
                  <a:lnTo>
                    <a:pt x="2156" y="2500"/>
                  </a:lnTo>
                  <a:cubicBezTo>
                    <a:pt x="1468" y="1761"/>
                    <a:pt x="1377" y="1"/>
                    <a:pt x="137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1850550" y="2841650"/>
              <a:ext cx="84725" cy="19475"/>
            </a:xfrm>
            <a:custGeom>
              <a:avLst/>
              <a:gdLst/>
              <a:ahLst/>
              <a:cxnLst/>
              <a:rect l="l" t="t" r="r" b="b"/>
              <a:pathLst>
                <a:path w="3389" h="779" extrusionOk="0">
                  <a:moveTo>
                    <a:pt x="81" y="0"/>
                  </a:moveTo>
                  <a:cubicBezTo>
                    <a:pt x="30" y="0"/>
                    <a:pt x="0" y="61"/>
                    <a:pt x="0" y="142"/>
                  </a:cubicBezTo>
                  <a:lnTo>
                    <a:pt x="0" y="628"/>
                  </a:lnTo>
                  <a:cubicBezTo>
                    <a:pt x="0" y="708"/>
                    <a:pt x="30" y="779"/>
                    <a:pt x="81" y="779"/>
                  </a:cubicBezTo>
                  <a:lnTo>
                    <a:pt x="3298" y="779"/>
                  </a:lnTo>
                  <a:cubicBezTo>
                    <a:pt x="3348" y="779"/>
                    <a:pt x="3389" y="708"/>
                    <a:pt x="3389" y="628"/>
                  </a:cubicBezTo>
                  <a:lnTo>
                    <a:pt x="3389" y="142"/>
                  </a:lnTo>
                  <a:cubicBezTo>
                    <a:pt x="3389" y="61"/>
                    <a:pt x="3348" y="0"/>
                    <a:pt x="3298" y="0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1558450" y="2758700"/>
              <a:ext cx="89050" cy="164150"/>
            </a:xfrm>
            <a:custGeom>
              <a:avLst/>
              <a:gdLst/>
              <a:ahLst/>
              <a:cxnLst/>
              <a:rect l="l" t="t" r="r" b="b"/>
              <a:pathLst>
                <a:path w="3562" h="6566" extrusionOk="0">
                  <a:moveTo>
                    <a:pt x="3561" y="0"/>
                  </a:moveTo>
                  <a:cubicBezTo>
                    <a:pt x="1578" y="0"/>
                    <a:pt x="1356" y="1588"/>
                    <a:pt x="1700" y="2974"/>
                  </a:cubicBezTo>
                  <a:cubicBezTo>
                    <a:pt x="2054" y="4360"/>
                    <a:pt x="0" y="4137"/>
                    <a:pt x="861" y="6565"/>
                  </a:cubicBezTo>
                  <a:lnTo>
                    <a:pt x="3561" y="6565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1645450" y="2758700"/>
              <a:ext cx="89025" cy="164150"/>
            </a:xfrm>
            <a:custGeom>
              <a:avLst/>
              <a:gdLst/>
              <a:ahLst/>
              <a:cxnLst/>
              <a:rect l="l" t="t" r="r" b="b"/>
              <a:pathLst>
                <a:path w="3561" h="6566" extrusionOk="0">
                  <a:moveTo>
                    <a:pt x="0" y="0"/>
                  </a:moveTo>
                  <a:lnTo>
                    <a:pt x="0" y="6565"/>
                  </a:lnTo>
                  <a:lnTo>
                    <a:pt x="2701" y="6565"/>
                  </a:lnTo>
                  <a:cubicBezTo>
                    <a:pt x="3561" y="4137"/>
                    <a:pt x="1517" y="4360"/>
                    <a:pt x="1861" y="2974"/>
                  </a:cubicBezTo>
                  <a:cubicBezTo>
                    <a:pt x="2205" y="1588"/>
                    <a:pt x="189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1565750" y="2875775"/>
              <a:ext cx="148000" cy="87025"/>
            </a:xfrm>
            <a:custGeom>
              <a:avLst/>
              <a:gdLst/>
              <a:ahLst/>
              <a:cxnLst/>
              <a:rect l="l" t="t" r="r" b="b"/>
              <a:pathLst>
                <a:path w="5920" h="3481" extrusionOk="0">
                  <a:moveTo>
                    <a:pt x="3131" y="1"/>
                  </a:moveTo>
                  <a:cubicBezTo>
                    <a:pt x="1448" y="1"/>
                    <a:pt x="0" y="1055"/>
                    <a:pt x="467" y="2914"/>
                  </a:cubicBezTo>
                  <a:lnTo>
                    <a:pt x="811" y="2954"/>
                  </a:lnTo>
                  <a:cubicBezTo>
                    <a:pt x="816" y="2954"/>
                    <a:pt x="821" y="2954"/>
                    <a:pt x="827" y="2954"/>
                  </a:cubicBezTo>
                  <a:cubicBezTo>
                    <a:pt x="1388" y="2954"/>
                    <a:pt x="1730" y="3481"/>
                    <a:pt x="2282" y="3481"/>
                  </a:cubicBezTo>
                  <a:cubicBezTo>
                    <a:pt x="2287" y="3481"/>
                    <a:pt x="2293" y="3480"/>
                    <a:pt x="2298" y="3480"/>
                  </a:cubicBezTo>
                  <a:cubicBezTo>
                    <a:pt x="3431" y="3471"/>
                    <a:pt x="4291" y="3157"/>
                    <a:pt x="5414" y="3106"/>
                  </a:cubicBezTo>
                  <a:cubicBezTo>
                    <a:pt x="5919" y="1630"/>
                    <a:pt x="5485" y="162"/>
                    <a:pt x="3775" y="52"/>
                  </a:cubicBezTo>
                  <a:cubicBezTo>
                    <a:pt x="3559" y="18"/>
                    <a:pt x="3343" y="1"/>
                    <a:pt x="313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1686925" y="3409375"/>
              <a:ext cx="27825" cy="30375"/>
            </a:xfrm>
            <a:custGeom>
              <a:avLst/>
              <a:gdLst/>
              <a:ahLst/>
              <a:cxnLst/>
              <a:rect l="l" t="t" r="r" b="b"/>
              <a:pathLst>
                <a:path w="1113" h="1215" extrusionOk="0">
                  <a:moveTo>
                    <a:pt x="31" y="1"/>
                  </a:moveTo>
                  <a:lnTo>
                    <a:pt x="0" y="1215"/>
                  </a:lnTo>
                  <a:lnTo>
                    <a:pt x="1042" y="1215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1682125" y="3438200"/>
              <a:ext cx="81450" cy="28875"/>
            </a:xfrm>
            <a:custGeom>
              <a:avLst/>
              <a:gdLst/>
              <a:ahLst/>
              <a:cxnLst/>
              <a:rect l="l" t="t" r="r" b="b"/>
              <a:pathLst>
                <a:path w="3258" h="1155" extrusionOk="0">
                  <a:moveTo>
                    <a:pt x="1234" y="1"/>
                  </a:moveTo>
                  <a:lnTo>
                    <a:pt x="111" y="11"/>
                  </a:lnTo>
                  <a:lnTo>
                    <a:pt x="0" y="1154"/>
                  </a:lnTo>
                  <a:lnTo>
                    <a:pt x="3258" y="1154"/>
                  </a:lnTo>
                  <a:lnTo>
                    <a:pt x="3065" y="497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1681100" y="3446575"/>
              <a:ext cx="92325" cy="23275"/>
            </a:xfrm>
            <a:custGeom>
              <a:avLst/>
              <a:gdLst/>
              <a:ahLst/>
              <a:cxnLst/>
              <a:rect l="l" t="t" r="r" b="b"/>
              <a:pathLst>
                <a:path w="3693" h="931" extrusionOk="0">
                  <a:moveTo>
                    <a:pt x="3076" y="0"/>
                  </a:moveTo>
                  <a:cubicBezTo>
                    <a:pt x="2611" y="0"/>
                    <a:pt x="2489" y="394"/>
                    <a:pt x="2489" y="394"/>
                  </a:cubicBezTo>
                  <a:lnTo>
                    <a:pt x="21" y="384"/>
                  </a:lnTo>
                  <a:lnTo>
                    <a:pt x="1" y="931"/>
                  </a:lnTo>
                  <a:lnTo>
                    <a:pt x="3693" y="931"/>
                  </a:lnTo>
                  <a:cubicBezTo>
                    <a:pt x="3693" y="931"/>
                    <a:pt x="3602" y="0"/>
                    <a:pt x="3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1688700" y="3443275"/>
              <a:ext cx="9500" cy="9125"/>
            </a:xfrm>
            <a:custGeom>
              <a:avLst/>
              <a:gdLst/>
              <a:ahLst/>
              <a:cxnLst/>
              <a:rect l="l" t="t" r="r" b="b"/>
              <a:pathLst>
                <a:path w="380" h="365" extrusionOk="0">
                  <a:moveTo>
                    <a:pt x="191" y="0"/>
                  </a:moveTo>
                  <a:cubicBezTo>
                    <a:pt x="96" y="0"/>
                    <a:pt x="0" y="61"/>
                    <a:pt x="0" y="182"/>
                  </a:cubicBezTo>
                  <a:cubicBezTo>
                    <a:pt x="0" y="304"/>
                    <a:pt x="96" y="364"/>
                    <a:pt x="191" y="364"/>
                  </a:cubicBezTo>
                  <a:cubicBezTo>
                    <a:pt x="286" y="364"/>
                    <a:pt x="379" y="304"/>
                    <a:pt x="374" y="182"/>
                  </a:cubicBezTo>
                  <a:cubicBezTo>
                    <a:pt x="379" y="61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1705900" y="3431625"/>
              <a:ext cx="14425" cy="9900"/>
            </a:xfrm>
            <a:custGeom>
              <a:avLst/>
              <a:gdLst/>
              <a:ahLst/>
              <a:cxnLst/>
              <a:rect l="l" t="t" r="r" b="b"/>
              <a:pathLst>
                <a:path w="577" h="396" extrusionOk="0">
                  <a:moveTo>
                    <a:pt x="0" y="1"/>
                  </a:moveTo>
                  <a:lnTo>
                    <a:pt x="41" y="345"/>
                  </a:lnTo>
                  <a:lnTo>
                    <a:pt x="61" y="396"/>
                  </a:lnTo>
                  <a:lnTo>
                    <a:pt x="526" y="396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1424175" y="3335525"/>
              <a:ext cx="40475" cy="37225"/>
            </a:xfrm>
            <a:custGeom>
              <a:avLst/>
              <a:gdLst/>
              <a:ahLst/>
              <a:cxnLst/>
              <a:rect l="l" t="t" r="r" b="b"/>
              <a:pathLst>
                <a:path w="1619" h="1489" extrusionOk="0">
                  <a:moveTo>
                    <a:pt x="1052" y="1"/>
                  </a:moveTo>
                  <a:lnTo>
                    <a:pt x="0" y="608"/>
                  </a:lnTo>
                  <a:lnTo>
                    <a:pt x="556" y="1488"/>
                  </a:lnTo>
                  <a:lnTo>
                    <a:pt x="1619" y="911"/>
                  </a:lnTo>
                  <a:lnTo>
                    <a:pt x="1052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1398625" y="3348175"/>
              <a:ext cx="54400" cy="81975"/>
            </a:xfrm>
            <a:custGeom>
              <a:avLst/>
              <a:gdLst/>
              <a:ahLst/>
              <a:cxnLst/>
              <a:rect l="l" t="t" r="r" b="b"/>
              <a:pathLst>
                <a:path w="2176" h="3279" extrusionOk="0">
                  <a:moveTo>
                    <a:pt x="1032" y="1"/>
                  </a:moveTo>
                  <a:lnTo>
                    <a:pt x="0" y="517"/>
                  </a:lnTo>
                  <a:lnTo>
                    <a:pt x="1720" y="3278"/>
                  </a:lnTo>
                  <a:lnTo>
                    <a:pt x="2176" y="2772"/>
                  </a:lnTo>
                  <a:lnTo>
                    <a:pt x="1629" y="952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1395575" y="3355025"/>
              <a:ext cx="67575" cy="85225"/>
            </a:xfrm>
            <a:custGeom>
              <a:avLst/>
              <a:gdLst/>
              <a:ahLst/>
              <a:cxnLst/>
              <a:rect l="l" t="t" r="r" b="b"/>
              <a:pathLst>
                <a:path w="2703" h="3409" extrusionOk="0">
                  <a:moveTo>
                    <a:pt x="477" y="0"/>
                  </a:moveTo>
                  <a:lnTo>
                    <a:pt x="1" y="273"/>
                  </a:lnTo>
                  <a:lnTo>
                    <a:pt x="1954" y="3409"/>
                  </a:lnTo>
                  <a:cubicBezTo>
                    <a:pt x="1954" y="3409"/>
                    <a:pt x="2702" y="2833"/>
                    <a:pt x="2429" y="2387"/>
                  </a:cubicBezTo>
                  <a:cubicBezTo>
                    <a:pt x="2262" y="2126"/>
                    <a:pt x="2032" y="2082"/>
                    <a:pt x="1896" y="2082"/>
                  </a:cubicBezTo>
                  <a:cubicBezTo>
                    <a:pt x="1827" y="2082"/>
                    <a:pt x="1781" y="2094"/>
                    <a:pt x="1781" y="209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1414125" y="3355750"/>
              <a:ext cx="13525" cy="9425"/>
            </a:xfrm>
            <a:custGeom>
              <a:avLst/>
              <a:gdLst/>
              <a:ahLst/>
              <a:cxnLst/>
              <a:rect l="l" t="t" r="r" b="b"/>
              <a:pathLst>
                <a:path w="541" h="377" extrusionOk="0">
                  <a:moveTo>
                    <a:pt x="267" y="1"/>
                  </a:moveTo>
                  <a:cubicBezTo>
                    <a:pt x="236" y="1"/>
                    <a:pt x="202" y="10"/>
                    <a:pt x="169" y="32"/>
                  </a:cubicBezTo>
                  <a:cubicBezTo>
                    <a:pt x="1" y="141"/>
                    <a:pt x="113" y="377"/>
                    <a:pt x="272" y="377"/>
                  </a:cubicBezTo>
                  <a:cubicBezTo>
                    <a:pt x="304" y="377"/>
                    <a:pt x="338" y="367"/>
                    <a:pt x="372" y="345"/>
                  </a:cubicBezTo>
                  <a:cubicBezTo>
                    <a:pt x="541" y="244"/>
                    <a:pt x="427" y="1"/>
                    <a:pt x="2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1433525" y="3362600"/>
              <a:ext cx="15200" cy="16225"/>
            </a:xfrm>
            <a:custGeom>
              <a:avLst/>
              <a:gdLst/>
              <a:ahLst/>
              <a:cxnLst/>
              <a:rect l="l" t="t" r="r" b="b"/>
              <a:pathLst>
                <a:path w="608" h="649" extrusionOk="0">
                  <a:moveTo>
                    <a:pt x="304" y="1"/>
                  </a:moveTo>
                  <a:lnTo>
                    <a:pt x="41" y="213"/>
                  </a:lnTo>
                  <a:lnTo>
                    <a:pt x="0" y="253"/>
                  </a:lnTo>
                  <a:lnTo>
                    <a:pt x="253" y="648"/>
                  </a:lnTo>
                  <a:lnTo>
                    <a:pt x="607" y="48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1434800" y="3018675"/>
              <a:ext cx="219275" cy="352300"/>
            </a:xfrm>
            <a:custGeom>
              <a:avLst/>
              <a:gdLst/>
              <a:ahLst/>
              <a:cxnLst/>
              <a:rect l="l" t="t" r="r" b="b"/>
              <a:pathLst>
                <a:path w="8771" h="14092" extrusionOk="0">
                  <a:moveTo>
                    <a:pt x="7101" y="0"/>
                  </a:moveTo>
                  <a:cubicBezTo>
                    <a:pt x="7101" y="0"/>
                    <a:pt x="5159" y="1467"/>
                    <a:pt x="5341" y="4856"/>
                  </a:cubicBezTo>
                  <a:cubicBezTo>
                    <a:pt x="5533" y="8255"/>
                    <a:pt x="5331" y="9478"/>
                    <a:pt x="5331" y="9478"/>
                  </a:cubicBezTo>
                  <a:lnTo>
                    <a:pt x="0" y="12604"/>
                  </a:lnTo>
                  <a:lnTo>
                    <a:pt x="992" y="14091"/>
                  </a:lnTo>
                  <a:lnTo>
                    <a:pt x="7111" y="11198"/>
                  </a:lnTo>
                  <a:cubicBezTo>
                    <a:pt x="7526" y="11006"/>
                    <a:pt x="7809" y="10622"/>
                    <a:pt x="7880" y="10166"/>
                  </a:cubicBezTo>
                  <a:lnTo>
                    <a:pt x="8770" y="4552"/>
                  </a:lnTo>
                  <a:lnTo>
                    <a:pt x="8437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1633575" y="3018675"/>
              <a:ext cx="104700" cy="389725"/>
            </a:xfrm>
            <a:custGeom>
              <a:avLst/>
              <a:gdLst/>
              <a:ahLst/>
              <a:cxnLst/>
              <a:rect l="l" t="t" r="r" b="b"/>
              <a:pathLst>
                <a:path w="4188" h="15589" extrusionOk="0">
                  <a:moveTo>
                    <a:pt x="111" y="0"/>
                  </a:moveTo>
                  <a:lnTo>
                    <a:pt x="0" y="3085"/>
                  </a:lnTo>
                  <a:lnTo>
                    <a:pt x="1639" y="9822"/>
                  </a:lnTo>
                  <a:lnTo>
                    <a:pt x="1780" y="15588"/>
                  </a:lnTo>
                  <a:lnTo>
                    <a:pt x="3611" y="15588"/>
                  </a:lnTo>
                  <a:lnTo>
                    <a:pt x="4177" y="9195"/>
                  </a:lnTo>
                  <a:cubicBezTo>
                    <a:pt x="4188" y="9125"/>
                    <a:pt x="4188" y="9064"/>
                    <a:pt x="4177" y="8993"/>
                  </a:cubicBezTo>
                  <a:cubicBezTo>
                    <a:pt x="3905" y="4047"/>
                    <a:pt x="2893" y="1608"/>
                    <a:pt x="2327" y="597"/>
                  </a:cubicBezTo>
                  <a:lnTo>
                    <a:pt x="219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1614850" y="3028525"/>
              <a:ext cx="59200" cy="78675"/>
            </a:xfrm>
            <a:custGeom>
              <a:avLst/>
              <a:gdLst/>
              <a:ahLst/>
              <a:cxnLst/>
              <a:rect l="l" t="t" r="r" b="b"/>
              <a:pathLst>
                <a:path w="2368" h="3147" extrusionOk="0">
                  <a:moveTo>
                    <a:pt x="1" y="0"/>
                  </a:moveTo>
                  <a:lnTo>
                    <a:pt x="1" y="3147"/>
                  </a:lnTo>
                  <a:lnTo>
                    <a:pt x="2368" y="2965"/>
                  </a:lnTo>
                  <a:lnTo>
                    <a:pt x="2368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1639875" y="3102875"/>
              <a:ext cx="25575" cy="3575"/>
            </a:xfrm>
            <a:custGeom>
              <a:avLst/>
              <a:gdLst/>
              <a:ahLst/>
              <a:cxnLst/>
              <a:rect l="l" t="t" r="r" b="b"/>
              <a:pathLst>
                <a:path w="1023" h="143" extrusionOk="0">
                  <a:moveTo>
                    <a:pt x="1012" y="0"/>
                  </a:moveTo>
                  <a:lnTo>
                    <a:pt x="1" y="92"/>
                  </a:lnTo>
                  <a:lnTo>
                    <a:pt x="11" y="142"/>
                  </a:lnTo>
                  <a:lnTo>
                    <a:pt x="1023" y="61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1588550" y="3036375"/>
              <a:ext cx="22525" cy="25550"/>
            </a:xfrm>
            <a:custGeom>
              <a:avLst/>
              <a:gdLst/>
              <a:ahLst/>
              <a:cxnLst/>
              <a:rect l="l" t="t" r="r" b="b"/>
              <a:pathLst>
                <a:path w="901" h="1022" extrusionOk="0">
                  <a:moveTo>
                    <a:pt x="840" y="0"/>
                  </a:moveTo>
                  <a:cubicBezTo>
                    <a:pt x="840" y="10"/>
                    <a:pt x="739" y="789"/>
                    <a:pt x="0" y="972"/>
                  </a:cubicBezTo>
                  <a:lnTo>
                    <a:pt x="10" y="1022"/>
                  </a:lnTo>
                  <a:cubicBezTo>
                    <a:pt x="790" y="830"/>
                    <a:pt x="900" y="10"/>
                    <a:pt x="900" y="10"/>
                  </a:cubicBezTo>
                  <a:lnTo>
                    <a:pt x="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1679075" y="3036375"/>
              <a:ext cx="22300" cy="25550"/>
            </a:xfrm>
            <a:custGeom>
              <a:avLst/>
              <a:gdLst/>
              <a:ahLst/>
              <a:cxnLst/>
              <a:rect l="l" t="t" r="r" b="b"/>
              <a:pathLst>
                <a:path w="892" h="1022" extrusionOk="0">
                  <a:moveTo>
                    <a:pt x="51" y="0"/>
                  </a:moveTo>
                  <a:lnTo>
                    <a:pt x="1" y="10"/>
                  </a:lnTo>
                  <a:cubicBezTo>
                    <a:pt x="1" y="10"/>
                    <a:pt x="112" y="830"/>
                    <a:pt x="881" y="1022"/>
                  </a:cubicBezTo>
                  <a:lnTo>
                    <a:pt x="891" y="972"/>
                  </a:lnTo>
                  <a:cubicBezTo>
                    <a:pt x="163" y="789"/>
                    <a:pt x="51" y="10"/>
                    <a:pt x="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1648975" y="3104650"/>
              <a:ext cx="3575" cy="59450"/>
            </a:xfrm>
            <a:custGeom>
              <a:avLst/>
              <a:gdLst/>
              <a:ahLst/>
              <a:cxnLst/>
              <a:rect l="l" t="t" r="r" b="b"/>
              <a:pathLst>
                <a:path w="143" h="2378" extrusionOk="0">
                  <a:moveTo>
                    <a:pt x="102" y="1"/>
                  </a:moveTo>
                  <a:lnTo>
                    <a:pt x="1" y="2377"/>
                  </a:lnTo>
                  <a:lnTo>
                    <a:pt x="41" y="2377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1571850" y="2881350"/>
              <a:ext cx="162625" cy="158225"/>
            </a:xfrm>
            <a:custGeom>
              <a:avLst/>
              <a:gdLst/>
              <a:ahLst/>
              <a:cxnLst/>
              <a:rect l="l" t="t" r="r" b="b"/>
              <a:pathLst>
                <a:path w="6505" h="6329" extrusionOk="0">
                  <a:moveTo>
                    <a:pt x="1478" y="0"/>
                  </a:moveTo>
                  <a:cubicBezTo>
                    <a:pt x="992" y="81"/>
                    <a:pt x="1" y="1315"/>
                    <a:pt x="810" y="3278"/>
                  </a:cubicBezTo>
                  <a:lnTo>
                    <a:pt x="1002" y="6049"/>
                  </a:lnTo>
                  <a:cubicBezTo>
                    <a:pt x="1818" y="6258"/>
                    <a:pt x="2523" y="6328"/>
                    <a:pt x="3100" y="6328"/>
                  </a:cubicBezTo>
                  <a:cubicBezTo>
                    <a:pt x="4254" y="6328"/>
                    <a:pt x="4897" y="6049"/>
                    <a:pt x="4897" y="6049"/>
                  </a:cubicBezTo>
                  <a:lnTo>
                    <a:pt x="5018" y="3237"/>
                  </a:lnTo>
                  <a:lnTo>
                    <a:pt x="6039" y="2529"/>
                  </a:lnTo>
                  <a:cubicBezTo>
                    <a:pt x="6039" y="2529"/>
                    <a:pt x="6505" y="870"/>
                    <a:pt x="4432" y="0"/>
                  </a:cubicBezTo>
                  <a:cubicBezTo>
                    <a:pt x="4163" y="568"/>
                    <a:pt x="3564" y="854"/>
                    <a:pt x="2962" y="854"/>
                  </a:cubicBezTo>
                  <a:cubicBezTo>
                    <a:pt x="2362" y="854"/>
                    <a:pt x="1760" y="571"/>
                    <a:pt x="1478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1602650" y="2815475"/>
              <a:ext cx="21525" cy="20225"/>
            </a:xfrm>
            <a:custGeom>
              <a:avLst/>
              <a:gdLst/>
              <a:ahLst/>
              <a:cxnLst/>
              <a:rect l="l" t="t" r="r" b="b"/>
              <a:pathLst>
                <a:path w="861" h="809" extrusionOk="0">
                  <a:moveTo>
                    <a:pt x="411" y="1"/>
                  </a:moveTo>
                  <a:cubicBezTo>
                    <a:pt x="200" y="1"/>
                    <a:pt x="1" y="223"/>
                    <a:pt x="114" y="531"/>
                  </a:cubicBezTo>
                  <a:cubicBezTo>
                    <a:pt x="183" y="726"/>
                    <a:pt x="317" y="809"/>
                    <a:pt x="446" y="809"/>
                  </a:cubicBezTo>
                  <a:cubicBezTo>
                    <a:pt x="660" y="809"/>
                    <a:pt x="861" y="586"/>
                    <a:pt x="741" y="279"/>
                  </a:cubicBezTo>
                  <a:cubicBezTo>
                    <a:pt x="672" y="83"/>
                    <a:pt x="540" y="1"/>
                    <a:pt x="41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1606500" y="2819400"/>
              <a:ext cx="5575" cy="10125"/>
            </a:xfrm>
            <a:custGeom>
              <a:avLst/>
              <a:gdLst/>
              <a:ahLst/>
              <a:cxnLst/>
              <a:rect l="l" t="t" r="r" b="b"/>
              <a:pathLst>
                <a:path w="223" h="405" extrusionOk="0">
                  <a:moveTo>
                    <a:pt x="182" y="0"/>
                  </a:moveTo>
                  <a:cubicBezTo>
                    <a:pt x="0" y="142"/>
                    <a:pt x="72" y="394"/>
                    <a:pt x="81" y="405"/>
                  </a:cubicBezTo>
                  <a:lnTo>
                    <a:pt x="132" y="385"/>
                  </a:lnTo>
                  <a:cubicBezTo>
                    <a:pt x="132" y="385"/>
                    <a:pt x="72" y="162"/>
                    <a:pt x="223" y="50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1667900" y="2815475"/>
              <a:ext cx="21625" cy="20225"/>
            </a:xfrm>
            <a:custGeom>
              <a:avLst/>
              <a:gdLst/>
              <a:ahLst/>
              <a:cxnLst/>
              <a:rect l="l" t="t" r="r" b="b"/>
              <a:pathLst>
                <a:path w="865" h="809" extrusionOk="0">
                  <a:moveTo>
                    <a:pt x="447" y="1"/>
                  </a:moveTo>
                  <a:cubicBezTo>
                    <a:pt x="317" y="1"/>
                    <a:pt x="183" y="83"/>
                    <a:pt x="114" y="279"/>
                  </a:cubicBezTo>
                  <a:cubicBezTo>
                    <a:pt x="0" y="586"/>
                    <a:pt x="204" y="809"/>
                    <a:pt x="418" y="809"/>
                  </a:cubicBezTo>
                  <a:cubicBezTo>
                    <a:pt x="548" y="809"/>
                    <a:pt x="682" y="726"/>
                    <a:pt x="751" y="531"/>
                  </a:cubicBezTo>
                  <a:cubicBezTo>
                    <a:pt x="865" y="223"/>
                    <a:pt x="661" y="1"/>
                    <a:pt x="447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1680850" y="2819400"/>
              <a:ext cx="5350" cy="10125"/>
            </a:xfrm>
            <a:custGeom>
              <a:avLst/>
              <a:gdLst/>
              <a:ahLst/>
              <a:cxnLst/>
              <a:rect l="l" t="t" r="r" b="b"/>
              <a:pathLst>
                <a:path w="214" h="405" extrusionOk="0">
                  <a:moveTo>
                    <a:pt x="31" y="0"/>
                  </a:moveTo>
                  <a:lnTo>
                    <a:pt x="0" y="50"/>
                  </a:lnTo>
                  <a:cubicBezTo>
                    <a:pt x="152" y="162"/>
                    <a:pt x="81" y="385"/>
                    <a:pt x="81" y="385"/>
                  </a:cubicBezTo>
                  <a:lnTo>
                    <a:pt x="142" y="405"/>
                  </a:lnTo>
                  <a:cubicBezTo>
                    <a:pt x="142" y="394"/>
                    <a:pt x="213" y="142"/>
                    <a:pt x="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1628250" y="2859600"/>
              <a:ext cx="34675" cy="23050"/>
            </a:xfrm>
            <a:custGeom>
              <a:avLst/>
              <a:gdLst/>
              <a:ahLst/>
              <a:cxnLst/>
              <a:rect l="l" t="t" r="r" b="b"/>
              <a:pathLst>
                <a:path w="1387" h="922" extrusionOk="0">
                  <a:moveTo>
                    <a:pt x="699" y="0"/>
                  </a:moveTo>
                  <a:lnTo>
                    <a:pt x="101" y="51"/>
                  </a:lnTo>
                  <a:lnTo>
                    <a:pt x="0" y="921"/>
                  </a:lnTo>
                  <a:lnTo>
                    <a:pt x="1386" y="921"/>
                  </a:lnTo>
                  <a:lnTo>
                    <a:pt x="1295" y="51"/>
                  </a:lnTo>
                  <a:lnTo>
                    <a:pt x="699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1630775" y="2860875"/>
              <a:ext cx="29875" cy="9975"/>
            </a:xfrm>
            <a:custGeom>
              <a:avLst/>
              <a:gdLst/>
              <a:ahLst/>
              <a:cxnLst/>
              <a:rect l="l" t="t" r="r" b="b"/>
              <a:pathLst>
                <a:path w="1195" h="399" extrusionOk="0">
                  <a:moveTo>
                    <a:pt x="0" y="0"/>
                  </a:moveTo>
                  <a:cubicBezTo>
                    <a:pt x="168" y="264"/>
                    <a:pt x="382" y="398"/>
                    <a:pt x="597" y="398"/>
                  </a:cubicBezTo>
                  <a:cubicBezTo>
                    <a:pt x="809" y="398"/>
                    <a:pt x="1023" y="267"/>
                    <a:pt x="1194" y="0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1610925" y="2769725"/>
              <a:ext cx="69325" cy="96275"/>
            </a:xfrm>
            <a:custGeom>
              <a:avLst/>
              <a:gdLst/>
              <a:ahLst/>
              <a:cxnLst/>
              <a:rect l="l" t="t" r="r" b="b"/>
              <a:pathLst>
                <a:path w="2773" h="3851" extrusionOk="0">
                  <a:moveTo>
                    <a:pt x="1384" y="1"/>
                  </a:moveTo>
                  <a:cubicBezTo>
                    <a:pt x="692" y="1"/>
                    <a:pt x="1" y="506"/>
                    <a:pt x="66" y="1522"/>
                  </a:cubicBezTo>
                  <a:lnTo>
                    <a:pt x="66" y="1542"/>
                  </a:lnTo>
                  <a:lnTo>
                    <a:pt x="198" y="2745"/>
                  </a:lnTo>
                  <a:cubicBezTo>
                    <a:pt x="208" y="2766"/>
                    <a:pt x="208" y="2786"/>
                    <a:pt x="208" y="2806"/>
                  </a:cubicBezTo>
                  <a:cubicBezTo>
                    <a:pt x="354" y="3504"/>
                    <a:pt x="868" y="3851"/>
                    <a:pt x="1383" y="3851"/>
                  </a:cubicBezTo>
                  <a:cubicBezTo>
                    <a:pt x="1905" y="3851"/>
                    <a:pt x="2427" y="3494"/>
                    <a:pt x="2565" y="2786"/>
                  </a:cubicBezTo>
                  <a:lnTo>
                    <a:pt x="2565" y="2745"/>
                  </a:lnTo>
                  <a:cubicBezTo>
                    <a:pt x="2565" y="2725"/>
                    <a:pt x="2707" y="1542"/>
                    <a:pt x="2707" y="1522"/>
                  </a:cubicBezTo>
                  <a:cubicBezTo>
                    <a:pt x="2772" y="509"/>
                    <a:pt x="2077" y="1"/>
                    <a:pt x="1384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1599175" y="2884125"/>
              <a:ext cx="93600" cy="27850"/>
            </a:xfrm>
            <a:custGeom>
              <a:avLst/>
              <a:gdLst/>
              <a:ahLst/>
              <a:cxnLst/>
              <a:rect l="l" t="t" r="r" b="b"/>
              <a:pathLst>
                <a:path w="3744" h="1114" extrusionOk="0">
                  <a:moveTo>
                    <a:pt x="51" y="1"/>
                  </a:moveTo>
                  <a:lnTo>
                    <a:pt x="0" y="21"/>
                  </a:lnTo>
                  <a:cubicBezTo>
                    <a:pt x="30" y="82"/>
                    <a:pt x="628" y="1093"/>
                    <a:pt x="1851" y="1114"/>
                  </a:cubicBezTo>
                  <a:cubicBezTo>
                    <a:pt x="3065" y="1093"/>
                    <a:pt x="3712" y="112"/>
                    <a:pt x="3743" y="61"/>
                  </a:cubicBezTo>
                  <a:lnTo>
                    <a:pt x="3703" y="31"/>
                  </a:lnTo>
                  <a:cubicBezTo>
                    <a:pt x="3276" y="696"/>
                    <a:pt x="2562" y="1040"/>
                    <a:pt x="1854" y="1040"/>
                  </a:cubicBezTo>
                  <a:cubicBezTo>
                    <a:pt x="1151" y="1040"/>
                    <a:pt x="454" y="701"/>
                    <a:pt x="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1604125" y="2766300"/>
              <a:ext cx="90600" cy="61450"/>
            </a:xfrm>
            <a:custGeom>
              <a:avLst/>
              <a:gdLst/>
              <a:ahLst/>
              <a:cxnLst/>
              <a:rect l="l" t="t" r="r" b="b"/>
              <a:pathLst>
                <a:path w="3624" h="2458" extrusionOk="0">
                  <a:moveTo>
                    <a:pt x="1596" y="1"/>
                  </a:moveTo>
                  <a:cubicBezTo>
                    <a:pt x="780" y="1"/>
                    <a:pt x="0" y="612"/>
                    <a:pt x="247" y="1962"/>
                  </a:cubicBezTo>
                  <a:lnTo>
                    <a:pt x="358" y="2458"/>
                  </a:lnTo>
                  <a:cubicBezTo>
                    <a:pt x="358" y="2458"/>
                    <a:pt x="571" y="1932"/>
                    <a:pt x="561" y="1325"/>
                  </a:cubicBezTo>
                  <a:lnTo>
                    <a:pt x="561" y="1325"/>
                  </a:lnTo>
                  <a:cubicBezTo>
                    <a:pt x="561" y="1325"/>
                    <a:pt x="771" y="1397"/>
                    <a:pt x="1085" y="1397"/>
                  </a:cubicBezTo>
                  <a:cubicBezTo>
                    <a:pt x="1424" y="1397"/>
                    <a:pt x="1885" y="1313"/>
                    <a:pt x="2331" y="960"/>
                  </a:cubicBezTo>
                  <a:cubicBezTo>
                    <a:pt x="2331" y="960"/>
                    <a:pt x="2453" y="1345"/>
                    <a:pt x="2806" y="1598"/>
                  </a:cubicBezTo>
                  <a:cubicBezTo>
                    <a:pt x="2806" y="1598"/>
                    <a:pt x="2857" y="2104"/>
                    <a:pt x="2958" y="2458"/>
                  </a:cubicBezTo>
                  <a:cubicBezTo>
                    <a:pt x="3623" y="896"/>
                    <a:pt x="2583" y="1"/>
                    <a:pt x="15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1645450" y="2824450"/>
              <a:ext cx="8625" cy="12675"/>
            </a:xfrm>
            <a:custGeom>
              <a:avLst/>
              <a:gdLst/>
              <a:ahLst/>
              <a:cxnLst/>
              <a:rect l="l" t="t" r="r" b="b"/>
              <a:pathLst>
                <a:path w="345" h="507" extrusionOk="0">
                  <a:moveTo>
                    <a:pt x="61" y="0"/>
                  </a:moveTo>
                  <a:lnTo>
                    <a:pt x="11" y="41"/>
                  </a:lnTo>
                  <a:cubicBezTo>
                    <a:pt x="92" y="132"/>
                    <a:pt x="263" y="446"/>
                    <a:pt x="0" y="446"/>
                  </a:cubicBezTo>
                  <a:lnTo>
                    <a:pt x="0" y="506"/>
                  </a:lnTo>
                  <a:cubicBezTo>
                    <a:pt x="344" y="506"/>
                    <a:pt x="121" y="61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16219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507" y="0"/>
                  </a:moveTo>
                  <a:lnTo>
                    <a:pt x="1" y="112"/>
                  </a:lnTo>
                  <a:lnTo>
                    <a:pt x="41" y="254"/>
                  </a:lnTo>
                  <a:lnTo>
                    <a:pt x="536" y="14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16573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41" y="0"/>
                  </a:moveTo>
                  <a:lnTo>
                    <a:pt x="1" y="142"/>
                  </a:lnTo>
                  <a:lnTo>
                    <a:pt x="496" y="254"/>
                  </a:lnTo>
                  <a:lnTo>
                    <a:pt x="537" y="11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1659600" y="2821150"/>
              <a:ext cx="4575" cy="4400"/>
            </a:xfrm>
            <a:custGeom>
              <a:avLst/>
              <a:gdLst/>
              <a:ahLst/>
              <a:cxnLst/>
              <a:rect l="l" t="t" r="r" b="b"/>
              <a:pathLst>
                <a:path w="183" h="176" extrusionOk="0">
                  <a:moveTo>
                    <a:pt x="92" y="1"/>
                  </a:moveTo>
                  <a:cubicBezTo>
                    <a:pt x="46" y="1"/>
                    <a:pt x="1" y="31"/>
                    <a:pt x="1" y="92"/>
                  </a:cubicBezTo>
                  <a:cubicBezTo>
                    <a:pt x="1" y="147"/>
                    <a:pt x="46" y="175"/>
                    <a:pt x="92" y="175"/>
                  </a:cubicBezTo>
                  <a:cubicBezTo>
                    <a:pt x="137" y="175"/>
                    <a:pt x="183" y="147"/>
                    <a:pt x="183" y="92"/>
                  </a:cubicBezTo>
                  <a:cubicBezTo>
                    <a:pt x="183" y="31"/>
                    <a:pt x="137" y="1"/>
                    <a:pt x="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1628750" y="2821150"/>
              <a:ext cx="4325" cy="4400"/>
            </a:xfrm>
            <a:custGeom>
              <a:avLst/>
              <a:gdLst/>
              <a:ahLst/>
              <a:cxnLst/>
              <a:rect l="l" t="t" r="r" b="b"/>
              <a:pathLst>
                <a:path w="173" h="176" extrusionOk="0">
                  <a:moveTo>
                    <a:pt x="87" y="1"/>
                  </a:moveTo>
                  <a:cubicBezTo>
                    <a:pt x="44" y="1"/>
                    <a:pt x="0" y="31"/>
                    <a:pt x="0" y="92"/>
                  </a:cubicBezTo>
                  <a:cubicBezTo>
                    <a:pt x="0" y="147"/>
                    <a:pt x="44" y="175"/>
                    <a:pt x="87" y="175"/>
                  </a:cubicBezTo>
                  <a:cubicBezTo>
                    <a:pt x="130" y="175"/>
                    <a:pt x="173" y="147"/>
                    <a:pt x="173" y="92"/>
                  </a:cubicBezTo>
                  <a:cubicBezTo>
                    <a:pt x="173" y="31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1696275" y="2758950"/>
              <a:ext cx="139125" cy="199050"/>
            </a:xfrm>
            <a:custGeom>
              <a:avLst/>
              <a:gdLst/>
              <a:ahLst/>
              <a:cxnLst/>
              <a:rect l="l" t="t" r="r" b="b"/>
              <a:pathLst>
                <a:path w="5565" h="7962" extrusionOk="0">
                  <a:moveTo>
                    <a:pt x="4897" y="0"/>
                  </a:moveTo>
                  <a:lnTo>
                    <a:pt x="2732" y="3369"/>
                  </a:lnTo>
                  <a:lnTo>
                    <a:pt x="203" y="6121"/>
                  </a:lnTo>
                  <a:lnTo>
                    <a:pt x="1" y="7962"/>
                  </a:lnTo>
                  <a:cubicBezTo>
                    <a:pt x="4007" y="5463"/>
                    <a:pt x="4168" y="3490"/>
                    <a:pt x="5564" y="445"/>
                  </a:cubicBezTo>
                  <a:lnTo>
                    <a:pt x="4897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1817175" y="2728500"/>
              <a:ext cx="36675" cy="41600"/>
            </a:xfrm>
            <a:custGeom>
              <a:avLst/>
              <a:gdLst/>
              <a:ahLst/>
              <a:cxnLst/>
              <a:rect l="l" t="t" r="r" b="b"/>
              <a:pathLst>
                <a:path w="1467" h="1664" extrusionOk="0">
                  <a:moveTo>
                    <a:pt x="900" y="1"/>
                  </a:moveTo>
                  <a:cubicBezTo>
                    <a:pt x="884" y="1"/>
                    <a:pt x="868" y="2"/>
                    <a:pt x="850" y="4"/>
                  </a:cubicBezTo>
                  <a:cubicBezTo>
                    <a:pt x="273" y="136"/>
                    <a:pt x="172" y="834"/>
                    <a:pt x="0" y="1532"/>
                  </a:cubicBezTo>
                  <a:lnTo>
                    <a:pt x="728" y="1663"/>
                  </a:lnTo>
                  <a:cubicBezTo>
                    <a:pt x="728" y="1663"/>
                    <a:pt x="1466" y="1137"/>
                    <a:pt x="1436" y="723"/>
                  </a:cubicBezTo>
                  <a:cubicBezTo>
                    <a:pt x="1436" y="723"/>
                    <a:pt x="1446" y="622"/>
                    <a:pt x="1305" y="561"/>
                  </a:cubicBezTo>
                  <a:cubicBezTo>
                    <a:pt x="1305" y="561"/>
                    <a:pt x="1385" y="429"/>
                    <a:pt x="1214" y="328"/>
                  </a:cubicBezTo>
                  <a:cubicBezTo>
                    <a:pt x="1214" y="328"/>
                    <a:pt x="1275" y="217"/>
                    <a:pt x="1122" y="146"/>
                  </a:cubicBezTo>
                  <a:cubicBezTo>
                    <a:pt x="1122" y="146"/>
                    <a:pt x="1080" y="1"/>
                    <a:pt x="900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1834350" y="2752125"/>
              <a:ext cx="4075" cy="7850"/>
            </a:xfrm>
            <a:custGeom>
              <a:avLst/>
              <a:gdLst/>
              <a:ahLst/>
              <a:cxnLst/>
              <a:rect l="l" t="t" r="r" b="b"/>
              <a:pathLst>
                <a:path w="163" h="314" extrusionOk="0">
                  <a:moveTo>
                    <a:pt x="41" y="0"/>
                  </a:moveTo>
                  <a:lnTo>
                    <a:pt x="1" y="21"/>
                  </a:lnTo>
                  <a:cubicBezTo>
                    <a:pt x="11" y="21"/>
                    <a:pt x="112" y="192"/>
                    <a:pt x="11" y="273"/>
                  </a:cubicBezTo>
                  <a:lnTo>
                    <a:pt x="31" y="314"/>
                  </a:lnTo>
                  <a:cubicBezTo>
                    <a:pt x="163" y="20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1680850" y="2884125"/>
              <a:ext cx="65525" cy="78175"/>
            </a:xfrm>
            <a:custGeom>
              <a:avLst/>
              <a:gdLst/>
              <a:ahLst/>
              <a:cxnLst/>
              <a:rect l="l" t="t" r="r" b="b"/>
              <a:pathLst>
                <a:path w="2621" h="3127" extrusionOk="0">
                  <a:moveTo>
                    <a:pt x="304" y="1"/>
                  </a:moveTo>
                  <a:lnTo>
                    <a:pt x="0" y="3035"/>
                  </a:lnTo>
                  <a:lnTo>
                    <a:pt x="658" y="3126"/>
                  </a:lnTo>
                  <a:cubicBezTo>
                    <a:pt x="658" y="3126"/>
                    <a:pt x="2176" y="2195"/>
                    <a:pt x="2621" y="1548"/>
                  </a:cubicBezTo>
                  <a:cubicBezTo>
                    <a:pt x="2621" y="1548"/>
                    <a:pt x="1993" y="880"/>
                    <a:pt x="1619" y="132"/>
                  </a:cubicBezTo>
                  <a:cubicBezTo>
                    <a:pt x="1619" y="132"/>
                    <a:pt x="1419" y="214"/>
                    <a:pt x="1119" y="214"/>
                  </a:cubicBezTo>
                  <a:cubicBezTo>
                    <a:pt x="891" y="214"/>
                    <a:pt x="605" y="167"/>
                    <a:pt x="304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1439850" y="2761475"/>
              <a:ext cx="161375" cy="182600"/>
            </a:xfrm>
            <a:custGeom>
              <a:avLst/>
              <a:gdLst/>
              <a:ahLst/>
              <a:cxnLst/>
              <a:rect l="l" t="t" r="r" b="b"/>
              <a:pathLst>
                <a:path w="6455" h="7304" extrusionOk="0">
                  <a:moveTo>
                    <a:pt x="739" y="0"/>
                  </a:moveTo>
                  <a:lnTo>
                    <a:pt x="0" y="496"/>
                  </a:lnTo>
                  <a:lnTo>
                    <a:pt x="1599" y="4138"/>
                  </a:lnTo>
                  <a:cubicBezTo>
                    <a:pt x="1680" y="4350"/>
                    <a:pt x="1821" y="4543"/>
                    <a:pt x="1993" y="4694"/>
                  </a:cubicBezTo>
                  <a:cubicBezTo>
                    <a:pt x="2711" y="5311"/>
                    <a:pt x="4724" y="6940"/>
                    <a:pt x="6454" y="7304"/>
                  </a:cubicBezTo>
                  <a:lnTo>
                    <a:pt x="5847" y="5564"/>
                  </a:lnTo>
                  <a:cubicBezTo>
                    <a:pt x="2226" y="3136"/>
                    <a:pt x="2924" y="3693"/>
                    <a:pt x="739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1550350" y="2883125"/>
              <a:ext cx="59475" cy="79175"/>
            </a:xfrm>
            <a:custGeom>
              <a:avLst/>
              <a:gdLst/>
              <a:ahLst/>
              <a:cxnLst/>
              <a:rect l="l" t="t" r="r" b="b"/>
              <a:pathLst>
                <a:path w="2379" h="3167" extrusionOk="0">
                  <a:moveTo>
                    <a:pt x="2145" y="0"/>
                  </a:moveTo>
                  <a:cubicBezTo>
                    <a:pt x="1744" y="222"/>
                    <a:pt x="1426" y="269"/>
                    <a:pt x="1228" y="269"/>
                  </a:cubicBezTo>
                  <a:cubicBezTo>
                    <a:pt x="1083" y="269"/>
                    <a:pt x="1002" y="243"/>
                    <a:pt x="1002" y="243"/>
                  </a:cubicBezTo>
                  <a:cubicBezTo>
                    <a:pt x="628" y="1001"/>
                    <a:pt x="1" y="1669"/>
                    <a:pt x="1" y="1669"/>
                  </a:cubicBezTo>
                  <a:cubicBezTo>
                    <a:pt x="901" y="2489"/>
                    <a:pt x="1720" y="3166"/>
                    <a:pt x="1720" y="3166"/>
                  </a:cubicBezTo>
                  <a:lnTo>
                    <a:pt x="2378" y="307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1688425" y="2929400"/>
              <a:ext cx="24075" cy="38200"/>
            </a:xfrm>
            <a:custGeom>
              <a:avLst/>
              <a:gdLst/>
              <a:ahLst/>
              <a:cxnLst/>
              <a:rect l="l" t="t" r="r" b="b"/>
              <a:pathLst>
                <a:path w="963" h="1528" extrusionOk="0">
                  <a:moveTo>
                    <a:pt x="668" y="0"/>
                  </a:moveTo>
                  <a:lnTo>
                    <a:pt x="618" y="20"/>
                  </a:lnTo>
                  <a:lnTo>
                    <a:pt x="628" y="41"/>
                  </a:lnTo>
                  <a:cubicBezTo>
                    <a:pt x="648" y="92"/>
                    <a:pt x="891" y="1164"/>
                    <a:pt x="1" y="1477"/>
                  </a:cubicBezTo>
                  <a:lnTo>
                    <a:pt x="21" y="1528"/>
                  </a:lnTo>
                  <a:cubicBezTo>
                    <a:pt x="962" y="1204"/>
                    <a:pt x="689" y="41"/>
                    <a:pt x="679" y="31"/>
                  </a:cubicBezTo>
                  <a:lnTo>
                    <a:pt x="6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1695275" y="2962025"/>
              <a:ext cx="3050" cy="20250"/>
            </a:xfrm>
            <a:custGeom>
              <a:avLst/>
              <a:gdLst/>
              <a:ahLst/>
              <a:cxnLst/>
              <a:rect l="l" t="t" r="r" b="b"/>
              <a:pathLst>
                <a:path w="122" h="810" extrusionOk="0">
                  <a:moveTo>
                    <a:pt x="61" y="0"/>
                  </a:moveTo>
                  <a:lnTo>
                    <a:pt x="0" y="799"/>
                  </a:lnTo>
                  <a:lnTo>
                    <a:pt x="50" y="810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1577425" y="2929400"/>
              <a:ext cx="23800" cy="38200"/>
            </a:xfrm>
            <a:custGeom>
              <a:avLst/>
              <a:gdLst/>
              <a:ahLst/>
              <a:cxnLst/>
              <a:rect l="l" t="t" r="r" b="b"/>
              <a:pathLst>
                <a:path w="952" h="1528" extrusionOk="0">
                  <a:moveTo>
                    <a:pt x="293" y="0"/>
                  </a:moveTo>
                  <a:lnTo>
                    <a:pt x="284" y="31"/>
                  </a:lnTo>
                  <a:cubicBezTo>
                    <a:pt x="273" y="41"/>
                    <a:pt x="0" y="1204"/>
                    <a:pt x="931" y="1528"/>
                  </a:cubicBezTo>
                  <a:lnTo>
                    <a:pt x="951" y="1477"/>
                  </a:lnTo>
                  <a:cubicBezTo>
                    <a:pt x="71" y="1174"/>
                    <a:pt x="314" y="81"/>
                    <a:pt x="334" y="41"/>
                  </a:cubicBezTo>
                  <a:lnTo>
                    <a:pt x="344" y="20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1591575" y="2961525"/>
              <a:ext cx="2300" cy="20250"/>
            </a:xfrm>
            <a:custGeom>
              <a:avLst/>
              <a:gdLst/>
              <a:ahLst/>
              <a:cxnLst/>
              <a:rect l="l" t="t" r="r" b="b"/>
              <a:pathLst>
                <a:path w="92" h="810" extrusionOk="0">
                  <a:moveTo>
                    <a:pt x="62" y="0"/>
                  </a:moveTo>
                  <a:lnTo>
                    <a:pt x="1" y="10"/>
                  </a:lnTo>
                  <a:lnTo>
                    <a:pt x="31" y="809"/>
                  </a:lnTo>
                  <a:lnTo>
                    <a:pt x="92" y="80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1421900" y="2724900"/>
              <a:ext cx="36425" cy="49750"/>
            </a:xfrm>
            <a:custGeom>
              <a:avLst/>
              <a:gdLst/>
              <a:ahLst/>
              <a:cxnLst/>
              <a:rect l="l" t="t" r="r" b="b"/>
              <a:pathLst>
                <a:path w="1457" h="1990" extrusionOk="0">
                  <a:moveTo>
                    <a:pt x="612" y="0"/>
                  </a:moveTo>
                  <a:cubicBezTo>
                    <a:pt x="566" y="0"/>
                    <a:pt x="530" y="66"/>
                    <a:pt x="516" y="229"/>
                  </a:cubicBezTo>
                  <a:cubicBezTo>
                    <a:pt x="475" y="179"/>
                    <a:pt x="439" y="159"/>
                    <a:pt x="409" y="159"/>
                  </a:cubicBezTo>
                  <a:cubicBezTo>
                    <a:pt x="342" y="159"/>
                    <a:pt x="303" y="257"/>
                    <a:pt x="303" y="341"/>
                  </a:cubicBezTo>
                  <a:cubicBezTo>
                    <a:pt x="268" y="286"/>
                    <a:pt x="239" y="266"/>
                    <a:pt x="216" y="266"/>
                  </a:cubicBezTo>
                  <a:cubicBezTo>
                    <a:pt x="153" y="266"/>
                    <a:pt x="132" y="411"/>
                    <a:pt x="132" y="411"/>
                  </a:cubicBezTo>
                  <a:cubicBezTo>
                    <a:pt x="111" y="384"/>
                    <a:pt x="93" y="371"/>
                    <a:pt x="77" y="371"/>
                  </a:cubicBezTo>
                  <a:cubicBezTo>
                    <a:pt x="3" y="371"/>
                    <a:pt x="1" y="676"/>
                    <a:pt x="152" y="1079"/>
                  </a:cubicBezTo>
                  <a:cubicBezTo>
                    <a:pt x="344" y="1615"/>
                    <a:pt x="739" y="1989"/>
                    <a:pt x="739" y="1989"/>
                  </a:cubicBezTo>
                  <a:lnTo>
                    <a:pt x="1457" y="1463"/>
                  </a:lnTo>
                  <a:cubicBezTo>
                    <a:pt x="1457" y="1463"/>
                    <a:pt x="1347" y="401"/>
                    <a:pt x="1146" y="401"/>
                  </a:cubicBezTo>
                  <a:cubicBezTo>
                    <a:pt x="1145" y="401"/>
                    <a:pt x="1144" y="401"/>
                    <a:pt x="1143" y="402"/>
                  </a:cubicBezTo>
                  <a:cubicBezTo>
                    <a:pt x="1002" y="422"/>
                    <a:pt x="1022" y="755"/>
                    <a:pt x="1022" y="755"/>
                  </a:cubicBezTo>
                  <a:cubicBezTo>
                    <a:pt x="920" y="422"/>
                    <a:pt x="730" y="0"/>
                    <a:pt x="612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1424925" y="2735175"/>
              <a:ext cx="2300" cy="11150"/>
            </a:xfrm>
            <a:custGeom>
              <a:avLst/>
              <a:gdLst/>
              <a:ahLst/>
              <a:cxnLst/>
              <a:rect l="l" t="t" r="r" b="b"/>
              <a:pathLst>
                <a:path w="92" h="446" extrusionOk="0">
                  <a:moveTo>
                    <a:pt x="0" y="0"/>
                  </a:moveTo>
                  <a:cubicBezTo>
                    <a:pt x="0" y="0"/>
                    <a:pt x="11" y="274"/>
                    <a:pt x="61" y="445"/>
                  </a:cubicBezTo>
                  <a:lnTo>
                    <a:pt x="92" y="445"/>
                  </a:lnTo>
                  <a:cubicBezTo>
                    <a:pt x="5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1429225" y="2733150"/>
              <a:ext cx="3300" cy="10650"/>
            </a:xfrm>
            <a:custGeom>
              <a:avLst/>
              <a:gdLst/>
              <a:ahLst/>
              <a:cxnLst/>
              <a:rect l="l" t="t" r="r" b="b"/>
              <a:pathLst>
                <a:path w="132" h="426" extrusionOk="0">
                  <a:moveTo>
                    <a:pt x="31" y="0"/>
                  </a:moveTo>
                  <a:lnTo>
                    <a:pt x="1" y="11"/>
                  </a:lnTo>
                  <a:cubicBezTo>
                    <a:pt x="1" y="11"/>
                    <a:pt x="41" y="233"/>
                    <a:pt x="102" y="425"/>
                  </a:cubicBezTo>
                  <a:lnTo>
                    <a:pt x="132" y="415"/>
                  </a:lnTo>
                  <a:cubicBezTo>
                    <a:pt x="71" y="22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1434275" y="2730625"/>
              <a:ext cx="3575" cy="13175"/>
            </a:xfrm>
            <a:custGeom>
              <a:avLst/>
              <a:gdLst/>
              <a:ahLst/>
              <a:cxnLst/>
              <a:rect l="l" t="t" r="r" b="b"/>
              <a:pathLst>
                <a:path w="143" h="527" extrusionOk="0">
                  <a:moveTo>
                    <a:pt x="1" y="0"/>
                  </a:moveTo>
                  <a:cubicBezTo>
                    <a:pt x="1" y="0"/>
                    <a:pt x="31" y="274"/>
                    <a:pt x="112" y="526"/>
                  </a:cubicBezTo>
                  <a:lnTo>
                    <a:pt x="143" y="516"/>
                  </a:lnTo>
                  <a:cubicBezTo>
                    <a:pt x="7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1446925" y="2743525"/>
              <a:ext cx="1800" cy="6100"/>
            </a:xfrm>
            <a:custGeom>
              <a:avLst/>
              <a:gdLst/>
              <a:ahLst/>
              <a:cxnLst/>
              <a:rect l="l" t="t" r="r" b="b"/>
              <a:pathLst>
                <a:path w="72" h="244" extrusionOk="0">
                  <a:moveTo>
                    <a:pt x="1" y="0"/>
                  </a:moveTo>
                  <a:cubicBezTo>
                    <a:pt x="1" y="0"/>
                    <a:pt x="21" y="132"/>
                    <a:pt x="41" y="243"/>
                  </a:cubicBezTo>
                  <a:lnTo>
                    <a:pt x="71" y="233"/>
                  </a:lnTo>
                  <a:cubicBezTo>
                    <a:pt x="51" y="132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1637100" y="2844425"/>
              <a:ext cx="20000" cy="8100"/>
            </a:xfrm>
            <a:custGeom>
              <a:avLst/>
              <a:gdLst/>
              <a:ahLst/>
              <a:cxnLst/>
              <a:rect l="l" t="t" r="r" b="b"/>
              <a:pathLst>
                <a:path w="800" h="324" extrusionOk="0">
                  <a:moveTo>
                    <a:pt x="1" y="0"/>
                  </a:moveTo>
                  <a:cubicBezTo>
                    <a:pt x="1" y="0"/>
                    <a:pt x="10" y="324"/>
                    <a:pt x="395" y="324"/>
                  </a:cubicBezTo>
                  <a:cubicBezTo>
                    <a:pt x="779" y="324"/>
                    <a:pt x="79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2168425" y="3367400"/>
              <a:ext cx="48075" cy="44300"/>
            </a:xfrm>
            <a:custGeom>
              <a:avLst/>
              <a:gdLst/>
              <a:ahLst/>
              <a:cxnLst/>
              <a:rect l="l" t="t" r="r" b="b"/>
              <a:pathLst>
                <a:path w="1923" h="1772" extrusionOk="0">
                  <a:moveTo>
                    <a:pt x="1093" y="0"/>
                  </a:moveTo>
                  <a:lnTo>
                    <a:pt x="0" y="1043"/>
                  </a:lnTo>
                  <a:lnTo>
                    <a:pt x="1164" y="1771"/>
                  </a:lnTo>
                  <a:lnTo>
                    <a:pt x="1922" y="618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2182350" y="3376000"/>
              <a:ext cx="58425" cy="83475"/>
            </a:xfrm>
            <a:custGeom>
              <a:avLst/>
              <a:gdLst/>
              <a:ahLst/>
              <a:cxnLst/>
              <a:rect l="l" t="t" r="r" b="b"/>
              <a:pathLst>
                <a:path w="2337" h="3339" extrusionOk="0">
                  <a:moveTo>
                    <a:pt x="1295" y="0"/>
                  </a:moveTo>
                  <a:lnTo>
                    <a:pt x="374" y="1396"/>
                  </a:lnTo>
                  <a:lnTo>
                    <a:pt x="0" y="2813"/>
                  </a:lnTo>
                  <a:lnTo>
                    <a:pt x="405" y="3339"/>
                  </a:lnTo>
                  <a:lnTo>
                    <a:pt x="2336" y="436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2172725" y="3383575"/>
              <a:ext cx="70825" cy="86275"/>
            </a:xfrm>
            <a:custGeom>
              <a:avLst/>
              <a:gdLst/>
              <a:ahLst/>
              <a:cxnLst/>
              <a:rect l="l" t="t" r="r" b="b"/>
              <a:pathLst>
                <a:path w="2833" h="3451" extrusionOk="0">
                  <a:moveTo>
                    <a:pt x="2519" y="1"/>
                  </a:moveTo>
                  <a:lnTo>
                    <a:pt x="1083" y="2196"/>
                  </a:lnTo>
                  <a:cubicBezTo>
                    <a:pt x="1083" y="2196"/>
                    <a:pt x="971" y="2139"/>
                    <a:pt x="821" y="2139"/>
                  </a:cubicBezTo>
                  <a:cubicBezTo>
                    <a:pt x="667" y="2139"/>
                    <a:pt x="472" y="2199"/>
                    <a:pt x="314" y="2439"/>
                  </a:cubicBezTo>
                  <a:cubicBezTo>
                    <a:pt x="1" y="2904"/>
                    <a:pt x="658" y="3451"/>
                    <a:pt x="658" y="3451"/>
                  </a:cubicBezTo>
                  <a:lnTo>
                    <a:pt x="2833" y="183"/>
                  </a:lnTo>
                  <a:lnTo>
                    <a:pt x="2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2211925" y="3381225"/>
              <a:ext cx="11400" cy="10000"/>
            </a:xfrm>
            <a:custGeom>
              <a:avLst/>
              <a:gdLst/>
              <a:ahLst/>
              <a:cxnLst/>
              <a:rect l="l" t="t" r="r" b="b"/>
              <a:pathLst>
                <a:path w="456" h="400" extrusionOk="0">
                  <a:moveTo>
                    <a:pt x="226" y="0"/>
                  </a:moveTo>
                  <a:cubicBezTo>
                    <a:pt x="160" y="0"/>
                    <a:pt x="99" y="32"/>
                    <a:pt x="61" y="95"/>
                  </a:cubicBezTo>
                  <a:cubicBezTo>
                    <a:pt x="0" y="186"/>
                    <a:pt x="31" y="308"/>
                    <a:pt x="122" y="368"/>
                  </a:cubicBezTo>
                  <a:cubicBezTo>
                    <a:pt x="154" y="390"/>
                    <a:pt x="190" y="400"/>
                    <a:pt x="226" y="400"/>
                  </a:cubicBezTo>
                  <a:cubicBezTo>
                    <a:pt x="291" y="400"/>
                    <a:pt x="356" y="366"/>
                    <a:pt x="395" y="308"/>
                  </a:cubicBezTo>
                  <a:cubicBezTo>
                    <a:pt x="456" y="216"/>
                    <a:pt x="436" y="95"/>
                    <a:pt x="344" y="34"/>
                  </a:cubicBezTo>
                  <a:cubicBezTo>
                    <a:pt x="306" y="11"/>
                    <a:pt x="265" y="0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2184350" y="3393975"/>
              <a:ext cx="18475" cy="19975"/>
            </a:xfrm>
            <a:custGeom>
              <a:avLst/>
              <a:gdLst/>
              <a:ahLst/>
              <a:cxnLst/>
              <a:rect l="l" t="t" r="r" b="b"/>
              <a:pathLst>
                <a:path w="739" h="799" extrusionOk="0">
                  <a:moveTo>
                    <a:pt x="395" y="0"/>
                  </a:moveTo>
                  <a:lnTo>
                    <a:pt x="1" y="607"/>
                  </a:lnTo>
                  <a:lnTo>
                    <a:pt x="355" y="779"/>
                  </a:lnTo>
                  <a:lnTo>
                    <a:pt x="426" y="799"/>
                  </a:lnTo>
                  <a:lnTo>
                    <a:pt x="739" y="313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2180825" y="3370950"/>
              <a:ext cx="20000" cy="34175"/>
            </a:xfrm>
            <a:custGeom>
              <a:avLst/>
              <a:gdLst/>
              <a:ahLst/>
              <a:cxnLst/>
              <a:rect l="l" t="t" r="r" b="b"/>
              <a:pathLst>
                <a:path w="800" h="1367" extrusionOk="0">
                  <a:moveTo>
                    <a:pt x="799" y="0"/>
                  </a:moveTo>
                  <a:lnTo>
                    <a:pt x="0" y="1204"/>
                  </a:lnTo>
                  <a:lnTo>
                    <a:pt x="243" y="1366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2332800" y="3289775"/>
              <a:ext cx="35700" cy="36950"/>
            </a:xfrm>
            <a:custGeom>
              <a:avLst/>
              <a:gdLst/>
              <a:ahLst/>
              <a:cxnLst/>
              <a:rect l="l" t="t" r="r" b="b"/>
              <a:pathLst>
                <a:path w="1428" h="1478" extrusionOk="0">
                  <a:moveTo>
                    <a:pt x="395" y="0"/>
                  </a:moveTo>
                  <a:lnTo>
                    <a:pt x="0" y="1457"/>
                  </a:lnTo>
                  <a:lnTo>
                    <a:pt x="1366" y="1477"/>
                  </a:lnTo>
                  <a:lnTo>
                    <a:pt x="1427" y="102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2361625" y="3283200"/>
              <a:ext cx="29625" cy="87025"/>
            </a:xfrm>
            <a:custGeom>
              <a:avLst/>
              <a:gdLst/>
              <a:ahLst/>
              <a:cxnLst/>
              <a:rect l="l" t="t" r="r" b="b"/>
              <a:pathLst>
                <a:path w="1185" h="3481" extrusionOk="0">
                  <a:moveTo>
                    <a:pt x="1185" y="0"/>
                  </a:moveTo>
                  <a:lnTo>
                    <a:pt x="72" y="172"/>
                  </a:lnTo>
                  <a:lnTo>
                    <a:pt x="1" y="1841"/>
                  </a:lnTo>
                  <a:lnTo>
                    <a:pt x="405" y="3247"/>
                  </a:lnTo>
                  <a:lnTo>
                    <a:pt x="1032" y="34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2368700" y="3282925"/>
              <a:ext cx="25575" cy="98150"/>
            </a:xfrm>
            <a:custGeom>
              <a:avLst/>
              <a:gdLst/>
              <a:ahLst/>
              <a:cxnLst/>
              <a:rect l="l" t="t" r="r" b="b"/>
              <a:pathLst>
                <a:path w="1023" h="3926" extrusionOk="0">
                  <a:moveTo>
                    <a:pt x="668" y="1"/>
                  </a:moveTo>
                  <a:lnTo>
                    <a:pt x="558" y="2631"/>
                  </a:lnTo>
                  <a:cubicBezTo>
                    <a:pt x="558" y="2631"/>
                    <a:pt x="52" y="2662"/>
                    <a:pt x="21" y="3228"/>
                  </a:cubicBezTo>
                  <a:cubicBezTo>
                    <a:pt x="1" y="3795"/>
                    <a:pt x="851" y="3926"/>
                    <a:pt x="851" y="3926"/>
                  </a:cubicBezTo>
                  <a:lnTo>
                    <a:pt x="10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2366175" y="3289500"/>
              <a:ext cx="10150" cy="10150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14" y="1"/>
                  </a:moveTo>
                  <a:cubicBezTo>
                    <a:pt x="102" y="1"/>
                    <a:pt x="11" y="82"/>
                    <a:pt x="1" y="193"/>
                  </a:cubicBezTo>
                  <a:cubicBezTo>
                    <a:pt x="1" y="304"/>
                    <a:pt x="82" y="396"/>
                    <a:pt x="193" y="405"/>
                  </a:cubicBezTo>
                  <a:cubicBezTo>
                    <a:pt x="304" y="405"/>
                    <a:pt x="396" y="325"/>
                    <a:pt x="396" y="214"/>
                  </a:cubicBezTo>
                  <a:cubicBezTo>
                    <a:pt x="405" y="102"/>
                    <a:pt x="315" y="1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2354300" y="3313275"/>
              <a:ext cx="12400" cy="18000"/>
            </a:xfrm>
            <a:custGeom>
              <a:avLst/>
              <a:gdLst/>
              <a:ahLst/>
              <a:cxnLst/>
              <a:rect l="l" t="t" r="r" b="b"/>
              <a:pathLst>
                <a:path w="496" h="720" extrusionOk="0">
                  <a:moveTo>
                    <a:pt x="31" y="1"/>
                  </a:moveTo>
                  <a:lnTo>
                    <a:pt x="1" y="719"/>
                  </a:lnTo>
                  <a:lnTo>
                    <a:pt x="1" y="719"/>
                  </a:lnTo>
                  <a:lnTo>
                    <a:pt x="395" y="689"/>
                  </a:lnTo>
                  <a:lnTo>
                    <a:pt x="466" y="668"/>
                  </a:lnTo>
                  <a:lnTo>
                    <a:pt x="496" y="92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2347225" y="3290275"/>
              <a:ext cx="7350" cy="36175"/>
            </a:xfrm>
            <a:custGeom>
              <a:avLst/>
              <a:gdLst/>
              <a:ahLst/>
              <a:cxnLst/>
              <a:rect l="l" t="t" r="r" b="b"/>
              <a:pathLst>
                <a:path w="294" h="1447" extrusionOk="0">
                  <a:moveTo>
                    <a:pt x="61" y="1"/>
                  </a:moveTo>
                  <a:lnTo>
                    <a:pt x="0" y="1447"/>
                  </a:lnTo>
                  <a:lnTo>
                    <a:pt x="293" y="144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2043750" y="3040925"/>
              <a:ext cx="159850" cy="370775"/>
            </a:xfrm>
            <a:custGeom>
              <a:avLst/>
              <a:gdLst/>
              <a:ahLst/>
              <a:cxnLst/>
              <a:rect l="l" t="t" r="r" b="b"/>
              <a:pathLst>
                <a:path w="6394" h="14831" extrusionOk="0">
                  <a:moveTo>
                    <a:pt x="1741" y="1"/>
                  </a:moveTo>
                  <a:lnTo>
                    <a:pt x="112" y="9651"/>
                  </a:lnTo>
                  <a:cubicBezTo>
                    <a:pt x="1" y="10288"/>
                    <a:pt x="243" y="10946"/>
                    <a:pt x="739" y="11360"/>
                  </a:cubicBezTo>
                  <a:lnTo>
                    <a:pt x="5220" y="14830"/>
                  </a:lnTo>
                  <a:lnTo>
                    <a:pt x="6394" y="12958"/>
                  </a:lnTo>
                  <a:lnTo>
                    <a:pt x="2721" y="9610"/>
                  </a:lnTo>
                  <a:lnTo>
                    <a:pt x="4522" y="3480"/>
                  </a:lnTo>
                  <a:lnTo>
                    <a:pt x="4522" y="183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2137825" y="3030550"/>
              <a:ext cx="212700" cy="307800"/>
            </a:xfrm>
            <a:custGeom>
              <a:avLst/>
              <a:gdLst/>
              <a:ahLst/>
              <a:cxnLst/>
              <a:rect l="l" t="t" r="r" b="b"/>
              <a:pathLst>
                <a:path w="8508" h="12312" extrusionOk="0">
                  <a:moveTo>
                    <a:pt x="1" y="0"/>
                  </a:moveTo>
                  <a:lnTo>
                    <a:pt x="1123" y="10471"/>
                  </a:lnTo>
                  <a:cubicBezTo>
                    <a:pt x="1184" y="11037"/>
                    <a:pt x="1629" y="11492"/>
                    <a:pt x="2195" y="11563"/>
                  </a:cubicBezTo>
                  <a:lnTo>
                    <a:pt x="8366" y="12312"/>
                  </a:lnTo>
                  <a:lnTo>
                    <a:pt x="8508" y="10177"/>
                  </a:lnTo>
                  <a:lnTo>
                    <a:pt x="4249" y="9469"/>
                  </a:lnTo>
                  <a:lnTo>
                    <a:pt x="2924" y="4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2182850" y="3062175"/>
              <a:ext cx="33900" cy="30600"/>
            </a:xfrm>
            <a:custGeom>
              <a:avLst/>
              <a:gdLst/>
              <a:ahLst/>
              <a:cxnLst/>
              <a:rect l="l" t="t" r="r" b="b"/>
              <a:pathLst>
                <a:path w="1356" h="1224" extrusionOk="0">
                  <a:moveTo>
                    <a:pt x="20" y="0"/>
                  </a:moveTo>
                  <a:cubicBezTo>
                    <a:pt x="20" y="20"/>
                    <a:pt x="0" y="495"/>
                    <a:pt x="334" y="860"/>
                  </a:cubicBezTo>
                  <a:cubicBezTo>
                    <a:pt x="567" y="1102"/>
                    <a:pt x="911" y="1224"/>
                    <a:pt x="1356" y="1224"/>
                  </a:cubicBezTo>
                  <a:lnTo>
                    <a:pt x="1356" y="1174"/>
                  </a:lnTo>
                  <a:cubicBezTo>
                    <a:pt x="931" y="1174"/>
                    <a:pt x="597" y="1052"/>
                    <a:pt x="374" y="819"/>
                  </a:cubicBezTo>
                  <a:cubicBezTo>
                    <a:pt x="50" y="475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2080925" y="3062175"/>
              <a:ext cx="34175" cy="30600"/>
            </a:xfrm>
            <a:custGeom>
              <a:avLst/>
              <a:gdLst/>
              <a:ahLst/>
              <a:cxnLst/>
              <a:rect l="l" t="t" r="r" b="b"/>
              <a:pathLst>
                <a:path w="1367" h="1224" extrusionOk="0">
                  <a:moveTo>
                    <a:pt x="1285" y="0"/>
                  </a:moveTo>
                  <a:cubicBezTo>
                    <a:pt x="1285" y="0"/>
                    <a:pt x="1306" y="475"/>
                    <a:pt x="982" y="819"/>
                  </a:cubicBezTo>
                  <a:cubicBezTo>
                    <a:pt x="769" y="1052"/>
                    <a:pt x="436" y="1174"/>
                    <a:pt x="0" y="1174"/>
                  </a:cubicBezTo>
                  <a:lnTo>
                    <a:pt x="0" y="1224"/>
                  </a:lnTo>
                  <a:cubicBezTo>
                    <a:pt x="456" y="1224"/>
                    <a:pt x="789" y="1102"/>
                    <a:pt x="1022" y="860"/>
                  </a:cubicBezTo>
                  <a:cubicBezTo>
                    <a:pt x="1366" y="495"/>
                    <a:pt x="1336" y="20"/>
                    <a:pt x="13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1952950" y="2764500"/>
              <a:ext cx="139375" cy="186150"/>
            </a:xfrm>
            <a:custGeom>
              <a:avLst/>
              <a:gdLst/>
              <a:ahLst/>
              <a:cxnLst/>
              <a:rect l="l" t="t" r="r" b="b"/>
              <a:pathLst>
                <a:path w="5575" h="7446" extrusionOk="0">
                  <a:moveTo>
                    <a:pt x="810" y="1"/>
                  </a:moveTo>
                  <a:lnTo>
                    <a:pt x="1" y="466"/>
                  </a:lnTo>
                  <a:cubicBezTo>
                    <a:pt x="1316" y="3541"/>
                    <a:pt x="1639" y="4846"/>
                    <a:pt x="5575" y="7446"/>
                  </a:cubicBezTo>
                  <a:lnTo>
                    <a:pt x="5423" y="5605"/>
                  </a:lnTo>
                  <a:lnTo>
                    <a:pt x="2894" y="34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1931200" y="2725875"/>
              <a:ext cx="43800" cy="50275"/>
            </a:xfrm>
            <a:custGeom>
              <a:avLst/>
              <a:gdLst/>
              <a:ahLst/>
              <a:cxnLst/>
              <a:rect l="l" t="t" r="r" b="b"/>
              <a:pathLst>
                <a:path w="1752" h="2011" extrusionOk="0">
                  <a:moveTo>
                    <a:pt x="700" y="0"/>
                  </a:moveTo>
                  <a:cubicBezTo>
                    <a:pt x="500" y="0"/>
                    <a:pt x="436" y="160"/>
                    <a:pt x="436" y="160"/>
                  </a:cubicBezTo>
                  <a:cubicBezTo>
                    <a:pt x="264" y="251"/>
                    <a:pt x="324" y="383"/>
                    <a:pt x="324" y="383"/>
                  </a:cubicBezTo>
                  <a:cubicBezTo>
                    <a:pt x="122" y="504"/>
                    <a:pt x="214" y="666"/>
                    <a:pt x="214" y="666"/>
                  </a:cubicBezTo>
                  <a:cubicBezTo>
                    <a:pt x="41" y="727"/>
                    <a:pt x="52" y="848"/>
                    <a:pt x="52" y="848"/>
                  </a:cubicBezTo>
                  <a:cubicBezTo>
                    <a:pt x="1" y="1354"/>
                    <a:pt x="871" y="2011"/>
                    <a:pt x="871" y="2011"/>
                  </a:cubicBezTo>
                  <a:lnTo>
                    <a:pt x="1751" y="1880"/>
                  </a:lnTo>
                  <a:cubicBezTo>
                    <a:pt x="1569" y="1030"/>
                    <a:pt x="1468" y="180"/>
                    <a:pt x="780" y="8"/>
                  </a:cubicBezTo>
                  <a:cubicBezTo>
                    <a:pt x="751" y="3"/>
                    <a:pt x="724" y="0"/>
                    <a:pt x="700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1936700" y="2726875"/>
              <a:ext cx="19575" cy="19450"/>
            </a:xfrm>
            <a:custGeom>
              <a:avLst/>
              <a:gdLst/>
              <a:ahLst/>
              <a:cxnLst/>
              <a:rect l="l" t="t" r="r" b="b"/>
              <a:pathLst>
                <a:path w="783" h="778" extrusionOk="0">
                  <a:moveTo>
                    <a:pt x="726" y="0"/>
                  </a:moveTo>
                  <a:cubicBezTo>
                    <a:pt x="399" y="0"/>
                    <a:pt x="1" y="777"/>
                    <a:pt x="469" y="777"/>
                  </a:cubicBezTo>
                  <a:cubicBezTo>
                    <a:pt x="590" y="737"/>
                    <a:pt x="671" y="535"/>
                    <a:pt x="671" y="505"/>
                  </a:cubicBezTo>
                  <a:lnTo>
                    <a:pt x="630" y="484"/>
                  </a:lnTo>
                  <a:cubicBezTo>
                    <a:pt x="601" y="572"/>
                    <a:pt x="515" y="737"/>
                    <a:pt x="424" y="737"/>
                  </a:cubicBezTo>
                  <a:cubicBezTo>
                    <a:pt x="388" y="737"/>
                    <a:pt x="351" y="712"/>
                    <a:pt x="317" y="646"/>
                  </a:cubicBezTo>
                  <a:cubicBezTo>
                    <a:pt x="232" y="486"/>
                    <a:pt x="507" y="62"/>
                    <a:pt x="725" y="62"/>
                  </a:cubicBezTo>
                  <a:cubicBezTo>
                    <a:pt x="741" y="62"/>
                    <a:pt x="757" y="64"/>
                    <a:pt x="772" y="69"/>
                  </a:cubicBezTo>
                  <a:lnTo>
                    <a:pt x="783" y="9"/>
                  </a:lnTo>
                  <a:cubicBezTo>
                    <a:pt x="764" y="3"/>
                    <a:pt x="745" y="0"/>
                    <a:pt x="726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1931725" y="2747075"/>
              <a:ext cx="12925" cy="6750"/>
            </a:xfrm>
            <a:custGeom>
              <a:avLst/>
              <a:gdLst/>
              <a:ahLst/>
              <a:cxnLst/>
              <a:rect l="l" t="t" r="r" b="b"/>
              <a:pathLst>
                <a:path w="517" h="270" extrusionOk="0">
                  <a:moveTo>
                    <a:pt x="51" y="0"/>
                  </a:moveTo>
                  <a:lnTo>
                    <a:pt x="11" y="30"/>
                  </a:lnTo>
                  <a:cubicBezTo>
                    <a:pt x="1" y="30"/>
                    <a:pt x="197" y="269"/>
                    <a:pt x="338" y="269"/>
                  </a:cubicBezTo>
                  <a:cubicBezTo>
                    <a:pt x="351" y="269"/>
                    <a:pt x="363" y="267"/>
                    <a:pt x="375" y="263"/>
                  </a:cubicBezTo>
                  <a:cubicBezTo>
                    <a:pt x="465" y="232"/>
                    <a:pt x="516" y="70"/>
                    <a:pt x="516" y="61"/>
                  </a:cubicBezTo>
                  <a:lnTo>
                    <a:pt x="465" y="50"/>
                  </a:lnTo>
                  <a:cubicBezTo>
                    <a:pt x="442" y="165"/>
                    <a:pt x="392" y="206"/>
                    <a:pt x="335" y="206"/>
                  </a:cubicBezTo>
                  <a:cubicBezTo>
                    <a:pt x="221" y="206"/>
                    <a:pt x="78" y="47"/>
                    <a:pt x="5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949675" y="2754400"/>
              <a:ext cx="5075" cy="9625"/>
            </a:xfrm>
            <a:custGeom>
              <a:avLst/>
              <a:gdLst/>
              <a:ahLst/>
              <a:cxnLst/>
              <a:rect l="l" t="t" r="r" b="b"/>
              <a:pathLst>
                <a:path w="203" h="385" extrusionOk="0">
                  <a:moveTo>
                    <a:pt x="152" y="0"/>
                  </a:moveTo>
                  <a:cubicBezTo>
                    <a:pt x="152" y="11"/>
                    <a:pt x="1" y="243"/>
                    <a:pt x="152" y="384"/>
                  </a:cubicBezTo>
                  <a:lnTo>
                    <a:pt x="192" y="344"/>
                  </a:lnTo>
                  <a:cubicBezTo>
                    <a:pt x="71" y="233"/>
                    <a:pt x="192" y="31"/>
                    <a:pt x="203" y="31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2194225" y="2768300"/>
              <a:ext cx="161350" cy="182875"/>
            </a:xfrm>
            <a:custGeom>
              <a:avLst/>
              <a:gdLst/>
              <a:ahLst/>
              <a:cxnLst/>
              <a:rect l="l" t="t" r="r" b="b"/>
              <a:pathLst>
                <a:path w="6454" h="7315" extrusionOk="0">
                  <a:moveTo>
                    <a:pt x="5615" y="1"/>
                  </a:moveTo>
                  <a:cubicBezTo>
                    <a:pt x="3430" y="3693"/>
                    <a:pt x="4289" y="3511"/>
                    <a:pt x="445" y="5271"/>
                  </a:cubicBezTo>
                  <a:lnTo>
                    <a:pt x="0" y="7314"/>
                  </a:lnTo>
                  <a:cubicBezTo>
                    <a:pt x="2155" y="6859"/>
                    <a:pt x="4734" y="4461"/>
                    <a:pt x="4734" y="4461"/>
                  </a:cubicBezTo>
                  <a:lnTo>
                    <a:pt x="6454" y="426"/>
                  </a:lnTo>
                  <a:lnTo>
                    <a:pt x="5615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2334075" y="2727850"/>
              <a:ext cx="39650" cy="58700"/>
            </a:xfrm>
            <a:custGeom>
              <a:avLst/>
              <a:gdLst/>
              <a:ahLst/>
              <a:cxnLst/>
              <a:rect l="l" t="t" r="r" b="b"/>
              <a:pathLst>
                <a:path w="1586" h="2348" extrusionOk="0">
                  <a:moveTo>
                    <a:pt x="906" y="1"/>
                  </a:moveTo>
                  <a:cubicBezTo>
                    <a:pt x="773" y="1"/>
                    <a:pt x="554" y="472"/>
                    <a:pt x="445" y="850"/>
                  </a:cubicBezTo>
                  <a:cubicBezTo>
                    <a:pt x="445" y="850"/>
                    <a:pt x="466" y="466"/>
                    <a:pt x="304" y="455"/>
                  </a:cubicBezTo>
                  <a:cubicBezTo>
                    <a:pt x="302" y="455"/>
                    <a:pt x="301" y="455"/>
                    <a:pt x="299" y="455"/>
                  </a:cubicBezTo>
                  <a:cubicBezTo>
                    <a:pt x="80" y="455"/>
                    <a:pt x="0" y="1781"/>
                    <a:pt x="0" y="1781"/>
                  </a:cubicBezTo>
                  <a:lnTo>
                    <a:pt x="547" y="2347"/>
                  </a:lnTo>
                  <a:cubicBezTo>
                    <a:pt x="547" y="2347"/>
                    <a:pt x="1204" y="1801"/>
                    <a:pt x="1417" y="1204"/>
                  </a:cubicBezTo>
                  <a:cubicBezTo>
                    <a:pt x="1584" y="753"/>
                    <a:pt x="1585" y="419"/>
                    <a:pt x="1501" y="419"/>
                  </a:cubicBezTo>
                  <a:cubicBezTo>
                    <a:pt x="1483" y="419"/>
                    <a:pt x="1462" y="434"/>
                    <a:pt x="1437" y="466"/>
                  </a:cubicBezTo>
                  <a:cubicBezTo>
                    <a:pt x="1437" y="466"/>
                    <a:pt x="1410" y="303"/>
                    <a:pt x="1339" y="303"/>
                  </a:cubicBezTo>
                  <a:cubicBezTo>
                    <a:pt x="1314" y="303"/>
                    <a:pt x="1282" y="325"/>
                    <a:pt x="1244" y="385"/>
                  </a:cubicBezTo>
                  <a:cubicBezTo>
                    <a:pt x="1252" y="287"/>
                    <a:pt x="1205" y="179"/>
                    <a:pt x="1129" y="179"/>
                  </a:cubicBezTo>
                  <a:cubicBezTo>
                    <a:pt x="1095" y="179"/>
                    <a:pt x="1056" y="200"/>
                    <a:pt x="1012" y="253"/>
                  </a:cubicBezTo>
                  <a:cubicBezTo>
                    <a:pt x="998" y="73"/>
                    <a:pt x="958" y="1"/>
                    <a:pt x="90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2367700" y="2739225"/>
              <a:ext cx="2825" cy="12650"/>
            </a:xfrm>
            <a:custGeom>
              <a:avLst/>
              <a:gdLst/>
              <a:ahLst/>
              <a:cxnLst/>
              <a:rect l="l" t="t" r="r" b="b"/>
              <a:pathLst>
                <a:path w="113" h="506" extrusionOk="0">
                  <a:moveTo>
                    <a:pt x="72" y="0"/>
                  </a:moveTo>
                  <a:cubicBezTo>
                    <a:pt x="72" y="11"/>
                    <a:pt x="51" y="304"/>
                    <a:pt x="0" y="496"/>
                  </a:cubicBezTo>
                  <a:lnTo>
                    <a:pt x="31" y="506"/>
                  </a:lnTo>
                  <a:cubicBezTo>
                    <a:pt x="92" y="314"/>
                    <a:pt x="112" y="11"/>
                    <a:pt x="112" y="11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2361900" y="2737200"/>
              <a:ext cx="3800" cy="11925"/>
            </a:xfrm>
            <a:custGeom>
              <a:avLst/>
              <a:gdLst/>
              <a:ahLst/>
              <a:cxnLst/>
              <a:rect l="l" t="t" r="r" b="b"/>
              <a:pathLst>
                <a:path w="152" h="477" extrusionOk="0">
                  <a:moveTo>
                    <a:pt x="111" y="0"/>
                  </a:moveTo>
                  <a:cubicBezTo>
                    <a:pt x="111" y="0"/>
                    <a:pt x="71" y="253"/>
                    <a:pt x="0" y="465"/>
                  </a:cubicBezTo>
                  <a:lnTo>
                    <a:pt x="30" y="476"/>
                  </a:lnTo>
                  <a:cubicBezTo>
                    <a:pt x="101" y="263"/>
                    <a:pt x="151" y="11"/>
                    <a:pt x="15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2356075" y="2734150"/>
              <a:ext cx="3825" cy="14700"/>
            </a:xfrm>
            <a:custGeom>
              <a:avLst/>
              <a:gdLst/>
              <a:ahLst/>
              <a:cxnLst/>
              <a:rect l="l" t="t" r="r" b="b"/>
              <a:pathLst>
                <a:path w="153" h="588" extrusionOk="0">
                  <a:moveTo>
                    <a:pt x="112" y="1"/>
                  </a:moveTo>
                  <a:cubicBezTo>
                    <a:pt x="112" y="1"/>
                    <a:pt x="81" y="304"/>
                    <a:pt x="0" y="578"/>
                  </a:cubicBezTo>
                  <a:lnTo>
                    <a:pt x="31" y="587"/>
                  </a:lnTo>
                  <a:cubicBezTo>
                    <a:pt x="112" y="304"/>
                    <a:pt x="152" y="11"/>
                    <a:pt x="152" y="11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2343675" y="2748575"/>
              <a:ext cx="2050" cy="6850"/>
            </a:xfrm>
            <a:custGeom>
              <a:avLst/>
              <a:gdLst/>
              <a:ahLst/>
              <a:cxnLst/>
              <a:rect l="l" t="t" r="r" b="b"/>
              <a:pathLst>
                <a:path w="82" h="274" extrusionOk="0">
                  <a:moveTo>
                    <a:pt x="41" y="1"/>
                  </a:moveTo>
                  <a:cubicBezTo>
                    <a:pt x="41" y="1"/>
                    <a:pt x="31" y="152"/>
                    <a:pt x="1" y="264"/>
                  </a:cubicBezTo>
                  <a:lnTo>
                    <a:pt x="41" y="274"/>
                  </a:lnTo>
                  <a:cubicBezTo>
                    <a:pt x="61" y="152"/>
                    <a:pt x="82" y="10"/>
                    <a:pt x="82" y="10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2175000" y="2818375"/>
              <a:ext cx="20000" cy="21025"/>
            </a:xfrm>
            <a:custGeom>
              <a:avLst/>
              <a:gdLst/>
              <a:ahLst/>
              <a:cxnLst/>
              <a:rect l="l" t="t" r="r" b="b"/>
              <a:pathLst>
                <a:path w="800" h="841" extrusionOk="0">
                  <a:moveTo>
                    <a:pt x="433" y="1"/>
                  </a:moveTo>
                  <a:cubicBezTo>
                    <a:pt x="288" y="1"/>
                    <a:pt x="139" y="114"/>
                    <a:pt x="81" y="294"/>
                  </a:cubicBezTo>
                  <a:cubicBezTo>
                    <a:pt x="0" y="516"/>
                    <a:pt x="81" y="749"/>
                    <a:pt x="254" y="820"/>
                  </a:cubicBezTo>
                  <a:cubicBezTo>
                    <a:pt x="289" y="833"/>
                    <a:pt x="325" y="840"/>
                    <a:pt x="361" y="840"/>
                  </a:cubicBezTo>
                  <a:cubicBezTo>
                    <a:pt x="509" y="840"/>
                    <a:pt x="654" y="726"/>
                    <a:pt x="719" y="547"/>
                  </a:cubicBezTo>
                  <a:cubicBezTo>
                    <a:pt x="800" y="324"/>
                    <a:pt x="719" y="91"/>
                    <a:pt x="537" y="21"/>
                  </a:cubicBezTo>
                  <a:cubicBezTo>
                    <a:pt x="503" y="7"/>
                    <a:pt x="468" y="1"/>
                    <a:pt x="433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2186625" y="2822925"/>
              <a:ext cx="5075" cy="9875"/>
            </a:xfrm>
            <a:custGeom>
              <a:avLst/>
              <a:gdLst/>
              <a:ahLst/>
              <a:cxnLst/>
              <a:rect l="l" t="t" r="r" b="b"/>
              <a:pathLst>
                <a:path w="203" h="395" extrusionOk="0">
                  <a:moveTo>
                    <a:pt x="21" y="1"/>
                  </a:moveTo>
                  <a:lnTo>
                    <a:pt x="1" y="31"/>
                  </a:lnTo>
                  <a:cubicBezTo>
                    <a:pt x="153" y="152"/>
                    <a:pt x="92" y="385"/>
                    <a:pt x="92" y="385"/>
                  </a:cubicBezTo>
                  <a:lnTo>
                    <a:pt x="122" y="395"/>
                  </a:lnTo>
                  <a:cubicBezTo>
                    <a:pt x="132" y="385"/>
                    <a:pt x="203" y="132"/>
                    <a:pt x="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2105975" y="2818375"/>
              <a:ext cx="19975" cy="21025"/>
            </a:xfrm>
            <a:custGeom>
              <a:avLst/>
              <a:gdLst/>
              <a:ahLst/>
              <a:cxnLst/>
              <a:rect l="l" t="t" r="r" b="b"/>
              <a:pathLst>
                <a:path w="799" h="841" extrusionOk="0">
                  <a:moveTo>
                    <a:pt x="366" y="1"/>
                  </a:moveTo>
                  <a:cubicBezTo>
                    <a:pt x="331" y="1"/>
                    <a:pt x="296" y="7"/>
                    <a:pt x="263" y="21"/>
                  </a:cubicBezTo>
                  <a:cubicBezTo>
                    <a:pt x="81" y="91"/>
                    <a:pt x="0" y="324"/>
                    <a:pt x="81" y="547"/>
                  </a:cubicBezTo>
                  <a:cubicBezTo>
                    <a:pt x="146" y="726"/>
                    <a:pt x="290" y="840"/>
                    <a:pt x="439" y="840"/>
                  </a:cubicBezTo>
                  <a:cubicBezTo>
                    <a:pt x="475" y="840"/>
                    <a:pt x="511" y="833"/>
                    <a:pt x="546" y="820"/>
                  </a:cubicBezTo>
                  <a:cubicBezTo>
                    <a:pt x="718" y="749"/>
                    <a:pt x="799" y="516"/>
                    <a:pt x="718" y="294"/>
                  </a:cubicBezTo>
                  <a:cubicBezTo>
                    <a:pt x="661" y="114"/>
                    <a:pt x="512" y="1"/>
                    <a:pt x="36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2108725" y="2822925"/>
              <a:ext cx="4850" cy="9875"/>
            </a:xfrm>
            <a:custGeom>
              <a:avLst/>
              <a:gdLst/>
              <a:ahLst/>
              <a:cxnLst/>
              <a:rect l="l" t="t" r="r" b="b"/>
              <a:pathLst>
                <a:path w="194" h="395" extrusionOk="0">
                  <a:moveTo>
                    <a:pt x="173" y="1"/>
                  </a:moveTo>
                  <a:cubicBezTo>
                    <a:pt x="1" y="132"/>
                    <a:pt x="72" y="385"/>
                    <a:pt x="72" y="395"/>
                  </a:cubicBezTo>
                  <a:lnTo>
                    <a:pt x="102" y="385"/>
                  </a:lnTo>
                  <a:cubicBezTo>
                    <a:pt x="102" y="385"/>
                    <a:pt x="41" y="152"/>
                    <a:pt x="194" y="3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2070550" y="2884125"/>
              <a:ext cx="160100" cy="175025"/>
            </a:xfrm>
            <a:custGeom>
              <a:avLst/>
              <a:gdLst/>
              <a:ahLst/>
              <a:cxnLst/>
              <a:rect l="l" t="t" r="r" b="b"/>
              <a:pathLst>
                <a:path w="6404" h="7001" extrusionOk="0">
                  <a:moveTo>
                    <a:pt x="2226" y="1"/>
                  </a:moveTo>
                  <a:cubicBezTo>
                    <a:pt x="689" y="1"/>
                    <a:pt x="1" y="1346"/>
                    <a:pt x="193" y="2863"/>
                  </a:cubicBezTo>
                  <a:lnTo>
                    <a:pt x="496" y="7001"/>
                  </a:lnTo>
                  <a:lnTo>
                    <a:pt x="5848" y="7001"/>
                  </a:lnTo>
                  <a:lnTo>
                    <a:pt x="5999" y="4553"/>
                  </a:lnTo>
                  <a:lnTo>
                    <a:pt x="6222" y="2863"/>
                  </a:lnTo>
                  <a:cubicBezTo>
                    <a:pt x="6404" y="1346"/>
                    <a:pt x="5635" y="1"/>
                    <a:pt x="4097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2130250" y="2856050"/>
              <a:ext cx="40725" cy="30625"/>
            </a:xfrm>
            <a:custGeom>
              <a:avLst/>
              <a:gdLst/>
              <a:ahLst/>
              <a:cxnLst/>
              <a:rect l="l" t="t" r="r" b="b"/>
              <a:pathLst>
                <a:path w="1629" h="1225" extrusionOk="0">
                  <a:moveTo>
                    <a:pt x="91" y="1"/>
                  </a:moveTo>
                  <a:lnTo>
                    <a:pt x="0" y="1225"/>
                  </a:lnTo>
                  <a:lnTo>
                    <a:pt x="1628" y="1225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2120625" y="2880600"/>
              <a:ext cx="59725" cy="24025"/>
            </a:xfrm>
            <a:custGeom>
              <a:avLst/>
              <a:gdLst/>
              <a:ahLst/>
              <a:cxnLst/>
              <a:rect l="l" t="t" r="r" b="b"/>
              <a:pathLst>
                <a:path w="2389" h="961" extrusionOk="0">
                  <a:moveTo>
                    <a:pt x="1215" y="0"/>
                  </a:moveTo>
                  <a:lnTo>
                    <a:pt x="1" y="152"/>
                  </a:lnTo>
                  <a:cubicBezTo>
                    <a:pt x="1" y="152"/>
                    <a:pt x="142" y="961"/>
                    <a:pt x="1215" y="961"/>
                  </a:cubicBezTo>
                  <a:cubicBezTo>
                    <a:pt x="2287" y="961"/>
                    <a:pt x="2388" y="152"/>
                    <a:pt x="2388" y="152"/>
                  </a:cubicBezTo>
                  <a:lnTo>
                    <a:pt x="121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2142875" y="2922575"/>
              <a:ext cx="3575" cy="3800"/>
            </a:xfrm>
            <a:custGeom>
              <a:avLst/>
              <a:gdLst/>
              <a:ahLst/>
              <a:cxnLst/>
              <a:rect l="l" t="t" r="r" b="b"/>
              <a:pathLst>
                <a:path w="143" h="152" extrusionOk="0">
                  <a:moveTo>
                    <a:pt x="71" y="0"/>
                  </a:moveTo>
                  <a:cubicBezTo>
                    <a:pt x="31" y="0"/>
                    <a:pt x="1" y="41"/>
                    <a:pt x="1" y="81"/>
                  </a:cubicBezTo>
                  <a:cubicBezTo>
                    <a:pt x="1" y="122"/>
                    <a:pt x="31" y="152"/>
                    <a:pt x="71" y="152"/>
                  </a:cubicBezTo>
                  <a:cubicBezTo>
                    <a:pt x="112" y="152"/>
                    <a:pt x="143" y="122"/>
                    <a:pt x="143" y="81"/>
                  </a:cubicBezTo>
                  <a:cubicBezTo>
                    <a:pt x="143" y="41"/>
                    <a:pt x="112" y="0"/>
                    <a:pt x="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2142875" y="2936225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1" y="1"/>
                    <a:pt x="1" y="31"/>
                    <a:pt x="1" y="71"/>
                  </a:cubicBezTo>
                  <a:cubicBezTo>
                    <a:pt x="1" y="111"/>
                    <a:pt x="31" y="142"/>
                    <a:pt x="71" y="142"/>
                  </a:cubicBezTo>
                  <a:cubicBezTo>
                    <a:pt x="112" y="142"/>
                    <a:pt x="143" y="111"/>
                    <a:pt x="143" y="71"/>
                  </a:cubicBezTo>
                  <a:cubicBezTo>
                    <a:pt x="143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2131500" y="2860600"/>
              <a:ext cx="38450" cy="22550"/>
            </a:xfrm>
            <a:custGeom>
              <a:avLst/>
              <a:gdLst/>
              <a:ahLst/>
              <a:cxnLst/>
              <a:rect l="l" t="t" r="r" b="b"/>
              <a:pathLst>
                <a:path w="1538" h="902" extrusionOk="0">
                  <a:moveTo>
                    <a:pt x="0" y="1"/>
                  </a:moveTo>
                  <a:lnTo>
                    <a:pt x="0" y="396"/>
                  </a:lnTo>
                  <a:cubicBezTo>
                    <a:pt x="0" y="396"/>
                    <a:pt x="284" y="901"/>
                    <a:pt x="759" y="901"/>
                  </a:cubicBezTo>
                  <a:cubicBezTo>
                    <a:pt x="1234" y="901"/>
                    <a:pt x="1538" y="396"/>
                    <a:pt x="1538" y="396"/>
                  </a:cubicBezTo>
                  <a:lnTo>
                    <a:pt x="1538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2114800" y="2777650"/>
              <a:ext cx="71600" cy="99175"/>
            </a:xfrm>
            <a:custGeom>
              <a:avLst/>
              <a:gdLst/>
              <a:ahLst/>
              <a:cxnLst/>
              <a:rect l="l" t="t" r="r" b="b"/>
              <a:pathLst>
                <a:path w="2864" h="3967" extrusionOk="0">
                  <a:moveTo>
                    <a:pt x="1427" y="1"/>
                  </a:moveTo>
                  <a:cubicBezTo>
                    <a:pt x="638" y="1"/>
                    <a:pt x="1" y="638"/>
                    <a:pt x="1" y="1427"/>
                  </a:cubicBezTo>
                  <a:cubicBezTo>
                    <a:pt x="1" y="1478"/>
                    <a:pt x="1" y="1518"/>
                    <a:pt x="11" y="1569"/>
                  </a:cubicBezTo>
                  <a:lnTo>
                    <a:pt x="11" y="1589"/>
                  </a:lnTo>
                  <a:lnTo>
                    <a:pt x="163" y="2823"/>
                  </a:lnTo>
                  <a:lnTo>
                    <a:pt x="163" y="2833"/>
                  </a:lnTo>
                  <a:lnTo>
                    <a:pt x="163" y="2853"/>
                  </a:lnTo>
                  <a:cubicBezTo>
                    <a:pt x="244" y="3480"/>
                    <a:pt x="780" y="3966"/>
                    <a:pt x="1427" y="3966"/>
                  </a:cubicBezTo>
                  <a:cubicBezTo>
                    <a:pt x="2075" y="3966"/>
                    <a:pt x="2611" y="3501"/>
                    <a:pt x="2702" y="2874"/>
                  </a:cubicBezTo>
                  <a:lnTo>
                    <a:pt x="2702" y="2864"/>
                  </a:lnTo>
                  <a:lnTo>
                    <a:pt x="2702" y="2813"/>
                  </a:lnTo>
                  <a:lnTo>
                    <a:pt x="2853" y="1589"/>
                  </a:lnTo>
                  <a:lnTo>
                    <a:pt x="2853" y="1569"/>
                  </a:lnTo>
                  <a:cubicBezTo>
                    <a:pt x="2864" y="1518"/>
                    <a:pt x="2864" y="1478"/>
                    <a:pt x="2864" y="1427"/>
                  </a:cubicBezTo>
                  <a:cubicBezTo>
                    <a:pt x="2864" y="638"/>
                    <a:pt x="2226" y="1"/>
                    <a:pt x="1427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2114800" y="2777150"/>
              <a:ext cx="71600" cy="53125"/>
            </a:xfrm>
            <a:custGeom>
              <a:avLst/>
              <a:gdLst/>
              <a:ahLst/>
              <a:cxnLst/>
              <a:rect l="l" t="t" r="r" b="b"/>
              <a:pathLst>
                <a:path w="2864" h="2125" extrusionOk="0">
                  <a:moveTo>
                    <a:pt x="1434" y="0"/>
                  </a:moveTo>
                  <a:cubicBezTo>
                    <a:pt x="1361" y="0"/>
                    <a:pt x="50" y="20"/>
                    <a:pt x="1" y="1387"/>
                  </a:cubicBezTo>
                  <a:cubicBezTo>
                    <a:pt x="1" y="1518"/>
                    <a:pt x="11" y="1650"/>
                    <a:pt x="31" y="1781"/>
                  </a:cubicBezTo>
                  <a:lnTo>
                    <a:pt x="82" y="2125"/>
                  </a:lnTo>
                  <a:cubicBezTo>
                    <a:pt x="82" y="2125"/>
                    <a:pt x="405" y="1812"/>
                    <a:pt x="567" y="1306"/>
                  </a:cubicBezTo>
                  <a:lnTo>
                    <a:pt x="2297" y="1306"/>
                  </a:lnTo>
                  <a:cubicBezTo>
                    <a:pt x="2459" y="1812"/>
                    <a:pt x="2793" y="2125"/>
                    <a:pt x="2793" y="2125"/>
                  </a:cubicBezTo>
                  <a:lnTo>
                    <a:pt x="2844" y="1781"/>
                  </a:lnTo>
                  <a:cubicBezTo>
                    <a:pt x="2853" y="1650"/>
                    <a:pt x="2864" y="1518"/>
                    <a:pt x="2864" y="1387"/>
                  </a:cubicBezTo>
                  <a:cubicBezTo>
                    <a:pt x="2814" y="20"/>
                    <a:pt x="1513" y="0"/>
                    <a:pt x="1440" y="0"/>
                  </a:cubicBezTo>
                  <a:cubicBezTo>
                    <a:pt x="1438" y="0"/>
                    <a:pt x="1437" y="0"/>
                    <a:pt x="1437" y="0"/>
                  </a:cubicBezTo>
                  <a:cubicBezTo>
                    <a:pt x="1437" y="0"/>
                    <a:pt x="1436" y="0"/>
                    <a:pt x="1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2092550" y="2766475"/>
              <a:ext cx="101950" cy="51925"/>
            </a:xfrm>
            <a:custGeom>
              <a:avLst/>
              <a:gdLst/>
              <a:ahLst/>
              <a:cxnLst/>
              <a:rect l="l" t="t" r="r" b="b"/>
              <a:pathLst>
                <a:path w="4078" h="2077" extrusionOk="0">
                  <a:moveTo>
                    <a:pt x="1818" y="1"/>
                  </a:moveTo>
                  <a:cubicBezTo>
                    <a:pt x="1789" y="1"/>
                    <a:pt x="1760" y="1"/>
                    <a:pt x="1731" y="3"/>
                  </a:cubicBezTo>
                  <a:cubicBezTo>
                    <a:pt x="749" y="43"/>
                    <a:pt x="1073" y="610"/>
                    <a:pt x="1073" y="610"/>
                  </a:cubicBezTo>
                  <a:cubicBezTo>
                    <a:pt x="1073" y="610"/>
                    <a:pt x="1" y="610"/>
                    <a:pt x="972" y="1652"/>
                  </a:cubicBezTo>
                  <a:lnTo>
                    <a:pt x="2449" y="1045"/>
                  </a:lnTo>
                  <a:lnTo>
                    <a:pt x="3471" y="1419"/>
                  </a:lnTo>
                  <a:lnTo>
                    <a:pt x="3743" y="2077"/>
                  </a:lnTo>
                  <a:cubicBezTo>
                    <a:pt x="3976" y="1055"/>
                    <a:pt x="4078" y="650"/>
                    <a:pt x="3318" y="620"/>
                  </a:cubicBezTo>
                  <a:cubicBezTo>
                    <a:pt x="3318" y="620"/>
                    <a:pt x="2747" y="1"/>
                    <a:pt x="18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2113050" y="2797375"/>
              <a:ext cx="7350" cy="21025"/>
            </a:xfrm>
            <a:custGeom>
              <a:avLst/>
              <a:gdLst/>
              <a:ahLst/>
              <a:cxnLst/>
              <a:rect l="l" t="t" r="r" b="b"/>
              <a:pathLst>
                <a:path w="294" h="841" extrusionOk="0">
                  <a:moveTo>
                    <a:pt x="0" y="1"/>
                  </a:moveTo>
                  <a:lnTo>
                    <a:pt x="81" y="841"/>
                  </a:lnTo>
                  <a:lnTo>
                    <a:pt x="293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2145425" y="2836075"/>
              <a:ext cx="5825" cy="11675"/>
            </a:xfrm>
            <a:custGeom>
              <a:avLst/>
              <a:gdLst/>
              <a:ahLst/>
              <a:cxnLst/>
              <a:rect l="l" t="t" r="r" b="b"/>
              <a:pathLst>
                <a:path w="233" h="467" extrusionOk="0">
                  <a:moveTo>
                    <a:pt x="172" y="1"/>
                  </a:moveTo>
                  <a:cubicBezTo>
                    <a:pt x="151" y="21"/>
                    <a:pt x="0" y="244"/>
                    <a:pt x="61" y="375"/>
                  </a:cubicBezTo>
                  <a:cubicBezTo>
                    <a:pt x="81" y="426"/>
                    <a:pt x="142" y="456"/>
                    <a:pt x="223" y="466"/>
                  </a:cubicBezTo>
                  <a:lnTo>
                    <a:pt x="232" y="405"/>
                  </a:lnTo>
                  <a:cubicBezTo>
                    <a:pt x="162" y="405"/>
                    <a:pt x="122" y="385"/>
                    <a:pt x="111" y="345"/>
                  </a:cubicBezTo>
                  <a:cubicBezTo>
                    <a:pt x="71" y="264"/>
                    <a:pt x="172" y="91"/>
                    <a:pt x="212" y="31"/>
                  </a:cubicBezTo>
                  <a:lnTo>
                    <a:pt x="1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2161600" y="2822925"/>
              <a:ext cx="12925" cy="6350"/>
            </a:xfrm>
            <a:custGeom>
              <a:avLst/>
              <a:gdLst/>
              <a:ahLst/>
              <a:cxnLst/>
              <a:rect l="l" t="t" r="r" b="b"/>
              <a:pathLst>
                <a:path w="517" h="254" extrusionOk="0">
                  <a:moveTo>
                    <a:pt x="30" y="1"/>
                  </a:moveTo>
                  <a:lnTo>
                    <a:pt x="1" y="142"/>
                  </a:lnTo>
                  <a:lnTo>
                    <a:pt x="486" y="253"/>
                  </a:lnTo>
                  <a:lnTo>
                    <a:pt x="516" y="112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2126700" y="2822925"/>
              <a:ext cx="13175" cy="6350"/>
            </a:xfrm>
            <a:custGeom>
              <a:avLst/>
              <a:gdLst/>
              <a:ahLst/>
              <a:cxnLst/>
              <a:rect l="l" t="t" r="r" b="b"/>
              <a:pathLst>
                <a:path w="527" h="254" extrusionOk="0">
                  <a:moveTo>
                    <a:pt x="496" y="1"/>
                  </a:moveTo>
                  <a:lnTo>
                    <a:pt x="1" y="112"/>
                  </a:lnTo>
                  <a:lnTo>
                    <a:pt x="31" y="253"/>
                  </a:lnTo>
                  <a:lnTo>
                    <a:pt x="527" y="142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2133275" y="2832025"/>
              <a:ext cx="4325" cy="4325"/>
            </a:xfrm>
            <a:custGeom>
              <a:avLst/>
              <a:gdLst/>
              <a:ahLst/>
              <a:cxnLst/>
              <a:rect l="l" t="t" r="r" b="b"/>
              <a:pathLst>
                <a:path w="173" h="173" extrusionOk="0">
                  <a:moveTo>
                    <a:pt x="91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32"/>
                    <a:pt x="41" y="173"/>
                    <a:pt x="91" y="173"/>
                  </a:cubicBezTo>
                  <a:cubicBezTo>
                    <a:pt x="132" y="173"/>
                    <a:pt x="172" y="132"/>
                    <a:pt x="172" y="92"/>
                  </a:cubicBezTo>
                  <a:cubicBezTo>
                    <a:pt x="172" y="41"/>
                    <a:pt x="13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2163625" y="2832025"/>
              <a:ext cx="4575" cy="4325"/>
            </a:xfrm>
            <a:custGeom>
              <a:avLst/>
              <a:gdLst/>
              <a:ahLst/>
              <a:cxnLst/>
              <a:rect l="l" t="t" r="r" b="b"/>
              <a:pathLst>
                <a:path w="183" h="173" extrusionOk="0">
                  <a:moveTo>
                    <a:pt x="91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32"/>
                    <a:pt x="41" y="173"/>
                    <a:pt x="91" y="173"/>
                  </a:cubicBezTo>
                  <a:cubicBezTo>
                    <a:pt x="142" y="173"/>
                    <a:pt x="183" y="132"/>
                    <a:pt x="183" y="92"/>
                  </a:cubicBezTo>
                  <a:cubicBezTo>
                    <a:pt x="183" y="41"/>
                    <a:pt x="14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1947400" y="2766275"/>
              <a:ext cx="173250" cy="184375"/>
            </a:xfrm>
            <a:custGeom>
              <a:avLst/>
              <a:gdLst/>
              <a:ahLst/>
              <a:cxnLst/>
              <a:rect l="l" t="t" r="r" b="b"/>
              <a:pathLst>
                <a:path w="6930" h="7375" extrusionOk="0">
                  <a:moveTo>
                    <a:pt x="1528" y="1"/>
                  </a:moveTo>
                  <a:lnTo>
                    <a:pt x="0" y="881"/>
                  </a:lnTo>
                  <a:lnTo>
                    <a:pt x="1933" y="4330"/>
                  </a:lnTo>
                  <a:cubicBezTo>
                    <a:pt x="2014" y="4492"/>
                    <a:pt x="2124" y="4634"/>
                    <a:pt x="2256" y="4755"/>
                  </a:cubicBezTo>
                  <a:lnTo>
                    <a:pt x="5098" y="7375"/>
                  </a:lnTo>
                  <a:lnTo>
                    <a:pt x="6930" y="4725"/>
                  </a:lnTo>
                  <a:lnTo>
                    <a:pt x="6323" y="4816"/>
                  </a:lnTo>
                  <a:cubicBezTo>
                    <a:pt x="6215" y="4832"/>
                    <a:pt x="6110" y="4840"/>
                    <a:pt x="6007" y="4840"/>
                  </a:cubicBezTo>
                  <a:cubicBezTo>
                    <a:pt x="5580" y="4840"/>
                    <a:pt x="5189" y="4701"/>
                    <a:pt x="4765" y="4391"/>
                  </a:cubicBezTo>
                  <a:lnTo>
                    <a:pt x="3642" y="3582"/>
                  </a:lnTo>
                  <a:cubicBezTo>
                    <a:pt x="3430" y="3430"/>
                    <a:pt x="3268" y="3238"/>
                    <a:pt x="3147" y="3005"/>
                  </a:cubicBezTo>
                  <a:lnTo>
                    <a:pt x="1528" y="1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2180325" y="2772100"/>
              <a:ext cx="177550" cy="178550"/>
            </a:xfrm>
            <a:custGeom>
              <a:avLst/>
              <a:gdLst/>
              <a:ahLst/>
              <a:cxnLst/>
              <a:rect l="l" t="t" r="r" b="b"/>
              <a:pathLst>
                <a:path w="7102" h="7142" extrusionOk="0">
                  <a:moveTo>
                    <a:pt x="5715" y="0"/>
                  </a:moveTo>
                  <a:lnTo>
                    <a:pt x="4431" y="2560"/>
                  </a:lnTo>
                  <a:cubicBezTo>
                    <a:pt x="4228" y="2924"/>
                    <a:pt x="3935" y="3237"/>
                    <a:pt x="3591" y="3470"/>
                  </a:cubicBezTo>
                  <a:lnTo>
                    <a:pt x="2266" y="4340"/>
                  </a:lnTo>
                  <a:cubicBezTo>
                    <a:pt x="1904" y="4549"/>
                    <a:pt x="1518" y="4624"/>
                    <a:pt x="1132" y="4624"/>
                  </a:cubicBezTo>
                  <a:cubicBezTo>
                    <a:pt x="956" y="4624"/>
                    <a:pt x="781" y="4608"/>
                    <a:pt x="607" y="4583"/>
                  </a:cubicBezTo>
                  <a:lnTo>
                    <a:pt x="0" y="4492"/>
                  </a:lnTo>
                  <a:lnTo>
                    <a:pt x="1831" y="7142"/>
                  </a:lnTo>
                  <a:lnTo>
                    <a:pt x="4937" y="4835"/>
                  </a:lnTo>
                  <a:cubicBezTo>
                    <a:pt x="5290" y="4572"/>
                    <a:pt x="5573" y="4219"/>
                    <a:pt x="5755" y="3814"/>
                  </a:cubicBezTo>
                  <a:lnTo>
                    <a:pt x="7101" y="769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2162350" y="2885650"/>
              <a:ext cx="28100" cy="28850"/>
            </a:xfrm>
            <a:custGeom>
              <a:avLst/>
              <a:gdLst/>
              <a:ahLst/>
              <a:cxnLst/>
              <a:rect l="l" t="t" r="r" b="b"/>
              <a:pathLst>
                <a:path w="1124" h="1154" extrusionOk="0">
                  <a:moveTo>
                    <a:pt x="1063" y="0"/>
                  </a:moveTo>
                  <a:cubicBezTo>
                    <a:pt x="1063" y="10"/>
                    <a:pt x="982" y="900"/>
                    <a:pt x="0" y="1103"/>
                  </a:cubicBezTo>
                  <a:lnTo>
                    <a:pt x="11" y="1154"/>
                  </a:lnTo>
                  <a:cubicBezTo>
                    <a:pt x="1032" y="951"/>
                    <a:pt x="1113" y="10"/>
                    <a:pt x="11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2111025" y="2885650"/>
              <a:ext cx="42500" cy="58950"/>
            </a:xfrm>
            <a:custGeom>
              <a:avLst/>
              <a:gdLst/>
              <a:ahLst/>
              <a:cxnLst/>
              <a:rect l="l" t="t" r="r" b="b"/>
              <a:pathLst>
                <a:path w="1700" h="2358" extrusionOk="0">
                  <a:moveTo>
                    <a:pt x="10" y="0"/>
                  </a:moveTo>
                  <a:cubicBezTo>
                    <a:pt x="10" y="21"/>
                    <a:pt x="0" y="415"/>
                    <a:pt x="334" y="749"/>
                  </a:cubicBezTo>
                  <a:cubicBezTo>
                    <a:pt x="617" y="1042"/>
                    <a:pt x="1062" y="1184"/>
                    <a:pt x="1639" y="1194"/>
                  </a:cubicBezTo>
                  <a:lnTo>
                    <a:pt x="1639" y="2357"/>
                  </a:lnTo>
                  <a:lnTo>
                    <a:pt x="1700" y="2357"/>
                  </a:lnTo>
                  <a:lnTo>
                    <a:pt x="1700" y="1143"/>
                  </a:lnTo>
                  <a:lnTo>
                    <a:pt x="1669" y="1143"/>
                  </a:lnTo>
                  <a:cubicBezTo>
                    <a:pt x="1093" y="1143"/>
                    <a:pt x="648" y="992"/>
                    <a:pt x="374" y="709"/>
                  </a:cubicBezTo>
                  <a:cubicBezTo>
                    <a:pt x="61" y="395"/>
                    <a:pt x="61" y="10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2074350" y="2949125"/>
              <a:ext cx="8875" cy="100150"/>
            </a:xfrm>
            <a:custGeom>
              <a:avLst/>
              <a:gdLst/>
              <a:ahLst/>
              <a:cxnLst/>
              <a:rect l="l" t="t" r="r" b="b"/>
              <a:pathLst>
                <a:path w="355" h="4006" extrusionOk="0">
                  <a:moveTo>
                    <a:pt x="0" y="0"/>
                  </a:moveTo>
                  <a:lnTo>
                    <a:pt x="304" y="4006"/>
                  </a:lnTo>
                  <a:lnTo>
                    <a:pt x="355" y="399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2216225" y="2949875"/>
              <a:ext cx="10650" cy="99925"/>
            </a:xfrm>
            <a:custGeom>
              <a:avLst/>
              <a:gdLst/>
              <a:ahLst/>
              <a:cxnLst/>
              <a:rect l="l" t="t" r="r" b="b"/>
              <a:pathLst>
                <a:path w="426" h="3997" extrusionOk="0">
                  <a:moveTo>
                    <a:pt x="365" y="1"/>
                  </a:moveTo>
                  <a:lnTo>
                    <a:pt x="1" y="3986"/>
                  </a:lnTo>
                  <a:lnTo>
                    <a:pt x="51" y="3996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2143625" y="3106925"/>
              <a:ext cx="7875" cy="47575"/>
            </a:xfrm>
            <a:custGeom>
              <a:avLst/>
              <a:gdLst/>
              <a:ahLst/>
              <a:cxnLst/>
              <a:rect l="l" t="t" r="r" b="b"/>
              <a:pathLst>
                <a:path w="315" h="1903" extrusionOk="0">
                  <a:moveTo>
                    <a:pt x="1" y="0"/>
                  </a:moveTo>
                  <a:lnTo>
                    <a:pt x="274" y="1902"/>
                  </a:lnTo>
                  <a:lnTo>
                    <a:pt x="315" y="189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2133025" y="3105150"/>
              <a:ext cx="21775" cy="3825"/>
            </a:xfrm>
            <a:custGeom>
              <a:avLst/>
              <a:gdLst/>
              <a:ahLst/>
              <a:cxnLst/>
              <a:rect l="l" t="t" r="r" b="b"/>
              <a:pathLst>
                <a:path w="871" h="153" extrusionOk="0">
                  <a:moveTo>
                    <a:pt x="870" y="1"/>
                  </a:moveTo>
                  <a:lnTo>
                    <a:pt x="0" y="102"/>
                  </a:lnTo>
                  <a:lnTo>
                    <a:pt x="0" y="152"/>
                  </a:lnTo>
                  <a:lnTo>
                    <a:pt x="870" y="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2141375" y="2857075"/>
              <a:ext cx="11400" cy="5075"/>
            </a:xfrm>
            <a:custGeom>
              <a:avLst/>
              <a:gdLst/>
              <a:ahLst/>
              <a:cxnLst/>
              <a:rect l="l" t="t" r="r" b="b"/>
              <a:pathLst>
                <a:path w="456" h="203" extrusionOk="0">
                  <a:moveTo>
                    <a:pt x="0" y="0"/>
                  </a:moveTo>
                  <a:cubicBezTo>
                    <a:pt x="41" y="71"/>
                    <a:pt x="131" y="172"/>
                    <a:pt x="304" y="202"/>
                  </a:cubicBezTo>
                  <a:cubicBezTo>
                    <a:pt x="324" y="91"/>
                    <a:pt x="394" y="31"/>
                    <a:pt x="4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2140350" y="2854800"/>
              <a:ext cx="19250" cy="2300"/>
            </a:xfrm>
            <a:custGeom>
              <a:avLst/>
              <a:gdLst/>
              <a:ahLst/>
              <a:cxnLst/>
              <a:rect l="l" t="t" r="r" b="b"/>
              <a:pathLst>
                <a:path w="770" h="92" extrusionOk="0">
                  <a:moveTo>
                    <a:pt x="1" y="0"/>
                  </a:moveTo>
                  <a:cubicBezTo>
                    <a:pt x="1" y="0"/>
                    <a:pt x="11" y="41"/>
                    <a:pt x="41" y="91"/>
                  </a:cubicBezTo>
                  <a:lnTo>
                    <a:pt x="759" y="91"/>
                  </a:lnTo>
                  <a:cubicBezTo>
                    <a:pt x="770" y="41"/>
                    <a:pt x="759" y="0"/>
                    <a:pt x="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2148950" y="2857075"/>
              <a:ext cx="10400" cy="5325"/>
            </a:xfrm>
            <a:custGeom>
              <a:avLst/>
              <a:gdLst/>
              <a:ahLst/>
              <a:cxnLst/>
              <a:rect l="l" t="t" r="r" b="b"/>
              <a:pathLst>
                <a:path w="416" h="213" extrusionOk="0">
                  <a:moveTo>
                    <a:pt x="152" y="0"/>
                  </a:moveTo>
                  <a:cubicBezTo>
                    <a:pt x="91" y="31"/>
                    <a:pt x="21" y="91"/>
                    <a:pt x="1" y="202"/>
                  </a:cubicBezTo>
                  <a:cubicBezTo>
                    <a:pt x="10" y="202"/>
                    <a:pt x="21" y="213"/>
                    <a:pt x="21" y="213"/>
                  </a:cubicBezTo>
                  <a:lnTo>
                    <a:pt x="102" y="213"/>
                  </a:lnTo>
                  <a:cubicBezTo>
                    <a:pt x="334" y="213"/>
                    <a:pt x="395" y="91"/>
                    <a:pt x="415" y="0"/>
                  </a:cubicBezTo>
                  <a:close/>
                </a:path>
              </a:pathLst>
            </a:custGeom>
            <a:solidFill>
              <a:srgbClr val="E5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1840925" y="2731125"/>
              <a:ext cx="4825" cy="3325"/>
            </a:xfrm>
            <a:custGeom>
              <a:avLst/>
              <a:gdLst/>
              <a:ahLst/>
              <a:cxnLst/>
              <a:rect l="l" t="t" r="r" b="b"/>
              <a:pathLst>
                <a:path w="193" h="133" extrusionOk="0">
                  <a:moveTo>
                    <a:pt x="172" y="0"/>
                  </a:moveTo>
                  <a:cubicBezTo>
                    <a:pt x="172" y="0"/>
                    <a:pt x="51" y="41"/>
                    <a:pt x="1" y="112"/>
                  </a:cubicBezTo>
                  <a:lnTo>
                    <a:pt x="31" y="132"/>
                  </a:lnTo>
                  <a:cubicBezTo>
                    <a:pt x="82" y="81"/>
                    <a:pt x="193" y="41"/>
                    <a:pt x="193" y="41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1804525" y="2650700"/>
              <a:ext cx="74600" cy="113575"/>
            </a:xfrm>
            <a:custGeom>
              <a:avLst/>
              <a:gdLst/>
              <a:ahLst/>
              <a:cxnLst/>
              <a:rect l="l" t="t" r="r" b="b"/>
              <a:pathLst>
                <a:path w="2984" h="4543" extrusionOk="0">
                  <a:moveTo>
                    <a:pt x="688" y="1"/>
                  </a:moveTo>
                  <a:cubicBezTo>
                    <a:pt x="313" y="1"/>
                    <a:pt x="0" y="315"/>
                    <a:pt x="0" y="688"/>
                  </a:cubicBezTo>
                  <a:cubicBezTo>
                    <a:pt x="0" y="1053"/>
                    <a:pt x="61" y="1407"/>
                    <a:pt x="172" y="1741"/>
                  </a:cubicBezTo>
                  <a:cubicBezTo>
                    <a:pt x="546" y="2894"/>
                    <a:pt x="1497" y="4320"/>
                    <a:pt x="2934" y="4543"/>
                  </a:cubicBezTo>
                  <a:lnTo>
                    <a:pt x="2984" y="4269"/>
                  </a:lnTo>
                  <a:cubicBezTo>
                    <a:pt x="1244" y="3986"/>
                    <a:pt x="516" y="1893"/>
                    <a:pt x="435" y="1660"/>
                  </a:cubicBezTo>
                  <a:cubicBezTo>
                    <a:pt x="334" y="1346"/>
                    <a:pt x="283" y="1023"/>
                    <a:pt x="283" y="688"/>
                  </a:cubicBezTo>
                  <a:cubicBezTo>
                    <a:pt x="283" y="466"/>
                    <a:pt x="466" y="284"/>
                    <a:pt x="688" y="284"/>
                  </a:cubicBezTo>
                  <a:lnTo>
                    <a:pt x="1093" y="284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1908450" y="2650700"/>
              <a:ext cx="74375" cy="113575"/>
            </a:xfrm>
            <a:custGeom>
              <a:avLst/>
              <a:gdLst/>
              <a:ahLst/>
              <a:cxnLst/>
              <a:rect l="l" t="t" r="r" b="b"/>
              <a:pathLst>
                <a:path w="2975" h="4543" extrusionOk="0">
                  <a:moveTo>
                    <a:pt x="1650" y="1"/>
                  </a:moveTo>
                  <a:lnTo>
                    <a:pt x="1650" y="284"/>
                  </a:lnTo>
                  <a:lnTo>
                    <a:pt x="2287" y="284"/>
                  </a:lnTo>
                  <a:cubicBezTo>
                    <a:pt x="2509" y="284"/>
                    <a:pt x="2691" y="466"/>
                    <a:pt x="2691" y="688"/>
                  </a:cubicBezTo>
                  <a:cubicBezTo>
                    <a:pt x="2691" y="1023"/>
                    <a:pt x="2641" y="1346"/>
                    <a:pt x="2540" y="1660"/>
                  </a:cubicBezTo>
                  <a:cubicBezTo>
                    <a:pt x="2459" y="1893"/>
                    <a:pt x="1731" y="3986"/>
                    <a:pt x="0" y="4269"/>
                  </a:cubicBezTo>
                  <a:lnTo>
                    <a:pt x="41" y="4543"/>
                  </a:lnTo>
                  <a:cubicBezTo>
                    <a:pt x="1488" y="4320"/>
                    <a:pt x="2439" y="2894"/>
                    <a:pt x="2813" y="1741"/>
                  </a:cubicBezTo>
                  <a:cubicBezTo>
                    <a:pt x="2914" y="1407"/>
                    <a:pt x="2974" y="1053"/>
                    <a:pt x="2974" y="688"/>
                  </a:cubicBezTo>
                  <a:cubicBezTo>
                    <a:pt x="2974" y="315"/>
                    <a:pt x="2671" y="1"/>
                    <a:pt x="228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1941325" y="2727325"/>
              <a:ext cx="20525" cy="18475"/>
            </a:xfrm>
            <a:custGeom>
              <a:avLst/>
              <a:gdLst/>
              <a:ahLst/>
              <a:cxnLst/>
              <a:rect l="l" t="t" r="r" b="b"/>
              <a:pathLst>
                <a:path w="821" h="739" extrusionOk="0">
                  <a:moveTo>
                    <a:pt x="548" y="1"/>
                  </a:moveTo>
                  <a:cubicBezTo>
                    <a:pt x="309" y="1"/>
                    <a:pt x="122" y="385"/>
                    <a:pt x="122" y="385"/>
                  </a:cubicBezTo>
                  <a:cubicBezTo>
                    <a:pt x="122" y="385"/>
                    <a:pt x="0" y="678"/>
                    <a:pt x="203" y="729"/>
                  </a:cubicBezTo>
                  <a:cubicBezTo>
                    <a:pt x="223" y="736"/>
                    <a:pt x="243" y="738"/>
                    <a:pt x="263" y="738"/>
                  </a:cubicBezTo>
                  <a:cubicBezTo>
                    <a:pt x="437" y="738"/>
                    <a:pt x="607" y="527"/>
                    <a:pt x="607" y="527"/>
                  </a:cubicBezTo>
                  <a:lnTo>
                    <a:pt x="820" y="233"/>
                  </a:lnTo>
                  <a:cubicBezTo>
                    <a:pt x="729" y="102"/>
                    <a:pt x="557" y="1"/>
                    <a:pt x="557" y="1"/>
                  </a:cubicBezTo>
                  <a:cubicBezTo>
                    <a:pt x="554" y="1"/>
                    <a:pt x="551" y="1"/>
                    <a:pt x="548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1931725" y="2734675"/>
              <a:ext cx="17725" cy="19500"/>
            </a:xfrm>
            <a:custGeom>
              <a:avLst/>
              <a:gdLst/>
              <a:ahLst/>
              <a:cxnLst/>
              <a:rect l="l" t="t" r="r" b="b"/>
              <a:pathLst>
                <a:path w="709" h="780" extrusionOk="0">
                  <a:moveTo>
                    <a:pt x="283" y="0"/>
                  </a:moveTo>
                  <a:cubicBezTo>
                    <a:pt x="283" y="0"/>
                    <a:pt x="71" y="132"/>
                    <a:pt x="162" y="324"/>
                  </a:cubicBezTo>
                  <a:cubicBezTo>
                    <a:pt x="162" y="324"/>
                    <a:pt x="31" y="364"/>
                    <a:pt x="0" y="486"/>
                  </a:cubicBezTo>
                  <a:cubicBezTo>
                    <a:pt x="0" y="486"/>
                    <a:pt x="0" y="728"/>
                    <a:pt x="354" y="779"/>
                  </a:cubicBezTo>
                  <a:cubicBezTo>
                    <a:pt x="354" y="779"/>
                    <a:pt x="516" y="698"/>
                    <a:pt x="496" y="577"/>
                  </a:cubicBezTo>
                  <a:cubicBezTo>
                    <a:pt x="496" y="577"/>
                    <a:pt x="678" y="577"/>
                    <a:pt x="708" y="465"/>
                  </a:cubicBezTo>
                  <a:lnTo>
                    <a:pt x="647" y="334"/>
                  </a:lnTo>
                  <a:lnTo>
                    <a:pt x="486" y="162"/>
                  </a:lnTo>
                  <a:cubicBezTo>
                    <a:pt x="486" y="162"/>
                    <a:pt x="375" y="40"/>
                    <a:pt x="283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1930975" y="2747575"/>
              <a:ext cx="14175" cy="7050"/>
            </a:xfrm>
            <a:custGeom>
              <a:avLst/>
              <a:gdLst/>
              <a:ahLst/>
              <a:cxnLst/>
              <a:rect l="l" t="t" r="r" b="b"/>
              <a:pathLst>
                <a:path w="567" h="282" extrusionOk="0">
                  <a:moveTo>
                    <a:pt x="61" y="0"/>
                  </a:moveTo>
                  <a:lnTo>
                    <a:pt x="10" y="41"/>
                  </a:lnTo>
                  <a:cubicBezTo>
                    <a:pt x="1" y="41"/>
                    <a:pt x="216" y="281"/>
                    <a:pt x="369" y="281"/>
                  </a:cubicBezTo>
                  <a:cubicBezTo>
                    <a:pt x="385" y="281"/>
                    <a:pt x="400" y="279"/>
                    <a:pt x="414" y="273"/>
                  </a:cubicBezTo>
                  <a:cubicBezTo>
                    <a:pt x="516" y="233"/>
                    <a:pt x="567" y="61"/>
                    <a:pt x="567" y="61"/>
                  </a:cubicBezTo>
                  <a:lnTo>
                    <a:pt x="506" y="41"/>
                  </a:lnTo>
                  <a:cubicBezTo>
                    <a:pt x="482" y="168"/>
                    <a:pt x="427" y="212"/>
                    <a:pt x="364" y="212"/>
                  </a:cubicBezTo>
                  <a:cubicBezTo>
                    <a:pt x="242" y="212"/>
                    <a:pt x="87" y="47"/>
                    <a:pt x="6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1935250" y="2741500"/>
              <a:ext cx="14200" cy="7675"/>
            </a:xfrm>
            <a:custGeom>
              <a:avLst/>
              <a:gdLst/>
              <a:ahLst/>
              <a:cxnLst/>
              <a:rect l="l" t="t" r="r" b="b"/>
              <a:pathLst>
                <a:path w="568" h="307" extrusionOk="0">
                  <a:moveTo>
                    <a:pt x="41" y="1"/>
                  </a:moveTo>
                  <a:lnTo>
                    <a:pt x="1" y="30"/>
                  </a:lnTo>
                  <a:cubicBezTo>
                    <a:pt x="1" y="48"/>
                    <a:pt x="201" y="306"/>
                    <a:pt x="373" y="306"/>
                  </a:cubicBezTo>
                  <a:cubicBezTo>
                    <a:pt x="395" y="306"/>
                    <a:pt x="416" y="302"/>
                    <a:pt x="436" y="293"/>
                  </a:cubicBezTo>
                  <a:cubicBezTo>
                    <a:pt x="486" y="273"/>
                    <a:pt x="527" y="233"/>
                    <a:pt x="567" y="183"/>
                  </a:cubicBezTo>
                  <a:lnTo>
                    <a:pt x="517" y="152"/>
                  </a:lnTo>
                  <a:cubicBezTo>
                    <a:pt x="485" y="224"/>
                    <a:pt x="438" y="251"/>
                    <a:pt x="385" y="251"/>
                  </a:cubicBezTo>
                  <a:cubicBezTo>
                    <a:pt x="238" y="251"/>
                    <a:pt x="49" y="38"/>
                    <a:pt x="41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1941575" y="2732125"/>
              <a:ext cx="5325" cy="7375"/>
            </a:xfrm>
            <a:custGeom>
              <a:avLst/>
              <a:gdLst/>
              <a:ahLst/>
              <a:cxnLst/>
              <a:rect l="l" t="t" r="r" b="b"/>
              <a:pathLst>
                <a:path w="213" h="295" extrusionOk="0">
                  <a:moveTo>
                    <a:pt x="213" y="1"/>
                  </a:moveTo>
                  <a:cubicBezTo>
                    <a:pt x="213" y="1"/>
                    <a:pt x="1" y="122"/>
                    <a:pt x="31" y="193"/>
                  </a:cubicBezTo>
                  <a:cubicBezTo>
                    <a:pt x="31" y="203"/>
                    <a:pt x="102" y="295"/>
                    <a:pt x="102" y="295"/>
                  </a:cubicBezTo>
                  <a:lnTo>
                    <a:pt x="213" y="21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1938050" y="2734425"/>
              <a:ext cx="6100" cy="4825"/>
            </a:xfrm>
            <a:custGeom>
              <a:avLst/>
              <a:gdLst/>
              <a:ahLst/>
              <a:cxnLst/>
              <a:rect l="l" t="t" r="r" b="b"/>
              <a:pathLst>
                <a:path w="244" h="193" extrusionOk="0">
                  <a:moveTo>
                    <a:pt x="21" y="0"/>
                  </a:moveTo>
                  <a:lnTo>
                    <a:pt x="0" y="50"/>
                  </a:lnTo>
                  <a:cubicBezTo>
                    <a:pt x="0" y="50"/>
                    <a:pt x="122" y="111"/>
                    <a:pt x="203" y="192"/>
                  </a:cubicBezTo>
                  <a:lnTo>
                    <a:pt x="243" y="152"/>
                  </a:lnTo>
                  <a:cubicBezTo>
                    <a:pt x="152" y="61"/>
                    <a:pt x="30" y="10"/>
                    <a:pt x="2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1941825" y="2728600"/>
              <a:ext cx="5600" cy="4325"/>
            </a:xfrm>
            <a:custGeom>
              <a:avLst/>
              <a:gdLst/>
              <a:ahLst/>
              <a:cxnLst/>
              <a:rect l="l" t="t" r="r" b="b"/>
              <a:pathLst>
                <a:path w="224" h="173" extrusionOk="0">
                  <a:moveTo>
                    <a:pt x="11" y="0"/>
                  </a:moveTo>
                  <a:lnTo>
                    <a:pt x="1" y="51"/>
                  </a:lnTo>
                  <a:cubicBezTo>
                    <a:pt x="1" y="51"/>
                    <a:pt x="133" y="101"/>
                    <a:pt x="183" y="173"/>
                  </a:cubicBezTo>
                  <a:lnTo>
                    <a:pt x="223" y="142"/>
                  </a:lnTo>
                  <a:cubicBezTo>
                    <a:pt x="162" y="61"/>
                    <a:pt x="21" y="11"/>
                    <a:pt x="1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1936825" y="2726625"/>
              <a:ext cx="19200" cy="19700"/>
            </a:xfrm>
            <a:custGeom>
              <a:avLst/>
              <a:gdLst/>
              <a:ahLst/>
              <a:cxnLst/>
              <a:rect l="l" t="t" r="r" b="b"/>
              <a:pathLst>
                <a:path w="768" h="788" extrusionOk="0">
                  <a:moveTo>
                    <a:pt x="712" y="1"/>
                  </a:moveTo>
                  <a:cubicBezTo>
                    <a:pt x="388" y="1"/>
                    <a:pt x="0" y="787"/>
                    <a:pt x="465" y="787"/>
                  </a:cubicBezTo>
                  <a:cubicBezTo>
                    <a:pt x="468" y="787"/>
                    <a:pt x="471" y="787"/>
                    <a:pt x="474" y="787"/>
                  </a:cubicBezTo>
                  <a:cubicBezTo>
                    <a:pt x="585" y="747"/>
                    <a:pt x="666" y="535"/>
                    <a:pt x="676" y="504"/>
                  </a:cubicBezTo>
                  <a:lnTo>
                    <a:pt x="625" y="484"/>
                  </a:lnTo>
                  <a:cubicBezTo>
                    <a:pt x="596" y="572"/>
                    <a:pt x="514" y="745"/>
                    <a:pt x="421" y="745"/>
                  </a:cubicBezTo>
                  <a:cubicBezTo>
                    <a:pt x="385" y="745"/>
                    <a:pt x="348" y="720"/>
                    <a:pt x="312" y="656"/>
                  </a:cubicBezTo>
                  <a:cubicBezTo>
                    <a:pt x="227" y="495"/>
                    <a:pt x="495" y="52"/>
                    <a:pt x="720" y="52"/>
                  </a:cubicBezTo>
                  <a:cubicBezTo>
                    <a:pt x="736" y="52"/>
                    <a:pt x="752" y="54"/>
                    <a:pt x="767" y="59"/>
                  </a:cubicBezTo>
                  <a:lnTo>
                    <a:pt x="767" y="9"/>
                  </a:lnTo>
                  <a:cubicBezTo>
                    <a:pt x="749" y="3"/>
                    <a:pt x="731" y="1"/>
                    <a:pt x="712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1829800" y="2640575"/>
              <a:ext cx="125975" cy="130525"/>
            </a:xfrm>
            <a:custGeom>
              <a:avLst/>
              <a:gdLst/>
              <a:ahLst/>
              <a:cxnLst/>
              <a:rect l="l" t="t" r="r" b="b"/>
              <a:pathLst>
                <a:path w="5039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3328" y="5221"/>
                  </a:lnTo>
                  <a:cubicBezTo>
                    <a:pt x="3328" y="5221"/>
                    <a:pt x="5038" y="3714"/>
                    <a:pt x="4998" y="264"/>
                  </a:cubicBezTo>
                  <a:cubicBezTo>
                    <a:pt x="4987" y="122"/>
                    <a:pt x="4866" y="1"/>
                    <a:pt x="4715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1829800" y="2640575"/>
              <a:ext cx="55675" cy="130525"/>
            </a:xfrm>
            <a:custGeom>
              <a:avLst/>
              <a:gdLst/>
              <a:ahLst/>
              <a:cxnLst/>
              <a:rect l="l" t="t" r="r" b="b"/>
              <a:pathLst>
                <a:path w="2227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2226" y="5221"/>
                  </a:lnTo>
                  <a:cubicBezTo>
                    <a:pt x="2226" y="5221"/>
                    <a:pt x="516" y="3714"/>
                    <a:pt x="557" y="264"/>
                  </a:cubicBezTo>
                  <a:cubicBezTo>
                    <a:pt x="567" y="122"/>
                    <a:pt x="689" y="1"/>
                    <a:pt x="840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1870275" y="2760450"/>
              <a:ext cx="45025" cy="31650"/>
            </a:xfrm>
            <a:custGeom>
              <a:avLst/>
              <a:gdLst/>
              <a:ahLst/>
              <a:cxnLst/>
              <a:rect l="l" t="t" r="r" b="b"/>
              <a:pathLst>
                <a:path w="1801" h="1266" extrusionOk="0">
                  <a:moveTo>
                    <a:pt x="900" y="1"/>
                  </a:moveTo>
                  <a:cubicBezTo>
                    <a:pt x="405" y="1"/>
                    <a:pt x="0" y="284"/>
                    <a:pt x="0" y="628"/>
                  </a:cubicBezTo>
                  <a:cubicBezTo>
                    <a:pt x="0" y="982"/>
                    <a:pt x="405" y="1266"/>
                    <a:pt x="900" y="1266"/>
                  </a:cubicBezTo>
                  <a:cubicBezTo>
                    <a:pt x="1396" y="1266"/>
                    <a:pt x="1801" y="982"/>
                    <a:pt x="1801" y="628"/>
                  </a:cubicBezTo>
                  <a:cubicBezTo>
                    <a:pt x="1801" y="284"/>
                    <a:pt x="1396" y="1"/>
                    <a:pt x="90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1828800" y="2729875"/>
              <a:ext cx="16950" cy="15125"/>
            </a:xfrm>
            <a:custGeom>
              <a:avLst/>
              <a:gdLst/>
              <a:ahLst/>
              <a:cxnLst/>
              <a:rect l="l" t="t" r="r" b="b"/>
              <a:pathLst>
                <a:path w="678" h="605" extrusionOk="0">
                  <a:moveTo>
                    <a:pt x="223" y="0"/>
                  </a:moveTo>
                  <a:cubicBezTo>
                    <a:pt x="223" y="0"/>
                    <a:pt x="81" y="71"/>
                    <a:pt x="0" y="182"/>
                  </a:cubicBezTo>
                  <a:lnTo>
                    <a:pt x="182" y="435"/>
                  </a:lnTo>
                  <a:cubicBezTo>
                    <a:pt x="182" y="435"/>
                    <a:pt x="319" y="605"/>
                    <a:pt x="464" y="605"/>
                  </a:cubicBezTo>
                  <a:cubicBezTo>
                    <a:pt x="481" y="605"/>
                    <a:pt x="499" y="602"/>
                    <a:pt x="516" y="597"/>
                  </a:cubicBezTo>
                  <a:cubicBezTo>
                    <a:pt x="678" y="556"/>
                    <a:pt x="577" y="313"/>
                    <a:pt x="577" y="313"/>
                  </a:cubicBezTo>
                  <a:cubicBezTo>
                    <a:pt x="577" y="313"/>
                    <a:pt x="425" y="0"/>
                    <a:pt x="223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1839650" y="2736675"/>
              <a:ext cx="13175" cy="14450"/>
            </a:xfrm>
            <a:custGeom>
              <a:avLst/>
              <a:gdLst/>
              <a:ahLst/>
              <a:cxnLst/>
              <a:rect l="l" t="t" r="r" b="b"/>
              <a:pathLst>
                <a:path w="527" h="578" extrusionOk="0">
                  <a:moveTo>
                    <a:pt x="315" y="1"/>
                  </a:moveTo>
                  <a:cubicBezTo>
                    <a:pt x="244" y="21"/>
                    <a:pt x="163" y="113"/>
                    <a:pt x="163" y="113"/>
                  </a:cubicBezTo>
                  <a:lnTo>
                    <a:pt x="52" y="244"/>
                  </a:lnTo>
                  <a:lnTo>
                    <a:pt x="1" y="345"/>
                  </a:lnTo>
                  <a:cubicBezTo>
                    <a:pt x="21" y="426"/>
                    <a:pt x="153" y="426"/>
                    <a:pt x="153" y="426"/>
                  </a:cubicBezTo>
                  <a:cubicBezTo>
                    <a:pt x="143" y="507"/>
                    <a:pt x="264" y="578"/>
                    <a:pt x="264" y="578"/>
                  </a:cubicBezTo>
                  <a:cubicBezTo>
                    <a:pt x="527" y="537"/>
                    <a:pt x="527" y="355"/>
                    <a:pt x="527" y="355"/>
                  </a:cubicBezTo>
                  <a:cubicBezTo>
                    <a:pt x="507" y="264"/>
                    <a:pt x="406" y="234"/>
                    <a:pt x="406" y="234"/>
                  </a:cubicBezTo>
                  <a:cubicBezTo>
                    <a:pt x="477" y="92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1839150" y="2741750"/>
              <a:ext cx="11675" cy="6150"/>
            </a:xfrm>
            <a:custGeom>
              <a:avLst/>
              <a:gdLst/>
              <a:ahLst/>
              <a:cxnLst/>
              <a:rect l="l" t="t" r="r" b="b"/>
              <a:pathLst>
                <a:path w="467" h="246" extrusionOk="0">
                  <a:moveTo>
                    <a:pt x="426" y="0"/>
                  </a:moveTo>
                  <a:cubicBezTo>
                    <a:pt x="418" y="30"/>
                    <a:pt x="266" y="199"/>
                    <a:pt x="145" y="199"/>
                  </a:cubicBezTo>
                  <a:cubicBezTo>
                    <a:pt x="100" y="199"/>
                    <a:pt x="59" y="175"/>
                    <a:pt x="31" y="112"/>
                  </a:cubicBezTo>
                  <a:lnTo>
                    <a:pt x="1" y="132"/>
                  </a:lnTo>
                  <a:cubicBezTo>
                    <a:pt x="31" y="182"/>
                    <a:pt x="61" y="223"/>
                    <a:pt x="102" y="233"/>
                  </a:cubicBezTo>
                  <a:cubicBezTo>
                    <a:pt x="120" y="242"/>
                    <a:pt x="139" y="245"/>
                    <a:pt x="158" y="245"/>
                  </a:cubicBezTo>
                  <a:cubicBezTo>
                    <a:pt x="301" y="245"/>
                    <a:pt x="466" y="40"/>
                    <a:pt x="466" y="31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1833600" y="2729200"/>
              <a:ext cx="15825" cy="16375"/>
            </a:xfrm>
            <a:custGeom>
              <a:avLst/>
              <a:gdLst/>
              <a:ahLst/>
              <a:cxnLst/>
              <a:rect l="l" t="t" r="r" b="b"/>
              <a:pathLst>
                <a:path w="633" h="655" extrusionOk="0">
                  <a:moveTo>
                    <a:pt x="45" y="1"/>
                  </a:moveTo>
                  <a:cubicBezTo>
                    <a:pt x="30" y="1"/>
                    <a:pt x="15" y="3"/>
                    <a:pt x="0" y="7"/>
                  </a:cubicBezTo>
                  <a:lnTo>
                    <a:pt x="11" y="57"/>
                  </a:lnTo>
                  <a:cubicBezTo>
                    <a:pt x="21" y="54"/>
                    <a:pt x="33" y="53"/>
                    <a:pt x="44" y="53"/>
                  </a:cubicBezTo>
                  <a:cubicBezTo>
                    <a:pt x="223" y="53"/>
                    <a:pt x="451" y="409"/>
                    <a:pt x="375" y="543"/>
                  </a:cubicBezTo>
                  <a:cubicBezTo>
                    <a:pt x="347" y="596"/>
                    <a:pt x="317" y="617"/>
                    <a:pt x="288" y="617"/>
                  </a:cubicBezTo>
                  <a:cubicBezTo>
                    <a:pt x="213" y="617"/>
                    <a:pt x="144" y="477"/>
                    <a:pt x="122" y="412"/>
                  </a:cubicBezTo>
                  <a:lnTo>
                    <a:pt x="81" y="421"/>
                  </a:lnTo>
                  <a:cubicBezTo>
                    <a:pt x="92" y="442"/>
                    <a:pt x="152" y="614"/>
                    <a:pt x="253" y="654"/>
                  </a:cubicBezTo>
                  <a:cubicBezTo>
                    <a:pt x="256" y="654"/>
                    <a:pt x="259" y="654"/>
                    <a:pt x="261" y="654"/>
                  </a:cubicBezTo>
                  <a:cubicBezTo>
                    <a:pt x="633" y="654"/>
                    <a:pt x="318" y="1"/>
                    <a:pt x="45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1843200" y="2735950"/>
              <a:ext cx="5075" cy="3800"/>
            </a:xfrm>
            <a:custGeom>
              <a:avLst/>
              <a:gdLst/>
              <a:ahLst/>
              <a:cxnLst/>
              <a:rect l="l" t="t" r="r" b="b"/>
              <a:pathLst>
                <a:path w="203" h="152" extrusionOk="0">
                  <a:moveTo>
                    <a:pt x="193" y="0"/>
                  </a:moveTo>
                  <a:cubicBezTo>
                    <a:pt x="183" y="0"/>
                    <a:pt x="81" y="40"/>
                    <a:pt x="1" y="121"/>
                  </a:cubicBezTo>
                  <a:lnTo>
                    <a:pt x="31" y="151"/>
                  </a:lnTo>
                  <a:cubicBezTo>
                    <a:pt x="102" y="81"/>
                    <a:pt x="203" y="40"/>
                    <a:pt x="203" y="40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1842950" y="2746550"/>
              <a:ext cx="10625" cy="5275"/>
            </a:xfrm>
            <a:custGeom>
              <a:avLst/>
              <a:gdLst/>
              <a:ahLst/>
              <a:cxnLst/>
              <a:rect l="l" t="t" r="r" b="b"/>
              <a:pathLst>
                <a:path w="425" h="211" extrusionOk="0">
                  <a:moveTo>
                    <a:pt x="385" y="1"/>
                  </a:moveTo>
                  <a:cubicBezTo>
                    <a:pt x="358" y="34"/>
                    <a:pt x="239" y="160"/>
                    <a:pt x="146" y="160"/>
                  </a:cubicBezTo>
                  <a:cubicBezTo>
                    <a:pt x="99" y="160"/>
                    <a:pt x="58" y="127"/>
                    <a:pt x="41" y="31"/>
                  </a:cubicBezTo>
                  <a:lnTo>
                    <a:pt x="1" y="41"/>
                  </a:lnTo>
                  <a:cubicBezTo>
                    <a:pt x="1" y="41"/>
                    <a:pt x="41" y="172"/>
                    <a:pt x="112" y="203"/>
                  </a:cubicBezTo>
                  <a:cubicBezTo>
                    <a:pt x="124" y="208"/>
                    <a:pt x="136" y="210"/>
                    <a:pt x="149" y="210"/>
                  </a:cubicBezTo>
                  <a:cubicBezTo>
                    <a:pt x="269" y="210"/>
                    <a:pt x="425" y="21"/>
                    <a:pt x="415" y="21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1862675" y="2666450"/>
              <a:ext cx="60475" cy="56875"/>
            </a:xfrm>
            <a:custGeom>
              <a:avLst/>
              <a:gdLst/>
              <a:ahLst/>
              <a:cxnLst/>
              <a:rect l="l" t="t" r="r" b="b"/>
              <a:pathLst>
                <a:path w="2419" h="2275" extrusionOk="0">
                  <a:moveTo>
                    <a:pt x="1208" y="1"/>
                  </a:moveTo>
                  <a:cubicBezTo>
                    <a:pt x="1187" y="1"/>
                    <a:pt x="1164" y="13"/>
                    <a:pt x="1154" y="38"/>
                  </a:cubicBezTo>
                  <a:lnTo>
                    <a:pt x="911" y="797"/>
                  </a:lnTo>
                  <a:cubicBezTo>
                    <a:pt x="901" y="818"/>
                    <a:pt x="881" y="827"/>
                    <a:pt x="860" y="827"/>
                  </a:cubicBezTo>
                  <a:lnTo>
                    <a:pt x="71" y="827"/>
                  </a:lnTo>
                  <a:cubicBezTo>
                    <a:pt x="21" y="827"/>
                    <a:pt x="1" y="898"/>
                    <a:pt x="41" y="928"/>
                  </a:cubicBezTo>
                  <a:lnTo>
                    <a:pt x="678" y="1394"/>
                  </a:lnTo>
                  <a:cubicBezTo>
                    <a:pt x="698" y="1404"/>
                    <a:pt x="709" y="1425"/>
                    <a:pt x="698" y="1454"/>
                  </a:cubicBezTo>
                  <a:lnTo>
                    <a:pt x="456" y="2203"/>
                  </a:lnTo>
                  <a:cubicBezTo>
                    <a:pt x="440" y="2242"/>
                    <a:pt x="472" y="2274"/>
                    <a:pt x="505" y="2274"/>
                  </a:cubicBezTo>
                  <a:cubicBezTo>
                    <a:pt x="516" y="2274"/>
                    <a:pt x="527" y="2271"/>
                    <a:pt x="537" y="2264"/>
                  </a:cubicBezTo>
                  <a:lnTo>
                    <a:pt x="1174" y="1798"/>
                  </a:lnTo>
                  <a:cubicBezTo>
                    <a:pt x="1184" y="1788"/>
                    <a:pt x="1194" y="1783"/>
                    <a:pt x="1205" y="1783"/>
                  </a:cubicBezTo>
                  <a:cubicBezTo>
                    <a:pt x="1215" y="1783"/>
                    <a:pt x="1225" y="1788"/>
                    <a:pt x="1235" y="1798"/>
                  </a:cubicBezTo>
                  <a:lnTo>
                    <a:pt x="1882" y="2264"/>
                  </a:lnTo>
                  <a:cubicBezTo>
                    <a:pt x="1892" y="2271"/>
                    <a:pt x="1902" y="2274"/>
                    <a:pt x="1912" y="2274"/>
                  </a:cubicBezTo>
                  <a:cubicBezTo>
                    <a:pt x="1943" y="2274"/>
                    <a:pt x="1971" y="2242"/>
                    <a:pt x="1963" y="2203"/>
                  </a:cubicBezTo>
                  <a:lnTo>
                    <a:pt x="1710" y="1454"/>
                  </a:lnTo>
                  <a:cubicBezTo>
                    <a:pt x="1710" y="1425"/>
                    <a:pt x="1721" y="1404"/>
                    <a:pt x="1730" y="1394"/>
                  </a:cubicBezTo>
                  <a:lnTo>
                    <a:pt x="2378" y="928"/>
                  </a:lnTo>
                  <a:cubicBezTo>
                    <a:pt x="2418" y="898"/>
                    <a:pt x="2398" y="827"/>
                    <a:pt x="2348" y="827"/>
                  </a:cubicBezTo>
                  <a:lnTo>
                    <a:pt x="1548" y="827"/>
                  </a:lnTo>
                  <a:cubicBezTo>
                    <a:pt x="1528" y="827"/>
                    <a:pt x="1508" y="818"/>
                    <a:pt x="1498" y="797"/>
                  </a:cubicBezTo>
                  <a:lnTo>
                    <a:pt x="1255" y="38"/>
                  </a:lnTo>
                  <a:cubicBezTo>
                    <a:pt x="1250" y="13"/>
                    <a:pt x="1230" y="1"/>
                    <a:pt x="1208" y="1"/>
                  </a:cubicBez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1875075" y="2677825"/>
              <a:ext cx="35675" cy="33700"/>
            </a:xfrm>
            <a:custGeom>
              <a:avLst/>
              <a:gdLst/>
              <a:ahLst/>
              <a:cxnLst/>
              <a:rect l="l" t="t" r="r" b="b"/>
              <a:pathLst>
                <a:path w="1427" h="1348" extrusionOk="0">
                  <a:moveTo>
                    <a:pt x="710" y="1"/>
                  </a:moveTo>
                  <a:cubicBezTo>
                    <a:pt x="704" y="1"/>
                    <a:pt x="698" y="3"/>
                    <a:pt x="698" y="8"/>
                  </a:cubicBezTo>
                  <a:lnTo>
                    <a:pt x="537" y="494"/>
                  </a:lnTo>
                  <a:cubicBezTo>
                    <a:pt x="537" y="504"/>
                    <a:pt x="537" y="504"/>
                    <a:pt x="526" y="504"/>
                  </a:cubicBezTo>
                  <a:lnTo>
                    <a:pt x="20" y="504"/>
                  </a:lnTo>
                  <a:cubicBezTo>
                    <a:pt x="0" y="504"/>
                    <a:pt x="0" y="524"/>
                    <a:pt x="11" y="534"/>
                  </a:cubicBezTo>
                  <a:lnTo>
                    <a:pt x="425" y="828"/>
                  </a:lnTo>
                  <a:lnTo>
                    <a:pt x="425" y="848"/>
                  </a:lnTo>
                  <a:lnTo>
                    <a:pt x="274" y="1334"/>
                  </a:lnTo>
                  <a:cubicBezTo>
                    <a:pt x="266" y="1341"/>
                    <a:pt x="274" y="1348"/>
                    <a:pt x="283" y="1348"/>
                  </a:cubicBezTo>
                  <a:cubicBezTo>
                    <a:pt x="287" y="1348"/>
                    <a:pt x="291" y="1346"/>
                    <a:pt x="294" y="1343"/>
                  </a:cubicBezTo>
                  <a:lnTo>
                    <a:pt x="698" y="1050"/>
                  </a:lnTo>
                  <a:cubicBezTo>
                    <a:pt x="703" y="1045"/>
                    <a:pt x="708" y="1043"/>
                    <a:pt x="712" y="1043"/>
                  </a:cubicBezTo>
                  <a:cubicBezTo>
                    <a:pt x="716" y="1043"/>
                    <a:pt x="719" y="1045"/>
                    <a:pt x="719" y="1050"/>
                  </a:cubicBezTo>
                  <a:lnTo>
                    <a:pt x="1133" y="1343"/>
                  </a:lnTo>
                  <a:cubicBezTo>
                    <a:pt x="1136" y="1346"/>
                    <a:pt x="1139" y="1348"/>
                    <a:pt x="1142" y="1348"/>
                  </a:cubicBezTo>
                  <a:cubicBezTo>
                    <a:pt x="1148" y="1348"/>
                    <a:pt x="1153" y="1341"/>
                    <a:pt x="1153" y="1334"/>
                  </a:cubicBezTo>
                  <a:lnTo>
                    <a:pt x="991" y="848"/>
                  </a:lnTo>
                  <a:cubicBezTo>
                    <a:pt x="991" y="838"/>
                    <a:pt x="991" y="838"/>
                    <a:pt x="1002" y="828"/>
                  </a:cubicBezTo>
                  <a:lnTo>
                    <a:pt x="1416" y="534"/>
                  </a:lnTo>
                  <a:cubicBezTo>
                    <a:pt x="1427" y="524"/>
                    <a:pt x="1416" y="504"/>
                    <a:pt x="1407" y="504"/>
                  </a:cubicBezTo>
                  <a:lnTo>
                    <a:pt x="890" y="504"/>
                  </a:lnTo>
                  <a:cubicBezTo>
                    <a:pt x="890" y="504"/>
                    <a:pt x="881" y="504"/>
                    <a:pt x="881" y="494"/>
                  </a:cubicBezTo>
                  <a:lnTo>
                    <a:pt x="728" y="8"/>
                  </a:lnTo>
                  <a:cubicBezTo>
                    <a:pt x="724" y="3"/>
                    <a:pt x="716" y="1"/>
                    <a:pt x="71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1766575" y="2737700"/>
              <a:ext cx="28600" cy="28600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7" y="0"/>
                  </a:moveTo>
                  <a:lnTo>
                    <a:pt x="426" y="416"/>
                  </a:lnTo>
                  <a:lnTo>
                    <a:pt x="1" y="577"/>
                  </a:lnTo>
                  <a:lnTo>
                    <a:pt x="426" y="729"/>
                  </a:lnTo>
                  <a:lnTo>
                    <a:pt x="577" y="1144"/>
                  </a:lnTo>
                  <a:lnTo>
                    <a:pt x="729" y="729"/>
                  </a:lnTo>
                  <a:lnTo>
                    <a:pt x="1144" y="577"/>
                  </a:lnTo>
                  <a:lnTo>
                    <a:pt x="729" y="416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1819175" y="2613275"/>
              <a:ext cx="19000" cy="19000"/>
            </a:xfrm>
            <a:custGeom>
              <a:avLst/>
              <a:gdLst/>
              <a:ahLst/>
              <a:cxnLst/>
              <a:rect l="l" t="t" r="r" b="b"/>
              <a:pathLst>
                <a:path w="760" h="760" extrusionOk="0">
                  <a:moveTo>
                    <a:pt x="375" y="0"/>
                  </a:moveTo>
                  <a:lnTo>
                    <a:pt x="274" y="274"/>
                  </a:lnTo>
                  <a:lnTo>
                    <a:pt x="1" y="375"/>
                  </a:lnTo>
                  <a:lnTo>
                    <a:pt x="274" y="476"/>
                  </a:lnTo>
                  <a:lnTo>
                    <a:pt x="375" y="760"/>
                  </a:lnTo>
                  <a:lnTo>
                    <a:pt x="487" y="476"/>
                  </a:lnTo>
                  <a:lnTo>
                    <a:pt x="759" y="375"/>
                  </a:lnTo>
                  <a:lnTo>
                    <a:pt x="487" y="274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1791875" y="2716450"/>
              <a:ext cx="13425" cy="13450"/>
            </a:xfrm>
            <a:custGeom>
              <a:avLst/>
              <a:gdLst/>
              <a:ahLst/>
              <a:cxnLst/>
              <a:rect l="l" t="t" r="r" b="b"/>
              <a:pathLst>
                <a:path w="537" h="538" extrusionOk="0">
                  <a:moveTo>
                    <a:pt x="273" y="1"/>
                  </a:moveTo>
                  <a:lnTo>
                    <a:pt x="203" y="203"/>
                  </a:lnTo>
                  <a:lnTo>
                    <a:pt x="0" y="274"/>
                  </a:lnTo>
                  <a:lnTo>
                    <a:pt x="203" y="345"/>
                  </a:lnTo>
                  <a:lnTo>
                    <a:pt x="273" y="537"/>
                  </a:lnTo>
                  <a:lnTo>
                    <a:pt x="344" y="345"/>
                  </a:lnTo>
                  <a:lnTo>
                    <a:pt x="536" y="274"/>
                  </a:lnTo>
                  <a:lnTo>
                    <a:pt x="344" y="203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1994425" y="27038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36" y="1"/>
                  </a:moveTo>
                  <a:lnTo>
                    <a:pt x="324" y="325"/>
                  </a:lnTo>
                  <a:lnTo>
                    <a:pt x="1" y="446"/>
                  </a:lnTo>
                  <a:lnTo>
                    <a:pt x="324" y="558"/>
                  </a:lnTo>
                  <a:lnTo>
                    <a:pt x="436" y="881"/>
                  </a:lnTo>
                  <a:lnTo>
                    <a:pt x="557" y="558"/>
                  </a:lnTo>
                  <a:lnTo>
                    <a:pt x="881" y="446"/>
                  </a:lnTo>
                  <a:lnTo>
                    <a:pt x="557" y="325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1920350" y="2608225"/>
              <a:ext cx="22000" cy="22025"/>
            </a:xfrm>
            <a:custGeom>
              <a:avLst/>
              <a:gdLst/>
              <a:ahLst/>
              <a:cxnLst/>
              <a:rect l="l" t="t" r="r" b="b"/>
              <a:pathLst>
                <a:path w="880" h="881" extrusionOk="0">
                  <a:moveTo>
                    <a:pt x="435" y="0"/>
                  </a:moveTo>
                  <a:lnTo>
                    <a:pt x="313" y="324"/>
                  </a:lnTo>
                  <a:lnTo>
                    <a:pt x="0" y="436"/>
                  </a:lnTo>
                  <a:lnTo>
                    <a:pt x="313" y="557"/>
                  </a:lnTo>
                  <a:lnTo>
                    <a:pt x="435" y="881"/>
                  </a:lnTo>
                  <a:lnTo>
                    <a:pt x="556" y="557"/>
                  </a:lnTo>
                  <a:lnTo>
                    <a:pt x="880" y="436"/>
                  </a:lnTo>
                  <a:lnTo>
                    <a:pt x="556" y="324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1984325" y="268965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63" y="0"/>
                  </a:moveTo>
                  <a:lnTo>
                    <a:pt x="193" y="193"/>
                  </a:lnTo>
                  <a:lnTo>
                    <a:pt x="0" y="263"/>
                  </a:lnTo>
                  <a:lnTo>
                    <a:pt x="193" y="335"/>
                  </a:lnTo>
                  <a:lnTo>
                    <a:pt x="263" y="537"/>
                  </a:lnTo>
                  <a:lnTo>
                    <a:pt x="344" y="335"/>
                  </a:lnTo>
                  <a:lnTo>
                    <a:pt x="537" y="263"/>
                  </a:lnTo>
                  <a:lnTo>
                    <a:pt x="344" y="193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1851050" y="2594825"/>
              <a:ext cx="10900" cy="10900"/>
            </a:xfrm>
            <a:custGeom>
              <a:avLst/>
              <a:gdLst/>
              <a:ahLst/>
              <a:cxnLst/>
              <a:rect l="l" t="t" r="r" b="b"/>
              <a:pathLst>
                <a:path w="436" h="436" extrusionOk="0">
                  <a:moveTo>
                    <a:pt x="213" y="0"/>
                  </a:moveTo>
                  <a:lnTo>
                    <a:pt x="152" y="152"/>
                  </a:lnTo>
                  <a:lnTo>
                    <a:pt x="1" y="212"/>
                  </a:lnTo>
                  <a:lnTo>
                    <a:pt x="152" y="273"/>
                  </a:lnTo>
                  <a:lnTo>
                    <a:pt x="213" y="435"/>
                  </a:lnTo>
                  <a:lnTo>
                    <a:pt x="273" y="273"/>
                  </a:lnTo>
                  <a:lnTo>
                    <a:pt x="435" y="212"/>
                  </a:lnTo>
                  <a:lnTo>
                    <a:pt x="273" y="1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1432775" y="3323150"/>
              <a:ext cx="38975" cy="53375"/>
            </a:xfrm>
            <a:custGeom>
              <a:avLst/>
              <a:gdLst/>
              <a:ahLst/>
              <a:cxnLst/>
              <a:rect l="l" t="t" r="r" b="b"/>
              <a:pathLst>
                <a:path w="1559" h="2135" extrusionOk="0">
                  <a:moveTo>
                    <a:pt x="576" y="1"/>
                  </a:moveTo>
                  <a:lnTo>
                    <a:pt x="0" y="354"/>
                  </a:lnTo>
                  <a:lnTo>
                    <a:pt x="941" y="2135"/>
                  </a:lnTo>
                  <a:lnTo>
                    <a:pt x="1558" y="1862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1674525" y="3404825"/>
              <a:ext cx="52875" cy="16725"/>
            </a:xfrm>
            <a:custGeom>
              <a:avLst/>
              <a:gdLst/>
              <a:ahLst/>
              <a:cxnLst/>
              <a:rect l="l" t="t" r="r" b="b"/>
              <a:pathLst>
                <a:path w="2115" h="669" extrusionOk="0">
                  <a:moveTo>
                    <a:pt x="1" y="1"/>
                  </a:moveTo>
                  <a:lnTo>
                    <a:pt x="51" y="668"/>
                  </a:lnTo>
                  <a:lnTo>
                    <a:pt x="2064" y="668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1651775" y="2660075"/>
              <a:ext cx="20000" cy="18875"/>
            </a:xfrm>
            <a:custGeom>
              <a:avLst/>
              <a:gdLst/>
              <a:ahLst/>
              <a:cxnLst/>
              <a:rect l="l" t="t" r="r" b="b"/>
              <a:pathLst>
                <a:path w="800" h="755" extrusionOk="0">
                  <a:moveTo>
                    <a:pt x="572" y="1"/>
                  </a:moveTo>
                  <a:cubicBezTo>
                    <a:pt x="461" y="1"/>
                    <a:pt x="317" y="74"/>
                    <a:pt x="203" y="203"/>
                  </a:cubicBezTo>
                  <a:cubicBezTo>
                    <a:pt x="41" y="394"/>
                    <a:pt x="0" y="617"/>
                    <a:pt x="111" y="708"/>
                  </a:cubicBezTo>
                  <a:cubicBezTo>
                    <a:pt x="146" y="740"/>
                    <a:pt x="189" y="754"/>
                    <a:pt x="238" y="754"/>
                  </a:cubicBezTo>
                  <a:cubicBezTo>
                    <a:pt x="349" y="754"/>
                    <a:pt x="485" y="679"/>
                    <a:pt x="597" y="547"/>
                  </a:cubicBezTo>
                  <a:cubicBezTo>
                    <a:pt x="759" y="364"/>
                    <a:pt x="799" y="142"/>
                    <a:pt x="688" y="41"/>
                  </a:cubicBezTo>
                  <a:cubicBezTo>
                    <a:pt x="658" y="14"/>
                    <a:pt x="618" y="1"/>
                    <a:pt x="57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1867750" y="2538800"/>
              <a:ext cx="22775" cy="15850"/>
            </a:xfrm>
            <a:custGeom>
              <a:avLst/>
              <a:gdLst/>
              <a:ahLst/>
              <a:cxnLst/>
              <a:rect l="l" t="t" r="r" b="b"/>
              <a:pathLst>
                <a:path w="911" h="634" extrusionOk="0">
                  <a:moveTo>
                    <a:pt x="286" y="0"/>
                  </a:moveTo>
                  <a:cubicBezTo>
                    <a:pt x="189" y="0"/>
                    <a:pt x="108" y="34"/>
                    <a:pt x="71" y="97"/>
                  </a:cubicBezTo>
                  <a:cubicBezTo>
                    <a:pt x="0" y="218"/>
                    <a:pt x="111" y="421"/>
                    <a:pt x="324" y="542"/>
                  </a:cubicBezTo>
                  <a:cubicBezTo>
                    <a:pt x="430" y="603"/>
                    <a:pt x="539" y="633"/>
                    <a:pt x="630" y="633"/>
                  </a:cubicBezTo>
                  <a:cubicBezTo>
                    <a:pt x="721" y="633"/>
                    <a:pt x="794" y="603"/>
                    <a:pt x="830" y="542"/>
                  </a:cubicBezTo>
                  <a:cubicBezTo>
                    <a:pt x="911" y="410"/>
                    <a:pt x="789" y="218"/>
                    <a:pt x="576" y="86"/>
                  </a:cubicBezTo>
                  <a:cubicBezTo>
                    <a:pt x="480" y="28"/>
                    <a:pt x="376" y="0"/>
                    <a:pt x="28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2374525" y="2906500"/>
              <a:ext cx="22800" cy="15850"/>
            </a:xfrm>
            <a:custGeom>
              <a:avLst/>
              <a:gdLst/>
              <a:ahLst/>
              <a:cxnLst/>
              <a:rect l="l" t="t" r="r" b="b"/>
              <a:pathLst>
                <a:path w="912" h="634" extrusionOk="0">
                  <a:moveTo>
                    <a:pt x="287" y="1"/>
                  </a:moveTo>
                  <a:cubicBezTo>
                    <a:pt x="189" y="1"/>
                    <a:pt x="108" y="34"/>
                    <a:pt x="71" y="97"/>
                  </a:cubicBezTo>
                  <a:cubicBezTo>
                    <a:pt x="1" y="219"/>
                    <a:pt x="112" y="421"/>
                    <a:pt x="325" y="542"/>
                  </a:cubicBezTo>
                  <a:cubicBezTo>
                    <a:pt x="431" y="603"/>
                    <a:pt x="539" y="633"/>
                    <a:pt x="630" y="633"/>
                  </a:cubicBezTo>
                  <a:cubicBezTo>
                    <a:pt x="721" y="633"/>
                    <a:pt x="795" y="603"/>
                    <a:pt x="830" y="542"/>
                  </a:cubicBezTo>
                  <a:cubicBezTo>
                    <a:pt x="911" y="410"/>
                    <a:pt x="790" y="219"/>
                    <a:pt x="577" y="87"/>
                  </a:cubicBezTo>
                  <a:cubicBezTo>
                    <a:pt x="480" y="29"/>
                    <a:pt x="377" y="1"/>
                    <a:pt x="287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1872300" y="3073800"/>
              <a:ext cx="22775" cy="15700"/>
            </a:xfrm>
            <a:custGeom>
              <a:avLst/>
              <a:gdLst/>
              <a:ahLst/>
              <a:cxnLst/>
              <a:rect l="l" t="t" r="r" b="b"/>
              <a:pathLst>
                <a:path w="911" h="628" extrusionOk="0">
                  <a:moveTo>
                    <a:pt x="276" y="0"/>
                  </a:moveTo>
                  <a:cubicBezTo>
                    <a:pt x="182" y="0"/>
                    <a:pt x="106" y="30"/>
                    <a:pt x="71" y="91"/>
                  </a:cubicBezTo>
                  <a:cubicBezTo>
                    <a:pt x="0" y="213"/>
                    <a:pt x="111" y="415"/>
                    <a:pt x="324" y="536"/>
                  </a:cubicBezTo>
                  <a:cubicBezTo>
                    <a:pt x="430" y="597"/>
                    <a:pt x="541" y="627"/>
                    <a:pt x="635" y="627"/>
                  </a:cubicBezTo>
                  <a:cubicBezTo>
                    <a:pt x="728" y="627"/>
                    <a:pt x="804" y="597"/>
                    <a:pt x="839" y="536"/>
                  </a:cubicBezTo>
                  <a:cubicBezTo>
                    <a:pt x="911" y="405"/>
                    <a:pt x="799" y="213"/>
                    <a:pt x="587" y="91"/>
                  </a:cubicBezTo>
                  <a:cubicBezTo>
                    <a:pt x="481" y="30"/>
                    <a:pt x="369" y="0"/>
                    <a:pt x="27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1796175" y="3192550"/>
              <a:ext cx="16700" cy="21125"/>
            </a:xfrm>
            <a:custGeom>
              <a:avLst/>
              <a:gdLst/>
              <a:ahLst/>
              <a:cxnLst/>
              <a:rect l="l" t="t" r="r" b="b"/>
              <a:pathLst>
                <a:path w="668" h="845" extrusionOk="0">
                  <a:moveTo>
                    <a:pt x="431" y="1"/>
                  </a:moveTo>
                  <a:cubicBezTo>
                    <a:pt x="309" y="1"/>
                    <a:pt x="168" y="132"/>
                    <a:pt x="91" y="329"/>
                  </a:cubicBezTo>
                  <a:cubicBezTo>
                    <a:pt x="0" y="551"/>
                    <a:pt x="40" y="783"/>
                    <a:pt x="172" y="834"/>
                  </a:cubicBezTo>
                  <a:cubicBezTo>
                    <a:pt x="190" y="841"/>
                    <a:pt x="209" y="845"/>
                    <a:pt x="228" y="845"/>
                  </a:cubicBezTo>
                  <a:cubicBezTo>
                    <a:pt x="351" y="845"/>
                    <a:pt x="498" y="713"/>
                    <a:pt x="577" y="520"/>
                  </a:cubicBezTo>
                  <a:cubicBezTo>
                    <a:pt x="668" y="288"/>
                    <a:pt x="638" y="66"/>
                    <a:pt x="496" y="15"/>
                  </a:cubicBezTo>
                  <a:cubicBezTo>
                    <a:pt x="475" y="5"/>
                    <a:pt x="454" y="1"/>
                    <a:pt x="431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1397875" y="2978950"/>
              <a:ext cx="16450" cy="21275"/>
            </a:xfrm>
            <a:custGeom>
              <a:avLst/>
              <a:gdLst/>
              <a:ahLst/>
              <a:cxnLst/>
              <a:rect l="l" t="t" r="r" b="b"/>
              <a:pathLst>
                <a:path w="658" h="851" extrusionOk="0">
                  <a:moveTo>
                    <a:pt x="439" y="1"/>
                  </a:moveTo>
                  <a:cubicBezTo>
                    <a:pt x="316" y="1"/>
                    <a:pt x="170" y="133"/>
                    <a:pt x="91" y="324"/>
                  </a:cubicBezTo>
                  <a:cubicBezTo>
                    <a:pt x="0" y="558"/>
                    <a:pt x="30" y="780"/>
                    <a:pt x="162" y="841"/>
                  </a:cubicBezTo>
                  <a:cubicBezTo>
                    <a:pt x="180" y="848"/>
                    <a:pt x="199" y="851"/>
                    <a:pt x="218" y="851"/>
                  </a:cubicBezTo>
                  <a:cubicBezTo>
                    <a:pt x="341" y="851"/>
                    <a:pt x="488" y="719"/>
                    <a:pt x="567" y="527"/>
                  </a:cubicBezTo>
                  <a:cubicBezTo>
                    <a:pt x="657" y="295"/>
                    <a:pt x="627" y="72"/>
                    <a:pt x="496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1542025" y="2750850"/>
              <a:ext cx="16700" cy="21100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439" y="1"/>
                  </a:moveTo>
                  <a:cubicBezTo>
                    <a:pt x="316" y="1"/>
                    <a:pt x="170" y="132"/>
                    <a:pt x="91" y="324"/>
                  </a:cubicBezTo>
                  <a:cubicBezTo>
                    <a:pt x="0" y="557"/>
                    <a:pt x="30" y="780"/>
                    <a:pt x="162" y="830"/>
                  </a:cubicBezTo>
                  <a:cubicBezTo>
                    <a:pt x="184" y="839"/>
                    <a:pt x="207" y="844"/>
                    <a:pt x="231" y="844"/>
                  </a:cubicBezTo>
                  <a:cubicBezTo>
                    <a:pt x="359" y="844"/>
                    <a:pt x="500" y="713"/>
                    <a:pt x="576" y="517"/>
                  </a:cubicBezTo>
                  <a:cubicBezTo>
                    <a:pt x="668" y="294"/>
                    <a:pt x="627" y="61"/>
                    <a:pt x="495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2195225" y="2612175"/>
              <a:ext cx="16725" cy="21100"/>
            </a:xfrm>
            <a:custGeom>
              <a:avLst/>
              <a:gdLst/>
              <a:ahLst/>
              <a:cxnLst/>
              <a:rect l="l" t="t" r="r" b="b"/>
              <a:pathLst>
                <a:path w="669" h="844" extrusionOk="0">
                  <a:moveTo>
                    <a:pt x="437" y="0"/>
                  </a:moveTo>
                  <a:cubicBezTo>
                    <a:pt x="310" y="0"/>
                    <a:pt x="168" y="132"/>
                    <a:pt x="92" y="328"/>
                  </a:cubicBezTo>
                  <a:cubicBezTo>
                    <a:pt x="1" y="550"/>
                    <a:pt x="41" y="773"/>
                    <a:pt x="173" y="834"/>
                  </a:cubicBezTo>
                  <a:cubicBezTo>
                    <a:pt x="191" y="841"/>
                    <a:pt x="210" y="844"/>
                    <a:pt x="230" y="844"/>
                  </a:cubicBezTo>
                  <a:cubicBezTo>
                    <a:pt x="352" y="844"/>
                    <a:pt x="499" y="712"/>
                    <a:pt x="578" y="520"/>
                  </a:cubicBezTo>
                  <a:cubicBezTo>
                    <a:pt x="668" y="287"/>
                    <a:pt x="638" y="65"/>
                    <a:pt x="506" y="15"/>
                  </a:cubicBezTo>
                  <a:cubicBezTo>
                    <a:pt x="484" y="5"/>
                    <a:pt x="461" y="0"/>
                    <a:pt x="437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1452225" y="2640900"/>
              <a:ext cx="18250" cy="19750"/>
            </a:xfrm>
            <a:custGeom>
              <a:avLst/>
              <a:gdLst/>
              <a:ahLst/>
              <a:cxnLst/>
              <a:rect l="l" t="t" r="r" b="b"/>
              <a:pathLst>
                <a:path w="730" h="790" extrusionOk="0">
                  <a:moveTo>
                    <a:pt x="219" y="1"/>
                  </a:moveTo>
                  <a:cubicBezTo>
                    <a:pt x="184" y="1"/>
                    <a:pt x="151" y="9"/>
                    <a:pt x="122" y="28"/>
                  </a:cubicBezTo>
                  <a:cubicBezTo>
                    <a:pt x="1" y="100"/>
                    <a:pt x="11" y="332"/>
                    <a:pt x="153" y="534"/>
                  </a:cubicBezTo>
                  <a:cubicBezTo>
                    <a:pt x="256" y="693"/>
                    <a:pt x="403" y="790"/>
                    <a:pt x="520" y="790"/>
                  </a:cubicBezTo>
                  <a:cubicBezTo>
                    <a:pt x="552" y="790"/>
                    <a:pt x="582" y="782"/>
                    <a:pt x="608" y="767"/>
                  </a:cubicBezTo>
                  <a:cubicBezTo>
                    <a:pt x="729" y="686"/>
                    <a:pt x="719" y="453"/>
                    <a:pt x="587" y="251"/>
                  </a:cubicBezTo>
                  <a:cubicBezTo>
                    <a:pt x="479" y="96"/>
                    <a:pt x="335" y="1"/>
                    <a:pt x="219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2246075" y="2685475"/>
              <a:ext cx="18975" cy="19500"/>
            </a:xfrm>
            <a:custGeom>
              <a:avLst/>
              <a:gdLst/>
              <a:ahLst/>
              <a:cxnLst/>
              <a:rect l="l" t="t" r="r" b="b"/>
              <a:pathLst>
                <a:path w="759" h="780" extrusionOk="0">
                  <a:moveTo>
                    <a:pt x="541" y="1"/>
                  </a:moveTo>
                  <a:cubicBezTo>
                    <a:pt x="428" y="1"/>
                    <a:pt x="284" y="90"/>
                    <a:pt x="172" y="239"/>
                  </a:cubicBezTo>
                  <a:cubicBezTo>
                    <a:pt x="30" y="430"/>
                    <a:pt x="0" y="664"/>
                    <a:pt x="122" y="744"/>
                  </a:cubicBezTo>
                  <a:cubicBezTo>
                    <a:pt x="151" y="768"/>
                    <a:pt x="187" y="780"/>
                    <a:pt x="227" y="780"/>
                  </a:cubicBezTo>
                  <a:cubicBezTo>
                    <a:pt x="340" y="780"/>
                    <a:pt x="485" y="691"/>
                    <a:pt x="597" y="542"/>
                  </a:cubicBezTo>
                  <a:cubicBezTo>
                    <a:pt x="738" y="350"/>
                    <a:pt x="758" y="117"/>
                    <a:pt x="648" y="36"/>
                  </a:cubicBezTo>
                  <a:cubicBezTo>
                    <a:pt x="618" y="12"/>
                    <a:pt x="582" y="1"/>
                    <a:pt x="541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1979750" y="3144725"/>
              <a:ext cx="19025" cy="19400"/>
            </a:xfrm>
            <a:custGeom>
              <a:avLst/>
              <a:gdLst/>
              <a:ahLst/>
              <a:cxnLst/>
              <a:rect l="l" t="t" r="r" b="b"/>
              <a:pathLst>
                <a:path w="761" h="776" extrusionOk="0">
                  <a:moveTo>
                    <a:pt x="535" y="1"/>
                  </a:moveTo>
                  <a:cubicBezTo>
                    <a:pt x="419" y="1"/>
                    <a:pt x="277" y="87"/>
                    <a:pt x="173" y="228"/>
                  </a:cubicBezTo>
                  <a:cubicBezTo>
                    <a:pt x="21" y="431"/>
                    <a:pt x="1" y="653"/>
                    <a:pt x="113" y="745"/>
                  </a:cubicBezTo>
                  <a:cubicBezTo>
                    <a:pt x="144" y="765"/>
                    <a:pt x="181" y="776"/>
                    <a:pt x="222" y="776"/>
                  </a:cubicBezTo>
                  <a:cubicBezTo>
                    <a:pt x="339" y="776"/>
                    <a:pt x="483" y="692"/>
                    <a:pt x="588" y="542"/>
                  </a:cubicBezTo>
                  <a:cubicBezTo>
                    <a:pt x="740" y="350"/>
                    <a:pt x="760" y="117"/>
                    <a:pt x="648" y="36"/>
                  </a:cubicBezTo>
                  <a:cubicBezTo>
                    <a:pt x="616" y="12"/>
                    <a:pt x="577" y="1"/>
                    <a:pt x="535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1769350" y="3005750"/>
              <a:ext cx="19525" cy="19175"/>
            </a:xfrm>
            <a:custGeom>
              <a:avLst/>
              <a:gdLst/>
              <a:ahLst/>
              <a:cxnLst/>
              <a:rect l="l" t="t" r="r" b="b"/>
              <a:pathLst>
                <a:path w="781" h="767" extrusionOk="0">
                  <a:moveTo>
                    <a:pt x="218" y="0"/>
                  </a:moveTo>
                  <a:cubicBezTo>
                    <a:pt x="178" y="0"/>
                    <a:pt x="142" y="11"/>
                    <a:pt x="112" y="32"/>
                  </a:cubicBezTo>
                  <a:cubicBezTo>
                    <a:pt x="1" y="122"/>
                    <a:pt x="32" y="355"/>
                    <a:pt x="183" y="547"/>
                  </a:cubicBezTo>
                  <a:cubicBezTo>
                    <a:pt x="293" y="686"/>
                    <a:pt x="433" y="767"/>
                    <a:pt x="549" y="767"/>
                  </a:cubicBezTo>
                  <a:cubicBezTo>
                    <a:pt x="594" y="767"/>
                    <a:pt x="635" y="755"/>
                    <a:pt x="668" y="729"/>
                  </a:cubicBezTo>
                  <a:cubicBezTo>
                    <a:pt x="780" y="639"/>
                    <a:pt x="740" y="406"/>
                    <a:pt x="587" y="214"/>
                  </a:cubicBezTo>
                  <a:cubicBezTo>
                    <a:pt x="476" y="80"/>
                    <a:pt x="331" y="0"/>
                    <a:pt x="218" y="0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1485375" y="2962600"/>
              <a:ext cx="19475" cy="19100"/>
            </a:xfrm>
            <a:custGeom>
              <a:avLst/>
              <a:gdLst/>
              <a:ahLst/>
              <a:cxnLst/>
              <a:rect l="l" t="t" r="r" b="b"/>
              <a:pathLst>
                <a:path w="779" h="764" extrusionOk="0">
                  <a:moveTo>
                    <a:pt x="227" y="1"/>
                  </a:moveTo>
                  <a:cubicBezTo>
                    <a:pt x="182" y="1"/>
                    <a:pt x="142" y="13"/>
                    <a:pt x="111" y="38"/>
                  </a:cubicBezTo>
                  <a:cubicBezTo>
                    <a:pt x="0" y="129"/>
                    <a:pt x="30" y="351"/>
                    <a:pt x="182" y="544"/>
                  </a:cubicBezTo>
                  <a:cubicBezTo>
                    <a:pt x="299" y="682"/>
                    <a:pt x="442" y="763"/>
                    <a:pt x="555" y="763"/>
                  </a:cubicBezTo>
                  <a:cubicBezTo>
                    <a:pt x="598" y="763"/>
                    <a:pt x="637" y="751"/>
                    <a:pt x="668" y="726"/>
                  </a:cubicBezTo>
                  <a:cubicBezTo>
                    <a:pt x="779" y="635"/>
                    <a:pt x="749" y="412"/>
                    <a:pt x="597" y="220"/>
                  </a:cubicBezTo>
                  <a:cubicBezTo>
                    <a:pt x="488" y="81"/>
                    <a:pt x="341" y="1"/>
                    <a:pt x="227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1470700" y="3110500"/>
              <a:ext cx="20000" cy="18850"/>
            </a:xfrm>
            <a:custGeom>
              <a:avLst/>
              <a:gdLst/>
              <a:ahLst/>
              <a:cxnLst/>
              <a:rect l="l" t="t" r="r" b="b"/>
              <a:pathLst>
                <a:path w="800" h="754" extrusionOk="0">
                  <a:moveTo>
                    <a:pt x="569" y="0"/>
                  </a:moveTo>
                  <a:cubicBezTo>
                    <a:pt x="457" y="0"/>
                    <a:pt x="318" y="75"/>
                    <a:pt x="203" y="212"/>
                  </a:cubicBezTo>
                  <a:cubicBezTo>
                    <a:pt x="41" y="394"/>
                    <a:pt x="1" y="616"/>
                    <a:pt x="111" y="707"/>
                  </a:cubicBezTo>
                  <a:cubicBezTo>
                    <a:pt x="143" y="738"/>
                    <a:pt x="185" y="753"/>
                    <a:pt x="234" y="753"/>
                  </a:cubicBezTo>
                  <a:cubicBezTo>
                    <a:pt x="344" y="753"/>
                    <a:pt x="485" y="678"/>
                    <a:pt x="597" y="545"/>
                  </a:cubicBezTo>
                  <a:cubicBezTo>
                    <a:pt x="759" y="363"/>
                    <a:pt x="799" y="141"/>
                    <a:pt x="688" y="39"/>
                  </a:cubicBezTo>
                  <a:cubicBezTo>
                    <a:pt x="656" y="13"/>
                    <a:pt x="615" y="0"/>
                    <a:pt x="569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1940825" y="3010325"/>
              <a:ext cx="22025" cy="16950"/>
            </a:xfrm>
            <a:custGeom>
              <a:avLst/>
              <a:gdLst/>
              <a:ahLst/>
              <a:cxnLst/>
              <a:rect l="l" t="t" r="r" b="b"/>
              <a:pathLst>
                <a:path w="881" h="678" extrusionOk="0">
                  <a:moveTo>
                    <a:pt x="256" y="0"/>
                  </a:moveTo>
                  <a:cubicBezTo>
                    <a:pt x="182" y="0"/>
                    <a:pt x="120" y="24"/>
                    <a:pt x="81" y="71"/>
                  </a:cubicBezTo>
                  <a:cubicBezTo>
                    <a:pt x="0" y="193"/>
                    <a:pt x="81" y="405"/>
                    <a:pt x="283" y="546"/>
                  </a:cubicBezTo>
                  <a:cubicBezTo>
                    <a:pt x="394" y="634"/>
                    <a:pt x="519" y="678"/>
                    <a:pt x="620" y="678"/>
                  </a:cubicBezTo>
                  <a:cubicBezTo>
                    <a:pt x="694" y="678"/>
                    <a:pt x="755" y="654"/>
                    <a:pt x="789" y="607"/>
                  </a:cubicBezTo>
                  <a:cubicBezTo>
                    <a:pt x="881" y="486"/>
                    <a:pt x="789" y="274"/>
                    <a:pt x="597" y="132"/>
                  </a:cubicBezTo>
                  <a:cubicBezTo>
                    <a:pt x="481" y="44"/>
                    <a:pt x="357" y="0"/>
                    <a:pt x="25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2072075" y="2658050"/>
              <a:ext cx="22275" cy="16950"/>
            </a:xfrm>
            <a:custGeom>
              <a:avLst/>
              <a:gdLst/>
              <a:ahLst/>
              <a:cxnLst/>
              <a:rect l="l" t="t" r="r" b="b"/>
              <a:pathLst>
                <a:path w="891" h="678" extrusionOk="0">
                  <a:moveTo>
                    <a:pt x="265" y="0"/>
                  </a:moveTo>
                  <a:cubicBezTo>
                    <a:pt x="192" y="0"/>
                    <a:pt x="130" y="24"/>
                    <a:pt x="91" y="71"/>
                  </a:cubicBezTo>
                  <a:cubicBezTo>
                    <a:pt x="1" y="192"/>
                    <a:pt x="91" y="405"/>
                    <a:pt x="284" y="547"/>
                  </a:cubicBezTo>
                  <a:cubicBezTo>
                    <a:pt x="401" y="634"/>
                    <a:pt x="524" y="678"/>
                    <a:pt x="625" y="678"/>
                  </a:cubicBezTo>
                  <a:cubicBezTo>
                    <a:pt x="699" y="678"/>
                    <a:pt x="761" y="654"/>
                    <a:pt x="799" y="607"/>
                  </a:cubicBezTo>
                  <a:cubicBezTo>
                    <a:pt x="891" y="486"/>
                    <a:pt x="799" y="273"/>
                    <a:pt x="597" y="131"/>
                  </a:cubicBezTo>
                  <a:cubicBezTo>
                    <a:pt x="486" y="44"/>
                    <a:pt x="365" y="0"/>
                    <a:pt x="265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2311300" y="3035175"/>
              <a:ext cx="18500" cy="19650"/>
            </a:xfrm>
            <a:custGeom>
              <a:avLst/>
              <a:gdLst/>
              <a:ahLst/>
              <a:cxnLst/>
              <a:rect l="l" t="t" r="r" b="b"/>
              <a:pathLst>
                <a:path w="740" h="786" extrusionOk="0">
                  <a:moveTo>
                    <a:pt x="216" y="0"/>
                  </a:moveTo>
                  <a:cubicBezTo>
                    <a:pt x="180" y="0"/>
                    <a:pt x="149" y="9"/>
                    <a:pt x="122" y="28"/>
                  </a:cubicBezTo>
                  <a:cubicBezTo>
                    <a:pt x="1" y="109"/>
                    <a:pt x="21" y="341"/>
                    <a:pt x="152" y="544"/>
                  </a:cubicBezTo>
                  <a:cubicBezTo>
                    <a:pt x="259" y="696"/>
                    <a:pt x="407" y="786"/>
                    <a:pt x="525" y="786"/>
                  </a:cubicBezTo>
                  <a:cubicBezTo>
                    <a:pt x="563" y="786"/>
                    <a:pt x="598" y="776"/>
                    <a:pt x="628" y="757"/>
                  </a:cubicBezTo>
                  <a:cubicBezTo>
                    <a:pt x="739" y="676"/>
                    <a:pt x="729" y="443"/>
                    <a:pt x="588" y="240"/>
                  </a:cubicBezTo>
                  <a:cubicBezTo>
                    <a:pt x="480" y="94"/>
                    <a:pt x="330" y="0"/>
                    <a:pt x="21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4" name="Google Shape;884;p29"/>
          <p:cNvGrpSpPr/>
          <p:nvPr/>
        </p:nvGrpSpPr>
        <p:grpSpPr>
          <a:xfrm>
            <a:off x="5873863" y="1001960"/>
            <a:ext cx="2483039" cy="899630"/>
            <a:chOff x="2980561" y="1931225"/>
            <a:chExt cx="514396" cy="186371"/>
          </a:xfrm>
        </p:grpSpPr>
        <p:sp>
          <p:nvSpPr>
            <p:cNvPr id="885" name="Google Shape;885;p29"/>
            <p:cNvSpPr/>
            <p:nvPr/>
          </p:nvSpPr>
          <p:spPr>
            <a:xfrm>
              <a:off x="3135725" y="1932500"/>
              <a:ext cx="130275" cy="47050"/>
            </a:xfrm>
            <a:custGeom>
              <a:avLst/>
              <a:gdLst/>
              <a:ahLst/>
              <a:cxnLst/>
              <a:rect l="l" t="t" r="r" b="b"/>
              <a:pathLst>
                <a:path w="5211" h="1882" extrusionOk="0">
                  <a:moveTo>
                    <a:pt x="3227" y="0"/>
                  </a:moveTo>
                  <a:cubicBezTo>
                    <a:pt x="2874" y="0"/>
                    <a:pt x="2580" y="274"/>
                    <a:pt x="2550" y="618"/>
                  </a:cubicBezTo>
                  <a:cubicBezTo>
                    <a:pt x="2499" y="587"/>
                    <a:pt x="2429" y="567"/>
                    <a:pt x="2368" y="567"/>
                  </a:cubicBezTo>
                  <a:cubicBezTo>
                    <a:pt x="2256" y="567"/>
                    <a:pt x="2155" y="618"/>
                    <a:pt x="2085" y="688"/>
                  </a:cubicBezTo>
                  <a:cubicBezTo>
                    <a:pt x="1973" y="537"/>
                    <a:pt x="1791" y="435"/>
                    <a:pt x="1589" y="435"/>
                  </a:cubicBezTo>
                  <a:cubicBezTo>
                    <a:pt x="1245" y="435"/>
                    <a:pt x="972" y="719"/>
                    <a:pt x="972" y="1052"/>
                  </a:cubicBezTo>
                  <a:lnTo>
                    <a:pt x="972" y="1063"/>
                  </a:lnTo>
                  <a:cubicBezTo>
                    <a:pt x="709" y="1083"/>
                    <a:pt x="507" y="1275"/>
                    <a:pt x="466" y="1528"/>
                  </a:cubicBezTo>
                  <a:cubicBezTo>
                    <a:pt x="436" y="1517"/>
                    <a:pt x="406" y="1517"/>
                    <a:pt x="375" y="1517"/>
                  </a:cubicBezTo>
                  <a:cubicBezTo>
                    <a:pt x="163" y="1517"/>
                    <a:pt x="1" y="1679"/>
                    <a:pt x="1" y="1882"/>
                  </a:cubicBezTo>
                  <a:lnTo>
                    <a:pt x="5200" y="1882"/>
                  </a:lnTo>
                  <a:cubicBezTo>
                    <a:pt x="5200" y="1872"/>
                    <a:pt x="5210" y="1852"/>
                    <a:pt x="5210" y="1831"/>
                  </a:cubicBezTo>
                  <a:cubicBezTo>
                    <a:pt x="5210" y="1568"/>
                    <a:pt x="4998" y="1356"/>
                    <a:pt x="4735" y="1356"/>
                  </a:cubicBezTo>
                  <a:cubicBezTo>
                    <a:pt x="4644" y="1356"/>
                    <a:pt x="4553" y="1386"/>
                    <a:pt x="4482" y="1427"/>
                  </a:cubicBezTo>
                  <a:cubicBezTo>
                    <a:pt x="4441" y="1164"/>
                    <a:pt x="4219" y="961"/>
                    <a:pt x="3936" y="961"/>
                  </a:cubicBezTo>
                  <a:cubicBezTo>
                    <a:pt x="3906" y="961"/>
                    <a:pt x="3875" y="971"/>
                    <a:pt x="3845" y="971"/>
                  </a:cubicBezTo>
                  <a:cubicBezTo>
                    <a:pt x="3885" y="881"/>
                    <a:pt x="3906" y="779"/>
                    <a:pt x="3906" y="678"/>
                  </a:cubicBezTo>
                  <a:cubicBezTo>
                    <a:pt x="3906" y="304"/>
                    <a:pt x="3602" y="0"/>
                    <a:pt x="3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3279625" y="2026575"/>
              <a:ext cx="183156" cy="47045"/>
            </a:xfrm>
            <a:custGeom>
              <a:avLst/>
              <a:gdLst/>
              <a:ahLst/>
              <a:cxnLst/>
              <a:rect l="l" t="t" r="r" b="b"/>
              <a:pathLst>
                <a:path w="10714" h="2752" extrusionOk="0">
                  <a:moveTo>
                    <a:pt x="6788" y="0"/>
                  </a:moveTo>
                  <a:cubicBezTo>
                    <a:pt x="6262" y="0"/>
                    <a:pt x="5817" y="314"/>
                    <a:pt x="5615" y="769"/>
                  </a:cubicBezTo>
                  <a:cubicBezTo>
                    <a:pt x="5402" y="577"/>
                    <a:pt x="5119" y="456"/>
                    <a:pt x="4815" y="456"/>
                  </a:cubicBezTo>
                  <a:cubicBezTo>
                    <a:pt x="4188" y="456"/>
                    <a:pt x="3682" y="931"/>
                    <a:pt x="3632" y="1548"/>
                  </a:cubicBezTo>
                  <a:cubicBezTo>
                    <a:pt x="3491" y="1488"/>
                    <a:pt x="3339" y="1457"/>
                    <a:pt x="3187" y="1457"/>
                  </a:cubicBezTo>
                  <a:cubicBezTo>
                    <a:pt x="2893" y="1457"/>
                    <a:pt x="2621" y="1568"/>
                    <a:pt x="2428" y="1751"/>
                  </a:cubicBezTo>
                  <a:cubicBezTo>
                    <a:pt x="2246" y="1517"/>
                    <a:pt x="1973" y="1356"/>
                    <a:pt x="1650" y="1356"/>
                  </a:cubicBezTo>
                  <a:cubicBezTo>
                    <a:pt x="1275" y="1356"/>
                    <a:pt x="962" y="1578"/>
                    <a:pt x="800" y="1882"/>
                  </a:cubicBezTo>
                  <a:lnTo>
                    <a:pt x="688" y="1882"/>
                  </a:lnTo>
                  <a:cubicBezTo>
                    <a:pt x="304" y="1882"/>
                    <a:pt x="0" y="2185"/>
                    <a:pt x="0" y="2569"/>
                  </a:cubicBezTo>
                  <a:cubicBezTo>
                    <a:pt x="0" y="2630"/>
                    <a:pt x="11" y="2701"/>
                    <a:pt x="21" y="2752"/>
                  </a:cubicBezTo>
                  <a:lnTo>
                    <a:pt x="10713" y="2752"/>
                  </a:lnTo>
                  <a:cubicBezTo>
                    <a:pt x="10713" y="2317"/>
                    <a:pt x="10410" y="1953"/>
                    <a:pt x="10005" y="1852"/>
                  </a:cubicBezTo>
                  <a:cubicBezTo>
                    <a:pt x="9843" y="1356"/>
                    <a:pt x="9378" y="991"/>
                    <a:pt x="8821" y="991"/>
                  </a:cubicBezTo>
                  <a:cubicBezTo>
                    <a:pt x="8538" y="991"/>
                    <a:pt x="8286" y="1093"/>
                    <a:pt x="8073" y="1245"/>
                  </a:cubicBezTo>
                  <a:cubicBezTo>
                    <a:pt x="8052" y="557"/>
                    <a:pt x="7486" y="0"/>
                    <a:pt x="67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3465442" y="1968953"/>
              <a:ext cx="11650" cy="11650"/>
            </a:xfrm>
            <a:custGeom>
              <a:avLst/>
              <a:gdLst/>
              <a:ahLst/>
              <a:cxnLst/>
              <a:rect l="l" t="t" r="r" b="b"/>
              <a:pathLst>
                <a:path w="466" h="466" extrusionOk="0">
                  <a:moveTo>
                    <a:pt x="233" y="1"/>
                  </a:moveTo>
                  <a:lnTo>
                    <a:pt x="152" y="152"/>
                  </a:lnTo>
                  <a:lnTo>
                    <a:pt x="0" y="233"/>
                  </a:lnTo>
                  <a:lnTo>
                    <a:pt x="152" y="314"/>
                  </a:lnTo>
                  <a:lnTo>
                    <a:pt x="233" y="466"/>
                  </a:lnTo>
                  <a:lnTo>
                    <a:pt x="324" y="314"/>
                  </a:lnTo>
                  <a:lnTo>
                    <a:pt x="465" y="233"/>
                  </a:lnTo>
                  <a:lnTo>
                    <a:pt x="324" y="15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3483282" y="2105946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3" y="1"/>
                  </a:moveTo>
                  <a:lnTo>
                    <a:pt x="152" y="153"/>
                  </a:lnTo>
                  <a:lnTo>
                    <a:pt x="1" y="234"/>
                  </a:lnTo>
                  <a:lnTo>
                    <a:pt x="152" y="324"/>
                  </a:lnTo>
                  <a:lnTo>
                    <a:pt x="233" y="466"/>
                  </a:lnTo>
                  <a:lnTo>
                    <a:pt x="314" y="324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3382895" y="1962797"/>
              <a:ext cx="5075" cy="4825"/>
            </a:xfrm>
            <a:custGeom>
              <a:avLst/>
              <a:gdLst/>
              <a:ahLst/>
              <a:cxnLst/>
              <a:rect l="l" t="t" r="r" b="b"/>
              <a:pathLst>
                <a:path w="203" h="193" extrusionOk="0">
                  <a:moveTo>
                    <a:pt x="101" y="1"/>
                  </a:moveTo>
                  <a:cubicBezTo>
                    <a:pt x="51" y="1"/>
                    <a:pt x="0" y="41"/>
                    <a:pt x="0" y="92"/>
                  </a:cubicBezTo>
                  <a:cubicBezTo>
                    <a:pt x="0" y="152"/>
                    <a:pt x="51" y="193"/>
                    <a:pt x="101" y="193"/>
                  </a:cubicBezTo>
                  <a:cubicBezTo>
                    <a:pt x="162" y="193"/>
                    <a:pt x="202" y="152"/>
                    <a:pt x="202" y="92"/>
                  </a:cubicBezTo>
                  <a:cubicBezTo>
                    <a:pt x="202" y="41"/>
                    <a:pt x="162" y="1"/>
                    <a:pt x="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3036350" y="2086750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2"/>
                  </a:lnTo>
                  <a:lnTo>
                    <a:pt x="0" y="173"/>
                  </a:lnTo>
                  <a:lnTo>
                    <a:pt x="112" y="234"/>
                  </a:lnTo>
                  <a:lnTo>
                    <a:pt x="173" y="345"/>
                  </a:lnTo>
                  <a:lnTo>
                    <a:pt x="233" y="234"/>
                  </a:lnTo>
                  <a:lnTo>
                    <a:pt x="344" y="173"/>
                  </a:lnTo>
                  <a:lnTo>
                    <a:pt x="233" y="11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2980561" y="1982494"/>
              <a:ext cx="8625" cy="8600"/>
            </a:xfrm>
            <a:custGeom>
              <a:avLst/>
              <a:gdLst/>
              <a:ahLst/>
              <a:cxnLst/>
              <a:rect l="l" t="t" r="r" b="b"/>
              <a:pathLst>
                <a:path w="345" h="344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3106900" y="1931225"/>
              <a:ext cx="10400" cy="10150"/>
            </a:xfrm>
            <a:custGeom>
              <a:avLst/>
              <a:gdLst/>
              <a:ahLst/>
              <a:cxnLst/>
              <a:rect l="l" t="t" r="r" b="b"/>
              <a:pathLst>
                <a:path w="416" h="406" extrusionOk="0">
                  <a:moveTo>
                    <a:pt x="203" y="1"/>
                  </a:moveTo>
                  <a:lnTo>
                    <a:pt x="132" y="132"/>
                  </a:lnTo>
                  <a:lnTo>
                    <a:pt x="1" y="203"/>
                  </a:lnTo>
                  <a:lnTo>
                    <a:pt x="132" y="274"/>
                  </a:lnTo>
                  <a:lnTo>
                    <a:pt x="203" y="406"/>
                  </a:lnTo>
                  <a:lnTo>
                    <a:pt x="284" y="274"/>
                  </a:lnTo>
                  <a:lnTo>
                    <a:pt x="415" y="203"/>
                  </a:lnTo>
                  <a:lnTo>
                    <a:pt x="284" y="13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3249025" y="2062975"/>
              <a:ext cx="10150" cy="10400"/>
            </a:xfrm>
            <a:custGeom>
              <a:avLst/>
              <a:gdLst/>
              <a:ahLst/>
              <a:cxnLst/>
              <a:rect l="l" t="t" r="r" b="b"/>
              <a:pathLst>
                <a:path w="406" h="416" extrusionOk="0">
                  <a:moveTo>
                    <a:pt x="203" y="1"/>
                  </a:moveTo>
                  <a:lnTo>
                    <a:pt x="132" y="133"/>
                  </a:lnTo>
                  <a:lnTo>
                    <a:pt x="1" y="214"/>
                  </a:lnTo>
                  <a:lnTo>
                    <a:pt x="132" y="284"/>
                  </a:lnTo>
                  <a:lnTo>
                    <a:pt x="203" y="416"/>
                  </a:lnTo>
                  <a:lnTo>
                    <a:pt x="274" y="284"/>
                  </a:lnTo>
                  <a:lnTo>
                    <a:pt x="405" y="214"/>
                  </a:lnTo>
                  <a:lnTo>
                    <a:pt x="274" y="13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4" name="Google Shape;894;p29"/>
          <p:cNvSpPr/>
          <p:nvPr/>
        </p:nvSpPr>
        <p:spPr>
          <a:xfrm flipH="1">
            <a:off x="5994005" y="1441639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Leadership (con’t)</a:t>
            </a:r>
            <a:endParaRPr/>
          </a:p>
        </p:txBody>
      </p:sp>
      <p:sp>
        <p:nvSpPr>
          <p:cNvPr id="900" name="Google Shape;900;p30"/>
          <p:cNvSpPr txBox="1">
            <a:spLocks noGrp="1"/>
          </p:cNvSpPr>
          <p:nvPr>
            <p:ph type="subTitle" idx="1"/>
          </p:nvPr>
        </p:nvSpPr>
        <p:spPr>
          <a:xfrm>
            <a:off x="4114250" y="1461125"/>
            <a:ext cx="4854900" cy="34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2. Leadership can be positive or negative</a:t>
            </a:r>
            <a:endParaRPr b="1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 one hand, we have leaders who influence positively (e.g. people leading nonprofits, sports teams)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 the other hand… we have leaders who influence others negatively (e.g. drug dealers, criminals)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i="1"/>
              <a:t>Question: what are some other examples of negative leadership?</a:t>
            </a:r>
            <a:endParaRPr i="1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It’s up to 🫵 to choose what type of leader you are</a:t>
            </a:r>
            <a:endParaRPr/>
          </a:p>
        </p:txBody>
      </p:sp>
      <p:grpSp>
        <p:nvGrpSpPr>
          <p:cNvPr id="901" name="Google Shape;901;p30"/>
          <p:cNvGrpSpPr/>
          <p:nvPr/>
        </p:nvGrpSpPr>
        <p:grpSpPr>
          <a:xfrm>
            <a:off x="185398" y="1830056"/>
            <a:ext cx="3683573" cy="2211279"/>
            <a:chOff x="4854325" y="1936705"/>
            <a:chExt cx="3569700" cy="2142920"/>
          </a:xfrm>
        </p:grpSpPr>
        <p:sp>
          <p:nvSpPr>
            <p:cNvPr id="902" name="Google Shape;902;p30"/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30"/>
          <p:cNvGrpSpPr/>
          <p:nvPr/>
        </p:nvGrpSpPr>
        <p:grpSpPr>
          <a:xfrm>
            <a:off x="-775203" y="1139525"/>
            <a:ext cx="4584659" cy="1631816"/>
            <a:chOff x="215397" y="1139525"/>
            <a:chExt cx="4584659" cy="1631816"/>
          </a:xfrm>
        </p:grpSpPr>
        <p:grpSp>
          <p:nvGrpSpPr>
            <p:cNvPr id="906" name="Google Shape;906;p30"/>
            <p:cNvGrpSpPr/>
            <p:nvPr/>
          </p:nvGrpSpPr>
          <p:grpSpPr>
            <a:xfrm>
              <a:off x="215397" y="1293355"/>
              <a:ext cx="4584659" cy="1477986"/>
              <a:chOff x="2279832" y="1990193"/>
              <a:chExt cx="949775" cy="306185"/>
            </a:xfrm>
          </p:grpSpPr>
          <p:sp>
            <p:nvSpPr>
              <p:cNvPr id="907" name="Google Shape;907;p30"/>
              <p:cNvSpPr/>
              <p:nvPr/>
            </p:nvSpPr>
            <p:spPr>
              <a:xfrm>
                <a:off x="2279832" y="2239453"/>
                <a:ext cx="156825" cy="5692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2277" extrusionOk="0">
                    <a:moveTo>
                      <a:pt x="2378" y="0"/>
                    </a:moveTo>
                    <a:cubicBezTo>
                      <a:pt x="1933" y="0"/>
                      <a:pt x="1569" y="364"/>
                      <a:pt x="1569" y="820"/>
                    </a:cubicBezTo>
                    <a:cubicBezTo>
                      <a:pt x="1569" y="941"/>
                      <a:pt x="1599" y="1063"/>
                      <a:pt x="1650" y="1174"/>
                    </a:cubicBezTo>
                    <a:cubicBezTo>
                      <a:pt x="1610" y="1164"/>
                      <a:pt x="1569" y="1164"/>
                      <a:pt x="1529" y="1164"/>
                    </a:cubicBezTo>
                    <a:cubicBezTo>
                      <a:pt x="1194" y="1164"/>
                      <a:pt x="922" y="1407"/>
                      <a:pt x="871" y="1720"/>
                    </a:cubicBezTo>
                    <a:cubicBezTo>
                      <a:pt x="780" y="1670"/>
                      <a:pt x="679" y="1639"/>
                      <a:pt x="567" y="1639"/>
                    </a:cubicBezTo>
                    <a:cubicBezTo>
                      <a:pt x="254" y="1639"/>
                      <a:pt x="1" y="1892"/>
                      <a:pt x="1" y="2206"/>
                    </a:cubicBezTo>
                    <a:lnTo>
                      <a:pt x="1" y="2277"/>
                    </a:lnTo>
                    <a:lnTo>
                      <a:pt x="6272" y="2277"/>
                    </a:lnTo>
                    <a:cubicBezTo>
                      <a:pt x="6272" y="2023"/>
                      <a:pt x="6070" y="1821"/>
                      <a:pt x="5827" y="1821"/>
                    </a:cubicBezTo>
                    <a:cubicBezTo>
                      <a:pt x="5787" y="1821"/>
                      <a:pt x="5746" y="1832"/>
                      <a:pt x="5717" y="1841"/>
                    </a:cubicBezTo>
                    <a:cubicBezTo>
                      <a:pt x="5666" y="1538"/>
                      <a:pt x="5413" y="1306"/>
                      <a:pt x="5099" y="1275"/>
                    </a:cubicBezTo>
                    <a:cubicBezTo>
                      <a:pt x="5099" y="861"/>
                      <a:pt x="4766" y="526"/>
                      <a:pt x="4361" y="526"/>
                    </a:cubicBezTo>
                    <a:cubicBezTo>
                      <a:pt x="4118" y="526"/>
                      <a:pt x="3896" y="648"/>
                      <a:pt x="3764" y="830"/>
                    </a:cubicBezTo>
                    <a:cubicBezTo>
                      <a:pt x="3673" y="739"/>
                      <a:pt x="3552" y="688"/>
                      <a:pt x="3420" y="688"/>
                    </a:cubicBezTo>
                    <a:cubicBezTo>
                      <a:pt x="3339" y="688"/>
                      <a:pt x="3269" y="708"/>
                      <a:pt x="3197" y="749"/>
                    </a:cubicBezTo>
                    <a:cubicBezTo>
                      <a:pt x="3157" y="324"/>
                      <a:pt x="2813" y="0"/>
                      <a:pt x="23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0"/>
              <p:cNvSpPr/>
              <p:nvPr/>
            </p:nvSpPr>
            <p:spPr>
              <a:xfrm>
                <a:off x="3099332" y="2016334"/>
                <a:ext cx="130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5211" h="1882" extrusionOk="0">
                    <a:moveTo>
                      <a:pt x="3227" y="0"/>
                    </a:moveTo>
                    <a:cubicBezTo>
                      <a:pt x="2874" y="0"/>
                      <a:pt x="2580" y="274"/>
                      <a:pt x="2550" y="618"/>
                    </a:cubicBezTo>
                    <a:cubicBezTo>
                      <a:pt x="2499" y="587"/>
                      <a:pt x="2429" y="567"/>
                      <a:pt x="2368" y="567"/>
                    </a:cubicBezTo>
                    <a:cubicBezTo>
                      <a:pt x="2256" y="567"/>
                      <a:pt x="2155" y="618"/>
                      <a:pt x="2085" y="688"/>
                    </a:cubicBezTo>
                    <a:cubicBezTo>
                      <a:pt x="1973" y="537"/>
                      <a:pt x="1791" y="435"/>
                      <a:pt x="1589" y="435"/>
                    </a:cubicBezTo>
                    <a:cubicBezTo>
                      <a:pt x="1245" y="435"/>
                      <a:pt x="972" y="719"/>
                      <a:pt x="972" y="1052"/>
                    </a:cubicBezTo>
                    <a:lnTo>
                      <a:pt x="972" y="1063"/>
                    </a:lnTo>
                    <a:cubicBezTo>
                      <a:pt x="709" y="1083"/>
                      <a:pt x="507" y="1275"/>
                      <a:pt x="466" y="1528"/>
                    </a:cubicBezTo>
                    <a:cubicBezTo>
                      <a:pt x="436" y="1517"/>
                      <a:pt x="406" y="1517"/>
                      <a:pt x="375" y="1517"/>
                    </a:cubicBezTo>
                    <a:cubicBezTo>
                      <a:pt x="163" y="1517"/>
                      <a:pt x="1" y="1679"/>
                      <a:pt x="1" y="1882"/>
                    </a:cubicBezTo>
                    <a:lnTo>
                      <a:pt x="5200" y="1882"/>
                    </a:lnTo>
                    <a:cubicBezTo>
                      <a:pt x="5200" y="1872"/>
                      <a:pt x="5210" y="1852"/>
                      <a:pt x="5210" y="1831"/>
                    </a:cubicBezTo>
                    <a:cubicBezTo>
                      <a:pt x="5210" y="1568"/>
                      <a:pt x="4998" y="1356"/>
                      <a:pt x="4735" y="1356"/>
                    </a:cubicBezTo>
                    <a:cubicBezTo>
                      <a:pt x="4644" y="1356"/>
                      <a:pt x="4553" y="1386"/>
                      <a:pt x="4482" y="1427"/>
                    </a:cubicBezTo>
                    <a:cubicBezTo>
                      <a:pt x="4441" y="1164"/>
                      <a:pt x="4219" y="961"/>
                      <a:pt x="3936" y="961"/>
                    </a:cubicBezTo>
                    <a:cubicBezTo>
                      <a:pt x="3906" y="961"/>
                      <a:pt x="3875" y="971"/>
                      <a:pt x="3845" y="971"/>
                    </a:cubicBezTo>
                    <a:cubicBezTo>
                      <a:pt x="3885" y="881"/>
                      <a:pt x="3906" y="779"/>
                      <a:pt x="3906" y="678"/>
                    </a:cubicBezTo>
                    <a:cubicBezTo>
                      <a:pt x="3906" y="304"/>
                      <a:pt x="3602" y="0"/>
                      <a:pt x="32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0"/>
              <p:cNvSpPr/>
              <p:nvPr/>
            </p:nvSpPr>
            <p:spPr>
              <a:xfrm>
                <a:off x="2428029" y="2062973"/>
                <a:ext cx="86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3" y="1"/>
                    </a:moveTo>
                    <a:lnTo>
                      <a:pt x="112" y="112"/>
                    </a:lnTo>
                    <a:lnTo>
                      <a:pt x="0" y="173"/>
                    </a:lnTo>
                    <a:lnTo>
                      <a:pt x="112" y="234"/>
                    </a:lnTo>
                    <a:lnTo>
                      <a:pt x="173" y="345"/>
                    </a:lnTo>
                    <a:lnTo>
                      <a:pt x="233" y="234"/>
                    </a:lnTo>
                    <a:lnTo>
                      <a:pt x="344" y="173"/>
                    </a:lnTo>
                    <a:lnTo>
                      <a:pt x="233" y="112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2970601" y="2062984"/>
                <a:ext cx="8625" cy="860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4" extrusionOk="0">
                    <a:moveTo>
                      <a:pt x="172" y="0"/>
                    </a:moveTo>
                    <a:lnTo>
                      <a:pt x="112" y="112"/>
                    </a:lnTo>
                    <a:lnTo>
                      <a:pt x="1" y="172"/>
                    </a:lnTo>
                    <a:lnTo>
                      <a:pt x="112" y="233"/>
                    </a:lnTo>
                    <a:lnTo>
                      <a:pt x="172" y="344"/>
                    </a:lnTo>
                    <a:lnTo>
                      <a:pt x="233" y="233"/>
                    </a:lnTo>
                    <a:lnTo>
                      <a:pt x="345" y="172"/>
                    </a:lnTo>
                    <a:lnTo>
                      <a:pt x="233" y="112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3168391" y="2117553"/>
                <a:ext cx="104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406" extrusionOk="0">
                    <a:moveTo>
                      <a:pt x="203" y="1"/>
                    </a:moveTo>
                    <a:lnTo>
                      <a:pt x="132" y="132"/>
                    </a:lnTo>
                    <a:lnTo>
                      <a:pt x="1" y="203"/>
                    </a:lnTo>
                    <a:lnTo>
                      <a:pt x="132" y="274"/>
                    </a:lnTo>
                    <a:lnTo>
                      <a:pt x="203" y="406"/>
                    </a:lnTo>
                    <a:lnTo>
                      <a:pt x="284" y="274"/>
                    </a:lnTo>
                    <a:lnTo>
                      <a:pt x="415" y="203"/>
                    </a:lnTo>
                    <a:lnTo>
                      <a:pt x="284" y="132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2554674" y="1990193"/>
                <a:ext cx="10150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16" extrusionOk="0">
                    <a:moveTo>
                      <a:pt x="203" y="1"/>
                    </a:moveTo>
                    <a:lnTo>
                      <a:pt x="132" y="133"/>
                    </a:lnTo>
                    <a:lnTo>
                      <a:pt x="1" y="214"/>
                    </a:lnTo>
                    <a:lnTo>
                      <a:pt x="132" y="284"/>
                    </a:lnTo>
                    <a:lnTo>
                      <a:pt x="203" y="416"/>
                    </a:lnTo>
                    <a:lnTo>
                      <a:pt x="274" y="284"/>
                    </a:lnTo>
                    <a:lnTo>
                      <a:pt x="405" y="214"/>
                    </a:lnTo>
                    <a:lnTo>
                      <a:pt x="274" y="133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3" name="Google Shape;913;p30"/>
            <p:cNvSpPr/>
            <p:nvPr/>
          </p:nvSpPr>
          <p:spPr>
            <a:xfrm>
              <a:off x="2014824" y="1139525"/>
              <a:ext cx="985802" cy="357848"/>
            </a:xfrm>
            <a:custGeom>
              <a:avLst/>
              <a:gdLst/>
              <a:ahLst/>
              <a:cxnLst/>
              <a:rect l="l" t="t" r="r" b="b"/>
              <a:pathLst>
                <a:path w="6273" h="2277" extrusionOk="0">
                  <a:moveTo>
                    <a:pt x="2378" y="0"/>
                  </a:moveTo>
                  <a:cubicBezTo>
                    <a:pt x="1933" y="0"/>
                    <a:pt x="1569" y="364"/>
                    <a:pt x="1569" y="820"/>
                  </a:cubicBezTo>
                  <a:cubicBezTo>
                    <a:pt x="1569" y="941"/>
                    <a:pt x="1599" y="1063"/>
                    <a:pt x="1650" y="1174"/>
                  </a:cubicBezTo>
                  <a:cubicBezTo>
                    <a:pt x="1610" y="1164"/>
                    <a:pt x="1569" y="1164"/>
                    <a:pt x="1529" y="1164"/>
                  </a:cubicBezTo>
                  <a:cubicBezTo>
                    <a:pt x="1194" y="1164"/>
                    <a:pt x="922" y="1407"/>
                    <a:pt x="871" y="1720"/>
                  </a:cubicBezTo>
                  <a:cubicBezTo>
                    <a:pt x="780" y="1670"/>
                    <a:pt x="679" y="1639"/>
                    <a:pt x="567" y="1639"/>
                  </a:cubicBezTo>
                  <a:cubicBezTo>
                    <a:pt x="254" y="1639"/>
                    <a:pt x="1" y="1892"/>
                    <a:pt x="1" y="2206"/>
                  </a:cubicBezTo>
                  <a:lnTo>
                    <a:pt x="1" y="2277"/>
                  </a:lnTo>
                  <a:lnTo>
                    <a:pt x="6272" y="2277"/>
                  </a:lnTo>
                  <a:cubicBezTo>
                    <a:pt x="6272" y="2023"/>
                    <a:pt x="6070" y="1821"/>
                    <a:pt x="5827" y="1821"/>
                  </a:cubicBezTo>
                  <a:cubicBezTo>
                    <a:pt x="5787" y="1821"/>
                    <a:pt x="5746" y="1832"/>
                    <a:pt x="5717" y="1841"/>
                  </a:cubicBezTo>
                  <a:cubicBezTo>
                    <a:pt x="5666" y="1538"/>
                    <a:pt x="5413" y="1306"/>
                    <a:pt x="5099" y="1275"/>
                  </a:cubicBezTo>
                  <a:cubicBezTo>
                    <a:pt x="5099" y="861"/>
                    <a:pt x="4766" y="526"/>
                    <a:pt x="4361" y="526"/>
                  </a:cubicBezTo>
                  <a:cubicBezTo>
                    <a:pt x="4118" y="526"/>
                    <a:pt x="3896" y="648"/>
                    <a:pt x="3764" y="830"/>
                  </a:cubicBezTo>
                  <a:cubicBezTo>
                    <a:pt x="3673" y="739"/>
                    <a:pt x="3552" y="688"/>
                    <a:pt x="3420" y="688"/>
                  </a:cubicBezTo>
                  <a:cubicBezTo>
                    <a:pt x="3339" y="688"/>
                    <a:pt x="3269" y="708"/>
                    <a:pt x="3197" y="749"/>
                  </a:cubicBezTo>
                  <a:cubicBezTo>
                    <a:pt x="3157" y="324"/>
                    <a:pt x="2813" y="0"/>
                    <a:pt x="2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4" name="Google Shape;914;p30"/>
          <p:cNvSpPr/>
          <p:nvPr/>
        </p:nvSpPr>
        <p:spPr>
          <a:xfrm>
            <a:off x="3886214" y="1191410"/>
            <a:ext cx="50202" cy="48995"/>
          </a:xfrm>
          <a:custGeom>
            <a:avLst/>
            <a:gdLst/>
            <a:ahLst/>
            <a:cxnLst/>
            <a:rect l="l" t="t" r="r" b="b"/>
            <a:pathLst>
              <a:path w="416" h="406" extrusionOk="0">
                <a:moveTo>
                  <a:pt x="203" y="1"/>
                </a:moveTo>
                <a:lnTo>
                  <a:pt x="132" y="132"/>
                </a:lnTo>
                <a:lnTo>
                  <a:pt x="1" y="203"/>
                </a:lnTo>
                <a:lnTo>
                  <a:pt x="132" y="274"/>
                </a:lnTo>
                <a:lnTo>
                  <a:pt x="203" y="406"/>
                </a:lnTo>
                <a:lnTo>
                  <a:pt x="284" y="274"/>
                </a:lnTo>
                <a:lnTo>
                  <a:pt x="415" y="203"/>
                </a:lnTo>
                <a:lnTo>
                  <a:pt x="284" y="132"/>
                </a:lnTo>
                <a:lnTo>
                  <a:pt x="2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Leadership (con’t)</a:t>
            </a:r>
            <a:endParaRPr/>
          </a:p>
        </p:txBody>
      </p:sp>
      <p:sp>
        <p:nvSpPr>
          <p:cNvPr id="920" name="Google Shape;920;p31"/>
          <p:cNvSpPr txBox="1">
            <a:spLocks noGrp="1"/>
          </p:cNvSpPr>
          <p:nvPr>
            <p:ph type="body" idx="1"/>
          </p:nvPr>
        </p:nvSpPr>
        <p:spPr>
          <a:xfrm>
            <a:off x="3633125" y="1477975"/>
            <a:ext cx="5157900" cy="24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3. Leadership can create opportunities in life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Leadership exists almost everywhere you go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Cadets: lvl 4 and 5 NCMs are all </a:t>
            </a:r>
            <a:r>
              <a:rPr lang="en" b="1"/>
              <a:t>leaders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Being a successful leader leads to more leadership opportunities (better jobs, etc.)</a:t>
            </a:r>
            <a:endParaRPr/>
          </a:p>
        </p:txBody>
      </p:sp>
      <p:grpSp>
        <p:nvGrpSpPr>
          <p:cNvPr id="921" name="Google Shape;921;p31"/>
          <p:cNvGrpSpPr/>
          <p:nvPr/>
        </p:nvGrpSpPr>
        <p:grpSpPr>
          <a:xfrm>
            <a:off x="138613" y="1289885"/>
            <a:ext cx="2483039" cy="899630"/>
            <a:chOff x="2980561" y="1931225"/>
            <a:chExt cx="514396" cy="186371"/>
          </a:xfrm>
        </p:grpSpPr>
        <p:sp>
          <p:nvSpPr>
            <p:cNvPr id="922" name="Google Shape;922;p31"/>
            <p:cNvSpPr/>
            <p:nvPr/>
          </p:nvSpPr>
          <p:spPr>
            <a:xfrm>
              <a:off x="3135725" y="1932500"/>
              <a:ext cx="130275" cy="47050"/>
            </a:xfrm>
            <a:custGeom>
              <a:avLst/>
              <a:gdLst/>
              <a:ahLst/>
              <a:cxnLst/>
              <a:rect l="l" t="t" r="r" b="b"/>
              <a:pathLst>
                <a:path w="5211" h="1882" extrusionOk="0">
                  <a:moveTo>
                    <a:pt x="3227" y="0"/>
                  </a:moveTo>
                  <a:cubicBezTo>
                    <a:pt x="2874" y="0"/>
                    <a:pt x="2580" y="274"/>
                    <a:pt x="2550" y="618"/>
                  </a:cubicBezTo>
                  <a:cubicBezTo>
                    <a:pt x="2499" y="587"/>
                    <a:pt x="2429" y="567"/>
                    <a:pt x="2368" y="567"/>
                  </a:cubicBezTo>
                  <a:cubicBezTo>
                    <a:pt x="2256" y="567"/>
                    <a:pt x="2155" y="618"/>
                    <a:pt x="2085" y="688"/>
                  </a:cubicBezTo>
                  <a:cubicBezTo>
                    <a:pt x="1973" y="537"/>
                    <a:pt x="1791" y="435"/>
                    <a:pt x="1589" y="435"/>
                  </a:cubicBezTo>
                  <a:cubicBezTo>
                    <a:pt x="1245" y="435"/>
                    <a:pt x="972" y="719"/>
                    <a:pt x="972" y="1052"/>
                  </a:cubicBezTo>
                  <a:lnTo>
                    <a:pt x="972" y="1063"/>
                  </a:lnTo>
                  <a:cubicBezTo>
                    <a:pt x="709" y="1083"/>
                    <a:pt x="507" y="1275"/>
                    <a:pt x="466" y="1528"/>
                  </a:cubicBezTo>
                  <a:cubicBezTo>
                    <a:pt x="436" y="1517"/>
                    <a:pt x="406" y="1517"/>
                    <a:pt x="375" y="1517"/>
                  </a:cubicBezTo>
                  <a:cubicBezTo>
                    <a:pt x="163" y="1517"/>
                    <a:pt x="1" y="1679"/>
                    <a:pt x="1" y="1882"/>
                  </a:cubicBezTo>
                  <a:lnTo>
                    <a:pt x="5200" y="1882"/>
                  </a:lnTo>
                  <a:cubicBezTo>
                    <a:pt x="5200" y="1872"/>
                    <a:pt x="5210" y="1852"/>
                    <a:pt x="5210" y="1831"/>
                  </a:cubicBezTo>
                  <a:cubicBezTo>
                    <a:pt x="5210" y="1568"/>
                    <a:pt x="4998" y="1356"/>
                    <a:pt x="4735" y="1356"/>
                  </a:cubicBezTo>
                  <a:cubicBezTo>
                    <a:pt x="4644" y="1356"/>
                    <a:pt x="4553" y="1386"/>
                    <a:pt x="4482" y="1427"/>
                  </a:cubicBezTo>
                  <a:cubicBezTo>
                    <a:pt x="4441" y="1164"/>
                    <a:pt x="4219" y="961"/>
                    <a:pt x="3936" y="961"/>
                  </a:cubicBezTo>
                  <a:cubicBezTo>
                    <a:pt x="3906" y="961"/>
                    <a:pt x="3875" y="971"/>
                    <a:pt x="3845" y="971"/>
                  </a:cubicBezTo>
                  <a:cubicBezTo>
                    <a:pt x="3885" y="881"/>
                    <a:pt x="3906" y="779"/>
                    <a:pt x="3906" y="678"/>
                  </a:cubicBezTo>
                  <a:cubicBezTo>
                    <a:pt x="3906" y="304"/>
                    <a:pt x="3602" y="0"/>
                    <a:pt x="3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3279625" y="2026575"/>
              <a:ext cx="183156" cy="47045"/>
            </a:xfrm>
            <a:custGeom>
              <a:avLst/>
              <a:gdLst/>
              <a:ahLst/>
              <a:cxnLst/>
              <a:rect l="l" t="t" r="r" b="b"/>
              <a:pathLst>
                <a:path w="10714" h="2752" extrusionOk="0">
                  <a:moveTo>
                    <a:pt x="6788" y="0"/>
                  </a:moveTo>
                  <a:cubicBezTo>
                    <a:pt x="6262" y="0"/>
                    <a:pt x="5817" y="314"/>
                    <a:pt x="5615" y="769"/>
                  </a:cubicBezTo>
                  <a:cubicBezTo>
                    <a:pt x="5402" y="577"/>
                    <a:pt x="5119" y="456"/>
                    <a:pt x="4815" y="456"/>
                  </a:cubicBezTo>
                  <a:cubicBezTo>
                    <a:pt x="4188" y="456"/>
                    <a:pt x="3682" y="931"/>
                    <a:pt x="3632" y="1548"/>
                  </a:cubicBezTo>
                  <a:cubicBezTo>
                    <a:pt x="3491" y="1488"/>
                    <a:pt x="3339" y="1457"/>
                    <a:pt x="3187" y="1457"/>
                  </a:cubicBezTo>
                  <a:cubicBezTo>
                    <a:pt x="2893" y="1457"/>
                    <a:pt x="2621" y="1568"/>
                    <a:pt x="2428" y="1751"/>
                  </a:cubicBezTo>
                  <a:cubicBezTo>
                    <a:pt x="2246" y="1517"/>
                    <a:pt x="1973" y="1356"/>
                    <a:pt x="1650" y="1356"/>
                  </a:cubicBezTo>
                  <a:cubicBezTo>
                    <a:pt x="1275" y="1356"/>
                    <a:pt x="962" y="1578"/>
                    <a:pt x="800" y="1882"/>
                  </a:cubicBezTo>
                  <a:lnTo>
                    <a:pt x="688" y="1882"/>
                  </a:lnTo>
                  <a:cubicBezTo>
                    <a:pt x="304" y="1882"/>
                    <a:pt x="0" y="2185"/>
                    <a:pt x="0" y="2569"/>
                  </a:cubicBezTo>
                  <a:cubicBezTo>
                    <a:pt x="0" y="2630"/>
                    <a:pt x="11" y="2701"/>
                    <a:pt x="21" y="2752"/>
                  </a:cubicBezTo>
                  <a:lnTo>
                    <a:pt x="10713" y="2752"/>
                  </a:lnTo>
                  <a:cubicBezTo>
                    <a:pt x="10713" y="2317"/>
                    <a:pt x="10410" y="1953"/>
                    <a:pt x="10005" y="1852"/>
                  </a:cubicBezTo>
                  <a:cubicBezTo>
                    <a:pt x="9843" y="1356"/>
                    <a:pt x="9378" y="991"/>
                    <a:pt x="8821" y="991"/>
                  </a:cubicBezTo>
                  <a:cubicBezTo>
                    <a:pt x="8538" y="991"/>
                    <a:pt x="8286" y="1093"/>
                    <a:pt x="8073" y="1245"/>
                  </a:cubicBezTo>
                  <a:cubicBezTo>
                    <a:pt x="8052" y="557"/>
                    <a:pt x="7486" y="0"/>
                    <a:pt x="67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3465442" y="1968953"/>
              <a:ext cx="11650" cy="11650"/>
            </a:xfrm>
            <a:custGeom>
              <a:avLst/>
              <a:gdLst/>
              <a:ahLst/>
              <a:cxnLst/>
              <a:rect l="l" t="t" r="r" b="b"/>
              <a:pathLst>
                <a:path w="466" h="466" extrusionOk="0">
                  <a:moveTo>
                    <a:pt x="233" y="1"/>
                  </a:moveTo>
                  <a:lnTo>
                    <a:pt x="152" y="152"/>
                  </a:lnTo>
                  <a:lnTo>
                    <a:pt x="0" y="233"/>
                  </a:lnTo>
                  <a:lnTo>
                    <a:pt x="152" y="314"/>
                  </a:lnTo>
                  <a:lnTo>
                    <a:pt x="233" y="466"/>
                  </a:lnTo>
                  <a:lnTo>
                    <a:pt x="324" y="314"/>
                  </a:lnTo>
                  <a:lnTo>
                    <a:pt x="465" y="233"/>
                  </a:lnTo>
                  <a:lnTo>
                    <a:pt x="324" y="15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3483282" y="2105946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3" y="1"/>
                  </a:moveTo>
                  <a:lnTo>
                    <a:pt x="152" y="153"/>
                  </a:lnTo>
                  <a:lnTo>
                    <a:pt x="1" y="234"/>
                  </a:lnTo>
                  <a:lnTo>
                    <a:pt x="152" y="324"/>
                  </a:lnTo>
                  <a:lnTo>
                    <a:pt x="233" y="466"/>
                  </a:lnTo>
                  <a:lnTo>
                    <a:pt x="314" y="324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3382895" y="1962797"/>
              <a:ext cx="5075" cy="4825"/>
            </a:xfrm>
            <a:custGeom>
              <a:avLst/>
              <a:gdLst/>
              <a:ahLst/>
              <a:cxnLst/>
              <a:rect l="l" t="t" r="r" b="b"/>
              <a:pathLst>
                <a:path w="203" h="193" extrusionOk="0">
                  <a:moveTo>
                    <a:pt x="101" y="1"/>
                  </a:moveTo>
                  <a:cubicBezTo>
                    <a:pt x="51" y="1"/>
                    <a:pt x="0" y="41"/>
                    <a:pt x="0" y="92"/>
                  </a:cubicBezTo>
                  <a:cubicBezTo>
                    <a:pt x="0" y="152"/>
                    <a:pt x="51" y="193"/>
                    <a:pt x="101" y="193"/>
                  </a:cubicBezTo>
                  <a:cubicBezTo>
                    <a:pt x="162" y="193"/>
                    <a:pt x="202" y="152"/>
                    <a:pt x="202" y="92"/>
                  </a:cubicBezTo>
                  <a:cubicBezTo>
                    <a:pt x="202" y="41"/>
                    <a:pt x="162" y="1"/>
                    <a:pt x="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3036350" y="2086750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2"/>
                  </a:lnTo>
                  <a:lnTo>
                    <a:pt x="0" y="173"/>
                  </a:lnTo>
                  <a:lnTo>
                    <a:pt x="112" y="234"/>
                  </a:lnTo>
                  <a:lnTo>
                    <a:pt x="173" y="345"/>
                  </a:lnTo>
                  <a:lnTo>
                    <a:pt x="233" y="234"/>
                  </a:lnTo>
                  <a:lnTo>
                    <a:pt x="344" y="173"/>
                  </a:lnTo>
                  <a:lnTo>
                    <a:pt x="233" y="11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2980561" y="1982494"/>
              <a:ext cx="8625" cy="8600"/>
            </a:xfrm>
            <a:custGeom>
              <a:avLst/>
              <a:gdLst/>
              <a:ahLst/>
              <a:cxnLst/>
              <a:rect l="l" t="t" r="r" b="b"/>
              <a:pathLst>
                <a:path w="345" h="344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3106900" y="1931225"/>
              <a:ext cx="10400" cy="10150"/>
            </a:xfrm>
            <a:custGeom>
              <a:avLst/>
              <a:gdLst/>
              <a:ahLst/>
              <a:cxnLst/>
              <a:rect l="l" t="t" r="r" b="b"/>
              <a:pathLst>
                <a:path w="416" h="406" extrusionOk="0">
                  <a:moveTo>
                    <a:pt x="203" y="1"/>
                  </a:moveTo>
                  <a:lnTo>
                    <a:pt x="132" y="132"/>
                  </a:lnTo>
                  <a:lnTo>
                    <a:pt x="1" y="203"/>
                  </a:lnTo>
                  <a:lnTo>
                    <a:pt x="132" y="274"/>
                  </a:lnTo>
                  <a:lnTo>
                    <a:pt x="203" y="406"/>
                  </a:lnTo>
                  <a:lnTo>
                    <a:pt x="284" y="274"/>
                  </a:lnTo>
                  <a:lnTo>
                    <a:pt x="415" y="203"/>
                  </a:lnTo>
                  <a:lnTo>
                    <a:pt x="284" y="13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3249025" y="2062975"/>
              <a:ext cx="10150" cy="10400"/>
            </a:xfrm>
            <a:custGeom>
              <a:avLst/>
              <a:gdLst/>
              <a:ahLst/>
              <a:cxnLst/>
              <a:rect l="l" t="t" r="r" b="b"/>
              <a:pathLst>
                <a:path w="406" h="416" extrusionOk="0">
                  <a:moveTo>
                    <a:pt x="203" y="1"/>
                  </a:moveTo>
                  <a:lnTo>
                    <a:pt x="132" y="133"/>
                  </a:lnTo>
                  <a:lnTo>
                    <a:pt x="1" y="214"/>
                  </a:lnTo>
                  <a:lnTo>
                    <a:pt x="132" y="284"/>
                  </a:lnTo>
                  <a:lnTo>
                    <a:pt x="203" y="416"/>
                  </a:lnTo>
                  <a:lnTo>
                    <a:pt x="274" y="284"/>
                  </a:lnTo>
                  <a:lnTo>
                    <a:pt x="405" y="214"/>
                  </a:lnTo>
                  <a:lnTo>
                    <a:pt x="274" y="13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1" name="Google Shape;931;p31"/>
          <p:cNvSpPr/>
          <p:nvPr/>
        </p:nvSpPr>
        <p:spPr>
          <a:xfrm flipH="1">
            <a:off x="258755" y="1729564"/>
            <a:ext cx="628850" cy="227115"/>
          </a:xfrm>
          <a:custGeom>
            <a:avLst/>
            <a:gdLst/>
            <a:ahLst/>
            <a:cxnLst/>
            <a:rect l="l" t="t" r="r" b="b"/>
            <a:pathLst>
              <a:path w="5211" h="1882" extrusionOk="0">
                <a:moveTo>
                  <a:pt x="3227" y="0"/>
                </a:moveTo>
                <a:cubicBezTo>
                  <a:pt x="2874" y="0"/>
                  <a:pt x="2580" y="274"/>
                  <a:pt x="2550" y="618"/>
                </a:cubicBezTo>
                <a:cubicBezTo>
                  <a:pt x="2499" y="587"/>
                  <a:pt x="2429" y="567"/>
                  <a:pt x="2368" y="567"/>
                </a:cubicBezTo>
                <a:cubicBezTo>
                  <a:pt x="2256" y="567"/>
                  <a:pt x="2155" y="618"/>
                  <a:pt x="2085" y="688"/>
                </a:cubicBezTo>
                <a:cubicBezTo>
                  <a:pt x="1973" y="537"/>
                  <a:pt x="1791" y="435"/>
                  <a:pt x="1589" y="435"/>
                </a:cubicBezTo>
                <a:cubicBezTo>
                  <a:pt x="1245" y="435"/>
                  <a:pt x="972" y="719"/>
                  <a:pt x="972" y="1052"/>
                </a:cubicBezTo>
                <a:lnTo>
                  <a:pt x="972" y="1063"/>
                </a:lnTo>
                <a:cubicBezTo>
                  <a:pt x="709" y="1083"/>
                  <a:pt x="507" y="1275"/>
                  <a:pt x="466" y="1528"/>
                </a:cubicBezTo>
                <a:cubicBezTo>
                  <a:pt x="436" y="1517"/>
                  <a:pt x="406" y="1517"/>
                  <a:pt x="375" y="1517"/>
                </a:cubicBezTo>
                <a:cubicBezTo>
                  <a:pt x="163" y="1517"/>
                  <a:pt x="1" y="1679"/>
                  <a:pt x="1" y="1882"/>
                </a:cubicBezTo>
                <a:lnTo>
                  <a:pt x="5200" y="1882"/>
                </a:lnTo>
                <a:cubicBezTo>
                  <a:pt x="5200" y="1872"/>
                  <a:pt x="5210" y="1852"/>
                  <a:pt x="5210" y="1831"/>
                </a:cubicBezTo>
                <a:cubicBezTo>
                  <a:pt x="5210" y="1568"/>
                  <a:pt x="4998" y="1356"/>
                  <a:pt x="4735" y="1356"/>
                </a:cubicBezTo>
                <a:cubicBezTo>
                  <a:pt x="4644" y="1356"/>
                  <a:pt x="4553" y="1386"/>
                  <a:pt x="4482" y="1427"/>
                </a:cubicBezTo>
                <a:cubicBezTo>
                  <a:pt x="4441" y="1164"/>
                  <a:pt x="4219" y="961"/>
                  <a:pt x="3936" y="961"/>
                </a:cubicBezTo>
                <a:cubicBezTo>
                  <a:pt x="3906" y="961"/>
                  <a:pt x="3875" y="971"/>
                  <a:pt x="3845" y="971"/>
                </a:cubicBezTo>
                <a:cubicBezTo>
                  <a:pt x="3885" y="881"/>
                  <a:pt x="3906" y="779"/>
                  <a:pt x="3906" y="678"/>
                </a:cubicBezTo>
                <a:cubicBezTo>
                  <a:pt x="3906" y="304"/>
                  <a:pt x="3602" y="0"/>
                  <a:pt x="32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2" name="Google Shape;932;p31"/>
          <p:cNvGrpSpPr/>
          <p:nvPr/>
        </p:nvGrpSpPr>
        <p:grpSpPr>
          <a:xfrm>
            <a:off x="142597" y="1956685"/>
            <a:ext cx="2546135" cy="2352890"/>
            <a:chOff x="1379900" y="2538800"/>
            <a:chExt cx="1031325" cy="953050"/>
          </a:xfrm>
        </p:grpSpPr>
        <p:sp>
          <p:nvSpPr>
            <p:cNvPr id="933" name="Google Shape;933;p31"/>
            <p:cNvSpPr/>
            <p:nvPr/>
          </p:nvSpPr>
          <p:spPr>
            <a:xfrm>
              <a:off x="1379900" y="3442250"/>
              <a:ext cx="417300" cy="49600"/>
            </a:xfrm>
            <a:custGeom>
              <a:avLst/>
              <a:gdLst/>
              <a:ahLst/>
              <a:cxnLst/>
              <a:rect l="l" t="t" r="r" b="b"/>
              <a:pathLst>
                <a:path w="16692" h="1984" extrusionOk="0">
                  <a:moveTo>
                    <a:pt x="8346" y="1"/>
                  </a:moveTo>
                  <a:cubicBezTo>
                    <a:pt x="3734" y="1"/>
                    <a:pt x="1" y="446"/>
                    <a:pt x="1" y="992"/>
                  </a:cubicBezTo>
                  <a:cubicBezTo>
                    <a:pt x="1" y="1538"/>
                    <a:pt x="3734" y="1983"/>
                    <a:pt x="8346" y="1983"/>
                  </a:cubicBezTo>
                  <a:cubicBezTo>
                    <a:pt x="12959" y="1983"/>
                    <a:pt x="16691" y="1538"/>
                    <a:pt x="16691" y="992"/>
                  </a:cubicBezTo>
                  <a:cubicBezTo>
                    <a:pt x="16691" y="446"/>
                    <a:pt x="12959" y="1"/>
                    <a:pt x="8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2034150" y="3442250"/>
              <a:ext cx="377075" cy="49600"/>
            </a:xfrm>
            <a:custGeom>
              <a:avLst/>
              <a:gdLst/>
              <a:ahLst/>
              <a:cxnLst/>
              <a:rect l="l" t="t" r="r" b="b"/>
              <a:pathLst>
                <a:path w="15083" h="1984" extrusionOk="0">
                  <a:moveTo>
                    <a:pt x="7536" y="1"/>
                  </a:moveTo>
                  <a:cubicBezTo>
                    <a:pt x="3368" y="1"/>
                    <a:pt x="0" y="446"/>
                    <a:pt x="0" y="992"/>
                  </a:cubicBezTo>
                  <a:cubicBezTo>
                    <a:pt x="0" y="1538"/>
                    <a:pt x="3368" y="1983"/>
                    <a:pt x="7536" y="1983"/>
                  </a:cubicBezTo>
                  <a:cubicBezTo>
                    <a:pt x="11704" y="1983"/>
                    <a:pt x="15082" y="1538"/>
                    <a:pt x="15082" y="992"/>
                  </a:cubicBezTo>
                  <a:cubicBezTo>
                    <a:pt x="15082" y="446"/>
                    <a:pt x="11704" y="1"/>
                    <a:pt x="75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1865950" y="2784225"/>
              <a:ext cx="53900" cy="62500"/>
            </a:xfrm>
            <a:custGeom>
              <a:avLst/>
              <a:gdLst/>
              <a:ahLst/>
              <a:cxnLst/>
              <a:rect l="l" t="t" r="r" b="b"/>
              <a:pathLst>
                <a:path w="2156" h="2500" extrusionOk="0">
                  <a:moveTo>
                    <a:pt x="770" y="1"/>
                  </a:moveTo>
                  <a:cubicBezTo>
                    <a:pt x="770" y="1"/>
                    <a:pt x="679" y="1761"/>
                    <a:pt x="1" y="2500"/>
                  </a:cubicBezTo>
                  <a:lnTo>
                    <a:pt x="2156" y="2500"/>
                  </a:lnTo>
                  <a:cubicBezTo>
                    <a:pt x="1468" y="1761"/>
                    <a:pt x="1377" y="1"/>
                    <a:pt x="137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1850550" y="2841650"/>
              <a:ext cx="84725" cy="19475"/>
            </a:xfrm>
            <a:custGeom>
              <a:avLst/>
              <a:gdLst/>
              <a:ahLst/>
              <a:cxnLst/>
              <a:rect l="l" t="t" r="r" b="b"/>
              <a:pathLst>
                <a:path w="3389" h="779" extrusionOk="0">
                  <a:moveTo>
                    <a:pt x="81" y="0"/>
                  </a:moveTo>
                  <a:cubicBezTo>
                    <a:pt x="30" y="0"/>
                    <a:pt x="0" y="61"/>
                    <a:pt x="0" y="142"/>
                  </a:cubicBezTo>
                  <a:lnTo>
                    <a:pt x="0" y="628"/>
                  </a:lnTo>
                  <a:cubicBezTo>
                    <a:pt x="0" y="708"/>
                    <a:pt x="30" y="779"/>
                    <a:pt x="81" y="779"/>
                  </a:cubicBezTo>
                  <a:lnTo>
                    <a:pt x="3298" y="779"/>
                  </a:lnTo>
                  <a:cubicBezTo>
                    <a:pt x="3348" y="779"/>
                    <a:pt x="3389" y="708"/>
                    <a:pt x="3389" y="628"/>
                  </a:cubicBezTo>
                  <a:lnTo>
                    <a:pt x="3389" y="142"/>
                  </a:lnTo>
                  <a:cubicBezTo>
                    <a:pt x="3389" y="61"/>
                    <a:pt x="3348" y="0"/>
                    <a:pt x="3298" y="0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558450" y="2758700"/>
              <a:ext cx="89050" cy="164150"/>
            </a:xfrm>
            <a:custGeom>
              <a:avLst/>
              <a:gdLst/>
              <a:ahLst/>
              <a:cxnLst/>
              <a:rect l="l" t="t" r="r" b="b"/>
              <a:pathLst>
                <a:path w="3562" h="6566" extrusionOk="0">
                  <a:moveTo>
                    <a:pt x="3561" y="0"/>
                  </a:moveTo>
                  <a:cubicBezTo>
                    <a:pt x="1578" y="0"/>
                    <a:pt x="1356" y="1588"/>
                    <a:pt x="1700" y="2974"/>
                  </a:cubicBezTo>
                  <a:cubicBezTo>
                    <a:pt x="2054" y="4360"/>
                    <a:pt x="0" y="4137"/>
                    <a:pt x="861" y="6565"/>
                  </a:cubicBezTo>
                  <a:lnTo>
                    <a:pt x="3561" y="6565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1645450" y="2758700"/>
              <a:ext cx="89025" cy="164150"/>
            </a:xfrm>
            <a:custGeom>
              <a:avLst/>
              <a:gdLst/>
              <a:ahLst/>
              <a:cxnLst/>
              <a:rect l="l" t="t" r="r" b="b"/>
              <a:pathLst>
                <a:path w="3561" h="6566" extrusionOk="0">
                  <a:moveTo>
                    <a:pt x="0" y="0"/>
                  </a:moveTo>
                  <a:lnTo>
                    <a:pt x="0" y="6565"/>
                  </a:lnTo>
                  <a:lnTo>
                    <a:pt x="2701" y="6565"/>
                  </a:lnTo>
                  <a:cubicBezTo>
                    <a:pt x="3561" y="4137"/>
                    <a:pt x="1517" y="4360"/>
                    <a:pt x="1861" y="2974"/>
                  </a:cubicBezTo>
                  <a:cubicBezTo>
                    <a:pt x="2205" y="1588"/>
                    <a:pt x="1892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1565750" y="2875775"/>
              <a:ext cx="148000" cy="87025"/>
            </a:xfrm>
            <a:custGeom>
              <a:avLst/>
              <a:gdLst/>
              <a:ahLst/>
              <a:cxnLst/>
              <a:rect l="l" t="t" r="r" b="b"/>
              <a:pathLst>
                <a:path w="5920" h="3481" extrusionOk="0">
                  <a:moveTo>
                    <a:pt x="3131" y="1"/>
                  </a:moveTo>
                  <a:cubicBezTo>
                    <a:pt x="1448" y="1"/>
                    <a:pt x="0" y="1055"/>
                    <a:pt x="467" y="2914"/>
                  </a:cubicBezTo>
                  <a:lnTo>
                    <a:pt x="811" y="2954"/>
                  </a:lnTo>
                  <a:cubicBezTo>
                    <a:pt x="816" y="2954"/>
                    <a:pt x="821" y="2954"/>
                    <a:pt x="827" y="2954"/>
                  </a:cubicBezTo>
                  <a:cubicBezTo>
                    <a:pt x="1388" y="2954"/>
                    <a:pt x="1730" y="3481"/>
                    <a:pt x="2282" y="3481"/>
                  </a:cubicBezTo>
                  <a:cubicBezTo>
                    <a:pt x="2287" y="3481"/>
                    <a:pt x="2293" y="3480"/>
                    <a:pt x="2298" y="3480"/>
                  </a:cubicBezTo>
                  <a:cubicBezTo>
                    <a:pt x="3431" y="3471"/>
                    <a:pt x="4291" y="3157"/>
                    <a:pt x="5414" y="3106"/>
                  </a:cubicBezTo>
                  <a:cubicBezTo>
                    <a:pt x="5919" y="1630"/>
                    <a:pt x="5485" y="162"/>
                    <a:pt x="3775" y="52"/>
                  </a:cubicBezTo>
                  <a:cubicBezTo>
                    <a:pt x="3559" y="18"/>
                    <a:pt x="3343" y="1"/>
                    <a:pt x="313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1686925" y="3409375"/>
              <a:ext cx="27825" cy="30375"/>
            </a:xfrm>
            <a:custGeom>
              <a:avLst/>
              <a:gdLst/>
              <a:ahLst/>
              <a:cxnLst/>
              <a:rect l="l" t="t" r="r" b="b"/>
              <a:pathLst>
                <a:path w="1113" h="1215" extrusionOk="0">
                  <a:moveTo>
                    <a:pt x="31" y="1"/>
                  </a:moveTo>
                  <a:lnTo>
                    <a:pt x="0" y="1215"/>
                  </a:lnTo>
                  <a:lnTo>
                    <a:pt x="1042" y="1215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1682125" y="3438200"/>
              <a:ext cx="81450" cy="28875"/>
            </a:xfrm>
            <a:custGeom>
              <a:avLst/>
              <a:gdLst/>
              <a:ahLst/>
              <a:cxnLst/>
              <a:rect l="l" t="t" r="r" b="b"/>
              <a:pathLst>
                <a:path w="3258" h="1155" extrusionOk="0">
                  <a:moveTo>
                    <a:pt x="1234" y="1"/>
                  </a:moveTo>
                  <a:lnTo>
                    <a:pt x="111" y="11"/>
                  </a:lnTo>
                  <a:lnTo>
                    <a:pt x="0" y="1154"/>
                  </a:lnTo>
                  <a:lnTo>
                    <a:pt x="3258" y="1154"/>
                  </a:lnTo>
                  <a:lnTo>
                    <a:pt x="3065" y="497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1681100" y="3446575"/>
              <a:ext cx="92325" cy="23275"/>
            </a:xfrm>
            <a:custGeom>
              <a:avLst/>
              <a:gdLst/>
              <a:ahLst/>
              <a:cxnLst/>
              <a:rect l="l" t="t" r="r" b="b"/>
              <a:pathLst>
                <a:path w="3693" h="931" extrusionOk="0">
                  <a:moveTo>
                    <a:pt x="3076" y="0"/>
                  </a:moveTo>
                  <a:cubicBezTo>
                    <a:pt x="2611" y="0"/>
                    <a:pt x="2489" y="394"/>
                    <a:pt x="2489" y="394"/>
                  </a:cubicBezTo>
                  <a:lnTo>
                    <a:pt x="21" y="384"/>
                  </a:lnTo>
                  <a:lnTo>
                    <a:pt x="1" y="931"/>
                  </a:lnTo>
                  <a:lnTo>
                    <a:pt x="3693" y="931"/>
                  </a:lnTo>
                  <a:cubicBezTo>
                    <a:pt x="3693" y="931"/>
                    <a:pt x="3602" y="0"/>
                    <a:pt x="3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1688700" y="3443275"/>
              <a:ext cx="9500" cy="9125"/>
            </a:xfrm>
            <a:custGeom>
              <a:avLst/>
              <a:gdLst/>
              <a:ahLst/>
              <a:cxnLst/>
              <a:rect l="l" t="t" r="r" b="b"/>
              <a:pathLst>
                <a:path w="380" h="365" extrusionOk="0">
                  <a:moveTo>
                    <a:pt x="191" y="0"/>
                  </a:moveTo>
                  <a:cubicBezTo>
                    <a:pt x="96" y="0"/>
                    <a:pt x="0" y="61"/>
                    <a:pt x="0" y="182"/>
                  </a:cubicBezTo>
                  <a:cubicBezTo>
                    <a:pt x="0" y="304"/>
                    <a:pt x="96" y="364"/>
                    <a:pt x="191" y="364"/>
                  </a:cubicBezTo>
                  <a:cubicBezTo>
                    <a:pt x="286" y="364"/>
                    <a:pt x="379" y="304"/>
                    <a:pt x="374" y="182"/>
                  </a:cubicBezTo>
                  <a:cubicBezTo>
                    <a:pt x="379" y="61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1705900" y="3431625"/>
              <a:ext cx="14425" cy="9900"/>
            </a:xfrm>
            <a:custGeom>
              <a:avLst/>
              <a:gdLst/>
              <a:ahLst/>
              <a:cxnLst/>
              <a:rect l="l" t="t" r="r" b="b"/>
              <a:pathLst>
                <a:path w="577" h="396" extrusionOk="0">
                  <a:moveTo>
                    <a:pt x="0" y="1"/>
                  </a:moveTo>
                  <a:lnTo>
                    <a:pt x="41" y="345"/>
                  </a:lnTo>
                  <a:lnTo>
                    <a:pt x="61" y="396"/>
                  </a:lnTo>
                  <a:lnTo>
                    <a:pt x="526" y="396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1424175" y="3335525"/>
              <a:ext cx="40475" cy="37225"/>
            </a:xfrm>
            <a:custGeom>
              <a:avLst/>
              <a:gdLst/>
              <a:ahLst/>
              <a:cxnLst/>
              <a:rect l="l" t="t" r="r" b="b"/>
              <a:pathLst>
                <a:path w="1619" h="1489" extrusionOk="0">
                  <a:moveTo>
                    <a:pt x="1052" y="1"/>
                  </a:moveTo>
                  <a:lnTo>
                    <a:pt x="0" y="608"/>
                  </a:lnTo>
                  <a:lnTo>
                    <a:pt x="556" y="1488"/>
                  </a:lnTo>
                  <a:lnTo>
                    <a:pt x="1619" y="911"/>
                  </a:lnTo>
                  <a:lnTo>
                    <a:pt x="1052" y="1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1398625" y="3348175"/>
              <a:ext cx="54400" cy="81975"/>
            </a:xfrm>
            <a:custGeom>
              <a:avLst/>
              <a:gdLst/>
              <a:ahLst/>
              <a:cxnLst/>
              <a:rect l="l" t="t" r="r" b="b"/>
              <a:pathLst>
                <a:path w="2176" h="3279" extrusionOk="0">
                  <a:moveTo>
                    <a:pt x="1032" y="1"/>
                  </a:moveTo>
                  <a:lnTo>
                    <a:pt x="0" y="517"/>
                  </a:lnTo>
                  <a:lnTo>
                    <a:pt x="1720" y="3278"/>
                  </a:lnTo>
                  <a:lnTo>
                    <a:pt x="2176" y="2772"/>
                  </a:lnTo>
                  <a:lnTo>
                    <a:pt x="1629" y="952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1395575" y="3355025"/>
              <a:ext cx="67575" cy="85225"/>
            </a:xfrm>
            <a:custGeom>
              <a:avLst/>
              <a:gdLst/>
              <a:ahLst/>
              <a:cxnLst/>
              <a:rect l="l" t="t" r="r" b="b"/>
              <a:pathLst>
                <a:path w="2703" h="3409" extrusionOk="0">
                  <a:moveTo>
                    <a:pt x="477" y="0"/>
                  </a:moveTo>
                  <a:lnTo>
                    <a:pt x="1" y="273"/>
                  </a:lnTo>
                  <a:lnTo>
                    <a:pt x="1954" y="3409"/>
                  </a:lnTo>
                  <a:cubicBezTo>
                    <a:pt x="1954" y="3409"/>
                    <a:pt x="2702" y="2833"/>
                    <a:pt x="2429" y="2387"/>
                  </a:cubicBezTo>
                  <a:cubicBezTo>
                    <a:pt x="2262" y="2126"/>
                    <a:pt x="2032" y="2082"/>
                    <a:pt x="1896" y="2082"/>
                  </a:cubicBezTo>
                  <a:cubicBezTo>
                    <a:pt x="1827" y="2082"/>
                    <a:pt x="1781" y="2094"/>
                    <a:pt x="1781" y="209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1414125" y="3355750"/>
              <a:ext cx="13525" cy="9425"/>
            </a:xfrm>
            <a:custGeom>
              <a:avLst/>
              <a:gdLst/>
              <a:ahLst/>
              <a:cxnLst/>
              <a:rect l="l" t="t" r="r" b="b"/>
              <a:pathLst>
                <a:path w="541" h="377" extrusionOk="0">
                  <a:moveTo>
                    <a:pt x="267" y="1"/>
                  </a:moveTo>
                  <a:cubicBezTo>
                    <a:pt x="236" y="1"/>
                    <a:pt x="202" y="10"/>
                    <a:pt x="169" y="32"/>
                  </a:cubicBezTo>
                  <a:cubicBezTo>
                    <a:pt x="1" y="141"/>
                    <a:pt x="113" y="377"/>
                    <a:pt x="272" y="377"/>
                  </a:cubicBezTo>
                  <a:cubicBezTo>
                    <a:pt x="304" y="377"/>
                    <a:pt x="338" y="367"/>
                    <a:pt x="372" y="345"/>
                  </a:cubicBezTo>
                  <a:cubicBezTo>
                    <a:pt x="541" y="244"/>
                    <a:pt x="427" y="1"/>
                    <a:pt x="2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1433525" y="3362600"/>
              <a:ext cx="15200" cy="16225"/>
            </a:xfrm>
            <a:custGeom>
              <a:avLst/>
              <a:gdLst/>
              <a:ahLst/>
              <a:cxnLst/>
              <a:rect l="l" t="t" r="r" b="b"/>
              <a:pathLst>
                <a:path w="608" h="649" extrusionOk="0">
                  <a:moveTo>
                    <a:pt x="304" y="1"/>
                  </a:moveTo>
                  <a:lnTo>
                    <a:pt x="41" y="213"/>
                  </a:lnTo>
                  <a:lnTo>
                    <a:pt x="0" y="253"/>
                  </a:lnTo>
                  <a:lnTo>
                    <a:pt x="253" y="648"/>
                  </a:lnTo>
                  <a:lnTo>
                    <a:pt x="607" y="48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1434800" y="3018675"/>
              <a:ext cx="219275" cy="352300"/>
            </a:xfrm>
            <a:custGeom>
              <a:avLst/>
              <a:gdLst/>
              <a:ahLst/>
              <a:cxnLst/>
              <a:rect l="l" t="t" r="r" b="b"/>
              <a:pathLst>
                <a:path w="8771" h="14092" extrusionOk="0">
                  <a:moveTo>
                    <a:pt x="7101" y="0"/>
                  </a:moveTo>
                  <a:cubicBezTo>
                    <a:pt x="7101" y="0"/>
                    <a:pt x="5159" y="1467"/>
                    <a:pt x="5341" y="4856"/>
                  </a:cubicBezTo>
                  <a:cubicBezTo>
                    <a:pt x="5533" y="8255"/>
                    <a:pt x="5331" y="9478"/>
                    <a:pt x="5331" y="9478"/>
                  </a:cubicBezTo>
                  <a:lnTo>
                    <a:pt x="0" y="12604"/>
                  </a:lnTo>
                  <a:lnTo>
                    <a:pt x="992" y="14091"/>
                  </a:lnTo>
                  <a:lnTo>
                    <a:pt x="7111" y="11198"/>
                  </a:lnTo>
                  <a:cubicBezTo>
                    <a:pt x="7526" y="11006"/>
                    <a:pt x="7809" y="10622"/>
                    <a:pt x="7880" y="10166"/>
                  </a:cubicBezTo>
                  <a:lnTo>
                    <a:pt x="8770" y="4552"/>
                  </a:lnTo>
                  <a:lnTo>
                    <a:pt x="8437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633575" y="3018675"/>
              <a:ext cx="104700" cy="389725"/>
            </a:xfrm>
            <a:custGeom>
              <a:avLst/>
              <a:gdLst/>
              <a:ahLst/>
              <a:cxnLst/>
              <a:rect l="l" t="t" r="r" b="b"/>
              <a:pathLst>
                <a:path w="4188" h="15589" extrusionOk="0">
                  <a:moveTo>
                    <a:pt x="111" y="0"/>
                  </a:moveTo>
                  <a:lnTo>
                    <a:pt x="0" y="3085"/>
                  </a:lnTo>
                  <a:lnTo>
                    <a:pt x="1639" y="9822"/>
                  </a:lnTo>
                  <a:lnTo>
                    <a:pt x="1780" y="15588"/>
                  </a:lnTo>
                  <a:lnTo>
                    <a:pt x="3611" y="15588"/>
                  </a:lnTo>
                  <a:lnTo>
                    <a:pt x="4177" y="9195"/>
                  </a:lnTo>
                  <a:cubicBezTo>
                    <a:pt x="4188" y="9125"/>
                    <a:pt x="4188" y="9064"/>
                    <a:pt x="4177" y="8993"/>
                  </a:cubicBezTo>
                  <a:cubicBezTo>
                    <a:pt x="3905" y="4047"/>
                    <a:pt x="2893" y="1608"/>
                    <a:pt x="2327" y="597"/>
                  </a:cubicBezTo>
                  <a:lnTo>
                    <a:pt x="219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1614850" y="3028525"/>
              <a:ext cx="59200" cy="78675"/>
            </a:xfrm>
            <a:custGeom>
              <a:avLst/>
              <a:gdLst/>
              <a:ahLst/>
              <a:cxnLst/>
              <a:rect l="l" t="t" r="r" b="b"/>
              <a:pathLst>
                <a:path w="2368" h="3147" extrusionOk="0">
                  <a:moveTo>
                    <a:pt x="1" y="0"/>
                  </a:moveTo>
                  <a:lnTo>
                    <a:pt x="1" y="3147"/>
                  </a:lnTo>
                  <a:lnTo>
                    <a:pt x="2368" y="2965"/>
                  </a:lnTo>
                  <a:lnTo>
                    <a:pt x="2368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1639875" y="3102875"/>
              <a:ext cx="25575" cy="3575"/>
            </a:xfrm>
            <a:custGeom>
              <a:avLst/>
              <a:gdLst/>
              <a:ahLst/>
              <a:cxnLst/>
              <a:rect l="l" t="t" r="r" b="b"/>
              <a:pathLst>
                <a:path w="1023" h="143" extrusionOk="0">
                  <a:moveTo>
                    <a:pt x="1012" y="0"/>
                  </a:moveTo>
                  <a:lnTo>
                    <a:pt x="1" y="92"/>
                  </a:lnTo>
                  <a:lnTo>
                    <a:pt x="11" y="142"/>
                  </a:lnTo>
                  <a:lnTo>
                    <a:pt x="1023" y="61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1588550" y="3036375"/>
              <a:ext cx="22525" cy="25550"/>
            </a:xfrm>
            <a:custGeom>
              <a:avLst/>
              <a:gdLst/>
              <a:ahLst/>
              <a:cxnLst/>
              <a:rect l="l" t="t" r="r" b="b"/>
              <a:pathLst>
                <a:path w="901" h="1022" extrusionOk="0">
                  <a:moveTo>
                    <a:pt x="840" y="0"/>
                  </a:moveTo>
                  <a:cubicBezTo>
                    <a:pt x="840" y="10"/>
                    <a:pt x="739" y="789"/>
                    <a:pt x="0" y="972"/>
                  </a:cubicBezTo>
                  <a:lnTo>
                    <a:pt x="10" y="1022"/>
                  </a:lnTo>
                  <a:cubicBezTo>
                    <a:pt x="790" y="830"/>
                    <a:pt x="900" y="10"/>
                    <a:pt x="900" y="10"/>
                  </a:cubicBezTo>
                  <a:lnTo>
                    <a:pt x="8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679075" y="3036375"/>
              <a:ext cx="22300" cy="25550"/>
            </a:xfrm>
            <a:custGeom>
              <a:avLst/>
              <a:gdLst/>
              <a:ahLst/>
              <a:cxnLst/>
              <a:rect l="l" t="t" r="r" b="b"/>
              <a:pathLst>
                <a:path w="892" h="1022" extrusionOk="0">
                  <a:moveTo>
                    <a:pt x="51" y="0"/>
                  </a:moveTo>
                  <a:lnTo>
                    <a:pt x="1" y="10"/>
                  </a:lnTo>
                  <a:cubicBezTo>
                    <a:pt x="1" y="10"/>
                    <a:pt x="112" y="830"/>
                    <a:pt x="881" y="1022"/>
                  </a:cubicBezTo>
                  <a:lnTo>
                    <a:pt x="891" y="972"/>
                  </a:lnTo>
                  <a:cubicBezTo>
                    <a:pt x="163" y="789"/>
                    <a:pt x="51" y="10"/>
                    <a:pt x="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648975" y="3104650"/>
              <a:ext cx="3575" cy="59450"/>
            </a:xfrm>
            <a:custGeom>
              <a:avLst/>
              <a:gdLst/>
              <a:ahLst/>
              <a:cxnLst/>
              <a:rect l="l" t="t" r="r" b="b"/>
              <a:pathLst>
                <a:path w="143" h="2378" extrusionOk="0">
                  <a:moveTo>
                    <a:pt x="102" y="1"/>
                  </a:moveTo>
                  <a:lnTo>
                    <a:pt x="1" y="2377"/>
                  </a:lnTo>
                  <a:lnTo>
                    <a:pt x="41" y="2377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571850" y="2881350"/>
              <a:ext cx="162625" cy="158225"/>
            </a:xfrm>
            <a:custGeom>
              <a:avLst/>
              <a:gdLst/>
              <a:ahLst/>
              <a:cxnLst/>
              <a:rect l="l" t="t" r="r" b="b"/>
              <a:pathLst>
                <a:path w="6505" h="6329" extrusionOk="0">
                  <a:moveTo>
                    <a:pt x="1478" y="0"/>
                  </a:moveTo>
                  <a:cubicBezTo>
                    <a:pt x="992" y="81"/>
                    <a:pt x="1" y="1315"/>
                    <a:pt x="810" y="3278"/>
                  </a:cubicBezTo>
                  <a:lnTo>
                    <a:pt x="1002" y="6049"/>
                  </a:lnTo>
                  <a:cubicBezTo>
                    <a:pt x="1818" y="6258"/>
                    <a:pt x="2523" y="6328"/>
                    <a:pt x="3100" y="6328"/>
                  </a:cubicBezTo>
                  <a:cubicBezTo>
                    <a:pt x="4254" y="6328"/>
                    <a:pt x="4897" y="6049"/>
                    <a:pt x="4897" y="6049"/>
                  </a:cubicBezTo>
                  <a:lnTo>
                    <a:pt x="5018" y="3237"/>
                  </a:lnTo>
                  <a:lnTo>
                    <a:pt x="6039" y="2529"/>
                  </a:lnTo>
                  <a:cubicBezTo>
                    <a:pt x="6039" y="2529"/>
                    <a:pt x="6505" y="870"/>
                    <a:pt x="4432" y="0"/>
                  </a:cubicBezTo>
                  <a:cubicBezTo>
                    <a:pt x="4163" y="568"/>
                    <a:pt x="3564" y="854"/>
                    <a:pt x="2962" y="854"/>
                  </a:cubicBezTo>
                  <a:cubicBezTo>
                    <a:pt x="2362" y="854"/>
                    <a:pt x="1760" y="571"/>
                    <a:pt x="1478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1602650" y="2815475"/>
              <a:ext cx="21525" cy="20225"/>
            </a:xfrm>
            <a:custGeom>
              <a:avLst/>
              <a:gdLst/>
              <a:ahLst/>
              <a:cxnLst/>
              <a:rect l="l" t="t" r="r" b="b"/>
              <a:pathLst>
                <a:path w="861" h="809" extrusionOk="0">
                  <a:moveTo>
                    <a:pt x="411" y="1"/>
                  </a:moveTo>
                  <a:cubicBezTo>
                    <a:pt x="200" y="1"/>
                    <a:pt x="1" y="223"/>
                    <a:pt x="114" y="531"/>
                  </a:cubicBezTo>
                  <a:cubicBezTo>
                    <a:pt x="183" y="726"/>
                    <a:pt x="317" y="809"/>
                    <a:pt x="446" y="809"/>
                  </a:cubicBezTo>
                  <a:cubicBezTo>
                    <a:pt x="660" y="809"/>
                    <a:pt x="861" y="586"/>
                    <a:pt x="741" y="279"/>
                  </a:cubicBezTo>
                  <a:cubicBezTo>
                    <a:pt x="672" y="83"/>
                    <a:pt x="540" y="1"/>
                    <a:pt x="411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1606500" y="2819400"/>
              <a:ext cx="5575" cy="10125"/>
            </a:xfrm>
            <a:custGeom>
              <a:avLst/>
              <a:gdLst/>
              <a:ahLst/>
              <a:cxnLst/>
              <a:rect l="l" t="t" r="r" b="b"/>
              <a:pathLst>
                <a:path w="223" h="405" extrusionOk="0">
                  <a:moveTo>
                    <a:pt x="182" y="0"/>
                  </a:moveTo>
                  <a:cubicBezTo>
                    <a:pt x="0" y="142"/>
                    <a:pt x="72" y="394"/>
                    <a:pt x="81" y="405"/>
                  </a:cubicBezTo>
                  <a:lnTo>
                    <a:pt x="132" y="385"/>
                  </a:lnTo>
                  <a:cubicBezTo>
                    <a:pt x="132" y="385"/>
                    <a:pt x="72" y="162"/>
                    <a:pt x="223" y="50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1667900" y="2815475"/>
              <a:ext cx="21625" cy="20225"/>
            </a:xfrm>
            <a:custGeom>
              <a:avLst/>
              <a:gdLst/>
              <a:ahLst/>
              <a:cxnLst/>
              <a:rect l="l" t="t" r="r" b="b"/>
              <a:pathLst>
                <a:path w="865" h="809" extrusionOk="0">
                  <a:moveTo>
                    <a:pt x="447" y="1"/>
                  </a:moveTo>
                  <a:cubicBezTo>
                    <a:pt x="317" y="1"/>
                    <a:pt x="183" y="83"/>
                    <a:pt x="114" y="279"/>
                  </a:cubicBezTo>
                  <a:cubicBezTo>
                    <a:pt x="0" y="586"/>
                    <a:pt x="204" y="809"/>
                    <a:pt x="418" y="809"/>
                  </a:cubicBezTo>
                  <a:cubicBezTo>
                    <a:pt x="548" y="809"/>
                    <a:pt x="682" y="726"/>
                    <a:pt x="751" y="531"/>
                  </a:cubicBezTo>
                  <a:cubicBezTo>
                    <a:pt x="865" y="223"/>
                    <a:pt x="661" y="1"/>
                    <a:pt x="447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1680850" y="2819400"/>
              <a:ext cx="5350" cy="10125"/>
            </a:xfrm>
            <a:custGeom>
              <a:avLst/>
              <a:gdLst/>
              <a:ahLst/>
              <a:cxnLst/>
              <a:rect l="l" t="t" r="r" b="b"/>
              <a:pathLst>
                <a:path w="214" h="405" extrusionOk="0">
                  <a:moveTo>
                    <a:pt x="31" y="0"/>
                  </a:moveTo>
                  <a:lnTo>
                    <a:pt x="0" y="50"/>
                  </a:lnTo>
                  <a:cubicBezTo>
                    <a:pt x="152" y="162"/>
                    <a:pt x="81" y="385"/>
                    <a:pt x="81" y="385"/>
                  </a:cubicBezTo>
                  <a:lnTo>
                    <a:pt x="142" y="405"/>
                  </a:lnTo>
                  <a:cubicBezTo>
                    <a:pt x="142" y="394"/>
                    <a:pt x="213" y="142"/>
                    <a:pt x="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1628250" y="2859600"/>
              <a:ext cx="34675" cy="23050"/>
            </a:xfrm>
            <a:custGeom>
              <a:avLst/>
              <a:gdLst/>
              <a:ahLst/>
              <a:cxnLst/>
              <a:rect l="l" t="t" r="r" b="b"/>
              <a:pathLst>
                <a:path w="1387" h="922" extrusionOk="0">
                  <a:moveTo>
                    <a:pt x="699" y="0"/>
                  </a:moveTo>
                  <a:lnTo>
                    <a:pt x="101" y="51"/>
                  </a:lnTo>
                  <a:lnTo>
                    <a:pt x="0" y="921"/>
                  </a:lnTo>
                  <a:lnTo>
                    <a:pt x="1386" y="921"/>
                  </a:lnTo>
                  <a:lnTo>
                    <a:pt x="1295" y="51"/>
                  </a:lnTo>
                  <a:lnTo>
                    <a:pt x="699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1630775" y="2860875"/>
              <a:ext cx="29875" cy="9975"/>
            </a:xfrm>
            <a:custGeom>
              <a:avLst/>
              <a:gdLst/>
              <a:ahLst/>
              <a:cxnLst/>
              <a:rect l="l" t="t" r="r" b="b"/>
              <a:pathLst>
                <a:path w="1195" h="399" extrusionOk="0">
                  <a:moveTo>
                    <a:pt x="0" y="0"/>
                  </a:moveTo>
                  <a:cubicBezTo>
                    <a:pt x="168" y="264"/>
                    <a:pt x="382" y="398"/>
                    <a:pt x="597" y="398"/>
                  </a:cubicBezTo>
                  <a:cubicBezTo>
                    <a:pt x="809" y="398"/>
                    <a:pt x="1023" y="267"/>
                    <a:pt x="1194" y="0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1610925" y="2769725"/>
              <a:ext cx="69325" cy="96275"/>
            </a:xfrm>
            <a:custGeom>
              <a:avLst/>
              <a:gdLst/>
              <a:ahLst/>
              <a:cxnLst/>
              <a:rect l="l" t="t" r="r" b="b"/>
              <a:pathLst>
                <a:path w="2773" h="3851" extrusionOk="0">
                  <a:moveTo>
                    <a:pt x="1384" y="1"/>
                  </a:moveTo>
                  <a:cubicBezTo>
                    <a:pt x="692" y="1"/>
                    <a:pt x="1" y="506"/>
                    <a:pt x="66" y="1522"/>
                  </a:cubicBezTo>
                  <a:lnTo>
                    <a:pt x="66" y="1542"/>
                  </a:lnTo>
                  <a:lnTo>
                    <a:pt x="198" y="2745"/>
                  </a:lnTo>
                  <a:cubicBezTo>
                    <a:pt x="208" y="2766"/>
                    <a:pt x="208" y="2786"/>
                    <a:pt x="208" y="2806"/>
                  </a:cubicBezTo>
                  <a:cubicBezTo>
                    <a:pt x="354" y="3504"/>
                    <a:pt x="868" y="3851"/>
                    <a:pt x="1383" y="3851"/>
                  </a:cubicBezTo>
                  <a:cubicBezTo>
                    <a:pt x="1905" y="3851"/>
                    <a:pt x="2427" y="3494"/>
                    <a:pt x="2565" y="2786"/>
                  </a:cubicBezTo>
                  <a:lnTo>
                    <a:pt x="2565" y="2745"/>
                  </a:lnTo>
                  <a:cubicBezTo>
                    <a:pt x="2565" y="2725"/>
                    <a:pt x="2707" y="1542"/>
                    <a:pt x="2707" y="1522"/>
                  </a:cubicBezTo>
                  <a:cubicBezTo>
                    <a:pt x="2772" y="509"/>
                    <a:pt x="2077" y="1"/>
                    <a:pt x="1384" y="1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1599175" y="2884125"/>
              <a:ext cx="93600" cy="27850"/>
            </a:xfrm>
            <a:custGeom>
              <a:avLst/>
              <a:gdLst/>
              <a:ahLst/>
              <a:cxnLst/>
              <a:rect l="l" t="t" r="r" b="b"/>
              <a:pathLst>
                <a:path w="3744" h="1114" extrusionOk="0">
                  <a:moveTo>
                    <a:pt x="51" y="1"/>
                  </a:moveTo>
                  <a:lnTo>
                    <a:pt x="0" y="21"/>
                  </a:lnTo>
                  <a:cubicBezTo>
                    <a:pt x="30" y="82"/>
                    <a:pt x="628" y="1093"/>
                    <a:pt x="1851" y="1114"/>
                  </a:cubicBezTo>
                  <a:cubicBezTo>
                    <a:pt x="3065" y="1093"/>
                    <a:pt x="3712" y="112"/>
                    <a:pt x="3743" y="61"/>
                  </a:cubicBezTo>
                  <a:lnTo>
                    <a:pt x="3703" y="31"/>
                  </a:lnTo>
                  <a:cubicBezTo>
                    <a:pt x="3276" y="696"/>
                    <a:pt x="2562" y="1040"/>
                    <a:pt x="1854" y="1040"/>
                  </a:cubicBezTo>
                  <a:cubicBezTo>
                    <a:pt x="1151" y="1040"/>
                    <a:pt x="454" y="701"/>
                    <a:pt x="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1604125" y="2766300"/>
              <a:ext cx="90600" cy="61450"/>
            </a:xfrm>
            <a:custGeom>
              <a:avLst/>
              <a:gdLst/>
              <a:ahLst/>
              <a:cxnLst/>
              <a:rect l="l" t="t" r="r" b="b"/>
              <a:pathLst>
                <a:path w="3624" h="2458" extrusionOk="0">
                  <a:moveTo>
                    <a:pt x="1596" y="1"/>
                  </a:moveTo>
                  <a:cubicBezTo>
                    <a:pt x="780" y="1"/>
                    <a:pt x="0" y="612"/>
                    <a:pt x="247" y="1962"/>
                  </a:cubicBezTo>
                  <a:lnTo>
                    <a:pt x="358" y="2458"/>
                  </a:lnTo>
                  <a:cubicBezTo>
                    <a:pt x="358" y="2458"/>
                    <a:pt x="571" y="1932"/>
                    <a:pt x="561" y="1325"/>
                  </a:cubicBezTo>
                  <a:lnTo>
                    <a:pt x="561" y="1325"/>
                  </a:lnTo>
                  <a:cubicBezTo>
                    <a:pt x="561" y="1325"/>
                    <a:pt x="771" y="1397"/>
                    <a:pt x="1085" y="1397"/>
                  </a:cubicBezTo>
                  <a:cubicBezTo>
                    <a:pt x="1424" y="1397"/>
                    <a:pt x="1885" y="1313"/>
                    <a:pt x="2331" y="960"/>
                  </a:cubicBezTo>
                  <a:cubicBezTo>
                    <a:pt x="2331" y="960"/>
                    <a:pt x="2453" y="1345"/>
                    <a:pt x="2806" y="1598"/>
                  </a:cubicBezTo>
                  <a:cubicBezTo>
                    <a:pt x="2806" y="1598"/>
                    <a:pt x="2857" y="2104"/>
                    <a:pt x="2958" y="2458"/>
                  </a:cubicBezTo>
                  <a:cubicBezTo>
                    <a:pt x="3623" y="896"/>
                    <a:pt x="2583" y="1"/>
                    <a:pt x="15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1645450" y="2824450"/>
              <a:ext cx="8625" cy="12675"/>
            </a:xfrm>
            <a:custGeom>
              <a:avLst/>
              <a:gdLst/>
              <a:ahLst/>
              <a:cxnLst/>
              <a:rect l="l" t="t" r="r" b="b"/>
              <a:pathLst>
                <a:path w="345" h="507" extrusionOk="0">
                  <a:moveTo>
                    <a:pt x="61" y="0"/>
                  </a:moveTo>
                  <a:lnTo>
                    <a:pt x="11" y="41"/>
                  </a:lnTo>
                  <a:cubicBezTo>
                    <a:pt x="92" y="132"/>
                    <a:pt x="263" y="446"/>
                    <a:pt x="0" y="446"/>
                  </a:cubicBezTo>
                  <a:lnTo>
                    <a:pt x="0" y="506"/>
                  </a:lnTo>
                  <a:cubicBezTo>
                    <a:pt x="344" y="506"/>
                    <a:pt x="121" y="61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16219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507" y="0"/>
                  </a:moveTo>
                  <a:lnTo>
                    <a:pt x="1" y="112"/>
                  </a:lnTo>
                  <a:lnTo>
                    <a:pt x="41" y="254"/>
                  </a:lnTo>
                  <a:lnTo>
                    <a:pt x="536" y="14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1657325" y="2812050"/>
              <a:ext cx="13425" cy="6350"/>
            </a:xfrm>
            <a:custGeom>
              <a:avLst/>
              <a:gdLst/>
              <a:ahLst/>
              <a:cxnLst/>
              <a:rect l="l" t="t" r="r" b="b"/>
              <a:pathLst>
                <a:path w="537" h="254" extrusionOk="0">
                  <a:moveTo>
                    <a:pt x="41" y="0"/>
                  </a:moveTo>
                  <a:lnTo>
                    <a:pt x="1" y="142"/>
                  </a:lnTo>
                  <a:lnTo>
                    <a:pt x="496" y="254"/>
                  </a:lnTo>
                  <a:lnTo>
                    <a:pt x="537" y="11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1"/>
            <p:cNvSpPr/>
            <p:nvPr/>
          </p:nvSpPr>
          <p:spPr>
            <a:xfrm>
              <a:off x="1659600" y="2821150"/>
              <a:ext cx="4575" cy="4400"/>
            </a:xfrm>
            <a:custGeom>
              <a:avLst/>
              <a:gdLst/>
              <a:ahLst/>
              <a:cxnLst/>
              <a:rect l="l" t="t" r="r" b="b"/>
              <a:pathLst>
                <a:path w="183" h="176" extrusionOk="0">
                  <a:moveTo>
                    <a:pt x="92" y="1"/>
                  </a:moveTo>
                  <a:cubicBezTo>
                    <a:pt x="46" y="1"/>
                    <a:pt x="1" y="31"/>
                    <a:pt x="1" y="92"/>
                  </a:cubicBezTo>
                  <a:cubicBezTo>
                    <a:pt x="1" y="147"/>
                    <a:pt x="46" y="175"/>
                    <a:pt x="92" y="175"/>
                  </a:cubicBezTo>
                  <a:cubicBezTo>
                    <a:pt x="137" y="175"/>
                    <a:pt x="183" y="147"/>
                    <a:pt x="183" y="92"/>
                  </a:cubicBezTo>
                  <a:cubicBezTo>
                    <a:pt x="183" y="31"/>
                    <a:pt x="137" y="1"/>
                    <a:pt x="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1"/>
            <p:cNvSpPr/>
            <p:nvPr/>
          </p:nvSpPr>
          <p:spPr>
            <a:xfrm>
              <a:off x="1628750" y="2821150"/>
              <a:ext cx="4325" cy="4400"/>
            </a:xfrm>
            <a:custGeom>
              <a:avLst/>
              <a:gdLst/>
              <a:ahLst/>
              <a:cxnLst/>
              <a:rect l="l" t="t" r="r" b="b"/>
              <a:pathLst>
                <a:path w="173" h="176" extrusionOk="0">
                  <a:moveTo>
                    <a:pt x="87" y="1"/>
                  </a:moveTo>
                  <a:cubicBezTo>
                    <a:pt x="44" y="1"/>
                    <a:pt x="0" y="31"/>
                    <a:pt x="0" y="92"/>
                  </a:cubicBezTo>
                  <a:cubicBezTo>
                    <a:pt x="0" y="147"/>
                    <a:pt x="44" y="175"/>
                    <a:pt x="87" y="175"/>
                  </a:cubicBezTo>
                  <a:cubicBezTo>
                    <a:pt x="130" y="175"/>
                    <a:pt x="173" y="147"/>
                    <a:pt x="173" y="92"/>
                  </a:cubicBezTo>
                  <a:cubicBezTo>
                    <a:pt x="173" y="31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1"/>
            <p:cNvSpPr/>
            <p:nvPr/>
          </p:nvSpPr>
          <p:spPr>
            <a:xfrm>
              <a:off x="1696275" y="2758950"/>
              <a:ext cx="139125" cy="199050"/>
            </a:xfrm>
            <a:custGeom>
              <a:avLst/>
              <a:gdLst/>
              <a:ahLst/>
              <a:cxnLst/>
              <a:rect l="l" t="t" r="r" b="b"/>
              <a:pathLst>
                <a:path w="5565" h="7962" extrusionOk="0">
                  <a:moveTo>
                    <a:pt x="4897" y="0"/>
                  </a:moveTo>
                  <a:lnTo>
                    <a:pt x="2732" y="3369"/>
                  </a:lnTo>
                  <a:lnTo>
                    <a:pt x="203" y="6121"/>
                  </a:lnTo>
                  <a:lnTo>
                    <a:pt x="1" y="7962"/>
                  </a:lnTo>
                  <a:cubicBezTo>
                    <a:pt x="4007" y="5463"/>
                    <a:pt x="4168" y="3490"/>
                    <a:pt x="5564" y="445"/>
                  </a:cubicBezTo>
                  <a:lnTo>
                    <a:pt x="4897" y="0"/>
                  </a:ln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1817175" y="2728500"/>
              <a:ext cx="36675" cy="41600"/>
            </a:xfrm>
            <a:custGeom>
              <a:avLst/>
              <a:gdLst/>
              <a:ahLst/>
              <a:cxnLst/>
              <a:rect l="l" t="t" r="r" b="b"/>
              <a:pathLst>
                <a:path w="1467" h="1664" extrusionOk="0">
                  <a:moveTo>
                    <a:pt x="900" y="1"/>
                  </a:moveTo>
                  <a:cubicBezTo>
                    <a:pt x="884" y="1"/>
                    <a:pt x="868" y="2"/>
                    <a:pt x="850" y="4"/>
                  </a:cubicBezTo>
                  <a:cubicBezTo>
                    <a:pt x="273" y="136"/>
                    <a:pt x="172" y="834"/>
                    <a:pt x="0" y="1532"/>
                  </a:cubicBezTo>
                  <a:lnTo>
                    <a:pt x="728" y="1663"/>
                  </a:lnTo>
                  <a:cubicBezTo>
                    <a:pt x="728" y="1663"/>
                    <a:pt x="1466" y="1137"/>
                    <a:pt x="1436" y="723"/>
                  </a:cubicBezTo>
                  <a:cubicBezTo>
                    <a:pt x="1436" y="723"/>
                    <a:pt x="1446" y="622"/>
                    <a:pt x="1305" y="561"/>
                  </a:cubicBezTo>
                  <a:cubicBezTo>
                    <a:pt x="1305" y="561"/>
                    <a:pt x="1385" y="429"/>
                    <a:pt x="1214" y="328"/>
                  </a:cubicBezTo>
                  <a:cubicBezTo>
                    <a:pt x="1214" y="328"/>
                    <a:pt x="1275" y="217"/>
                    <a:pt x="1122" y="146"/>
                  </a:cubicBezTo>
                  <a:cubicBezTo>
                    <a:pt x="1122" y="146"/>
                    <a:pt x="1080" y="1"/>
                    <a:pt x="900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1"/>
            <p:cNvSpPr/>
            <p:nvPr/>
          </p:nvSpPr>
          <p:spPr>
            <a:xfrm>
              <a:off x="1834350" y="2752125"/>
              <a:ext cx="4075" cy="7850"/>
            </a:xfrm>
            <a:custGeom>
              <a:avLst/>
              <a:gdLst/>
              <a:ahLst/>
              <a:cxnLst/>
              <a:rect l="l" t="t" r="r" b="b"/>
              <a:pathLst>
                <a:path w="163" h="314" extrusionOk="0">
                  <a:moveTo>
                    <a:pt x="41" y="0"/>
                  </a:moveTo>
                  <a:lnTo>
                    <a:pt x="1" y="21"/>
                  </a:lnTo>
                  <a:cubicBezTo>
                    <a:pt x="11" y="21"/>
                    <a:pt x="112" y="192"/>
                    <a:pt x="11" y="273"/>
                  </a:cubicBezTo>
                  <a:lnTo>
                    <a:pt x="31" y="314"/>
                  </a:lnTo>
                  <a:cubicBezTo>
                    <a:pt x="163" y="20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1"/>
            <p:cNvSpPr/>
            <p:nvPr/>
          </p:nvSpPr>
          <p:spPr>
            <a:xfrm>
              <a:off x="1680850" y="2884125"/>
              <a:ext cx="65525" cy="78175"/>
            </a:xfrm>
            <a:custGeom>
              <a:avLst/>
              <a:gdLst/>
              <a:ahLst/>
              <a:cxnLst/>
              <a:rect l="l" t="t" r="r" b="b"/>
              <a:pathLst>
                <a:path w="2621" h="3127" extrusionOk="0">
                  <a:moveTo>
                    <a:pt x="304" y="1"/>
                  </a:moveTo>
                  <a:lnTo>
                    <a:pt x="0" y="3035"/>
                  </a:lnTo>
                  <a:lnTo>
                    <a:pt x="658" y="3126"/>
                  </a:lnTo>
                  <a:cubicBezTo>
                    <a:pt x="658" y="3126"/>
                    <a:pt x="2176" y="2195"/>
                    <a:pt x="2621" y="1548"/>
                  </a:cubicBezTo>
                  <a:cubicBezTo>
                    <a:pt x="2621" y="1548"/>
                    <a:pt x="1993" y="880"/>
                    <a:pt x="1619" y="132"/>
                  </a:cubicBezTo>
                  <a:cubicBezTo>
                    <a:pt x="1619" y="132"/>
                    <a:pt x="1419" y="214"/>
                    <a:pt x="1119" y="214"/>
                  </a:cubicBezTo>
                  <a:cubicBezTo>
                    <a:pt x="891" y="214"/>
                    <a:pt x="605" y="167"/>
                    <a:pt x="304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1439850" y="2761475"/>
              <a:ext cx="161375" cy="182600"/>
            </a:xfrm>
            <a:custGeom>
              <a:avLst/>
              <a:gdLst/>
              <a:ahLst/>
              <a:cxnLst/>
              <a:rect l="l" t="t" r="r" b="b"/>
              <a:pathLst>
                <a:path w="6455" h="7304" extrusionOk="0">
                  <a:moveTo>
                    <a:pt x="739" y="0"/>
                  </a:moveTo>
                  <a:lnTo>
                    <a:pt x="0" y="496"/>
                  </a:lnTo>
                  <a:lnTo>
                    <a:pt x="1599" y="4138"/>
                  </a:lnTo>
                  <a:cubicBezTo>
                    <a:pt x="1680" y="4350"/>
                    <a:pt x="1821" y="4543"/>
                    <a:pt x="1993" y="4694"/>
                  </a:cubicBezTo>
                  <a:cubicBezTo>
                    <a:pt x="2711" y="5311"/>
                    <a:pt x="4724" y="6940"/>
                    <a:pt x="6454" y="7304"/>
                  </a:cubicBezTo>
                  <a:lnTo>
                    <a:pt x="5847" y="5564"/>
                  </a:lnTo>
                  <a:cubicBezTo>
                    <a:pt x="2226" y="3136"/>
                    <a:pt x="2924" y="3693"/>
                    <a:pt x="739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1550350" y="2883125"/>
              <a:ext cx="59475" cy="79175"/>
            </a:xfrm>
            <a:custGeom>
              <a:avLst/>
              <a:gdLst/>
              <a:ahLst/>
              <a:cxnLst/>
              <a:rect l="l" t="t" r="r" b="b"/>
              <a:pathLst>
                <a:path w="2379" h="3167" extrusionOk="0">
                  <a:moveTo>
                    <a:pt x="2145" y="0"/>
                  </a:moveTo>
                  <a:cubicBezTo>
                    <a:pt x="1744" y="222"/>
                    <a:pt x="1426" y="269"/>
                    <a:pt x="1228" y="269"/>
                  </a:cubicBezTo>
                  <a:cubicBezTo>
                    <a:pt x="1083" y="269"/>
                    <a:pt x="1002" y="243"/>
                    <a:pt x="1002" y="243"/>
                  </a:cubicBezTo>
                  <a:cubicBezTo>
                    <a:pt x="628" y="1001"/>
                    <a:pt x="1" y="1669"/>
                    <a:pt x="1" y="1669"/>
                  </a:cubicBezTo>
                  <a:cubicBezTo>
                    <a:pt x="901" y="2489"/>
                    <a:pt x="1720" y="3166"/>
                    <a:pt x="1720" y="3166"/>
                  </a:cubicBezTo>
                  <a:lnTo>
                    <a:pt x="2378" y="3075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1688425" y="2929400"/>
              <a:ext cx="24075" cy="38200"/>
            </a:xfrm>
            <a:custGeom>
              <a:avLst/>
              <a:gdLst/>
              <a:ahLst/>
              <a:cxnLst/>
              <a:rect l="l" t="t" r="r" b="b"/>
              <a:pathLst>
                <a:path w="963" h="1528" extrusionOk="0">
                  <a:moveTo>
                    <a:pt x="668" y="0"/>
                  </a:moveTo>
                  <a:lnTo>
                    <a:pt x="618" y="20"/>
                  </a:lnTo>
                  <a:lnTo>
                    <a:pt x="628" y="41"/>
                  </a:lnTo>
                  <a:cubicBezTo>
                    <a:pt x="648" y="92"/>
                    <a:pt x="891" y="1164"/>
                    <a:pt x="1" y="1477"/>
                  </a:cubicBezTo>
                  <a:lnTo>
                    <a:pt x="21" y="1528"/>
                  </a:lnTo>
                  <a:cubicBezTo>
                    <a:pt x="962" y="1204"/>
                    <a:pt x="689" y="41"/>
                    <a:pt x="679" y="31"/>
                  </a:cubicBezTo>
                  <a:lnTo>
                    <a:pt x="6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1695275" y="2962025"/>
              <a:ext cx="3050" cy="20250"/>
            </a:xfrm>
            <a:custGeom>
              <a:avLst/>
              <a:gdLst/>
              <a:ahLst/>
              <a:cxnLst/>
              <a:rect l="l" t="t" r="r" b="b"/>
              <a:pathLst>
                <a:path w="122" h="810" extrusionOk="0">
                  <a:moveTo>
                    <a:pt x="61" y="0"/>
                  </a:moveTo>
                  <a:lnTo>
                    <a:pt x="0" y="799"/>
                  </a:lnTo>
                  <a:lnTo>
                    <a:pt x="50" y="810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1577425" y="2929400"/>
              <a:ext cx="23800" cy="38200"/>
            </a:xfrm>
            <a:custGeom>
              <a:avLst/>
              <a:gdLst/>
              <a:ahLst/>
              <a:cxnLst/>
              <a:rect l="l" t="t" r="r" b="b"/>
              <a:pathLst>
                <a:path w="952" h="1528" extrusionOk="0">
                  <a:moveTo>
                    <a:pt x="293" y="0"/>
                  </a:moveTo>
                  <a:lnTo>
                    <a:pt x="284" y="31"/>
                  </a:lnTo>
                  <a:cubicBezTo>
                    <a:pt x="273" y="41"/>
                    <a:pt x="0" y="1204"/>
                    <a:pt x="931" y="1528"/>
                  </a:cubicBezTo>
                  <a:lnTo>
                    <a:pt x="951" y="1477"/>
                  </a:lnTo>
                  <a:cubicBezTo>
                    <a:pt x="71" y="1174"/>
                    <a:pt x="314" y="81"/>
                    <a:pt x="334" y="41"/>
                  </a:cubicBezTo>
                  <a:lnTo>
                    <a:pt x="344" y="20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1591575" y="2961525"/>
              <a:ext cx="2300" cy="20250"/>
            </a:xfrm>
            <a:custGeom>
              <a:avLst/>
              <a:gdLst/>
              <a:ahLst/>
              <a:cxnLst/>
              <a:rect l="l" t="t" r="r" b="b"/>
              <a:pathLst>
                <a:path w="92" h="810" extrusionOk="0">
                  <a:moveTo>
                    <a:pt x="62" y="0"/>
                  </a:moveTo>
                  <a:lnTo>
                    <a:pt x="1" y="10"/>
                  </a:lnTo>
                  <a:lnTo>
                    <a:pt x="31" y="809"/>
                  </a:lnTo>
                  <a:lnTo>
                    <a:pt x="92" y="809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1421900" y="2724900"/>
              <a:ext cx="36425" cy="49750"/>
            </a:xfrm>
            <a:custGeom>
              <a:avLst/>
              <a:gdLst/>
              <a:ahLst/>
              <a:cxnLst/>
              <a:rect l="l" t="t" r="r" b="b"/>
              <a:pathLst>
                <a:path w="1457" h="1990" extrusionOk="0">
                  <a:moveTo>
                    <a:pt x="612" y="0"/>
                  </a:moveTo>
                  <a:cubicBezTo>
                    <a:pt x="566" y="0"/>
                    <a:pt x="530" y="66"/>
                    <a:pt x="516" y="229"/>
                  </a:cubicBezTo>
                  <a:cubicBezTo>
                    <a:pt x="475" y="179"/>
                    <a:pt x="439" y="159"/>
                    <a:pt x="409" y="159"/>
                  </a:cubicBezTo>
                  <a:cubicBezTo>
                    <a:pt x="342" y="159"/>
                    <a:pt x="303" y="257"/>
                    <a:pt x="303" y="341"/>
                  </a:cubicBezTo>
                  <a:cubicBezTo>
                    <a:pt x="268" y="286"/>
                    <a:pt x="239" y="266"/>
                    <a:pt x="216" y="266"/>
                  </a:cubicBezTo>
                  <a:cubicBezTo>
                    <a:pt x="153" y="266"/>
                    <a:pt x="132" y="411"/>
                    <a:pt x="132" y="411"/>
                  </a:cubicBezTo>
                  <a:cubicBezTo>
                    <a:pt x="111" y="384"/>
                    <a:pt x="93" y="371"/>
                    <a:pt x="77" y="371"/>
                  </a:cubicBezTo>
                  <a:cubicBezTo>
                    <a:pt x="3" y="371"/>
                    <a:pt x="1" y="676"/>
                    <a:pt x="152" y="1079"/>
                  </a:cubicBezTo>
                  <a:cubicBezTo>
                    <a:pt x="344" y="1615"/>
                    <a:pt x="739" y="1989"/>
                    <a:pt x="739" y="1989"/>
                  </a:cubicBezTo>
                  <a:lnTo>
                    <a:pt x="1457" y="1463"/>
                  </a:lnTo>
                  <a:cubicBezTo>
                    <a:pt x="1457" y="1463"/>
                    <a:pt x="1347" y="401"/>
                    <a:pt x="1146" y="401"/>
                  </a:cubicBezTo>
                  <a:cubicBezTo>
                    <a:pt x="1145" y="401"/>
                    <a:pt x="1144" y="401"/>
                    <a:pt x="1143" y="402"/>
                  </a:cubicBezTo>
                  <a:cubicBezTo>
                    <a:pt x="1002" y="422"/>
                    <a:pt x="1022" y="755"/>
                    <a:pt x="1022" y="755"/>
                  </a:cubicBezTo>
                  <a:cubicBezTo>
                    <a:pt x="920" y="422"/>
                    <a:pt x="730" y="0"/>
                    <a:pt x="612" y="0"/>
                  </a:cubicBezTo>
                  <a:close/>
                </a:path>
              </a:pathLst>
            </a:custGeom>
            <a:solidFill>
              <a:srgbClr val="EB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1424925" y="2735175"/>
              <a:ext cx="2300" cy="11150"/>
            </a:xfrm>
            <a:custGeom>
              <a:avLst/>
              <a:gdLst/>
              <a:ahLst/>
              <a:cxnLst/>
              <a:rect l="l" t="t" r="r" b="b"/>
              <a:pathLst>
                <a:path w="92" h="446" extrusionOk="0">
                  <a:moveTo>
                    <a:pt x="0" y="0"/>
                  </a:moveTo>
                  <a:cubicBezTo>
                    <a:pt x="0" y="0"/>
                    <a:pt x="11" y="274"/>
                    <a:pt x="61" y="445"/>
                  </a:cubicBezTo>
                  <a:lnTo>
                    <a:pt x="92" y="445"/>
                  </a:lnTo>
                  <a:cubicBezTo>
                    <a:pt x="5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1429225" y="2733150"/>
              <a:ext cx="3300" cy="10650"/>
            </a:xfrm>
            <a:custGeom>
              <a:avLst/>
              <a:gdLst/>
              <a:ahLst/>
              <a:cxnLst/>
              <a:rect l="l" t="t" r="r" b="b"/>
              <a:pathLst>
                <a:path w="132" h="426" extrusionOk="0">
                  <a:moveTo>
                    <a:pt x="31" y="0"/>
                  </a:moveTo>
                  <a:lnTo>
                    <a:pt x="1" y="11"/>
                  </a:lnTo>
                  <a:cubicBezTo>
                    <a:pt x="1" y="11"/>
                    <a:pt x="41" y="233"/>
                    <a:pt x="102" y="425"/>
                  </a:cubicBezTo>
                  <a:lnTo>
                    <a:pt x="132" y="415"/>
                  </a:lnTo>
                  <a:cubicBezTo>
                    <a:pt x="71" y="22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1434275" y="2730625"/>
              <a:ext cx="3575" cy="13175"/>
            </a:xfrm>
            <a:custGeom>
              <a:avLst/>
              <a:gdLst/>
              <a:ahLst/>
              <a:cxnLst/>
              <a:rect l="l" t="t" r="r" b="b"/>
              <a:pathLst>
                <a:path w="143" h="527" extrusionOk="0">
                  <a:moveTo>
                    <a:pt x="1" y="0"/>
                  </a:moveTo>
                  <a:cubicBezTo>
                    <a:pt x="1" y="0"/>
                    <a:pt x="31" y="274"/>
                    <a:pt x="112" y="526"/>
                  </a:cubicBezTo>
                  <a:lnTo>
                    <a:pt x="143" y="516"/>
                  </a:lnTo>
                  <a:cubicBezTo>
                    <a:pt x="71" y="263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1446925" y="2743525"/>
              <a:ext cx="1800" cy="6100"/>
            </a:xfrm>
            <a:custGeom>
              <a:avLst/>
              <a:gdLst/>
              <a:ahLst/>
              <a:cxnLst/>
              <a:rect l="l" t="t" r="r" b="b"/>
              <a:pathLst>
                <a:path w="72" h="244" extrusionOk="0">
                  <a:moveTo>
                    <a:pt x="1" y="0"/>
                  </a:moveTo>
                  <a:cubicBezTo>
                    <a:pt x="1" y="0"/>
                    <a:pt x="21" y="132"/>
                    <a:pt x="41" y="243"/>
                  </a:cubicBezTo>
                  <a:lnTo>
                    <a:pt x="71" y="233"/>
                  </a:lnTo>
                  <a:cubicBezTo>
                    <a:pt x="51" y="132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1637100" y="2844425"/>
              <a:ext cx="20000" cy="8100"/>
            </a:xfrm>
            <a:custGeom>
              <a:avLst/>
              <a:gdLst/>
              <a:ahLst/>
              <a:cxnLst/>
              <a:rect l="l" t="t" r="r" b="b"/>
              <a:pathLst>
                <a:path w="800" h="324" extrusionOk="0">
                  <a:moveTo>
                    <a:pt x="1" y="0"/>
                  </a:moveTo>
                  <a:cubicBezTo>
                    <a:pt x="1" y="0"/>
                    <a:pt x="10" y="324"/>
                    <a:pt x="395" y="324"/>
                  </a:cubicBezTo>
                  <a:cubicBezTo>
                    <a:pt x="779" y="324"/>
                    <a:pt x="79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2168425" y="3367400"/>
              <a:ext cx="48075" cy="44300"/>
            </a:xfrm>
            <a:custGeom>
              <a:avLst/>
              <a:gdLst/>
              <a:ahLst/>
              <a:cxnLst/>
              <a:rect l="l" t="t" r="r" b="b"/>
              <a:pathLst>
                <a:path w="1923" h="1772" extrusionOk="0">
                  <a:moveTo>
                    <a:pt x="1093" y="0"/>
                  </a:moveTo>
                  <a:lnTo>
                    <a:pt x="0" y="1043"/>
                  </a:lnTo>
                  <a:lnTo>
                    <a:pt x="1164" y="1771"/>
                  </a:lnTo>
                  <a:lnTo>
                    <a:pt x="1922" y="618"/>
                  </a:lnTo>
                  <a:lnTo>
                    <a:pt x="1093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2182350" y="3376000"/>
              <a:ext cx="58425" cy="83475"/>
            </a:xfrm>
            <a:custGeom>
              <a:avLst/>
              <a:gdLst/>
              <a:ahLst/>
              <a:cxnLst/>
              <a:rect l="l" t="t" r="r" b="b"/>
              <a:pathLst>
                <a:path w="2337" h="3339" extrusionOk="0">
                  <a:moveTo>
                    <a:pt x="1295" y="0"/>
                  </a:moveTo>
                  <a:lnTo>
                    <a:pt x="374" y="1396"/>
                  </a:lnTo>
                  <a:lnTo>
                    <a:pt x="0" y="2813"/>
                  </a:lnTo>
                  <a:lnTo>
                    <a:pt x="405" y="3339"/>
                  </a:lnTo>
                  <a:lnTo>
                    <a:pt x="2336" y="436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2172725" y="3383575"/>
              <a:ext cx="70825" cy="86275"/>
            </a:xfrm>
            <a:custGeom>
              <a:avLst/>
              <a:gdLst/>
              <a:ahLst/>
              <a:cxnLst/>
              <a:rect l="l" t="t" r="r" b="b"/>
              <a:pathLst>
                <a:path w="2833" h="3451" extrusionOk="0">
                  <a:moveTo>
                    <a:pt x="2519" y="1"/>
                  </a:moveTo>
                  <a:lnTo>
                    <a:pt x="1083" y="2196"/>
                  </a:lnTo>
                  <a:cubicBezTo>
                    <a:pt x="1083" y="2196"/>
                    <a:pt x="971" y="2139"/>
                    <a:pt x="821" y="2139"/>
                  </a:cubicBezTo>
                  <a:cubicBezTo>
                    <a:pt x="667" y="2139"/>
                    <a:pt x="472" y="2199"/>
                    <a:pt x="314" y="2439"/>
                  </a:cubicBezTo>
                  <a:cubicBezTo>
                    <a:pt x="1" y="2904"/>
                    <a:pt x="658" y="3451"/>
                    <a:pt x="658" y="3451"/>
                  </a:cubicBezTo>
                  <a:lnTo>
                    <a:pt x="2833" y="183"/>
                  </a:lnTo>
                  <a:lnTo>
                    <a:pt x="2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2211925" y="3381225"/>
              <a:ext cx="11400" cy="10000"/>
            </a:xfrm>
            <a:custGeom>
              <a:avLst/>
              <a:gdLst/>
              <a:ahLst/>
              <a:cxnLst/>
              <a:rect l="l" t="t" r="r" b="b"/>
              <a:pathLst>
                <a:path w="456" h="400" extrusionOk="0">
                  <a:moveTo>
                    <a:pt x="226" y="0"/>
                  </a:moveTo>
                  <a:cubicBezTo>
                    <a:pt x="160" y="0"/>
                    <a:pt x="99" y="32"/>
                    <a:pt x="61" y="95"/>
                  </a:cubicBezTo>
                  <a:cubicBezTo>
                    <a:pt x="0" y="186"/>
                    <a:pt x="31" y="308"/>
                    <a:pt x="122" y="368"/>
                  </a:cubicBezTo>
                  <a:cubicBezTo>
                    <a:pt x="154" y="390"/>
                    <a:pt x="190" y="400"/>
                    <a:pt x="226" y="400"/>
                  </a:cubicBezTo>
                  <a:cubicBezTo>
                    <a:pt x="291" y="400"/>
                    <a:pt x="356" y="366"/>
                    <a:pt x="395" y="308"/>
                  </a:cubicBezTo>
                  <a:cubicBezTo>
                    <a:pt x="456" y="216"/>
                    <a:pt x="436" y="95"/>
                    <a:pt x="344" y="34"/>
                  </a:cubicBezTo>
                  <a:cubicBezTo>
                    <a:pt x="306" y="11"/>
                    <a:pt x="265" y="0"/>
                    <a:pt x="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2184350" y="3393975"/>
              <a:ext cx="18475" cy="19975"/>
            </a:xfrm>
            <a:custGeom>
              <a:avLst/>
              <a:gdLst/>
              <a:ahLst/>
              <a:cxnLst/>
              <a:rect l="l" t="t" r="r" b="b"/>
              <a:pathLst>
                <a:path w="739" h="799" extrusionOk="0">
                  <a:moveTo>
                    <a:pt x="395" y="0"/>
                  </a:moveTo>
                  <a:lnTo>
                    <a:pt x="1" y="607"/>
                  </a:lnTo>
                  <a:lnTo>
                    <a:pt x="355" y="779"/>
                  </a:lnTo>
                  <a:lnTo>
                    <a:pt x="426" y="799"/>
                  </a:lnTo>
                  <a:lnTo>
                    <a:pt x="739" y="313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2180825" y="3370950"/>
              <a:ext cx="20000" cy="34175"/>
            </a:xfrm>
            <a:custGeom>
              <a:avLst/>
              <a:gdLst/>
              <a:ahLst/>
              <a:cxnLst/>
              <a:rect l="l" t="t" r="r" b="b"/>
              <a:pathLst>
                <a:path w="800" h="1367" extrusionOk="0">
                  <a:moveTo>
                    <a:pt x="799" y="0"/>
                  </a:moveTo>
                  <a:lnTo>
                    <a:pt x="0" y="1204"/>
                  </a:lnTo>
                  <a:lnTo>
                    <a:pt x="243" y="1366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332800" y="3289775"/>
              <a:ext cx="35700" cy="36950"/>
            </a:xfrm>
            <a:custGeom>
              <a:avLst/>
              <a:gdLst/>
              <a:ahLst/>
              <a:cxnLst/>
              <a:rect l="l" t="t" r="r" b="b"/>
              <a:pathLst>
                <a:path w="1428" h="1478" extrusionOk="0">
                  <a:moveTo>
                    <a:pt x="395" y="0"/>
                  </a:moveTo>
                  <a:lnTo>
                    <a:pt x="0" y="1457"/>
                  </a:lnTo>
                  <a:lnTo>
                    <a:pt x="1366" y="1477"/>
                  </a:lnTo>
                  <a:lnTo>
                    <a:pt x="1427" y="102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2361625" y="3283200"/>
              <a:ext cx="29625" cy="87025"/>
            </a:xfrm>
            <a:custGeom>
              <a:avLst/>
              <a:gdLst/>
              <a:ahLst/>
              <a:cxnLst/>
              <a:rect l="l" t="t" r="r" b="b"/>
              <a:pathLst>
                <a:path w="1185" h="3481" extrusionOk="0">
                  <a:moveTo>
                    <a:pt x="1185" y="0"/>
                  </a:moveTo>
                  <a:lnTo>
                    <a:pt x="72" y="172"/>
                  </a:lnTo>
                  <a:lnTo>
                    <a:pt x="1" y="1841"/>
                  </a:lnTo>
                  <a:lnTo>
                    <a:pt x="405" y="3247"/>
                  </a:lnTo>
                  <a:lnTo>
                    <a:pt x="1032" y="34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2368700" y="3282925"/>
              <a:ext cx="25575" cy="98150"/>
            </a:xfrm>
            <a:custGeom>
              <a:avLst/>
              <a:gdLst/>
              <a:ahLst/>
              <a:cxnLst/>
              <a:rect l="l" t="t" r="r" b="b"/>
              <a:pathLst>
                <a:path w="1023" h="3926" extrusionOk="0">
                  <a:moveTo>
                    <a:pt x="668" y="1"/>
                  </a:moveTo>
                  <a:lnTo>
                    <a:pt x="558" y="2631"/>
                  </a:lnTo>
                  <a:cubicBezTo>
                    <a:pt x="558" y="2631"/>
                    <a:pt x="52" y="2662"/>
                    <a:pt x="21" y="3228"/>
                  </a:cubicBezTo>
                  <a:cubicBezTo>
                    <a:pt x="1" y="3795"/>
                    <a:pt x="851" y="3926"/>
                    <a:pt x="851" y="3926"/>
                  </a:cubicBezTo>
                  <a:lnTo>
                    <a:pt x="10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2366175" y="3289500"/>
              <a:ext cx="10150" cy="10150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14" y="1"/>
                  </a:moveTo>
                  <a:cubicBezTo>
                    <a:pt x="102" y="1"/>
                    <a:pt x="11" y="82"/>
                    <a:pt x="1" y="193"/>
                  </a:cubicBezTo>
                  <a:cubicBezTo>
                    <a:pt x="1" y="304"/>
                    <a:pt x="82" y="396"/>
                    <a:pt x="193" y="405"/>
                  </a:cubicBezTo>
                  <a:cubicBezTo>
                    <a:pt x="304" y="405"/>
                    <a:pt x="396" y="325"/>
                    <a:pt x="396" y="214"/>
                  </a:cubicBezTo>
                  <a:cubicBezTo>
                    <a:pt x="405" y="102"/>
                    <a:pt x="315" y="1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2354300" y="3313275"/>
              <a:ext cx="12400" cy="18000"/>
            </a:xfrm>
            <a:custGeom>
              <a:avLst/>
              <a:gdLst/>
              <a:ahLst/>
              <a:cxnLst/>
              <a:rect l="l" t="t" r="r" b="b"/>
              <a:pathLst>
                <a:path w="496" h="720" extrusionOk="0">
                  <a:moveTo>
                    <a:pt x="31" y="1"/>
                  </a:moveTo>
                  <a:lnTo>
                    <a:pt x="1" y="719"/>
                  </a:lnTo>
                  <a:lnTo>
                    <a:pt x="1" y="719"/>
                  </a:lnTo>
                  <a:lnTo>
                    <a:pt x="395" y="689"/>
                  </a:lnTo>
                  <a:lnTo>
                    <a:pt x="466" y="668"/>
                  </a:lnTo>
                  <a:lnTo>
                    <a:pt x="496" y="92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2347225" y="3290275"/>
              <a:ext cx="7350" cy="36175"/>
            </a:xfrm>
            <a:custGeom>
              <a:avLst/>
              <a:gdLst/>
              <a:ahLst/>
              <a:cxnLst/>
              <a:rect l="l" t="t" r="r" b="b"/>
              <a:pathLst>
                <a:path w="294" h="1447" extrusionOk="0">
                  <a:moveTo>
                    <a:pt x="61" y="1"/>
                  </a:moveTo>
                  <a:lnTo>
                    <a:pt x="0" y="1447"/>
                  </a:lnTo>
                  <a:lnTo>
                    <a:pt x="293" y="144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2043750" y="3040925"/>
              <a:ext cx="159850" cy="370775"/>
            </a:xfrm>
            <a:custGeom>
              <a:avLst/>
              <a:gdLst/>
              <a:ahLst/>
              <a:cxnLst/>
              <a:rect l="l" t="t" r="r" b="b"/>
              <a:pathLst>
                <a:path w="6394" h="14831" extrusionOk="0">
                  <a:moveTo>
                    <a:pt x="1741" y="1"/>
                  </a:moveTo>
                  <a:lnTo>
                    <a:pt x="112" y="9651"/>
                  </a:lnTo>
                  <a:cubicBezTo>
                    <a:pt x="1" y="10288"/>
                    <a:pt x="243" y="10946"/>
                    <a:pt x="739" y="11360"/>
                  </a:cubicBezTo>
                  <a:lnTo>
                    <a:pt x="5220" y="14830"/>
                  </a:lnTo>
                  <a:lnTo>
                    <a:pt x="6394" y="12958"/>
                  </a:lnTo>
                  <a:lnTo>
                    <a:pt x="2721" y="9610"/>
                  </a:lnTo>
                  <a:lnTo>
                    <a:pt x="4522" y="3480"/>
                  </a:lnTo>
                  <a:lnTo>
                    <a:pt x="4522" y="183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2137825" y="3030550"/>
              <a:ext cx="212700" cy="307800"/>
            </a:xfrm>
            <a:custGeom>
              <a:avLst/>
              <a:gdLst/>
              <a:ahLst/>
              <a:cxnLst/>
              <a:rect l="l" t="t" r="r" b="b"/>
              <a:pathLst>
                <a:path w="8508" h="12312" extrusionOk="0">
                  <a:moveTo>
                    <a:pt x="1" y="0"/>
                  </a:moveTo>
                  <a:lnTo>
                    <a:pt x="1123" y="10471"/>
                  </a:lnTo>
                  <a:cubicBezTo>
                    <a:pt x="1184" y="11037"/>
                    <a:pt x="1629" y="11492"/>
                    <a:pt x="2195" y="11563"/>
                  </a:cubicBezTo>
                  <a:lnTo>
                    <a:pt x="8366" y="12312"/>
                  </a:lnTo>
                  <a:lnTo>
                    <a:pt x="8508" y="10177"/>
                  </a:lnTo>
                  <a:lnTo>
                    <a:pt x="4249" y="9469"/>
                  </a:lnTo>
                  <a:lnTo>
                    <a:pt x="2924" y="4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2182850" y="3062175"/>
              <a:ext cx="33900" cy="30600"/>
            </a:xfrm>
            <a:custGeom>
              <a:avLst/>
              <a:gdLst/>
              <a:ahLst/>
              <a:cxnLst/>
              <a:rect l="l" t="t" r="r" b="b"/>
              <a:pathLst>
                <a:path w="1356" h="1224" extrusionOk="0">
                  <a:moveTo>
                    <a:pt x="20" y="0"/>
                  </a:moveTo>
                  <a:cubicBezTo>
                    <a:pt x="20" y="20"/>
                    <a:pt x="0" y="495"/>
                    <a:pt x="334" y="860"/>
                  </a:cubicBezTo>
                  <a:cubicBezTo>
                    <a:pt x="567" y="1102"/>
                    <a:pt x="911" y="1224"/>
                    <a:pt x="1356" y="1224"/>
                  </a:cubicBezTo>
                  <a:lnTo>
                    <a:pt x="1356" y="1174"/>
                  </a:lnTo>
                  <a:cubicBezTo>
                    <a:pt x="931" y="1174"/>
                    <a:pt x="597" y="1052"/>
                    <a:pt x="374" y="819"/>
                  </a:cubicBezTo>
                  <a:cubicBezTo>
                    <a:pt x="50" y="475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2080925" y="3062175"/>
              <a:ext cx="34175" cy="30600"/>
            </a:xfrm>
            <a:custGeom>
              <a:avLst/>
              <a:gdLst/>
              <a:ahLst/>
              <a:cxnLst/>
              <a:rect l="l" t="t" r="r" b="b"/>
              <a:pathLst>
                <a:path w="1367" h="1224" extrusionOk="0">
                  <a:moveTo>
                    <a:pt x="1285" y="0"/>
                  </a:moveTo>
                  <a:cubicBezTo>
                    <a:pt x="1285" y="0"/>
                    <a:pt x="1306" y="475"/>
                    <a:pt x="982" y="819"/>
                  </a:cubicBezTo>
                  <a:cubicBezTo>
                    <a:pt x="769" y="1052"/>
                    <a:pt x="436" y="1174"/>
                    <a:pt x="0" y="1174"/>
                  </a:cubicBezTo>
                  <a:lnTo>
                    <a:pt x="0" y="1224"/>
                  </a:lnTo>
                  <a:cubicBezTo>
                    <a:pt x="456" y="1224"/>
                    <a:pt x="789" y="1102"/>
                    <a:pt x="1022" y="860"/>
                  </a:cubicBezTo>
                  <a:cubicBezTo>
                    <a:pt x="1366" y="495"/>
                    <a:pt x="1336" y="20"/>
                    <a:pt x="13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1952950" y="2764500"/>
              <a:ext cx="139375" cy="186150"/>
            </a:xfrm>
            <a:custGeom>
              <a:avLst/>
              <a:gdLst/>
              <a:ahLst/>
              <a:cxnLst/>
              <a:rect l="l" t="t" r="r" b="b"/>
              <a:pathLst>
                <a:path w="5575" h="7446" extrusionOk="0">
                  <a:moveTo>
                    <a:pt x="810" y="1"/>
                  </a:moveTo>
                  <a:lnTo>
                    <a:pt x="1" y="466"/>
                  </a:lnTo>
                  <a:cubicBezTo>
                    <a:pt x="1316" y="3541"/>
                    <a:pt x="1639" y="4846"/>
                    <a:pt x="5575" y="7446"/>
                  </a:cubicBezTo>
                  <a:lnTo>
                    <a:pt x="5423" y="5605"/>
                  </a:lnTo>
                  <a:lnTo>
                    <a:pt x="2894" y="3420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1931200" y="2725875"/>
              <a:ext cx="43800" cy="50275"/>
            </a:xfrm>
            <a:custGeom>
              <a:avLst/>
              <a:gdLst/>
              <a:ahLst/>
              <a:cxnLst/>
              <a:rect l="l" t="t" r="r" b="b"/>
              <a:pathLst>
                <a:path w="1752" h="2011" extrusionOk="0">
                  <a:moveTo>
                    <a:pt x="700" y="0"/>
                  </a:moveTo>
                  <a:cubicBezTo>
                    <a:pt x="500" y="0"/>
                    <a:pt x="436" y="160"/>
                    <a:pt x="436" y="160"/>
                  </a:cubicBezTo>
                  <a:cubicBezTo>
                    <a:pt x="264" y="251"/>
                    <a:pt x="324" y="383"/>
                    <a:pt x="324" y="383"/>
                  </a:cubicBezTo>
                  <a:cubicBezTo>
                    <a:pt x="122" y="504"/>
                    <a:pt x="214" y="666"/>
                    <a:pt x="214" y="666"/>
                  </a:cubicBezTo>
                  <a:cubicBezTo>
                    <a:pt x="41" y="727"/>
                    <a:pt x="52" y="848"/>
                    <a:pt x="52" y="848"/>
                  </a:cubicBezTo>
                  <a:cubicBezTo>
                    <a:pt x="1" y="1354"/>
                    <a:pt x="871" y="2011"/>
                    <a:pt x="871" y="2011"/>
                  </a:cubicBezTo>
                  <a:lnTo>
                    <a:pt x="1751" y="1880"/>
                  </a:lnTo>
                  <a:cubicBezTo>
                    <a:pt x="1569" y="1030"/>
                    <a:pt x="1468" y="180"/>
                    <a:pt x="780" y="8"/>
                  </a:cubicBezTo>
                  <a:cubicBezTo>
                    <a:pt x="751" y="3"/>
                    <a:pt x="724" y="0"/>
                    <a:pt x="700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1936700" y="2726875"/>
              <a:ext cx="19575" cy="19450"/>
            </a:xfrm>
            <a:custGeom>
              <a:avLst/>
              <a:gdLst/>
              <a:ahLst/>
              <a:cxnLst/>
              <a:rect l="l" t="t" r="r" b="b"/>
              <a:pathLst>
                <a:path w="783" h="778" extrusionOk="0">
                  <a:moveTo>
                    <a:pt x="726" y="0"/>
                  </a:moveTo>
                  <a:cubicBezTo>
                    <a:pt x="399" y="0"/>
                    <a:pt x="1" y="777"/>
                    <a:pt x="469" y="777"/>
                  </a:cubicBezTo>
                  <a:cubicBezTo>
                    <a:pt x="590" y="737"/>
                    <a:pt x="671" y="535"/>
                    <a:pt x="671" y="505"/>
                  </a:cubicBezTo>
                  <a:lnTo>
                    <a:pt x="630" y="484"/>
                  </a:lnTo>
                  <a:cubicBezTo>
                    <a:pt x="601" y="572"/>
                    <a:pt x="515" y="737"/>
                    <a:pt x="424" y="737"/>
                  </a:cubicBezTo>
                  <a:cubicBezTo>
                    <a:pt x="388" y="737"/>
                    <a:pt x="351" y="712"/>
                    <a:pt x="317" y="646"/>
                  </a:cubicBezTo>
                  <a:cubicBezTo>
                    <a:pt x="232" y="486"/>
                    <a:pt x="507" y="62"/>
                    <a:pt x="725" y="62"/>
                  </a:cubicBezTo>
                  <a:cubicBezTo>
                    <a:pt x="741" y="62"/>
                    <a:pt x="757" y="64"/>
                    <a:pt x="772" y="69"/>
                  </a:cubicBezTo>
                  <a:lnTo>
                    <a:pt x="783" y="9"/>
                  </a:lnTo>
                  <a:cubicBezTo>
                    <a:pt x="764" y="3"/>
                    <a:pt x="745" y="0"/>
                    <a:pt x="726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1931725" y="2747075"/>
              <a:ext cx="12925" cy="6750"/>
            </a:xfrm>
            <a:custGeom>
              <a:avLst/>
              <a:gdLst/>
              <a:ahLst/>
              <a:cxnLst/>
              <a:rect l="l" t="t" r="r" b="b"/>
              <a:pathLst>
                <a:path w="517" h="270" extrusionOk="0">
                  <a:moveTo>
                    <a:pt x="51" y="0"/>
                  </a:moveTo>
                  <a:lnTo>
                    <a:pt x="11" y="30"/>
                  </a:lnTo>
                  <a:cubicBezTo>
                    <a:pt x="1" y="30"/>
                    <a:pt x="197" y="269"/>
                    <a:pt x="338" y="269"/>
                  </a:cubicBezTo>
                  <a:cubicBezTo>
                    <a:pt x="351" y="269"/>
                    <a:pt x="363" y="267"/>
                    <a:pt x="375" y="263"/>
                  </a:cubicBezTo>
                  <a:cubicBezTo>
                    <a:pt x="465" y="232"/>
                    <a:pt x="516" y="70"/>
                    <a:pt x="516" y="61"/>
                  </a:cubicBezTo>
                  <a:lnTo>
                    <a:pt x="465" y="50"/>
                  </a:lnTo>
                  <a:cubicBezTo>
                    <a:pt x="442" y="165"/>
                    <a:pt x="392" y="206"/>
                    <a:pt x="335" y="206"/>
                  </a:cubicBezTo>
                  <a:cubicBezTo>
                    <a:pt x="221" y="206"/>
                    <a:pt x="78" y="47"/>
                    <a:pt x="5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1949675" y="2754400"/>
              <a:ext cx="5075" cy="9625"/>
            </a:xfrm>
            <a:custGeom>
              <a:avLst/>
              <a:gdLst/>
              <a:ahLst/>
              <a:cxnLst/>
              <a:rect l="l" t="t" r="r" b="b"/>
              <a:pathLst>
                <a:path w="203" h="385" extrusionOk="0">
                  <a:moveTo>
                    <a:pt x="152" y="0"/>
                  </a:moveTo>
                  <a:cubicBezTo>
                    <a:pt x="152" y="11"/>
                    <a:pt x="1" y="243"/>
                    <a:pt x="152" y="384"/>
                  </a:cubicBezTo>
                  <a:lnTo>
                    <a:pt x="192" y="344"/>
                  </a:lnTo>
                  <a:cubicBezTo>
                    <a:pt x="71" y="233"/>
                    <a:pt x="192" y="31"/>
                    <a:pt x="203" y="31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2194225" y="2768300"/>
              <a:ext cx="161350" cy="182875"/>
            </a:xfrm>
            <a:custGeom>
              <a:avLst/>
              <a:gdLst/>
              <a:ahLst/>
              <a:cxnLst/>
              <a:rect l="l" t="t" r="r" b="b"/>
              <a:pathLst>
                <a:path w="6454" h="7315" extrusionOk="0">
                  <a:moveTo>
                    <a:pt x="5615" y="1"/>
                  </a:moveTo>
                  <a:cubicBezTo>
                    <a:pt x="3430" y="3693"/>
                    <a:pt x="4289" y="3511"/>
                    <a:pt x="445" y="5271"/>
                  </a:cubicBezTo>
                  <a:lnTo>
                    <a:pt x="0" y="7314"/>
                  </a:lnTo>
                  <a:cubicBezTo>
                    <a:pt x="2155" y="6859"/>
                    <a:pt x="4734" y="4461"/>
                    <a:pt x="4734" y="4461"/>
                  </a:cubicBezTo>
                  <a:lnTo>
                    <a:pt x="6454" y="426"/>
                  </a:lnTo>
                  <a:lnTo>
                    <a:pt x="5615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2334075" y="2727850"/>
              <a:ext cx="39650" cy="58700"/>
            </a:xfrm>
            <a:custGeom>
              <a:avLst/>
              <a:gdLst/>
              <a:ahLst/>
              <a:cxnLst/>
              <a:rect l="l" t="t" r="r" b="b"/>
              <a:pathLst>
                <a:path w="1586" h="2348" extrusionOk="0">
                  <a:moveTo>
                    <a:pt x="906" y="1"/>
                  </a:moveTo>
                  <a:cubicBezTo>
                    <a:pt x="773" y="1"/>
                    <a:pt x="554" y="472"/>
                    <a:pt x="445" y="850"/>
                  </a:cubicBezTo>
                  <a:cubicBezTo>
                    <a:pt x="445" y="850"/>
                    <a:pt x="466" y="466"/>
                    <a:pt x="304" y="455"/>
                  </a:cubicBezTo>
                  <a:cubicBezTo>
                    <a:pt x="302" y="455"/>
                    <a:pt x="301" y="455"/>
                    <a:pt x="299" y="455"/>
                  </a:cubicBezTo>
                  <a:cubicBezTo>
                    <a:pt x="80" y="455"/>
                    <a:pt x="0" y="1781"/>
                    <a:pt x="0" y="1781"/>
                  </a:cubicBezTo>
                  <a:lnTo>
                    <a:pt x="547" y="2347"/>
                  </a:lnTo>
                  <a:cubicBezTo>
                    <a:pt x="547" y="2347"/>
                    <a:pt x="1204" y="1801"/>
                    <a:pt x="1417" y="1204"/>
                  </a:cubicBezTo>
                  <a:cubicBezTo>
                    <a:pt x="1584" y="753"/>
                    <a:pt x="1585" y="419"/>
                    <a:pt x="1501" y="419"/>
                  </a:cubicBezTo>
                  <a:cubicBezTo>
                    <a:pt x="1483" y="419"/>
                    <a:pt x="1462" y="434"/>
                    <a:pt x="1437" y="466"/>
                  </a:cubicBezTo>
                  <a:cubicBezTo>
                    <a:pt x="1437" y="466"/>
                    <a:pt x="1410" y="303"/>
                    <a:pt x="1339" y="303"/>
                  </a:cubicBezTo>
                  <a:cubicBezTo>
                    <a:pt x="1314" y="303"/>
                    <a:pt x="1282" y="325"/>
                    <a:pt x="1244" y="385"/>
                  </a:cubicBezTo>
                  <a:cubicBezTo>
                    <a:pt x="1252" y="287"/>
                    <a:pt x="1205" y="179"/>
                    <a:pt x="1129" y="179"/>
                  </a:cubicBezTo>
                  <a:cubicBezTo>
                    <a:pt x="1095" y="179"/>
                    <a:pt x="1056" y="200"/>
                    <a:pt x="1012" y="253"/>
                  </a:cubicBezTo>
                  <a:cubicBezTo>
                    <a:pt x="998" y="73"/>
                    <a:pt x="958" y="1"/>
                    <a:pt x="90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2367700" y="2739225"/>
              <a:ext cx="2825" cy="12650"/>
            </a:xfrm>
            <a:custGeom>
              <a:avLst/>
              <a:gdLst/>
              <a:ahLst/>
              <a:cxnLst/>
              <a:rect l="l" t="t" r="r" b="b"/>
              <a:pathLst>
                <a:path w="113" h="506" extrusionOk="0">
                  <a:moveTo>
                    <a:pt x="72" y="0"/>
                  </a:moveTo>
                  <a:cubicBezTo>
                    <a:pt x="72" y="11"/>
                    <a:pt x="51" y="304"/>
                    <a:pt x="0" y="496"/>
                  </a:cubicBezTo>
                  <a:lnTo>
                    <a:pt x="31" y="506"/>
                  </a:lnTo>
                  <a:cubicBezTo>
                    <a:pt x="92" y="314"/>
                    <a:pt x="112" y="11"/>
                    <a:pt x="112" y="11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2361900" y="2737200"/>
              <a:ext cx="3800" cy="11925"/>
            </a:xfrm>
            <a:custGeom>
              <a:avLst/>
              <a:gdLst/>
              <a:ahLst/>
              <a:cxnLst/>
              <a:rect l="l" t="t" r="r" b="b"/>
              <a:pathLst>
                <a:path w="152" h="477" extrusionOk="0">
                  <a:moveTo>
                    <a:pt x="111" y="0"/>
                  </a:moveTo>
                  <a:cubicBezTo>
                    <a:pt x="111" y="0"/>
                    <a:pt x="71" y="253"/>
                    <a:pt x="0" y="465"/>
                  </a:cubicBezTo>
                  <a:lnTo>
                    <a:pt x="30" y="476"/>
                  </a:lnTo>
                  <a:cubicBezTo>
                    <a:pt x="101" y="263"/>
                    <a:pt x="151" y="11"/>
                    <a:pt x="151" y="0"/>
                  </a:cubicBez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2356075" y="2734150"/>
              <a:ext cx="3825" cy="14700"/>
            </a:xfrm>
            <a:custGeom>
              <a:avLst/>
              <a:gdLst/>
              <a:ahLst/>
              <a:cxnLst/>
              <a:rect l="l" t="t" r="r" b="b"/>
              <a:pathLst>
                <a:path w="153" h="588" extrusionOk="0">
                  <a:moveTo>
                    <a:pt x="112" y="1"/>
                  </a:moveTo>
                  <a:cubicBezTo>
                    <a:pt x="112" y="1"/>
                    <a:pt x="81" y="304"/>
                    <a:pt x="0" y="578"/>
                  </a:cubicBezTo>
                  <a:lnTo>
                    <a:pt x="31" y="587"/>
                  </a:lnTo>
                  <a:cubicBezTo>
                    <a:pt x="112" y="304"/>
                    <a:pt x="152" y="11"/>
                    <a:pt x="152" y="11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2343675" y="2748575"/>
              <a:ext cx="2050" cy="6850"/>
            </a:xfrm>
            <a:custGeom>
              <a:avLst/>
              <a:gdLst/>
              <a:ahLst/>
              <a:cxnLst/>
              <a:rect l="l" t="t" r="r" b="b"/>
              <a:pathLst>
                <a:path w="82" h="274" extrusionOk="0">
                  <a:moveTo>
                    <a:pt x="41" y="1"/>
                  </a:moveTo>
                  <a:cubicBezTo>
                    <a:pt x="41" y="1"/>
                    <a:pt x="31" y="152"/>
                    <a:pt x="1" y="264"/>
                  </a:cubicBezTo>
                  <a:lnTo>
                    <a:pt x="41" y="274"/>
                  </a:lnTo>
                  <a:cubicBezTo>
                    <a:pt x="61" y="152"/>
                    <a:pt x="82" y="10"/>
                    <a:pt x="82" y="10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141A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2175000" y="2818375"/>
              <a:ext cx="20000" cy="21025"/>
            </a:xfrm>
            <a:custGeom>
              <a:avLst/>
              <a:gdLst/>
              <a:ahLst/>
              <a:cxnLst/>
              <a:rect l="l" t="t" r="r" b="b"/>
              <a:pathLst>
                <a:path w="800" h="841" extrusionOk="0">
                  <a:moveTo>
                    <a:pt x="433" y="1"/>
                  </a:moveTo>
                  <a:cubicBezTo>
                    <a:pt x="288" y="1"/>
                    <a:pt x="139" y="114"/>
                    <a:pt x="81" y="294"/>
                  </a:cubicBezTo>
                  <a:cubicBezTo>
                    <a:pt x="0" y="516"/>
                    <a:pt x="81" y="749"/>
                    <a:pt x="254" y="820"/>
                  </a:cubicBezTo>
                  <a:cubicBezTo>
                    <a:pt x="289" y="833"/>
                    <a:pt x="325" y="840"/>
                    <a:pt x="361" y="840"/>
                  </a:cubicBezTo>
                  <a:cubicBezTo>
                    <a:pt x="509" y="840"/>
                    <a:pt x="654" y="726"/>
                    <a:pt x="719" y="547"/>
                  </a:cubicBezTo>
                  <a:cubicBezTo>
                    <a:pt x="800" y="324"/>
                    <a:pt x="719" y="91"/>
                    <a:pt x="537" y="21"/>
                  </a:cubicBezTo>
                  <a:cubicBezTo>
                    <a:pt x="503" y="7"/>
                    <a:pt x="468" y="1"/>
                    <a:pt x="433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2186625" y="2822925"/>
              <a:ext cx="5075" cy="9875"/>
            </a:xfrm>
            <a:custGeom>
              <a:avLst/>
              <a:gdLst/>
              <a:ahLst/>
              <a:cxnLst/>
              <a:rect l="l" t="t" r="r" b="b"/>
              <a:pathLst>
                <a:path w="203" h="395" extrusionOk="0">
                  <a:moveTo>
                    <a:pt x="21" y="1"/>
                  </a:moveTo>
                  <a:lnTo>
                    <a:pt x="1" y="31"/>
                  </a:lnTo>
                  <a:cubicBezTo>
                    <a:pt x="153" y="152"/>
                    <a:pt x="92" y="385"/>
                    <a:pt x="92" y="385"/>
                  </a:cubicBezTo>
                  <a:lnTo>
                    <a:pt x="122" y="395"/>
                  </a:lnTo>
                  <a:cubicBezTo>
                    <a:pt x="132" y="385"/>
                    <a:pt x="203" y="132"/>
                    <a:pt x="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2105975" y="2818375"/>
              <a:ext cx="19975" cy="21025"/>
            </a:xfrm>
            <a:custGeom>
              <a:avLst/>
              <a:gdLst/>
              <a:ahLst/>
              <a:cxnLst/>
              <a:rect l="l" t="t" r="r" b="b"/>
              <a:pathLst>
                <a:path w="799" h="841" extrusionOk="0">
                  <a:moveTo>
                    <a:pt x="366" y="1"/>
                  </a:moveTo>
                  <a:cubicBezTo>
                    <a:pt x="331" y="1"/>
                    <a:pt x="296" y="7"/>
                    <a:pt x="263" y="21"/>
                  </a:cubicBezTo>
                  <a:cubicBezTo>
                    <a:pt x="81" y="91"/>
                    <a:pt x="0" y="324"/>
                    <a:pt x="81" y="547"/>
                  </a:cubicBezTo>
                  <a:cubicBezTo>
                    <a:pt x="146" y="726"/>
                    <a:pt x="290" y="840"/>
                    <a:pt x="439" y="840"/>
                  </a:cubicBezTo>
                  <a:cubicBezTo>
                    <a:pt x="475" y="840"/>
                    <a:pt x="511" y="833"/>
                    <a:pt x="546" y="820"/>
                  </a:cubicBezTo>
                  <a:cubicBezTo>
                    <a:pt x="718" y="749"/>
                    <a:pt x="799" y="516"/>
                    <a:pt x="718" y="294"/>
                  </a:cubicBezTo>
                  <a:cubicBezTo>
                    <a:pt x="661" y="114"/>
                    <a:pt x="512" y="1"/>
                    <a:pt x="366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2108725" y="2822925"/>
              <a:ext cx="4850" cy="9875"/>
            </a:xfrm>
            <a:custGeom>
              <a:avLst/>
              <a:gdLst/>
              <a:ahLst/>
              <a:cxnLst/>
              <a:rect l="l" t="t" r="r" b="b"/>
              <a:pathLst>
                <a:path w="194" h="395" extrusionOk="0">
                  <a:moveTo>
                    <a:pt x="173" y="1"/>
                  </a:moveTo>
                  <a:cubicBezTo>
                    <a:pt x="1" y="132"/>
                    <a:pt x="72" y="385"/>
                    <a:pt x="72" y="395"/>
                  </a:cubicBezTo>
                  <a:lnTo>
                    <a:pt x="102" y="385"/>
                  </a:lnTo>
                  <a:cubicBezTo>
                    <a:pt x="102" y="385"/>
                    <a:pt x="41" y="152"/>
                    <a:pt x="194" y="3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2070550" y="2884125"/>
              <a:ext cx="160100" cy="175025"/>
            </a:xfrm>
            <a:custGeom>
              <a:avLst/>
              <a:gdLst/>
              <a:ahLst/>
              <a:cxnLst/>
              <a:rect l="l" t="t" r="r" b="b"/>
              <a:pathLst>
                <a:path w="6404" h="7001" extrusionOk="0">
                  <a:moveTo>
                    <a:pt x="2226" y="1"/>
                  </a:moveTo>
                  <a:cubicBezTo>
                    <a:pt x="689" y="1"/>
                    <a:pt x="1" y="1346"/>
                    <a:pt x="193" y="2863"/>
                  </a:cubicBezTo>
                  <a:lnTo>
                    <a:pt x="496" y="7001"/>
                  </a:lnTo>
                  <a:lnTo>
                    <a:pt x="5848" y="7001"/>
                  </a:lnTo>
                  <a:lnTo>
                    <a:pt x="5999" y="4553"/>
                  </a:lnTo>
                  <a:lnTo>
                    <a:pt x="6222" y="2863"/>
                  </a:lnTo>
                  <a:cubicBezTo>
                    <a:pt x="6404" y="1346"/>
                    <a:pt x="5635" y="1"/>
                    <a:pt x="4097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2130250" y="2856050"/>
              <a:ext cx="40725" cy="30625"/>
            </a:xfrm>
            <a:custGeom>
              <a:avLst/>
              <a:gdLst/>
              <a:ahLst/>
              <a:cxnLst/>
              <a:rect l="l" t="t" r="r" b="b"/>
              <a:pathLst>
                <a:path w="1629" h="1225" extrusionOk="0">
                  <a:moveTo>
                    <a:pt x="91" y="1"/>
                  </a:moveTo>
                  <a:lnTo>
                    <a:pt x="0" y="1225"/>
                  </a:lnTo>
                  <a:lnTo>
                    <a:pt x="1628" y="1225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2120625" y="2880600"/>
              <a:ext cx="59725" cy="24025"/>
            </a:xfrm>
            <a:custGeom>
              <a:avLst/>
              <a:gdLst/>
              <a:ahLst/>
              <a:cxnLst/>
              <a:rect l="l" t="t" r="r" b="b"/>
              <a:pathLst>
                <a:path w="2389" h="961" extrusionOk="0">
                  <a:moveTo>
                    <a:pt x="1215" y="0"/>
                  </a:moveTo>
                  <a:lnTo>
                    <a:pt x="1" y="152"/>
                  </a:lnTo>
                  <a:cubicBezTo>
                    <a:pt x="1" y="152"/>
                    <a:pt x="142" y="961"/>
                    <a:pt x="1215" y="961"/>
                  </a:cubicBezTo>
                  <a:cubicBezTo>
                    <a:pt x="2287" y="961"/>
                    <a:pt x="2388" y="152"/>
                    <a:pt x="2388" y="152"/>
                  </a:cubicBezTo>
                  <a:lnTo>
                    <a:pt x="1215" y="0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2142875" y="2922575"/>
              <a:ext cx="3575" cy="3800"/>
            </a:xfrm>
            <a:custGeom>
              <a:avLst/>
              <a:gdLst/>
              <a:ahLst/>
              <a:cxnLst/>
              <a:rect l="l" t="t" r="r" b="b"/>
              <a:pathLst>
                <a:path w="143" h="152" extrusionOk="0">
                  <a:moveTo>
                    <a:pt x="71" y="0"/>
                  </a:moveTo>
                  <a:cubicBezTo>
                    <a:pt x="31" y="0"/>
                    <a:pt x="1" y="41"/>
                    <a:pt x="1" y="81"/>
                  </a:cubicBezTo>
                  <a:cubicBezTo>
                    <a:pt x="1" y="122"/>
                    <a:pt x="31" y="152"/>
                    <a:pt x="71" y="152"/>
                  </a:cubicBezTo>
                  <a:cubicBezTo>
                    <a:pt x="112" y="152"/>
                    <a:pt x="143" y="122"/>
                    <a:pt x="143" y="81"/>
                  </a:cubicBezTo>
                  <a:cubicBezTo>
                    <a:pt x="143" y="41"/>
                    <a:pt x="112" y="0"/>
                    <a:pt x="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2142875" y="2936225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1" y="1"/>
                    <a:pt x="1" y="31"/>
                    <a:pt x="1" y="71"/>
                  </a:cubicBezTo>
                  <a:cubicBezTo>
                    <a:pt x="1" y="111"/>
                    <a:pt x="31" y="142"/>
                    <a:pt x="71" y="142"/>
                  </a:cubicBezTo>
                  <a:cubicBezTo>
                    <a:pt x="112" y="142"/>
                    <a:pt x="143" y="111"/>
                    <a:pt x="143" y="71"/>
                  </a:cubicBezTo>
                  <a:cubicBezTo>
                    <a:pt x="143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2131500" y="2860600"/>
              <a:ext cx="38450" cy="22550"/>
            </a:xfrm>
            <a:custGeom>
              <a:avLst/>
              <a:gdLst/>
              <a:ahLst/>
              <a:cxnLst/>
              <a:rect l="l" t="t" r="r" b="b"/>
              <a:pathLst>
                <a:path w="1538" h="902" extrusionOk="0">
                  <a:moveTo>
                    <a:pt x="0" y="1"/>
                  </a:moveTo>
                  <a:lnTo>
                    <a:pt x="0" y="396"/>
                  </a:lnTo>
                  <a:cubicBezTo>
                    <a:pt x="0" y="396"/>
                    <a:pt x="284" y="901"/>
                    <a:pt x="759" y="901"/>
                  </a:cubicBezTo>
                  <a:cubicBezTo>
                    <a:pt x="1234" y="901"/>
                    <a:pt x="1538" y="396"/>
                    <a:pt x="1538" y="396"/>
                  </a:cubicBezTo>
                  <a:lnTo>
                    <a:pt x="1538" y="1"/>
                  </a:lnTo>
                  <a:close/>
                </a:path>
              </a:pathLst>
            </a:custGeom>
            <a:solidFill>
              <a:srgbClr val="7E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2114800" y="2777650"/>
              <a:ext cx="71600" cy="99175"/>
            </a:xfrm>
            <a:custGeom>
              <a:avLst/>
              <a:gdLst/>
              <a:ahLst/>
              <a:cxnLst/>
              <a:rect l="l" t="t" r="r" b="b"/>
              <a:pathLst>
                <a:path w="2864" h="3967" extrusionOk="0">
                  <a:moveTo>
                    <a:pt x="1427" y="1"/>
                  </a:moveTo>
                  <a:cubicBezTo>
                    <a:pt x="638" y="1"/>
                    <a:pt x="1" y="638"/>
                    <a:pt x="1" y="1427"/>
                  </a:cubicBezTo>
                  <a:cubicBezTo>
                    <a:pt x="1" y="1478"/>
                    <a:pt x="1" y="1518"/>
                    <a:pt x="11" y="1569"/>
                  </a:cubicBezTo>
                  <a:lnTo>
                    <a:pt x="11" y="1589"/>
                  </a:lnTo>
                  <a:lnTo>
                    <a:pt x="163" y="2823"/>
                  </a:lnTo>
                  <a:lnTo>
                    <a:pt x="163" y="2833"/>
                  </a:lnTo>
                  <a:lnTo>
                    <a:pt x="163" y="2853"/>
                  </a:lnTo>
                  <a:cubicBezTo>
                    <a:pt x="244" y="3480"/>
                    <a:pt x="780" y="3966"/>
                    <a:pt x="1427" y="3966"/>
                  </a:cubicBezTo>
                  <a:cubicBezTo>
                    <a:pt x="2075" y="3966"/>
                    <a:pt x="2611" y="3501"/>
                    <a:pt x="2702" y="2874"/>
                  </a:cubicBezTo>
                  <a:lnTo>
                    <a:pt x="2702" y="2864"/>
                  </a:lnTo>
                  <a:lnTo>
                    <a:pt x="2702" y="2813"/>
                  </a:lnTo>
                  <a:lnTo>
                    <a:pt x="2853" y="1589"/>
                  </a:lnTo>
                  <a:lnTo>
                    <a:pt x="2853" y="1569"/>
                  </a:lnTo>
                  <a:cubicBezTo>
                    <a:pt x="2864" y="1518"/>
                    <a:pt x="2864" y="1478"/>
                    <a:pt x="2864" y="1427"/>
                  </a:cubicBezTo>
                  <a:cubicBezTo>
                    <a:pt x="2864" y="638"/>
                    <a:pt x="2226" y="1"/>
                    <a:pt x="1427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2114800" y="2777150"/>
              <a:ext cx="71600" cy="53125"/>
            </a:xfrm>
            <a:custGeom>
              <a:avLst/>
              <a:gdLst/>
              <a:ahLst/>
              <a:cxnLst/>
              <a:rect l="l" t="t" r="r" b="b"/>
              <a:pathLst>
                <a:path w="2864" h="2125" extrusionOk="0">
                  <a:moveTo>
                    <a:pt x="1434" y="0"/>
                  </a:moveTo>
                  <a:cubicBezTo>
                    <a:pt x="1361" y="0"/>
                    <a:pt x="50" y="20"/>
                    <a:pt x="1" y="1387"/>
                  </a:cubicBezTo>
                  <a:cubicBezTo>
                    <a:pt x="1" y="1518"/>
                    <a:pt x="11" y="1650"/>
                    <a:pt x="31" y="1781"/>
                  </a:cubicBezTo>
                  <a:lnTo>
                    <a:pt x="82" y="2125"/>
                  </a:lnTo>
                  <a:cubicBezTo>
                    <a:pt x="82" y="2125"/>
                    <a:pt x="405" y="1812"/>
                    <a:pt x="567" y="1306"/>
                  </a:cubicBezTo>
                  <a:lnTo>
                    <a:pt x="2297" y="1306"/>
                  </a:lnTo>
                  <a:cubicBezTo>
                    <a:pt x="2459" y="1812"/>
                    <a:pt x="2793" y="2125"/>
                    <a:pt x="2793" y="2125"/>
                  </a:cubicBezTo>
                  <a:lnTo>
                    <a:pt x="2844" y="1781"/>
                  </a:lnTo>
                  <a:cubicBezTo>
                    <a:pt x="2853" y="1650"/>
                    <a:pt x="2864" y="1518"/>
                    <a:pt x="2864" y="1387"/>
                  </a:cubicBezTo>
                  <a:cubicBezTo>
                    <a:pt x="2814" y="20"/>
                    <a:pt x="1513" y="0"/>
                    <a:pt x="1440" y="0"/>
                  </a:cubicBezTo>
                  <a:cubicBezTo>
                    <a:pt x="1438" y="0"/>
                    <a:pt x="1437" y="0"/>
                    <a:pt x="1437" y="0"/>
                  </a:cubicBezTo>
                  <a:cubicBezTo>
                    <a:pt x="1437" y="0"/>
                    <a:pt x="1436" y="0"/>
                    <a:pt x="1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2092550" y="2766475"/>
              <a:ext cx="101950" cy="51925"/>
            </a:xfrm>
            <a:custGeom>
              <a:avLst/>
              <a:gdLst/>
              <a:ahLst/>
              <a:cxnLst/>
              <a:rect l="l" t="t" r="r" b="b"/>
              <a:pathLst>
                <a:path w="4078" h="2077" extrusionOk="0">
                  <a:moveTo>
                    <a:pt x="1818" y="1"/>
                  </a:moveTo>
                  <a:cubicBezTo>
                    <a:pt x="1789" y="1"/>
                    <a:pt x="1760" y="1"/>
                    <a:pt x="1731" y="3"/>
                  </a:cubicBezTo>
                  <a:cubicBezTo>
                    <a:pt x="749" y="43"/>
                    <a:pt x="1073" y="610"/>
                    <a:pt x="1073" y="610"/>
                  </a:cubicBezTo>
                  <a:cubicBezTo>
                    <a:pt x="1073" y="610"/>
                    <a:pt x="1" y="610"/>
                    <a:pt x="972" y="1652"/>
                  </a:cubicBezTo>
                  <a:lnTo>
                    <a:pt x="2449" y="1045"/>
                  </a:lnTo>
                  <a:lnTo>
                    <a:pt x="3471" y="1419"/>
                  </a:lnTo>
                  <a:lnTo>
                    <a:pt x="3743" y="2077"/>
                  </a:lnTo>
                  <a:cubicBezTo>
                    <a:pt x="3976" y="1055"/>
                    <a:pt x="4078" y="650"/>
                    <a:pt x="3318" y="620"/>
                  </a:cubicBezTo>
                  <a:cubicBezTo>
                    <a:pt x="3318" y="620"/>
                    <a:pt x="2747" y="1"/>
                    <a:pt x="18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2113050" y="2797375"/>
              <a:ext cx="7350" cy="21025"/>
            </a:xfrm>
            <a:custGeom>
              <a:avLst/>
              <a:gdLst/>
              <a:ahLst/>
              <a:cxnLst/>
              <a:rect l="l" t="t" r="r" b="b"/>
              <a:pathLst>
                <a:path w="294" h="841" extrusionOk="0">
                  <a:moveTo>
                    <a:pt x="0" y="1"/>
                  </a:moveTo>
                  <a:lnTo>
                    <a:pt x="81" y="841"/>
                  </a:lnTo>
                  <a:lnTo>
                    <a:pt x="293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2145425" y="2836075"/>
              <a:ext cx="5825" cy="11675"/>
            </a:xfrm>
            <a:custGeom>
              <a:avLst/>
              <a:gdLst/>
              <a:ahLst/>
              <a:cxnLst/>
              <a:rect l="l" t="t" r="r" b="b"/>
              <a:pathLst>
                <a:path w="233" h="467" extrusionOk="0">
                  <a:moveTo>
                    <a:pt x="172" y="1"/>
                  </a:moveTo>
                  <a:cubicBezTo>
                    <a:pt x="151" y="21"/>
                    <a:pt x="0" y="244"/>
                    <a:pt x="61" y="375"/>
                  </a:cubicBezTo>
                  <a:cubicBezTo>
                    <a:pt x="81" y="426"/>
                    <a:pt x="142" y="456"/>
                    <a:pt x="223" y="466"/>
                  </a:cubicBezTo>
                  <a:lnTo>
                    <a:pt x="232" y="405"/>
                  </a:lnTo>
                  <a:cubicBezTo>
                    <a:pt x="162" y="405"/>
                    <a:pt x="122" y="385"/>
                    <a:pt x="111" y="345"/>
                  </a:cubicBezTo>
                  <a:cubicBezTo>
                    <a:pt x="71" y="264"/>
                    <a:pt x="172" y="91"/>
                    <a:pt x="212" y="31"/>
                  </a:cubicBezTo>
                  <a:lnTo>
                    <a:pt x="1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2161600" y="2822925"/>
              <a:ext cx="12925" cy="6350"/>
            </a:xfrm>
            <a:custGeom>
              <a:avLst/>
              <a:gdLst/>
              <a:ahLst/>
              <a:cxnLst/>
              <a:rect l="l" t="t" r="r" b="b"/>
              <a:pathLst>
                <a:path w="517" h="254" extrusionOk="0">
                  <a:moveTo>
                    <a:pt x="30" y="1"/>
                  </a:moveTo>
                  <a:lnTo>
                    <a:pt x="1" y="142"/>
                  </a:lnTo>
                  <a:lnTo>
                    <a:pt x="486" y="253"/>
                  </a:lnTo>
                  <a:lnTo>
                    <a:pt x="516" y="112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2126700" y="2822925"/>
              <a:ext cx="13175" cy="6350"/>
            </a:xfrm>
            <a:custGeom>
              <a:avLst/>
              <a:gdLst/>
              <a:ahLst/>
              <a:cxnLst/>
              <a:rect l="l" t="t" r="r" b="b"/>
              <a:pathLst>
                <a:path w="527" h="254" extrusionOk="0">
                  <a:moveTo>
                    <a:pt x="496" y="1"/>
                  </a:moveTo>
                  <a:lnTo>
                    <a:pt x="1" y="112"/>
                  </a:lnTo>
                  <a:lnTo>
                    <a:pt x="31" y="253"/>
                  </a:lnTo>
                  <a:lnTo>
                    <a:pt x="527" y="142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2133275" y="2832025"/>
              <a:ext cx="4325" cy="4325"/>
            </a:xfrm>
            <a:custGeom>
              <a:avLst/>
              <a:gdLst/>
              <a:ahLst/>
              <a:cxnLst/>
              <a:rect l="l" t="t" r="r" b="b"/>
              <a:pathLst>
                <a:path w="173" h="173" extrusionOk="0">
                  <a:moveTo>
                    <a:pt x="91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32"/>
                    <a:pt x="41" y="173"/>
                    <a:pt x="91" y="173"/>
                  </a:cubicBezTo>
                  <a:cubicBezTo>
                    <a:pt x="132" y="173"/>
                    <a:pt x="172" y="132"/>
                    <a:pt x="172" y="92"/>
                  </a:cubicBezTo>
                  <a:cubicBezTo>
                    <a:pt x="172" y="41"/>
                    <a:pt x="13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2163625" y="2832025"/>
              <a:ext cx="4575" cy="4325"/>
            </a:xfrm>
            <a:custGeom>
              <a:avLst/>
              <a:gdLst/>
              <a:ahLst/>
              <a:cxnLst/>
              <a:rect l="l" t="t" r="r" b="b"/>
              <a:pathLst>
                <a:path w="183" h="173" extrusionOk="0">
                  <a:moveTo>
                    <a:pt x="91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32"/>
                    <a:pt x="41" y="173"/>
                    <a:pt x="91" y="173"/>
                  </a:cubicBezTo>
                  <a:cubicBezTo>
                    <a:pt x="142" y="173"/>
                    <a:pt x="183" y="132"/>
                    <a:pt x="183" y="92"/>
                  </a:cubicBezTo>
                  <a:cubicBezTo>
                    <a:pt x="183" y="41"/>
                    <a:pt x="142" y="1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1947400" y="2766275"/>
              <a:ext cx="173250" cy="184375"/>
            </a:xfrm>
            <a:custGeom>
              <a:avLst/>
              <a:gdLst/>
              <a:ahLst/>
              <a:cxnLst/>
              <a:rect l="l" t="t" r="r" b="b"/>
              <a:pathLst>
                <a:path w="6930" h="7375" extrusionOk="0">
                  <a:moveTo>
                    <a:pt x="1528" y="1"/>
                  </a:moveTo>
                  <a:lnTo>
                    <a:pt x="0" y="881"/>
                  </a:lnTo>
                  <a:lnTo>
                    <a:pt x="1933" y="4330"/>
                  </a:lnTo>
                  <a:cubicBezTo>
                    <a:pt x="2014" y="4492"/>
                    <a:pt x="2124" y="4634"/>
                    <a:pt x="2256" y="4755"/>
                  </a:cubicBezTo>
                  <a:lnTo>
                    <a:pt x="5098" y="7375"/>
                  </a:lnTo>
                  <a:lnTo>
                    <a:pt x="6930" y="4725"/>
                  </a:lnTo>
                  <a:lnTo>
                    <a:pt x="6323" y="4816"/>
                  </a:lnTo>
                  <a:cubicBezTo>
                    <a:pt x="6215" y="4832"/>
                    <a:pt x="6110" y="4840"/>
                    <a:pt x="6007" y="4840"/>
                  </a:cubicBezTo>
                  <a:cubicBezTo>
                    <a:pt x="5580" y="4840"/>
                    <a:pt x="5189" y="4701"/>
                    <a:pt x="4765" y="4391"/>
                  </a:cubicBezTo>
                  <a:lnTo>
                    <a:pt x="3642" y="3582"/>
                  </a:lnTo>
                  <a:cubicBezTo>
                    <a:pt x="3430" y="3430"/>
                    <a:pt x="3268" y="3238"/>
                    <a:pt x="3147" y="3005"/>
                  </a:cubicBezTo>
                  <a:lnTo>
                    <a:pt x="1528" y="1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2180325" y="2772100"/>
              <a:ext cx="177550" cy="178550"/>
            </a:xfrm>
            <a:custGeom>
              <a:avLst/>
              <a:gdLst/>
              <a:ahLst/>
              <a:cxnLst/>
              <a:rect l="l" t="t" r="r" b="b"/>
              <a:pathLst>
                <a:path w="7102" h="7142" extrusionOk="0">
                  <a:moveTo>
                    <a:pt x="5715" y="0"/>
                  </a:moveTo>
                  <a:lnTo>
                    <a:pt x="4431" y="2560"/>
                  </a:lnTo>
                  <a:cubicBezTo>
                    <a:pt x="4228" y="2924"/>
                    <a:pt x="3935" y="3237"/>
                    <a:pt x="3591" y="3470"/>
                  </a:cubicBezTo>
                  <a:lnTo>
                    <a:pt x="2266" y="4340"/>
                  </a:lnTo>
                  <a:cubicBezTo>
                    <a:pt x="1904" y="4549"/>
                    <a:pt x="1518" y="4624"/>
                    <a:pt x="1132" y="4624"/>
                  </a:cubicBezTo>
                  <a:cubicBezTo>
                    <a:pt x="956" y="4624"/>
                    <a:pt x="781" y="4608"/>
                    <a:pt x="607" y="4583"/>
                  </a:cubicBezTo>
                  <a:lnTo>
                    <a:pt x="0" y="4492"/>
                  </a:lnTo>
                  <a:lnTo>
                    <a:pt x="1831" y="7142"/>
                  </a:lnTo>
                  <a:lnTo>
                    <a:pt x="4937" y="4835"/>
                  </a:lnTo>
                  <a:cubicBezTo>
                    <a:pt x="5290" y="4572"/>
                    <a:pt x="5573" y="4219"/>
                    <a:pt x="5755" y="3814"/>
                  </a:cubicBezTo>
                  <a:lnTo>
                    <a:pt x="7101" y="769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2162350" y="2885650"/>
              <a:ext cx="28100" cy="28850"/>
            </a:xfrm>
            <a:custGeom>
              <a:avLst/>
              <a:gdLst/>
              <a:ahLst/>
              <a:cxnLst/>
              <a:rect l="l" t="t" r="r" b="b"/>
              <a:pathLst>
                <a:path w="1124" h="1154" extrusionOk="0">
                  <a:moveTo>
                    <a:pt x="1063" y="0"/>
                  </a:moveTo>
                  <a:cubicBezTo>
                    <a:pt x="1063" y="10"/>
                    <a:pt x="982" y="900"/>
                    <a:pt x="0" y="1103"/>
                  </a:cubicBezTo>
                  <a:lnTo>
                    <a:pt x="11" y="1154"/>
                  </a:lnTo>
                  <a:cubicBezTo>
                    <a:pt x="1032" y="951"/>
                    <a:pt x="1113" y="10"/>
                    <a:pt x="11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2111025" y="2885650"/>
              <a:ext cx="42500" cy="58950"/>
            </a:xfrm>
            <a:custGeom>
              <a:avLst/>
              <a:gdLst/>
              <a:ahLst/>
              <a:cxnLst/>
              <a:rect l="l" t="t" r="r" b="b"/>
              <a:pathLst>
                <a:path w="1700" h="2358" extrusionOk="0">
                  <a:moveTo>
                    <a:pt x="10" y="0"/>
                  </a:moveTo>
                  <a:cubicBezTo>
                    <a:pt x="10" y="21"/>
                    <a:pt x="0" y="415"/>
                    <a:pt x="334" y="749"/>
                  </a:cubicBezTo>
                  <a:cubicBezTo>
                    <a:pt x="617" y="1042"/>
                    <a:pt x="1062" y="1184"/>
                    <a:pt x="1639" y="1194"/>
                  </a:cubicBezTo>
                  <a:lnTo>
                    <a:pt x="1639" y="2357"/>
                  </a:lnTo>
                  <a:lnTo>
                    <a:pt x="1700" y="2357"/>
                  </a:lnTo>
                  <a:lnTo>
                    <a:pt x="1700" y="1143"/>
                  </a:lnTo>
                  <a:lnTo>
                    <a:pt x="1669" y="1143"/>
                  </a:lnTo>
                  <a:cubicBezTo>
                    <a:pt x="1093" y="1143"/>
                    <a:pt x="648" y="992"/>
                    <a:pt x="374" y="709"/>
                  </a:cubicBezTo>
                  <a:cubicBezTo>
                    <a:pt x="61" y="395"/>
                    <a:pt x="61" y="10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2074350" y="2949125"/>
              <a:ext cx="8875" cy="100150"/>
            </a:xfrm>
            <a:custGeom>
              <a:avLst/>
              <a:gdLst/>
              <a:ahLst/>
              <a:cxnLst/>
              <a:rect l="l" t="t" r="r" b="b"/>
              <a:pathLst>
                <a:path w="355" h="4006" extrusionOk="0">
                  <a:moveTo>
                    <a:pt x="0" y="0"/>
                  </a:moveTo>
                  <a:lnTo>
                    <a:pt x="304" y="4006"/>
                  </a:lnTo>
                  <a:lnTo>
                    <a:pt x="355" y="399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2216225" y="2949875"/>
              <a:ext cx="10650" cy="99925"/>
            </a:xfrm>
            <a:custGeom>
              <a:avLst/>
              <a:gdLst/>
              <a:ahLst/>
              <a:cxnLst/>
              <a:rect l="l" t="t" r="r" b="b"/>
              <a:pathLst>
                <a:path w="426" h="3997" extrusionOk="0">
                  <a:moveTo>
                    <a:pt x="365" y="1"/>
                  </a:moveTo>
                  <a:lnTo>
                    <a:pt x="1" y="3986"/>
                  </a:lnTo>
                  <a:lnTo>
                    <a:pt x="51" y="3996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2143625" y="3106925"/>
              <a:ext cx="7875" cy="47575"/>
            </a:xfrm>
            <a:custGeom>
              <a:avLst/>
              <a:gdLst/>
              <a:ahLst/>
              <a:cxnLst/>
              <a:rect l="l" t="t" r="r" b="b"/>
              <a:pathLst>
                <a:path w="315" h="1903" extrusionOk="0">
                  <a:moveTo>
                    <a:pt x="1" y="0"/>
                  </a:moveTo>
                  <a:lnTo>
                    <a:pt x="274" y="1902"/>
                  </a:lnTo>
                  <a:lnTo>
                    <a:pt x="315" y="1892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2133025" y="3105150"/>
              <a:ext cx="21775" cy="3825"/>
            </a:xfrm>
            <a:custGeom>
              <a:avLst/>
              <a:gdLst/>
              <a:ahLst/>
              <a:cxnLst/>
              <a:rect l="l" t="t" r="r" b="b"/>
              <a:pathLst>
                <a:path w="871" h="153" extrusionOk="0">
                  <a:moveTo>
                    <a:pt x="870" y="1"/>
                  </a:moveTo>
                  <a:lnTo>
                    <a:pt x="0" y="102"/>
                  </a:lnTo>
                  <a:lnTo>
                    <a:pt x="0" y="152"/>
                  </a:lnTo>
                  <a:lnTo>
                    <a:pt x="870" y="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2141375" y="2857075"/>
              <a:ext cx="11400" cy="5075"/>
            </a:xfrm>
            <a:custGeom>
              <a:avLst/>
              <a:gdLst/>
              <a:ahLst/>
              <a:cxnLst/>
              <a:rect l="l" t="t" r="r" b="b"/>
              <a:pathLst>
                <a:path w="456" h="203" extrusionOk="0">
                  <a:moveTo>
                    <a:pt x="0" y="0"/>
                  </a:moveTo>
                  <a:cubicBezTo>
                    <a:pt x="41" y="71"/>
                    <a:pt x="131" y="172"/>
                    <a:pt x="304" y="202"/>
                  </a:cubicBezTo>
                  <a:cubicBezTo>
                    <a:pt x="324" y="91"/>
                    <a:pt x="394" y="31"/>
                    <a:pt x="4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2140350" y="2854800"/>
              <a:ext cx="19250" cy="2300"/>
            </a:xfrm>
            <a:custGeom>
              <a:avLst/>
              <a:gdLst/>
              <a:ahLst/>
              <a:cxnLst/>
              <a:rect l="l" t="t" r="r" b="b"/>
              <a:pathLst>
                <a:path w="770" h="92" extrusionOk="0">
                  <a:moveTo>
                    <a:pt x="1" y="0"/>
                  </a:moveTo>
                  <a:cubicBezTo>
                    <a:pt x="1" y="0"/>
                    <a:pt x="11" y="41"/>
                    <a:pt x="41" y="91"/>
                  </a:cubicBezTo>
                  <a:lnTo>
                    <a:pt x="759" y="91"/>
                  </a:lnTo>
                  <a:cubicBezTo>
                    <a:pt x="770" y="41"/>
                    <a:pt x="759" y="0"/>
                    <a:pt x="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2148950" y="2857075"/>
              <a:ext cx="10400" cy="5325"/>
            </a:xfrm>
            <a:custGeom>
              <a:avLst/>
              <a:gdLst/>
              <a:ahLst/>
              <a:cxnLst/>
              <a:rect l="l" t="t" r="r" b="b"/>
              <a:pathLst>
                <a:path w="416" h="213" extrusionOk="0">
                  <a:moveTo>
                    <a:pt x="152" y="0"/>
                  </a:moveTo>
                  <a:cubicBezTo>
                    <a:pt x="91" y="31"/>
                    <a:pt x="21" y="91"/>
                    <a:pt x="1" y="202"/>
                  </a:cubicBezTo>
                  <a:cubicBezTo>
                    <a:pt x="10" y="202"/>
                    <a:pt x="21" y="213"/>
                    <a:pt x="21" y="213"/>
                  </a:cubicBezTo>
                  <a:lnTo>
                    <a:pt x="102" y="213"/>
                  </a:lnTo>
                  <a:cubicBezTo>
                    <a:pt x="334" y="213"/>
                    <a:pt x="395" y="91"/>
                    <a:pt x="415" y="0"/>
                  </a:cubicBezTo>
                  <a:close/>
                </a:path>
              </a:pathLst>
            </a:custGeom>
            <a:solidFill>
              <a:srgbClr val="E5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1840925" y="2731125"/>
              <a:ext cx="4825" cy="3325"/>
            </a:xfrm>
            <a:custGeom>
              <a:avLst/>
              <a:gdLst/>
              <a:ahLst/>
              <a:cxnLst/>
              <a:rect l="l" t="t" r="r" b="b"/>
              <a:pathLst>
                <a:path w="193" h="133" extrusionOk="0">
                  <a:moveTo>
                    <a:pt x="172" y="0"/>
                  </a:moveTo>
                  <a:cubicBezTo>
                    <a:pt x="172" y="0"/>
                    <a:pt x="51" y="41"/>
                    <a:pt x="1" y="112"/>
                  </a:cubicBezTo>
                  <a:lnTo>
                    <a:pt x="31" y="132"/>
                  </a:lnTo>
                  <a:cubicBezTo>
                    <a:pt x="82" y="81"/>
                    <a:pt x="193" y="41"/>
                    <a:pt x="193" y="41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1804525" y="2650700"/>
              <a:ext cx="74600" cy="113575"/>
            </a:xfrm>
            <a:custGeom>
              <a:avLst/>
              <a:gdLst/>
              <a:ahLst/>
              <a:cxnLst/>
              <a:rect l="l" t="t" r="r" b="b"/>
              <a:pathLst>
                <a:path w="2984" h="4543" extrusionOk="0">
                  <a:moveTo>
                    <a:pt x="688" y="1"/>
                  </a:moveTo>
                  <a:cubicBezTo>
                    <a:pt x="313" y="1"/>
                    <a:pt x="0" y="315"/>
                    <a:pt x="0" y="688"/>
                  </a:cubicBezTo>
                  <a:cubicBezTo>
                    <a:pt x="0" y="1053"/>
                    <a:pt x="61" y="1407"/>
                    <a:pt x="172" y="1741"/>
                  </a:cubicBezTo>
                  <a:cubicBezTo>
                    <a:pt x="546" y="2894"/>
                    <a:pt x="1497" y="4320"/>
                    <a:pt x="2934" y="4543"/>
                  </a:cubicBezTo>
                  <a:lnTo>
                    <a:pt x="2984" y="4269"/>
                  </a:lnTo>
                  <a:cubicBezTo>
                    <a:pt x="1244" y="3986"/>
                    <a:pt x="516" y="1893"/>
                    <a:pt x="435" y="1660"/>
                  </a:cubicBezTo>
                  <a:cubicBezTo>
                    <a:pt x="334" y="1346"/>
                    <a:pt x="283" y="1023"/>
                    <a:pt x="283" y="688"/>
                  </a:cubicBezTo>
                  <a:cubicBezTo>
                    <a:pt x="283" y="466"/>
                    <a:pt x="466" y="284"/>
                    <a:pt x="688" y="284"/>
                  </a:cubicBezTo>
                  <a:lnTo>
                    <a:pt x="1093" y="284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1908450" y="2650700"/>
              <a:ext cx="74375" cy="113575"/>
            </a:xfrm>
            <a:custGeom>
              <a:avLst/>
              <a:gdLst/>
              <a:ahLst/>
              <a:cxnLst/>
              <a:rect l="l" t="t" r="r" b="b"/>
              <a:pathLst>
                <a:path w="2975" h="4543" extrusionOk="0">
                  <a:moveTo>
                    <a:pt x="1650" y="1"/>
                  </a:moveTo>
                  <a:lnTo>
                    <a:pt x="1650" y="284"/>
                  </a:lnTo>
                  <a:lnTo>
                    <a:pt x="2287" y="284"/>
                  </a:lnTo>
                  <a:cubicBezTo>
                    <a:pt x="2509" y="284"/>
                    <a:pt x="2691" y="466"/>
                    <a:pt x="2691" y="688"/>
                  </a:cubicBezTo>
                  <a:cubicBezTo>
                    <a:pt x="2691" y="1023"/>
                    <a:pt x="2641" y="1346"/>
                    <a:pt x="2540" y="1660"/>
                  </a:cubicBezTo>
                  <a:cubicBezTo>
                    <a:pt x="2459" y="1893"/>
                    <a:pt x="1731" y="3986"/>
                    <a:pt x="0" y="4269"/>
                  </a:cubicBezTo>
                  <a:lnTo>
                    <a:pt x="41" y="4543"/>
                  </a:lnTo>
                  <a:cubicBezTo>
                    <a:pt x="1488" y="4320"/>
                    <a:pt x="2439" y="2894"/>
                    <a:pt x="2813" y="1741"/>
                  </a:cubicBezTo>
                  <a:cubicBezTo>
                    <a:pt x="2914" y="1407"/>
                    <a:pt x="2974" y="1053"/>
                    <a:pt x="2974" y="688"/>
                  </a:cubicBezTo>
                  <a:cubicBezTo>
                    <a:pt x="2974" y="315"/>
                    <a:pt x="2671" y="1"/>
                    <a:pt x="228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1941325" y="2727325"/>
              <a:ext cx="20525" cy="18475"/>
            </a:xfrm>
            <a:custGeom>
              <a:avLst/>
              <a:gdLst/>
              <a:ahLst/>
              <a:cxnLst/>
              <a:rect l="l" t="t" r="r" b="b"/>
              <a:pathLst>
                <a:path w="821" h="739" extrusionOk="0">
                  <a:moveTo>
                    <a:pt x="548" y="1"/>
                  </a:moveTo>
                  <a:cubicBezTo>
                    <a:pt x="309" y="1"/>
                    <a:pt x="122" y="385"/>
                    <a:pt x="122" y="385"/>
                  </a:cubicBezTo>
                  <a:cubicBezTo>
                    <a:pt x="122" y="385"/>
                    <a:pt x="0" y="678"/>
                    <a:pt x="203" y="729"/>
                  </a:cubicBezTo>
                  <a:cubicBezTo>
                    <a:pt x="223" y="736"/>
                    <a:pt x="243" y="738"/>
                    <a:pt x="263" y="738"/>
                  </a:cubicBezTo>
                  <a:cubicBezTo>
                    <a:pt x="437" y="738"/>
                    <a:pt x="607" y="527"/>
                    <a:pt x="607" y="527"/>
                  </a:cubicBezTo>
                  <a:lnTo>
                    <a:pt x="820" y="233"/>
                  </a:lnTo>
                  <a:cubicBezTo>
                    <a:pt x="729" y="102"/>
                    <a:pt x="557" y="1"/>
                    <a:pt x="557" y="1"/>
                  </a:cubicBezTo>
                  <a:cubicBezTo>
                    <a:pt x="554" y="1"/>
                    <a:pt x="551" y="1"/>
                    <a:pt x="548" y="1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1931725" y="2734675"/>
              <a:ext cx="17725" cy="19500"/>
            </a:xfrm>
            <a:custGeom>
              <a:avLst/>
              <a:gdLst/>
              <a:ahLst/>
              <a:cxnLst/>
              <a:rect l="l" t="t" r="r" b="b"/>
              <a:pathLst>
                <a:path w="709" h="780" extrusionOk="0">
                  <a:moveTo>
                    <a:pt x="283" y="0"/>
                  </a:moveTo>
                  <a:cubicBezTo>
                    <a:pt x="283" y="0"/>
                    <a:pt x="71" y="132"/>
                    <a:pt x="162" y="324"/>
                  </a:cubicBezTo>
                  <a:cubicBezTo>
                    <a:pt x="162" y="324"/>
                    <a:pt x="31" y="364"/>
                    <a:pt x="0" y="486"/>
                  </a:cubicBezTo>
                  <a:cubicBezTo>
                    <a:pt x="0" y="486"/>
                    <a:pt x="0" y="728"/>
                    <a:pt x="354" y="779"/>
                  </a:cubicBezTo>
                  <a:cubicBezTo>
                    <a:pt x="354" y="779"/>
                    <a:pt x="516" y="698"/>
                    <a:pt x="496" y="577"/>
                  </a:cubicBezTo>
                  <a:cubicBezTo>
                    <a:pt x="496" y="577"/>
                    <a:pt x="678" y="577"/>
                    <a:pt x="708" y="465"/>
                  </a:cubicBezTo>
                  <a:lnTo>
                    <a:pt x="647" y="334"/>
                  </a:lnTo>
                  <a:lnTo>
                    <a:pt x="486" y="162"/>
                  </a:lnTo>
                  <a:cubicBezTo>
                    <a:pt x="486" y="162"/>
                    <a:pt x="375" y="40"/>
                    <a:pt x="283" y="0"/>
                  </a:cubicBez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1930975" y="2747575"/>
              <a:ext cx="14175" cy="7050"/>
            </a:xfrm>
            <a:custGeom>
              <a:avLst/>
              <a:gdLst/>
              <a:ahLst/>
              <a:cxnLst/>
              <a:rect l="l" t="t" r="r" b="b"/>
              <a:pathLst>
                <a:path w="567" h="282" extrusionOk="0">
                  <a:moveTo>
                    <a:pt x="61" y="0"/>
                  </a:moveTo>
                  <a:lnTo>
                    <a:pt x="10" y="41"/>
                  </a:lnTo>
                  <a:cubicBezTo>
                    <a:pt x="1" y="41"/>
                    <a:pt x="216" y="281"/>
                    <a:pt x="369" y="281"/>
                  </a:cubicBezTo>
                  <a:cubicBezTo>
                    <a:pt x="385" y="281"/>
                    <a:pt x="400" y="279"/>
                    <a:pt x="414" y="273"/>
                  </a:cubicBezTo>
                  <a:cubicBezTo>
                    <a:pt x="516" y="233"/>
                    <a:pt x="567" y="61"/>
                    <a:pt x="567" y="61"/>
                  </a:cubicBezTo>
                  <a:lnTo>
                    <a:pt x="506" y="41"/>
                  </a:lnTo>
                  <a:cubicBezTo>
                    <a:pt x="482" y="168"/>
                    <a:pt x="427" y="212"/>
                    <a:pt x="364" y="212"/>
                  </a:cubicBezTo>
                  <a:cubicBezTo>
                    <a:pt x="242" y="212"/>
                    <a:pt x="87" y="47"/>
                    <a:pt x="6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1935250" y="2741500"/>
              <a:ext cx="14200" cy="7675"/>
            </a:xfrm>
            <a:custGeom>
              <a:avLst/>
              <a:gdLst/>
              <a:ahLst/>
              <a:cxnLst/>
              <a:rect l="l" t="t" r="r" b="b"/>
              <a:pathLst>
                <a:path w="568" h="307" extrusionOk="0">
                  <a:moveTo>
                    <a:pt x="41" y="1"/>
                  </a:moveTo>
                  <a:lnTo>
                    <a:pt x="1" y="30"/>
                  </a:lnTo>
                  <a:cubicBezTo>
                    <a:pt x="1" y="48"/>
                    <a:pt x="201" y="306"/>
                    <a:pt x="373" y="306"/>
                  </a:cubicBezTo>
                  <a:cubicBezTo>
                    <a:pt x="395" y="306"/>
                    <a:pt x="416" y="302"/>
                    <a:pt x="436" y="293"/>
                  </a:cubicBezTo>
                  <a:cubicBezTo>
                    <a:pt x="486" y="273"/>
                    <a:pt x="527" y="233"/>
                    <a:pt x="567" y="183"/>
                  </a:cubicBezTo>
                  <a:lnTo>
                    <a:pt x="517" y="152"/>
                  </a:lnTo>
                  <a:cubicBezTo>
                    <a:pt x="485" y="224"/>
                    <a:pt x="438" y="251"/>
                    <a:pt x="385" y="251"/>
                  </a:cubicBezTo>
                  <a:cubicBezTo>
                    <a:pt x="238" y="251"/>
                    <a:pt x="49" y="38"/>
                    <a:pt x="41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1941575" y="2732125"/>
              <a:ext cx="5325" cy="7375"/>
            </a:xfrm>
            <a:custGeom>
              <a:avLst/>
              <a:gdLst/>
              <a:ahLst/>
              <a:cxnLst/>
              <a:rect l="l" t="t" r="r" b="b"/>
              <a:pathLst>
                <a:path w="213" h="295" extrusionOk="0">
                  <a:moveTo>
                    <a:pt x="213" y="1"/>
                  </a:moveTo>
                  <a:cubicBezTo>
                    <a:pt x="213" y="1"/>
                    <a:pt x="1" y="122"/>
                    <a:pt x="31" y="193"/>
                  </a:cubicBezTo>
                  <a:cubicBezTo>
                    <a:pt x="31" y="203"/>
                    <a:pt x="102" y="295"/>
                    <a:pt x="102" y="295"/>
                  </a:cubicBezTo>
                  <a:lnTo>
                    <a:pt x="213" y="21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9C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1938050" y="2734425"/>
              <a:ext cx="6100" cy="4825"/>
            </a:xfrm>
            <a:custGeom>
              <a:avLst/>
              <a:gdLst/>
              <a:ahLst/>
              <a:cxnLst/>
              <a:rect l="l" t="t" r="r" b="b"/>
              <a:pathLst>
                <a:path w="244" h="193" extrusionOk="0">
                  <a:moveTo>
                    <a:pt x="21" y="0"/>
                  </a:moveTo>
                  <a:lnTo>
                    <a:pt x="0" y="50"/>
                  </a:lnTo>
                  <a:cubicBezTo>
                    <a:pt x="0" y="50"/>
                    <a:pt x="122" y="111"/>
                    <a:pt x="203" y="192"/>
                  </a:cubicBezTo>
                  <a:lnTo>
                    <a:pt x="243" y="152"/>
                  </a:lnTo>
                  <a:cubicBezTo>
                    <a:pt x="152" y="61"/>
                    <a:pt x="30" y="10"/>
                    <a:pt x="2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1941825" y="2728600"/>
              <a:ext cx="5600" cy="4325"/>
            </a:xfrm>
            <a:custGeom>
              <a:avLst/>
              <a:gdLst/>
              <a:ahLst/>
              <a:cxnLst/>
              <a:rect l="l" t="t" r="r" b="b"/>
              <a:pathLst>
                <a:path w="224" h="173" extrusionOk="0">
                  <a:moveTo>
                    <a:pt x="11" y="0"/>
                  </a:moveTo>
                  <a:lnTo>
                    <a:pt x="1" y="51"/>
                  </a:lnTo>
                  <a:cubicBezTo>
                    <a:pt x="1" y="51"/>
                    <a:pt x="133" y="101"/>
                    <a:pt x="183" y="173"/>
                  </a:cubicBezTo>
                  <a:lnTo>
                    <a:pt x="223" y="142"/>
                  </a:lnTo>
                  <a:cubicBezTo>
                    <a:pt x="162" y="61"/>
                    <a:pt x="21" y="11"/>
                    <a:pt x="11" y="0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1936825" y="2726625"/>
              <a:ext cx="19200" cy="19700"/>
            </a:xfrm>
            <a:custGeom>
              <a:avLst/>
              <a:gdLst/>
              <a:ahLst/>
              <a:cxnLst/>
              <a:rect l="l" t="t" r="r" b="b"/>
              <a:pathLst>
                <a:path w="768" h="788" extrusionOk="0">
                  <a:moveTo>
                    <a:pt x="712" y="1"/>
                  </a:moveTo>
                  <a:cubicBezTo>
                    <a:pt x="388" y="1"/>
                    <a:pt x="0" y="787"/>
                    <a:pt x="465" y="787"/>
                  </a:cubicBezTo>
                  <a:cubicBezTo>
                    <a:pt x="468" y="787"/>
                    <a:pt x="471" y="787"/>
                    <a:pt x="474" y="787"/>
                  </a:cubicBezTo>
                  <a:cubicBezTo>
                    <a:pt x="585" y="747"/>
                    <a:pt x="666" y="535"/>
                    <a:pt x="676" y="504"/>
                  </a:cubicBezTo>
                  <a:lnTo>
                    <a:pt x="625" y="484"/>
                  </a:lnTo>
                  <a:cubicBezTo>
                    <a:pt x="596" y="572"/>
                    <a:pt x="514" y="745"/>
                    <a:pt x="421" y="745"/>
                  </a:cubicBezTo>
                  <a:cubicBezTo>
                    <a:pt x="385" y="745"/>
                    <a:pt x="348" y="720"/>
                    <a:pt x="312" y="656"/>
                  </a:cubicBezTo>
                  <a:cubicBezTo>
                    <a:pt x="227" y="495"/>
                    <a:pt x="495" y="52"/>
                    <a:pt x="720" y="52"/>
                  </a:cubicBezTo>
                  <a:cubicBezTo>
                    <a:pt x="736" y="52"/>
                    <a:pt x="752" y="54"/>
                    <a:pt x="767" y="59"/>
                  </a:cubicBezTo>
                  <a:lnTo>
                    <a:pt x="767" y="9"/>
                  </a:lnTo>
                  <a:cubicBezTo>
                    <a:pt x="749" y="3"/>
                    <a:pt x="731" y="1"/>
                    <a:pt x="712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1829800" y="2640575"/>
              <a:ext cx="125975" cy="130525"/>
            </a:xfrm>
            <a:custGeom>
              <a:avLst/>
              <a:gdLst/>
              <a:ahLst/>
              <a:cxnLst/>
              <a:rect l="l" t="t" r="r" b="b"/>
              <a:pathLst>
                <a:path w="5039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3328" y="5221"/>
                  </a:lnTo>
                  <a:cubicBezTo>
                    <a:pt x="3328" y="5221"/>
                    <a:pt x="5038" y="3714"/>
                    <a:pt x="4998" y="264"/>
                  </a:cubicBezTo>
                  <a:cubicBezTo>
                    <a:pt x="4987" y="122"/>
                    <a:pt x="4866" y="1"/>
                    <a:pt x="4715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1829800" y="2640575"/>
              <a:ext cx="55675" cy="130525"/>
            </a:xfrm>
            <a:custGeom>
              <a:avLst/>
              <a:gdLst/>
              <a:ahLst/>
              <a:cxnLst/>
              <a:rect l="l" t="t" r="r" b="b"/>
              <a:pathLst>
                <a:path w="2227" h="5221" extrusionOk="0">
                  <a:moveTo>
                    <a:pt x="325" y="1"/>
                  </a:moveTo>
                  <a:cubicBezTo>
                    <a:pt x="172" y="1"/>
                    <a:pt x="51" y="122"/>
                    <a:pt x="51" y="264"/>
                  </a:cubicBezTo>
                  <a:cubicBezTo>
                    <a:pt x="1" y="3714"/>
                    <a:pt x="1710" y="5221"/>
                    <a:pt x="1710" y="5221"/>
                  </a:cubicBezTo>
                  <a:lnTo>
                    <a:pt x="2226" y="5221"/>
                  </a:lnTo>
                  <a:cubicBezTo>
                    <a:pt x="2226" y="5221"/>
                    <a:pt x="516" y="3714"/>
                    <a:pt x="557" y="264"/>
                  </a:cubicBezTo>
                  <a:cubicBezTo>
                    <a:pt x="567" y="122"/>
                    <a:pt x="689" y="1"/>
                    <a:pt x="840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1870275" y="2760450"/>
              <a:ext cx="45025" cy="31650"/>
            </a:xfrm>
            <a:custGeom>
              <a:avLst/>
              <a:gdLst/>
              <a:ahLst/>
              <a:cxnLst/>
              <a:rect l="l" t="t" r="r" b="b"/>
              <a:pathLst>
                <a:path w="1801" h="1266" extrusionOk="0">
                  <a:moveTo>
                    <a:pt x="900" y="1"/>
                  </a:moveTo>
                  <a:cubicBezTo>
                    <a:pt x="405" y="1"/>
                    <a:pt x="0" y="284"/>
                    <a:pt x="0" y="628"/>
                  </a:cubicBezTo>
                  <a:cubicBezTo>
                    <a:pt x="0" y="982"/>
                    <a:pt x="405" y="1266"/>
                    <a:pt x="900" y="1266"/>
                  </a:cubicBezTo>
                  <a:cubicBezTo>
                    <a:pt x="1396" y="1266"/>
                    <a:pt x="1801" y="982"/>
                    <a:pt x="1801" y="628"/>
                  </a:cubicBezTo>
                  <a:cubicBezTo>
                    <a:pt x="1801" y="284"/>
                    <a:pt x="1396" y="1"/>
                    <a:pt x="90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1828800" y="2729875"/>
              <a:ext cx="16950" cy="15125"/>
            </a:xfrm>
            <a:custGeom>
              <a:avLst/>
              <a:gdLst/>
              <a:ahLst/>
              <a:cxnLst/>
              <a:rect l="l" t="t" r="r" b="b"/>
              <a:pathLst>
                <a:path w="678" h="605" extrusionOk="0">
                  <a:moveTo>
                    <a:pt x="223" y="0"/>
                  </a:moveTo>
                  <a:cubicBezTo>
                    <a:pt x="223" y="0"/>
                    <a:pt x="81" y="71"/>
                    <a:pt x="0" y="182"/>
                  </a:cubicBezTo>
                  <a:lnTo>
                    <a:pt x="182" y="435"/>
                  </a:lnTo>
                  <a:cubicBezTo>
                    <a:pt x="182" y="435"/>
                    <a:pt x="319" y="605"/>
                    <a:pt x="464" y="605"/>
                  </a:cubicBezTo>
                  <a:cubicBezTo>
                    <a:pt x="481" y="605"/>
                    <a:pt x="499" y="602"/>
                    <a:pt x="516" y="597"/>
                  </a:cubicBezTo>
                  <a:cubicBezTo>
                    <a:pt x="678" y="556"/>
                    <a:pt x="577" y="313"/>
                    <a:pt x="577" y="313"/>
                  </a:cubicBezTo>
                  <a:cubicBezTo>
                    <a:pt x="577" y="313"/>
                    <a:pt x="425" y="0"/>
                    <a:pt x="223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1839650" y="2736675"/>
              <a:ext cx="13175" cy="14450"/>
            </a:xfrm>
            <a:custGeom>
              <a:avLst/>
              <a:gdLst/>
              <a:ahLst/>
              <a:cxnLst/>
              <a:rect l="l" t="t" r="r" b="b"/>
              <a:pathLst>
                <a:path w="527" h="578" extrusionOk="0">
                  <a:moveTo>
                    <a:pt x="315" y="1"/>
                  </a:moveTo>
                  <a:cubicBezTo>
                    <a:pt x="244" y="21"/>
                    <a:pt x="163" y="113"/>
                    <a:pt x="163" y="113"/>
                  </a:cubicBezTo>
                  <a:lnTo>
                    <a:pt x="52" y="244"/>
                  </a:lnTo>
                  <a:lnTo>
                    <a:pt x="1" y="345"/>
                  </a:lnTo>
                  <a:cubicBezTo>
                    <a:pt x="21" y="426"/>
                    <a:pt x="153" y="426"/>
                    <a:pt x="153" y="426"/>
                  </a:cubicBezTo>
                  <a:cubicBezTo>
                    <a:pt x="143" y="507"/>
                    <a:pt x="264" y="578"/>
                    <a:pt x="264" y="578"/>
                  </a:cubicBezTo>
                  <a:cubicBezTo>
                    <a:pt x="527" y="537"/>
                    <a:pt x="527" y="355"/>
                    <a:pt x="527" y="355"/>
                  </a:cubicBezTo>
                  <a:cubicBezTo>
                    <a:pt x="507" y="264"/>
                    <a:pt x="406" y="234"/>
                    <a:pt x="406" y="234"/>
                  </a:cubicBezTo>
                  <a:cubicBezTo>
                    <a:pt x="477" y="92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839150" y="2741750"/>
              <a:ext cx="11675" cy="6150"/>
            </a:xfrm>
            <a:custGeom>
              <a:avLst/>
              <a:gdLst/>
              <a:ahLst/>
              <a:cxnLst/>
              <a:rect l="l" t="t" r="r" b="b"/>
              <a:pathLst>
                <a:path w="467" h="246" extrusionOk="0">
                  <a:moveTo>
                    <a:pt x="426" y="0"/>
                  </a:moveTo>
                  <a:cubicBezTo>
                    <a:pt x="418" y="30"/>
                    <a:pt x="266" y="199"/>
                    <a:pt x="145" y="199"/>
                  </a:cubicBezTo>
                  <a:cubicBezTo>
                    <a:pt x="100" y="199"/>
                    <a:pt x="59" y="175"/>
                    <a:pt x="31" y="112"/>
                  </a:cubicBezTo>
                  <a:lnTo>
                    <a:pt x="1" y="132"/>
                  </a:lnTo>
                  <a:cubicBezTo>
                    <a:pt x="31" y="182"/>
                    <a:pt x="61" y="223"/>
                    <a:pt x="102" y="233"/>
                  </a:cubicBezTo>
                  <a:cubicBezTo>
                    <a:pt x="120" y="242"/>
                    <a:pt x="139" y="245"/>
                    <a:pt x="158" y="245"/>
                  </a:cubicBezTo>
                  <a:cubicBezTo>
                    <a:pt x="301" y="245"/>
                    <a:pt x="466" y="40"/>
                    <a:pt x="466" y="31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833600" y="2729200"/>
              <a:ext cx="15825" cy="16375"/>
            </a:xfrm>
            <a:custGeom>
              <a:avLst/>
              <a:gdLst/>
              <a:ahLst/>
              <a:cxnLst/>
              <a:rect l="l" t="t" r="r" b="b"/>
              <a:pathLst>
                <a:path w="633" h="655" extrusionOk="0">
                  <a:moveTo>
                    <a:pt x="45" y="1"/>
                  </a:moveTo>
                  <a:cubicBezTo>
                    <a:pt x="30" y="1"/>
                    <a:pt x="15" y="3"/>
                    <a:pt x="0" y="7"/>
                  </a:cubicBezTo>
                  <a:lnTo>
                    <a:pt x="11" y="57"/>
                  </a:lnTo>
                  <a:cubicBezTo>
                    <a:pt x="21" y="54"/>
                    <a:pt x="33" y="53"/>
                    <a:pt x="44" y="53"/>
                  </a:cubicBezTo>
                  <a:cubicBezTo>
                    <a:pt x="223" y="53"/>
                    <a:pt x="451" y="409"/>
                    <a:pt x="375" y="543"/>
                  </a:cubicBezTo>
                  <a:cubicBezTo>
                    <a:pt x="347" y="596"/>
                    <a:pt x="317" y="617"/>
                    <a:pt x="288" y="617"/>
                  </a:cubicBezTo>
                  <a:cubicBezTo>
                    <a:pt x="213" y="617"/>
                    <a:pt x="144" y="477"/>
                    <a:pt x="122" y="412"/>
                  </a:cubicBezTo>
                  <a:lnTo>
                    <a:pt x="81" y="421"/>
                  </a:lnTo>
                  <a:cubicBezTo>
                    <a:pt x="92" y="442"/>
                    <a:pt x="152" y="614"/>
                    <a:pt x="253" y="654"/>
                  </a:cubicBezTo>
                  <a:cubicBezTo>
                    <a:pt x="256" y="654"/>
                    <a:pt x="259" y="654"/>
                    <a:pt x="261" y="654"/>
                  </a:cubicBezTo>
                  <a:cubicBezTo>
                    <a:pt x="633" y="654"/>
                    <a:pt x="318" y="1"/>
                    <a:pt x="45" y="1"/>
                  </a:cubicBez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843200" y="2735950"/>
              <a:ext cx="5075" cy="3800"/>
            </a:xfrm>
            <a:custGeom>
              <a:avLst/>
              <a:gdLst/>
              <a:ahLst/>
              <a:cxnLst/>
              <a:rect l="l" t="t" r="r" b="b"/>
              <a:pathLst>
                <a:path w="203" h="152" extrusionOk="0">
                  <a:moveTo>
                    <a:pt x="193" y="0"/>
                  </a:moveTo>
                  <a:cubicBezTo>
                    <a:pt x="183" y="0"/>
                    <a:pt x="81" y="40"/>
                    <a:pt x="1" y="121"/>
                  </a:cubicBezTo>
                  <a:lnTo>
                    <a:pt x="31" y="151"/>
                  </a:lnTo>
                  <a:cubicBezTo>
                    <a:pt x="102" y="81"/>
                    <a:pt x="203" y="40"/>
                    <a:pt x="203" y="40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1842950" y="2746550"/>
              <a:ext cx="10625" cy="5275"/>
            </a:xfrm>
            <a:custGeom>
              <a:avLst/>
              <a:gdLst/>
              <a:ahLst/>
              <a:cxnLst/>
              <a:rect l="l" t="t" r="r" b="b"/>
              <a:pathLst>
                <a:path w="425" h="211" extrusionOk="0">
                  <a:moveTo>
                    <a:pt x="385" y="1"/>
                  </a:moveTo>
                  <a:cubicBezTo>
                    <a:pt x="358" y="34"/>
                    <a:pt x="239" y="160"/>
                    <a:pt x="146" y="160"/>
                  </a:cubicBezTo>
                  <a:cubicBezTo>
                    <a:pt x="99" y="160"/>
                    <a:pt x="58" y="127"/>
                    <a:pt x="41" y="31"/>
                  </a:cubicBezTo>
                  <a:lnTo>
                    <a:pt x="1" y="41"/>
                  </a:lnTo>
                  <a:cubicBezTo>
                    <a:pt x="1" y="41"/>
                    <a:pt x="41" y="172"/>
                    <a:pt x="112" y="203"/>
                  </a:cubicBezTo>
                  <a:cubicBezTo>
                    <a:pt x="124" y="208"/>
                    <a:pt x="136" y="210"/>
                    <a:pt x="149" y="210"/>
                  </a:cubicBezTo>
                  <a:cubicBezTo>
                    <a:pt x="269" y="210"/>
                    <a:pt x="425" y="21"/>
                    <a:pt x="415" y="21"/>
                  </a:cubicBezTo>
                  <a:lnTo>
                    <a:pt x="385" y="1"/>
                  </a:lnTo>
                  <a:close/>
                </a:path>
              </a:pathLst>
            </a:custGeom>
            <a:solidFill>
              <a:srgbClr val="182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1862675" y="2666450"/>
              <a:ext cx="60475" cy="56875"/>
            </a:xfrm>
            <a:custGeom>
              <a:avLst/>
              <a:gdLst/>
              <a:ahLst/>
              <a:cxnLst/>
              <a:rect l="l" t="t" r="r" b="b"/>
              <a:pathLst>
                <a:path w="2419" h="2275" extrusionOk="0">
                  <a:moveTo>
                    <a:pt x="1208" y="1"/>
                  </a:moveTo>
                  <a:cubicBezTo>
                    <a:pt x="1187" y="1"/>
                    <a:pt x="1164" y="13"/>
                    <a:pt x="1154" y="38"/>
                  </a:cubicBezTo>
                  <a:lnTo>
                    <a:pt x="911" y="797"/>
                  </a:lnTo>
                  <a:cubicBezTo>
                    <a:pt x="901" y="818"/>
                    <a:pt x="881" y="827"/>
                    <a:pt x="860" y="827"/>
                  </a:cubicBezTo>
                  <a:lnTo>
                    <a:pt x="71" y="827"/>
                  </a:lnTo>
                  <a:cubicBezTo>
                    <a:pt x="21" y="827"/>
                    <a:pt x="1" y="898"/>
                    <a:pt x="41" y="928"/>
                  </a:cubicBezTo>
                  <a:lnTo>
                    <a:pt x="678" y="1394"/>
                  </a:lnTo>
                  <a:cubicBezTo>
                    <a:pt x="698" y="1404"/>
                    <a:pt x="709" y="1425"/>
                    <a:pt x="698" y="1454"/>
                  </a:cubicBezTo>
                  <a:lnTo>
                    <a:pt x="456" y="2203"/>
                  </a:lnTo>
                  <a:cubicBezTo>
                    <a:pt x="440" y="2242"/>
                    <a:pt x="472" y="2274"/>
                    <a:pt x="505" y="2274"/>
                  </a:cubicBezTo>
                  <a:cubicBezTo>
                    <a:pt x="516" y="2274"/>
                    <a:pt x="527" y="2271"/>
                    <a:pt x="537" y="2264"/>
                  </a:cubicBezTo>
                  <a:lnTo>
                    <a:pt x="1174" y="1798"/>
                  </a:lnTo>
                  <a:cubicBezTo>
                    <a:pt x="1184" y="1788"/>
                    <a:pt x="1194" y="1783"/>
                    <a:pt x="1205" y="1783"/>
                  </a:cubicBezTo>
                  <a:cubicBezTo>
                    <a:pt x="1215" y="1783"/>
                    <a:pt x="1225" y="1788"/>
                    <a:pt x="1235" y="1798"/>
                  </a:cubicBezTo>
                  <a:lnTo>
                    <a:pt x="1882" y="2264"/>
                  </a:lnTo>
                  <a:cubicBezTo>
                    <a:pt x="1892" y="2271"/>
                    <a:pt x="1902" y="2274"/>
                    <a:pt x="1912" y="2274"/>
                  </a:cubicBezTo>
                  <a:cubicBezTo>
                    <a:pt x="1943" y="2274"/>
                    <a:pt x="1971" y="2242"/>
                    <a:pt x="1963" y="2203"/>
                  </a:cubicBezTo>
                  <a:lnTo>
                    <a:pt x="1710" y="1454"/>
                  </a:lnTo>
                  <a:cubicBezTo>
                    <a:pt x="1710" y="1425"/>
                    <a:pt x="1721" y="1404"/>
                    <a:pt x="1730" y="1394"/>
                  </a:cubicBezTo>
                  <a:lnTo>
                    <a:pt x="2378" y="928"/>
                  </a:lnTo>
                  <a:cubicBezTo>
                    <a:pt x="2418" y="898"/>
                    <a:pt x="2398" y="827"/>
                    <a:pt x="2348" y="827"/>
                  </a:cubicBezTo>
                  <a:lnTo>
                    <a:pt x="1548" y="827"/>
                  </a:lnTo>
                  <a:cubicBezTo>
                    <a:pt x="1528" y="827"/>
                    <a:pt x="1508" y="818"/>
                    <a:pt x="1498" y="797"/>
                  </a:cubicBezTo>
                  <a:lnTo>
                    <a:pt x="1255" y="38"/>
                  </a:lnTo>
                  <a:cubicBezTo>
                    <a:pt x="1250" y="13"/>
                    <a:pt x="1230" y="1"/>
                    <a:pt x="1208" y="1"/>
                  </a:cubicBez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1875075" y="2677825"/>
              <a:ext cx="35675" cy="33700"/>
            </a:xfrm>
            <a:custGeom>
              <a:avLst/>
              <a:gdLst/>
              <a:ahLst/>
              <a:cxnLst/>
              <a:rect l="l" t="t" r="r" b="b"/>
              <a:pathLst>
                <a:path w="1427" h="1348" extrusionOk="0">
                  <a:moveTo>
                    <a:pt x="710" y="1"/>
                  </a:moveTo>
                  <a:cubicBezTo>
                    <a:pt x="704" y="1"/>
                    <a:pt x="698" y="3"/>
                    <a:pt x="698" y="8"/>
                  </a:cubicBezTo>
                  <a:lnTo>
                    <a:pt x="537" y="494"/>
                  </a:lnTo>
                  <a:cubicBezTo>
                    <a:pt x="537" y="504"/>
                    <a:pt x="537" y="504"/>
                    <a:pt x="526" y="504"/>
                  </a:cubicBezTo>
                  <a:lnTo>
                    <a:pt x="20" y="504"/>
                  </a:lnTo>
                  <a:cubicBezTo>
                    <a:pt x="0" y="504"/>
                    <a:pt x="0" y="524"/>
                    <a:pt x="11" y="534"/>
                  </a:cubicBezTo>
                  <a:lnTo>
                    <a:pt x="425" y="828"/>
                  </a:lnTo>
                  <a:lnTo>
                    <a:pt x="425" y="848"/>
                  </a:lnTo>
                  <a:lnTo>
                    <a:pt x="274" y="1334"/>
                  </a:lnTo>
                  <a:cubicBezTo>
                    <a:pt x="266" y="1341"/>
                    <a:pt x="274" y="1348"/>
                    <a:pt x="283" y="1348"/>
                  </a:cubicBezTo>
                  <a:cubicBezTo>
                    <a:pt x="287" y="1348"/>
                    <a:pt x="291" y="1346"/>
                    <a:pt x="294" y="1343"/>
                  </a:cubicBezTo>
                  <a:lnTo>
                    <a:pt x="698" y="1050"/>
                  </a:lnTo>
                  <a:cubicBezTo>
                    <a:pt x="703" y="1045"/>
                    <a:pt x="708" y="1043"/>
                    <a:pt x="712" y="1043"/>
                  </a:cubicBezTo>
                  <a:cubicBezTo>
                    <a:pt x="716" y="1043"/>
                    <a:pt x="719" y="1045"/>
                    <a:pt x="719" y="1050"/>
                  </a:cubicBezTo>
                  <a:lnTo>
                    <a:pt x="1133" y="1343"/>
                  </a:lnTo>
                  <a:cubicBezTo>
                    <a:pt x="1136" y="1346"/>
                    <a:pt x="1139" y="1348"/>
                    <a:pt x="1142" y="1348"/>
                  </a:cubicBezTo>
                  <a:cubicBezTo>
                    <a:pt x="1148" y="1348"/>
                    <a:pt x="1153" y="1341"/>
                    <a:pt x="1153" y="1334"/>
                  </a:cubicBezTo>
                  <a:lnTo>
                    <a:pt x="991" y="848"/>
                  </a:lnTo>
                  <a:cubicBezTo>
                    <a:pt x="991" y="838"/>
                    <a:pt x="991" y="838"/>
                    <a:pt x="1002" y="828"/>
                  </a:cubicBezTo>
                  <a:lnTo>
                    <a:pt x="1416" y="534"/>
                  </a:lnTo>
                  <a:cubicBezTo>
                    <a:pt x="1427" y="524"/>
                    <a:pt x="1416" y="504"/>
                    <a:pt x="1407" y="504"/>
                  </a:cubicBezTo>
                  <a:lnTo>
                    <a:pt x="890" y="504"/>
                  </a:lnTo>
                  <a:cubicBezTo>
                    <a:pt x="890" y="504"/>
                    <a:pt x="881" y="504"/>
                    <a:pt x="881" y="494"/>
                  </a:cubicBezTo>
                  <a:lnTo>
                    <a:pt x="728" y="8"/>
                  </a:lnTo>
                  <a:cubicBezTo>
                    <a:pt x="724" y="3"/>
                    <a:pt x="716" y="1"/>
                    <a:pt x="710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1766575" y="2737700"/>
              <a:ext cx="28600" cy="28600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7" y="0"/>
                  </a:moveTo>
                  <a:lnTo>
                    <a:pt x="426" y="416"/>
                  </a:lnTo>
                  <a:lnTo>
                    <a:pt x="1" y="577"/>
                  </a:lnTo>
                  <a:lnTo>
                    <a:pt x="426" y="729"/>
                  </a:lnTo>
                  <a:lnTo>
                    <a:pt x="577" y="1144"/>
                  </a:lnTo>
                  <a:lnTo>
                    <a:pt x="729" y="729"/>
                  </a:lnTo>
                  <a:lnTo>
                    <a:pt x="1144" y="577"/>
                  </a:lnTo>
                  <a:lnTo>
                    <a:pt x="729" y="416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1819175" y="2613275"/>
              <a:ext cx="19000" cy="19000"/>
            </a:xfrm>
            <a:custGeom>
              <a:avLst/>
              <a:gdLst/>
              <a:ahLst/>
              <a:cxnLst/>
              <a:rect l="l" t="t" r="r" b="b"/>
              <a:pathLst>
                <a:path w="760" h="760" extrusionOk="0">
                  <a:moveTo>
                    <a:pt x="375" y="0"/>
                  </a:moveTo>
                  <a:lnTo>
                    <a:pt x="274" y="274"/>
                  </a:lnTo>
                  <a:lnTo>
                    <a:pt x="1" y="375"/>
                  </a:lnTo>
                  <a:lnTo>
                    <a:pt x="274" y="476"/>
                  </a:lnTo>
                  <a:lnTo>
                    <a:pt x="375" y="760"/>
                  </a:lnTo>
                  <a:lnTo>
                    <a:pt x="487" y="476"/>
                  </a:lnTo>
                  <a:lnTo>
                    <a:pt x="759" y="375"/>
                  </a:lnTo>
                  <a:lnTo>
                    <a:pt x="487" y="274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1791875" y="2716450"/>
              <a:ext cx="13425" cy="13450"/>
            </a:xfrm>
            <a:custGeom>
              <a:avLst/>
              <a:gdLst/>
              <a:ahLst/>
              <a:cxnLst/>
              <a:rect l="l" t="t" r="r" b="b"/>
              <a:pathLst>
                <a:path w="537" h="538" extrusionOk="0">
                  <a:moveTo>
                    <a:pt x="273" y="1"/>
                  </a:moveTo>
                  <a:lnTo>
                    <a:pt x="203" y="203"/>
                  </a:lnTo>
                  <a:lnTo>
                    <a:pt x="0" y="274"/>
                  </a:lnTo>
                  <a:lnTo>
                    <a:pt x="203" y="345"/>
                  </a:lnTo>
                  <a:lnTo>
                    <a:pt x="273" y="537"/>
                  </a:lnTo>
                  <a:lnTo>
                    <a:pt x="344" y="345"/>
                  </a:lnTo>
                  <a:lnTo>
                    <a:pt x="536" y="274"/>
                  </a:lnTo>
                  <a:lnTo>
                    <a:pt x="344" y="203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994425" y="2703800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36" y="1"/>
                  </a:moveTo>
                  <a:lnTo>
                    <a:pt x="324" y="325"/>
                  </a:lnTo>
                  <a:lnTo>
                    <a:pt x="1" y="446"/>
                  </a:lnTo>
                  <a:lnTo>
                    <a:pt x="324" y="558"/>
                  </a:lnTo>
                  <a:lnTo>
                    <a:pt x="436" y="881"/>
                  </a:lnTo>
                  <a:lnTo>
                    <a:pt x="557" y="558"/>
                  </a:lnTo>
                  <a:lnTo>
                    <a:pt x="881" y="446"/>
                  </a:lnTo>
                  <a:lnTo>
                    <a:pt x="557" y="325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920350" y="2608225"/>
              <a:ext cx="22000" cy="22025"/>
            </a:xfrm>
            <a:custGeom>
              <a:avLst/>
              <a:gdLst/>
              <a:ahLst/>
              <a:cxnLst/>
              <a:rect l="l" t="t" r="r" b="b"/>
              <a:pathLst>
                <a:path w="880" h="881" extrusionOk="0">
                  <a:moveTo>
                    <a:pt x="435" y="0"/>
                  </a:moveTo>
                  <a:lnTo>
                    <a:pt x="313" y="324"/>
                  </a:lnTo>
                  <a:lnTo>
                    <a:pt x="0" y="436"/>
                  </a:lnTo>
                  <a:lnTo>
                    <a:pt x="313" y="557"/>
                  </a:lnTo>
                  <a:lnTo>
                    <a:pt x="435" y="881"/>
                  </a:lnTo>
                  <a:lnTo>
                    <a:pt x="556" y="557"/>
                  </a:lnTo>
                  <a:lnTo>
                    <a:pt x="880" y="436"/>
                  </a:lnTo>
                  <a:lnTo>
                    <a:pt x="556" y="324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984325" y="268965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63" y="0"/>
                  </a:moveTo>
                  <a:lnTo>
                    <a:pt x="193" y="193"/>
                  </a:lnTo>
                  <a:lnTo>
                    <a:pt x="0" y="263"/>
                  </a:lnTo>
                  <a:lnTo>
                    <a:pt x="193" y="335"/>
                  </a:lnTo>
                  <a:lnTo>
                    <a:pt x="263" y="537"/>
                  </a:lnTo>
                  <a:lnTo>
                    <a:pt x="344" y="335"/>
                  </a:lnTo>
                  <a:lnTo>
                    <a:pt x="537" y="263"/>
                  </a:lnTo>
                  <a:lnTo>
                    <a:pt x="344" y="193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851050" y="2594825"/>
              <a:ext cx="10900" cy="10900"/>
            </a:xfrm>
            <a:custGeom>
              <a:avLst/>
              <a:gdLst/>
              <a:ahLst/>
              <a:cxnLst/>
              <a:rect l="l" t="t" r="r" b="b"/>
              <a:pathLst>
                <a:path w="436" h="436" extrusionOk="0">
                  <a:moveTo>
                    <a:pt x="213" y="0"/>
                  </a:moveTo>
                  <a:lnTo>
                    <a:pt x="152" y="152"/>
                  </a:lnTo>
                  <a:lnTo>
                    <a:pt x="1" y="212"/>
                  </a:lnTo>
                  <a:lnTo>
                    <a:pt x="152" y="273"/>
                  </a:lnTo>
                  <a:lnTo>
                    <a:pt x="213" y="435"/>
                  </a:lnTo>
                  <a:lnTo>
                    <a:pt x="273" y="273"/>
                  </a:lnTo>
                  <a:lnTo>
                    <a:pt x="435" y="212"/>
                  </a:lnTo>
                  <a:lnTo>
                    <a:pt x="273" y="1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432775" y="3323150"/>
              <a:ext cx="38975" cy="53375"/>
            </a:xfrm>
            <a:custGeom>
              <a:avLst/>
              <a:gdLst/>
              <a:ahLst/>
              <a:cxnLst/>
              <a:rect l="l" t="t" r="r" b="b"/>
              <a:pathLst>
                <a:path w="1559" h="2135" extrusionOk="0">
                  <a:moveTo>
                    <a:pt x="576" y="1"/>
                  </a:moveTo>
                  <a:lnTo>
                    <a:pt x="0" y="354"/>
                  </a:lnTo>
                  <a:lnTo>
                    <a:pt x="941" y="2135"/>
                  </a:lnTo>
                  <a:lnTo>
                    <a:pt x="1558" y="1862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674525" y="3404825"/>
              <a:ext cx="52875" cy="16725"/>
            </a:xfrm>
            <a:custGeom>
              <a:avLst/>
              <a:gdLst/>
              <a:ahLst/>
              <a:cxnLst/>
              <a:rect l="l" t="t" r="r" b="b"/>
              <a:pathLst>
                <a:path w="2115" h="669" extrusionOk="0">
                  <a:moveTo>
                    <a:pt x="1" y="1"/>
                  </a:moveTo>
                  <a:lnTo>
                    <a:pt x="51" y="668"/>
                  </a:lnTo>
                  <a:lnTo>
                    <a:pt x="2064" y="668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rgbClr val="8BA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651775" y="2660075"/>
              <a:ext cx="20000" cy="18875"/>
            </a:xfrm>
            <a:custGeom>
              <a:avLst/>
              <a:gdLst/>
              <a:ahLst/>
              <a:cxnLst/>
              <a:rect l="l" t="t" r="r" b="b"/>
              <a:pathLst>
                <a:path w="800" h="755" extrusionOk="0">
                  <a:moveTo>
                    <a:pt x="572" y="1"/>
                  </a:moveTo>
                  <a:cubicBezTo>
                    <a:pt x="461" y="1"/>
                    <a:pt x="317" y="74"/>
                    <a:pt x="203" y="203"/>
                  </a:cubicBezTo>
                  <a:cubicBezTo>
                    <a:pt x="41" y="394"/>
                    <a:pt x="0" y="617"/>
                    <a:pt x="111" y="708"/>
                  </a:cubicBezTo>
                  <a:cubicBezTo>
                    <a:pt x="146" y="740"/>
                    <a:pt x="189" y="754"/>
                    <a:pt x="238" y="754"/>
                  </a:cubicBezTo>
                  <a:cubicBezTo>
                    <a:pt x="349" y="754"/>
                    <a:pt x="485" y="679"/>
                    <a:pt x="597" y="547"/>
                  </a:cubicBezTo>
                  <a:cubicBezTo>
                    <a:pt x="759" y="364"/>
                    <a:pt x="799" y="142"/>
                    <a:pt x="688" y="41"/>
                  </a:cubicBezTo>
                  <a:cubicBezTo>
                    <a:pt x="658" y="14"/>
                    <a:pt x="618" y="1"/>
                    <a:pt x="57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1867750" y="2538800"/>
              <a:ext cx="22775" cy="15850"/>
            </a:xfrm>
            <a:custGeom>
              <a:avLst/>
              <a:gdLst/>
              <a:ahLst/>
              <a:cxnLst/>
              <a:rect l="l" t="t" r="r" b="b"/>
              <a:pathLst>
                <a:path w="911" h="634" extrusionOk="0">
                  <a:moveTo>
                    <a:pt x="286" y="0"/>
                  </a:moveTo>
                  <a:cubicBezTo>
                    <a:pt x="189" y="0"/>
                    <a:pt x="108" y="34"/>
                    <a:pt x="71" y="97"/>
                  </a:cubicBezTo>
                  <a:cubicBezTo>
                    <a:pt x="0" y="218"/>
                    <a:pt x="111" y="421"/>
                    <a:pt x="324" y="542"/>
                  </a:cubicBezTo>
                  <a:cubicBezTo>
                    <a:pt x="430" y="603"/>
                    <a:pt x="539" y="633"/>
                    <a:pt x="630" y="633"/>
                  </a:cubicBezTo>
                  <a:cubicBezTo>
                    <a:pt x="721" y="633"/>
                    <a:pt x="794" y="603"/>
                    <a:pt x="830" y="542"/>
                  </a:cubicBezTo>
                  <a:cubicBezTo>
                    <a:pt x="911" y="410"/>
                    <a:pt x="789" y="218"/>
                    <a:pt x="576" y="86"/>
                  </a:cubicBezTo>
                  <a:cubicBezTo>
                    <a:pt x="480" y="28"/>
                    <a:pt x="376" y="0"/>
                    <a:pt x="28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2374525" y="2906500"/>
              <a:ext cx="22800" cy="15850"/>
            </a:xfrm>
            <a:custGeom>
              <a:avLst/>
              <a:gdLst/>
              <a:ahLst/>
              <a:cxnLst/>
              <a:rect l="l" t="t" r="r" b="b"/>
              <a:pathLst>
                <a:path w="912" h="634" extrusionOk="0">
                  <a:moveTo>
                    <a:pt x="287" y="1"/>
                  </a:moveTo>
                  <a:cubicBezTo>
                    <a:pt x="189" y="1"/>
                    <a:pt x="108" y="34"/>
                    <a:pt x="71" y="97"/>
                  </a:cubicBezTo>
                  <a:cubicBezTo>
                    <a:pt x="1" y="219"/>
                    <a:pt x="112" y="421"/>
                    <a:pt x="325" y="542"/>
                  </a:cubicBezTo>
                  <a:cubicBezTo>
                    <a:pt x="431" y="603"/>
                    <a:pt x="539" y="633"/>
                    <a:pt x="630" y="633"/>
                  </a:cubicBezTo>
                  <a:cubicBezTo>
                    <a:pt x="721" y="633"/>
                    <a:pt x="795" y="603"/>
                    <a:pt x="830" y="542"/>
                  </a:cubicBezTo>
                  <a:cubicBezTo>
                    <a:pt x="911" y="410"/>
                    <a:pt x="790" y="219"/>
                    <a:pt x="577" y="87"/>
                  </a:cubicBezTo>
                  <a:cubicBezTo>
                    <a:pt x="480" y="29"/>
                    <a:pt x="377" y="1"/>
                    <a:pt x="287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1872300" y="3073800"/>
              <a:ext cx="22775" cy="15700"/>
            </a:xfrm>
            <a:custGeom>
              <a:avLst/>
              <a:gdLst/>
              <a:ahLst/>
              <a:cxnLst/>
              <a:rect l="l" t="t" r="r" b="b"/>
              <a:pathLst>
                <a:path w="911" h="628" extrusionOk="0">
                  <a:moveTo>
                    <a:pt x="276" y="0"/>
                  </a:moveTo>
                  <a:cubicBezTo>
                    <a:pt x="182" y="0"/>
                    <a:pt x="106" y="30"/>
                    <a:pt x="71" y="91"/>
                  </a:cubicBezTo>
                  <a:cubicBezTo>
                    <a:pt x="0" y="213"/>
                    <a:pt x="111" y="415"/>
                    <a:pt x="324" y="536"/>
                  </a:cubicBezTo>
                  <a:cubicBezTo>
                    <a:pt x="430" y="597"/>
                    <a:pt x="541" y="627"/>
                    <a:pt x="635" y="627"/>
                  </a:cubicBezTo>
                  <a:cubicBezTo>
                    <a:pt x="728" y="627"/>
                    <a:pt x="804" y="597"/>
                    <a:pt x="839" y="536"/>
                  </a:cubicBezTo>
                  <a:cubicBezTo>
                    <a:pt x="911" y="405"/>
                    <a:pt x="799" y="213"/>
                    <a:pt x="587" y="91"/>
                  </a:cubicBezTo>
                  <a:cubicBezTo>
                    <a:pt x="481" y="30"/>
                    <a:pt x="369" y="0"/>
                    <a:pt x="276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1796175" y="3192550"/>
              <a:ext cx="16700" cy="21125"/>
            </a:xfrm>
            <a:custGeom>
              <a:avLst/>
              <a:gdLst/>
              <a:ahLst/>
              <a:cxnLst/>
              <a:rect l="l" t="t" r="r" b="b"/>
              <a:pathLst>
                <a:path w="668" h="845" extrusionOk="0">
                  <a:moveTo>
                    <a:pt x="431" y="1"/>
                  </a:moveTo>
                  <a:cubicBezTo>
                    <a:pt x="309" y="1"/>
                    <a:pt x="168" y="132"/>
                    <a:pt x="91" y="329"/>
                  </a:cubicBezTo>
                  <a:cubicBezTo>
                    <a:pt x="0" y="551"/>
                    <a:pt x="40" y="783"/>
                    <a:pt x="172" y="834"/>
                  </a:cubicBezTo>
                  <a:cubicBezTo>
                    <a:pt x="190" y="841"/>
                    <a:pt x="209" y="845"/>
                    <a:pt x="228" y="845"/>
                  </a:cubicBezTo>
                  <a:cubicBezTo>
                    <a:pt x="351" y="845"/>
                    <a:pt x="498" y="713"/>
                    <a:pt x="577" y="520"/>
                  </a:cubicBezTo>
                  <a:cubicBezTo>
                    <a:pt x="668" y="288"/>
                    <a:pt x="638" y="66"/>
                    <a:pt x="496" y="15"/>
                  </a:cubicBezTo>
                  <a:cubicBezTo>
                    <a:pt x="475" y="5"/>
                    <a:pt x="454" y="1"/>
                    <a:pt x="431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1397875" y="2978950"/>
              <a:ext cx="16450" cy="21275"/>
            </a:xfrm>
            <a:custGeom>
              <a:avLst/>
              <a:gdLst/>
              <a:ahLst/>
              <a:cxnLst/>
              <a:rect l="l" t="t" r="r" b="b"/>
              <a:pathLst>
                <a:path w="658" h="851" extrusionOk="0">
                  <a:moveTo>
                    <a:pt x="439" y="1"/>
                  </a:moveTo>
                  <a:cubicBezTo>
                    <a:pt x="316" y="1"/>
                    <a:pt x="170" y="133"/>
                    <a:pt x="91" y="324"/>
                  </a:cubicBezTo>
                  <a:cubicBezTo>
                    <a:pt x="0" y="558"/>
                    <a:pt x="30" y="780"/>
                    <a:pt x="162" y="841"/>
                  </a:cubicBezTo>
                  <a:cubicBezTo>
                    <a:pt x="180" y="848"/>
                    <a:pt x="199" y="851"/>
                    <a:pt x="218" y="851"/>
                  </a:cubicBezTo>
                  <a:cubicBezTo>
                    <a:pt x="341" y="851"/>
                    <a:pt x="488" y="719"/>
                    <a:pt x="567" y="527"/>
                  </a:cubicBezTo>
                  <a:cubicBezTo>
                    <a:pt x="657" y="295"/>
                    <a:pt x="627" y="72"/>
                    <a:pt x="496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1542025" y="2750850"/>
              <a:ext cx="16700" cy="21100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439" y="1"/>
                  </a:moveTo>
                  <a:cubicBezTo>
                    <a:pt x="316" y="1"/>
                    <a:pt x="170" y="132"/>
                    <a:pt x="91" y="324"/>
                  </a:cubicBezTo>
                  <a:cubicBezTo>
                    <a:pt x="0" y="557"/>
                    <a:pt x="30" y="780"/>
                    <a:pt x="162" y="830"/>
                  </a:cubicBezTo>
                  <a:cubicBezTo>
                    <a:pt x="184" y="839"/>
                    <a:pt x="207" y="844"/>
                    <a:pt x="231" y="844"/>
                  </a:cubicBezTo>
                  <a:cubicBezTo>
                    <a:pt x="359" y="844"/>
                    <a:pt x="500" y="713"/>
                    <a:pt x="576" y="517"/>
                  </a:cubicBezTo>
                  <a:cubicBezTo>
                    <a:pt x="668" y="294"/>
                    <a:pt x="627" y="61"/>
                    <a:pt x="495" y="11"/>
                  </a:cubicBezTo>
                  <a:cubicBezTo>
                    <a:pt x="477" y="4"/>
                    <a:pt x="458" y="1"/>
                    <a:pt x="439" y="1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2195225" y="2612175"/>
              <a:ext cx="16725" cy="21100"/>
            </a:xfrm>
            <a:custGeom>
              <a:avLst/>
              <a:gdLst/>
              <a:ahLst/>
              <a:cxnLst/>
              <a:rect l="l" t="t" r="r" b="b"/>
              <a:pathLst>
                <a:path w="669" h="844" extrusionOk="0">
                  <a:moveTo>
                    <a:pt x="437" y="0"/>
                  </a:moveTo>
                  <a:cubicBezTo>
                    <a:pt x="310" y="0"/>
                    <a:pt x="168" y="132"/>
                    <a:pt x="92" y="328"/>
                  </a:cubicBezTo>
                  <a:cubicBezTo>
                    <a:pt x="1" y="550"/>
                    <a:pt x="41" y="773"/>
                    <a:pt x="173" y="834"/>
                  </a:cubicBezTo>
                  <a:cubicBezTo>
                    <a:pt x="191" y="841"/>
                    <a:pt x="210" y="844"/>
                    <a:pt x="230" y="844"/>
                  </a:cubicBezTo>
                  <a:cubicBezTo>
                    <a:pt x="352" y="844"/>
                    <a:pt x="499" y="712"/>
                    <a:pt x="578" y="520"/>
                  </a:cubicBezTo>
                  <a:cubicBezTo>
                    <a:pt x="668" y="287"/>
                    <a:pt x="638" y="65"/>
                    <a:pt x="506" y="15"/>
                  </a:cubicBezTo>
                  <a:cubicBezTo>
                    <a:pt x="484" y="5"/>
                    <a:pt x="461" y="0"/>
                    <a:pt x="437" y="0"/>
                  </a:cubicBezTo>
                  <a:close/>
                </a:path>
              </a:pathLst>
            </a:custGeom>
            <a:solidFill>
              <a:srgbClr val="D25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1452225" y="2640900"/>
              <a:ext cx="18250" cy="19750"/>
            </a:xfrm>
            <a:custGeom>
              <a:avLst/>
              <a:gdLst/>
              <a:ahLst/>
              <a:cxnLst/>
              <a:rect l="l" t="t" r="r" b="b"/>
              <a:pathLst>
                <a:path w="730" h="790" extrusionOk="0">
                  <a:moveTo>
                    <a:pt x="219" y="1"/>
                  </a:moveTo>
                  <a:cubicBezTo>
                    <a:pt x="184" y="1"/>
                    <a:pt x="151" y="9"/>
                    <a:pt x="122" y="28"/>
                  </a:cubicBezTo>
                  <a:cubicBezTo>
                    <a:pt x="1" y="100"/>
                    <a:pt x="11" y="332"/>
                    <a:pt x="153" y="534"/>
                  </a:cubicBezTo>
                  <a:cubicBezTo>
                    <a:pt x="256" y="693"/>
                    <a:pt x="403" y="790"/>
                    <a:pt x="520" y="790"/>
                  </a:cubicBezTo>
                  <a:cubicBezTo>
                    <a:pt x="552" y="790"/>
                    <a:pt x="582" y="782"/>
                    <a:pt x="608" y="767"/>
                  </a:cubicBezTo>
                  <a:cubicBezTo>
                    <a:pt x="729" y="686"/>
                    <a:pt x="719" y="453"/>
                    <a:pt x="587" y="251"/>
                  </a:cubicBezTo>
                  <a:cubicBezTo>
                    <a:pt x="479" y="96"/>
                    <a:pt x="335" y="1"/>
                    <a:pt x="219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2246075" y="2685475"/>
              <a:ext cx="18975" cy="19500"/>
            </a:xfrm>
            <a:custGeom>
              <a:avLst/>
              <a:gdLst/>
              <a:ahLst/>
              <a:cxnLst/>
              <a:rect l="l" t="t" r="r" b="b"/>
              <a:pathLst>
                <a:path w="759" h="780" extrusionOk="0">
                  <a:moveTo>
                    <a:pt x="541" y="1"/>
                  </a:moveTo>
                  <a:cubicBezTo>
                    <a:pt x="428" y="1"/>
                    <a:pt x="284" y="90"/>
                    <a:pt x="172" y="239"/>
                  </a:cubicBezTo>
                  <a:cubicBezTo>
                    <a:pt x="30" y="430"/>
                    <a:pt x="0" y="664"/>
                    <a:pt x="122" y="744"/>
                  </a:cubicBezTo>
                  <a:cubicBezTo>
                    <a:pt x="151" y="768"/>
                    <a:pt x="187" y="780"/>
                    <a:pt x="227" y="780"/>
                  </a:cubicBezTo>
                  <a:cubicBezTo>
                    <a:pt x="340" y="780"/>
                    <a:pt x="485" y="691"/>
                    <a:pt x="597" y="542"/>
                  </a:cubicBezTo>
                  <a:cubicBezTo>
                    <a:pt x="738" y="350"/>
                    <a:pt x="758" y="117"/>
                    <a:pt x="648" y="36"/>
                  </a:cubicBezTo>
                  <a:cubicBezTo>
                    <a:pt x="618" y="12"/>
                    <a:pt x="582" y="1"/>
                    <a:pt x="541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1979750" y="3144725"/>
              <a:ext cx="19025" cy="19400"/>
            </a:xfrm>
            <a:custGeom>
              <a:avLst/>
              <a:gdLst/>
              <a:ahLst/>
              <a:cxnLst/>
              <a:rect l="l" t="t" r="r" b="b"/>
              <a:pathLst>
                <a:path w="761" h="776" extrusionOk="0">
                  <a:moveTo>
                    <a:pt x="535" y="1"/>
                  </a:moveTo>
                  <a:cubicBezTo>
                    <a:pt x="419" y="1"/>
                    <a:pt x="277" y="87"/>
                    <a:pt x="173" y="228"/>
                  </a:cubicBezTo>
                  <a:cubicBezTo>
                    <a:pt x="21" y="431"/>
                    <a:pt x="1" y="653"/>
                    <a:pt x="113" y="745"/>
                  </a:cubicBezTo>
                  <a:cubicBezTo>
                    <a:pt x="144" y="765"/>
                    <a:pt x="181" y="776"/>
                    <a:pt x="222" y="776"/>
                  </a:cubicBezTo>
                  <a:cubicBezTo>
                    <a:pt x="339" y="776"/>
                    <a:pt x="483" y="692"/>
                    <a:pt x="588" y="542"/>
                  </a:cubicBezTo>
                  <a:cubicBezTo>
                    <a:pt x="740" y="350"/>
                    <a:pt x="760" y="117"/>
                    <a:pt x="648" y="36"/>
                  </a:cubicBezTo>
                  <a:cubicBezTo>
                    <a:pt x="616" y="12"/>
                    <a:pt x="577" y="1"/>
                    <a:pt x="535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1769350" y="3005750"/>
              <a:ext cx="19525" cy="19175"/>
            </a:xfrm>
            <a:custGeom>
              <a:avLst/>
              <a:gdLst/>
              <a:ahLst/>
              <a:cxnLst/>
              <a:rect l="l" t="t" r="r" b="b"/>
              <a:pathLst>
                <a:path w="781" h="767" extrusionOk="0">
                  <a:moveTo>
                    <a:pt x="218" y="0"/>
                  </a:moveTo>
                  <a:cubicBezTo>
                    <a:pt x="178" y="0"/>
                    <a:pt x="142" y="11"/>
                    <a:pt x="112" y="32"/>
                  </a:cubicBezTo>
                  <a:cubicBezTo>
                    <a:pt x="1" y="122"/>
                    <a:pt x="32" y="355"/>
                    <a:pt x="183" y="547"/>
                  </a:cubicBezTo>
                  <a:cubicBezTo>
                    <a:pt x="293" y="686"/>
                    <a:pt x="433" y="767"/>
                    <a:pt x="549" y="767"/>
                  </a:cubicBezTo>
                  <a:cubicBezTo>
                    <a:pt x="594" y="767"/>
                    <a:pt x="635" y="755"/>
                    <a:pt x="668" y="729"/>
                  </a:cubicBezTo>
                  <a:cubicBezTo>
                    <a:pt x="780" y="639"/>
                    <a:pt x="740" y="406"/>
                    <a:pt x="587" y="214"/>
                  </a:cubicBezTo>
                  <a:cubicBezTo>
                    <a:pt x="476" y="80"/>
                    <a:pt x="331" y="0"/>
                    <a:pt x="218" y="0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1485375" y="2962600"/>
              <a:ext cx="19475" cy="19100"/>
            </a:xfrm>
            <a:custGeom>
              <a:avLst/>
              <a:gdLst/>
              <a:ahLst/>
              <a:cxnLst/>
              <a:rect l="l" t="t" r="r" b="b"/>
              <a:pathLst>
                <a:path w="779" h="764" extrusionOk="0">
                  <a:moveTo>
                    <a:pt x="227" y="1"/>
                  </a:moveTo>
                  <a:cubicBezTo>
                    <a:pt x="182" y="1"/>
                    <a:pt x="142" y="13"/>
                    <a:pt x="111" y="38"/>
                  </a:cubicBezTo>
                  <a:cubicBezTo>
                    <a:pt x="0" y="129"/>
                    <a:pt x="30" y="351"/>
                    <a:pt x="182" y="544"/>
                  </a:cubicBezTo>
                  <a:cubicBezTo>
                    <a:pt x="299" y="682"/>
                    <a:pt x="442" y="763"/>
                    <a:pt x="555" y="763"/>
                  </a:cubicBezTo>
                  <a:cubicBezTo>
                    <a:pt x="598" y="763"/>
                    <a:pt x="637" y="751"/>
                    <a:pt x="668" y="726"/>
                  </a:cubicBezTo>
                  <a:cubicBezTo>
                    <a:pt x="779" y="635"/>
                    <a:pt x="749" y="412"/>
                    <a:pt x="597" y="220"/>
                  </a:cubicBezTo>
                  <a:cubicBezTo>
                    <a:pt x="488" y="81"/>
                    <a:pt x="341" y="1"/>
                    <a:pt x="227" y="1"/>
                  </a:cubicBezTo>
                  <a:close/>
                </a:path>
              </a:pathLst>
            </a:custGeom>
            <a:solidFill>
              <a:srgbClr val="F0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1470700" y="3110500"/>
              <a:ext cx="20000" cy="18850"/>
            </a:xfrm>
            <a:custGeom>
              <a:avLst/>
              <a:gdLst/>
              <a:ahLst/>
              <a:cxnLst/>
              <a:rect l="l" t="t" r="r" b="b"/>
              <a:pathLst>
                <a:path w="800" h="754" extrusionOk="0">
                  <a:moveTo>
                    <a:pt x="569" y="0"/>
                  </a:moveTo>
                  <a:cubicBezTo>
                    <a:pt x="457" y="0"/>
                    <a:pt x="318" y="75"/>
                    <a:pt x="203" y="212"/>
                  </a:cubicBezTo>
                  <a:cubicBezTo>
                    <a:pt x="41" y="394"/>
                    <a:pt x="1" y="616"/>
                    <a:pt x="111" y="707"/>
                  </a:cubicBezTo>
                  <a:cubicBezTo>
                    <a:pt x="143" y="738"/>
                    <a:pt x="185" y="753"/>
                    <a:pt x="234" y="753"/>
                  </a:cubicBezTo>
                  <a:cubicBezTo>
                    <a:pt x="344" y="753"/>
                    <a:pt x="485" y="678"/>
                    <a:pt x="597" y="545"/>
                  </a:cubicBezTo>
                  <a:cubicBezTo>
                    <a:pt x="759" y="363"/>
                    <a:pt x="799" y="141"/>
                    <a:pt x="688" y="39"/>
                  </a:cubicBezTo>
                  <a:cubicBezTo>
                    <a:pt x="656" y="13"/>
                    <a:pt x="615" y="0"/>
                    <a:pt x="569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1940825" y="3010325"/>
              <a:ext cx="22025" cy="16950"/>
            </a:xfrm>
            <a:custGeom>
              <a:avLst/>
              <a:gdLst/>
              <a:ahLst/>
              <a:cxnLst/>
              <a:rect l="l" t="t" r="r" b="b"/>
              <a:pathLst>
                <a:path w="881" h="678" extrusionOk="0">
                  <a:moveTo>
                    <a:pt x="256" y="0"/>
                  </a:moveTo>
                  <a:cubicBezTo>
                    <a:pt x="182" y="0"/>
                    <a:pt x="120" y="24"/>
                    <a:pt x="81" y="71"/>
                  </a:cubicBezTo>
                  <a:cubicBezTo>
                    <a:pt x="0" y="193"/>
                    <a:pt x="81" y="405"/>
                    <a:pt x="283" y="546"/>
                  </a:cubicBezTo>
                  <a:cubicBezTo>
                    <a:pt x="394" y="634"/>
                    <a:pt x="519" y="678"/>
                    <a:pt x="620" y="678"/>
                  </a:cubicBezTo>
                  <a:cubicBezTo>
                    <a:pt x="694" y="678"/>
                    <a:pt x="755" y="654"/>
                    <a:pt x="789" y="607"/>
                  </a:cubicBezTo>
                  <a:cubicBezTo>
                    <a:pt x="881" y="486"/>
                    <a:pt x="789" y="274"/>
                    <a:pt x="597" y="132"/>
                  </a:cubicBezTo>
                  <a:cubicBezTo>
                    <a:pt x="481" y="44"/>
                    <a:pt x="357" y="0"/>
                    <a:pt x="25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2072075" y="2658050"/>
              <a:ext cx="22275" cy="16950"/>
            </a:xfrm>
            <a:custGeom>
              <a:avLst/>
              <a:gdLst/>
              <a:ahLst/>
              <a:cxnLst/>
              <a:rect l="l" t="t" r="r" b="b"/>
              <a:pathLst>
                <a:path w="891" h="678" extrusionOk="0">
                  <a:moveTo>
                    <a:pt x="265" y="0"/>
                  </a:moveTo>
                  <a:cubicBezTo>
                    <a:pt x="192" y="0"/>
                    <a:pt x="130" y="24"/>
                    <a:pt x="91" y="71"/>
                  </a:cubicBezTo>
                  <a:cubicBezTo>
                    <a:pt x="1" y="192"/>
                    <a:pt x="91" y="405"/>
                    <a:pt x="284" y="547"/>
                  </a:cubicBezTo>
                  <a:cubicBezTo>
                    <a:pt x="401" y="634"/>
                    <a:pt x="524" y="678"/>
                    <a:pt x="625" y="678"/>
                  </a:cubicBezTo>
                  <a:cubicBezTo>
                    <a:pt x="699" y="678"/>
                    <a:pt x="761" y="654"/>
                    <a:pt x="799" y="607"/>
                  </a:cubicBezTo>
                  <a:cubicBezTo>
                    <a:pt x="891" y="486"/>
                    <a:pt x="799" y="273"/>
                    <a:pt x="597" y="131"/>
                  </a:cubicBezTo>
                  <a:cubicBezTo>
                    <a:pt x="486" y="44"/>
                    <a:pt x="365" y="0"/>
                    <a:pt x="265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2311300" y="3035175"/>
              <a:ext cx="18500" cy="19650"/>
            </a:xfrm>
            <a:custGeom>
              <a:avLst/>
              <a:gdLst/>
              <a:ahLst/>
              <a:cxnLst/>
              <a:rect l="l" t="t" r="r" b="b"/>
              <a:pathLst>
                <a:path w="740" h="786" extrusionOk="0">
                  <a:moveTo>
                    <a:pt x="216" y="0"/>
                  </a:moveTo>
                  <a:cubicBezTo>
                    <a:pt x="180" y="0"/>
                    <a:pt x="149" y="9"/>
                    <a:pt x="122" y="28"/>
                  </a:cubicBezTo>
                  <a:cubicBezTo>
                    <a:pt x="1" y="109"/>
                    <a:pt x="21" y="341"/>
                    <a:pt x="152" y="544"/>
                  </a:cubicBezTo>
                  <a:cubicBezTo>
                    <a:pt x="259" y="696"/>
                    <a:pt x="407" y="786"/>
                    <a:pt x="525" y="786"/>
                  </a:cubicBezTo>
                  <a:cubicBezTo>
                    <a:pt x="563" y="786"/>
                    <a:pt x="598" y="776"/>
                    <a:pt x="628" y="757"/>
                  </a:cubicBezTo>
                  <a:cubicBezTo>
                    <a:pt x="739" y="676"/>
                    <a:pt x="729" y="443"/>
                    <a:pt x="588" y="240"/>
                  </a:cubicBezTo>
                  <a:cubicBezTo>
                    <a:pt x="480" y="94"/>
                    <a:pt x="330" y="0"/>
                    <a:pt x="216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 confirmation questions</a:t>
            </a:r>
            <a:endParaRPr/>
          </a:p>
        </p:txBody>
      </p:sp>
      <p:sp>
        <p:nvSpPr>
          <p:cNvPr id="1098" name="Google Shape;1098;p32"/>
          <p:cNvSpPr txBox="1">
            <a:spLocks noGrp="1"/>
          </p:cNvSpPr>
          <p:nvPr>
            <p:ph type="subTitle" idx="1"/>
          </p:nvPr>
        </p:nvSpPr>
        <p:spPr>
          <a:xfrm>
            <a:off x="607825" y="2952325"/>
            <a:ext cx="23562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the three principles of leadership </a:t>
            </a:r>
            <a:endParaRPr/>
          </a:p>
        </p:txBody>
      </p:sp>
      <p:sp>
        <p:nvSpPr>
          <p:cNvPr id="1099" name="Google Shape;1099;p32"/>
          <p:cNvSpPr txBox="1">
            <a:spLocks noGrp="1"/>
          </p:cNvSpPr>
          <p:nvPr>
            <p:ph type="subTitle" idx="2"/>
          </p:nvPr>
        </p:nvSpPr>
        <p:spPr>
          <a:xfrm>
            <a:off x="491400" y="2588425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</a:t>
            </a:r>
            <a:endParaRPr/>
          </a:p>
        </p:txBody>
      </p:sp>
      <p:sp>
        <p:nvSpPr>
          <p:cNvPr id="1100" name="Google Shape;1100;p32"/>
          <p:cNvSpPr txBox="1">
            <a:spLocks noGrp="1"/>
          </p:cNvSpPr>
          <p:nvPr>
            <p:ph type="subTitle" idx="5"/>
          </p:nvPr>
        </p:nvSpPr>
        <p:spPr>
          <a:xfrm>
            <a:off x="491400" y="1662750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leadership a demonstrable skill?</a:t>
            </a:r>
            <a:endParaRPr/>
          </a:p>
        </p:txBody>
      </p:sp>
      <p:sp>
        <p:nvSpPr>
          <p:cNvPr id="1101" name="Google Shape;1101;p32"/>
          <p:cNvSpPr txBox="1">
            <a:spLocks noGrp="1"/>
          </p:cNvSpPr>
          <p:nvPr>
            <p:ph type="subTitle" idx="6"/>
          </p:nvPr>
        </p:nvSpPr>
        <p:spPr>
          <a:xfrm>
            <a:off x="415200" y="1222650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</a:t>
            </a:r>
            <a:endParaRPr/>
          </a:p>
        </p:txBody>
      </p:sp>
      <p:grpSp>
        <p:nvGrpSpPr>
          <p:cNvPr id="1102" name="Google Shape;1102;p32"/>
          <p:cNvGrpSpPr/>
          <p:nvPr/>
        </p:nvGrpSpPr>
        <p:grpSpPr>
          <a:xfrm>
            <a:off x="3396925" y="1191625"/>
            <a:ext cx="1062000" cy="1062000"/>
            <a:chOff x="3320725" y="1725025"/>
            <a:chExt cx="1062000" cy="1062000"/>
          </a:xfrm>
        </p:grpSpPr>
        <p:sp>
          <p:nvSpPr>
            <p:cNvPr id="1103" name="Google Shape;1103;p32"/>
            <p:cNvSpPr/>
            <p:nvPr/>
          </p:nvSpPr>
          <p:spPr>
            <a:xfrm>
              <a:off x="3320725" y="1725025"/>
              <a:ext cx="1062000" cy="10620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3388672" y="1792974"/>
              <a:ext cx="926100" cy="926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2"/>
          <p:cNvGrpSpPr/>
          <p:nvPr/>
        </p:nvGrpSpPr>
        <p:grpSpPr>
          <a:xfrm>
            <a:off x="3396925" y="2512225"/>
            <a:ext cx="1062000" cy="1062000"/>
            <a:chOff x="3320725" y="3198025"/>
            <a:chExt cx="1062000" cy="1062000"/>
          </a:xfrm>
        </p:grpSpPr>
        <p:sp>
          <p:nvSpPr>
            <p:cNvPr id="1106" name="Google Shape;1106;p32"/>
            <p:cNvSpPr/>
            <p:nvPr/>
          </p:nvSpPr>
          <p:spPr>
            <a:xfrm>
              <a:off x="3320725" y="3198025"/>
              <a:ext cx="1062000" cy="10620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3388672" y="3265974"/>
              <a:ext cx="926100" cy="926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32"/>
          <p:cNvGrpSpPr/>
          <p:nvPr/>
        </p:nvGrpSpPr>
        <p:grpSpPr>
          <a:xfrm>
            <a:off x="3779077" y="1519171"/>
            <a:ext cx="297678" cy="406905"/>
            <a:chOff x="1507090" y="1499109"/>
            <a:chExt cx="297678" cy="406905"/>
          </a:xfrm>
        </p:grpSpPr>
        <p:sp>
          <p:nvSpPr>
            <p:cNvPr id="1109" name="Google Shape;1109;p32"/>
            <p:cNvSpPr/>
            <p:nvPr/>
          </p:nvSpPr>
          <p:spPr>
            <a:xfrm>
              <a:off x="1507090" y="1614820"/>
              <a:ext cx="252844" cy="291193"/>
            </a:xfrm>
            <a:custGeom>
              <a:avLst/>
              <a:gdLst/>
              <a:ahLst/>
              <a:cxnLst/>
              <a:rect l="l" t="t" r="r" b="b"/>
              <a:pathLst>
                <a:path w="5301" h="6105" extrusionOk="0">
                  <a:moveTo>
                    <a:pt x="4593" y="5498"/>
                  </a:moveTo>
                  <a:lnTo>
                    <a:pt x="4593" y="5852"/>
                  </a:lnTo>
                  <a:lnTo>
                    <a:pt x="1891" y="5852"/>
                  </a:lnTo>
                  <a:lnTo>
                    <a:pt x="2134" y="5498"/>
                  </a:lnTo>
                  <a:close/>
                  <a:moveTo>
                    <a:pt x="1571" y="0"/>
                  </a:moveTo>
                  <a:cubicBezTo>
                    <a:pt x="1545" y="0"/>
                    <a:pt x="1518" y="9"/>
                    <a:pt x="1497" y="26"/>
                  </a:cubicBezTo>
                  <a:cubicBezTo>
                    <a:pt x="971" y="471"/>
                    <a:pt x="668" y="1118"/>
                    <a:pt x="668" y="1806"/>
                  </a:cubicBezTo>
                  <a:lnTo>
                    <a:pt x="668" y="1927"/>
                  </a:lnTo>
                  <a:lnTo>
                    <a:pt x="20" y="3697"/>
                  </a:lnTo>
                  <a:cubicBezTo>
                    <a:pt x="0" y="3738"/>
                    <a:pt x="10" y="3778"/>
                    <a:pt x="30" y="3809"/>
                  </a:cubicBezTo>
                  <a:cubicBezTo>
                    <a:pt x="50" y="3839"/>
                    <a:pt x="91" y="3859"/>
                    <a:pt x="131" y="3859"/>
                  </a:cubicBezTo>
                  <a:lnTo>
                    <a:pt x="738" y="3859"/>
                  </a:lnTo>
                  <a:lnTo>
                    <a:pt x="738" y="4416"/>
                  </a:lnTo>
                  <a:cubicBezTo>
                    <a:pt x="738" y="4760"/>
                    <a:pt x="1012" y="5043"/>
                    <a:pt x="1356" y="5043"/>
                  </a:cubicBezTo>
                  <a:lnTo>
                    <a:pt x="2235" y="5043"/>
                  </a:lnTo>
                  <a:lnTo>
                    <a:pt x="2235" y="5245"/>
                  </a:lnTo>
                  <a:lnTo>
                    <a:pt x="2073" y="5245"/>
                  </a:lnTo>
                  <a:cubicBezTo>
                    <a:pt x="2023" y="5245"/>
                    <a:pt x="1992" y="5265"/>
                    <a:pt x="1962" y="5306"/>
                  </a:cubicBezTo>
                  <a:lnTo>
                    <a:pt x="1547" y="5902"/>
                  </a:lnTo>
                  <a:cubicBezTo>
                    <a:pt x="1517" y="5943"/>
                    <a:pt x="1517" y="5994"/>
                    <a:pt x="1538" y="6034"/>
                  </a:cubicBezTo>
                  <a:cubicBezTo>
                    <a:pt x="1558" y="6075"/>
                    <a:pt x="1608" y="6105"/>
                    <a:pt x="1648" y="6105"/>
                  </a:cubicBezTo>
                  <a:lnTo>
                    <a:pt x="4724" y="6105"/>
                  </a:lnTo>
                  <a:cubicBezTo>
                    <a:pt x="4795" y="6105"/>
                    <a:pt x="4845" y="6044"/>
                    <a:pt x="4845" y="5974"/>
                  </a:cubicBezTo>
                  <a:lnTo>
                    <a:pt x="4845" y="5376"/>
                  </a:lnTo>
                  <a:cubicBezTo>
                    <a:pt x="4845" y="5306"/>
                    <a:pt x="4795" y="5245"/>
                    <a:pt x="4724" y="5245"/>
                  </a:cubicBezTo>
                  <a:lnTo>
                    <a:pt x="4552" y="5245"/>
                  </a:lnTo>
                  <a:lnTo>
                    <a:pt x="4552" y="3505"/>
                  </a:lnTo>
                  <a:cubicBezTo>
                    <a:pt x="5027" y="3070"/>
                    <a:pt x="5301" y="2453"/>
                    <a:pt x="5301" y="1806"/>
                  </a:cubicBezTo>
                  <a:cubicBezTo>
                    <a:pt x="5301" y="1604"/>
                    <a:pt x="5270" y="1391"/>
                    <a:pt x="5220" y="1199"/>
                  </a:cubicBezTo>
                  <a:cubicBezTo>
                    <a:pt x="5203" y="1140"/>
                    <a:pt x="5151" y="1102"/>
                    <a:pt x="5100" y="1102"/>
                  </a:cubicBezTo>
                  <a:cubicBezTo>
                    <a:pt x="5089" y="1102"/>
                    <a:pt x="5078" y="1104"/>
                    <a:pt x="5068" y="1107"/>
                  </a:cubicBezTo>
                  <a:cubicBezTo>
                    <a:pt x="4997" y="1128"/>
                    <a:pt x="4957" y="1199"/>
                    <a:pt x="4977" y="1260"/>
                  </a:cubicBezTo>
                  <a:cubicBezTo>
                    <a:pt x="5027" y="1442"/>
                    <a:pt x="5047" y="1624"/>
                    <a:pt x="5047" y="1806"/>
                  </a:cubicBezTo>
                  <a:cubicBezTo>
                    <a:pt x="5047" y="2402"/>
                    <a:pt x="4795" y="2969"/>
                    <a:pt x="4350" y="3353"/>
                  </a:cubicBezTo>
                  <a:cubicBezTo>
                    <a:pt x="4319" y="3384"/>
                    <a:pt x="4299" y="3414"/>
                    <a:pt x="4299" y="3454"/>
                  </a:cubicBezTo>
                  <a:lnTo>
                    <a:pt x="4299" y="5245"/>
                  </a:lnTo>
                  <a:lnTo>
                    <a:pt x="2488" y="5245"/>
                  </a:lnTo>
                  <a:lnTo>
                    <a:pt x="2488" y="4911"/>
                  </a:lnTo>
                  <a:cubicBezTo>
                    <a:pt x="2488" y="4841"/>
                    <a:pt x="2428" y="4790"/>
                    <a:pt x="2357" y="4790"/>
                  </a:cubicBezTo>
                  <a:lnTo>
                    <a:pt x="1356" y="4790"/>
                  </a:lnTo>
                  <a:cubicBezTo>
                    <a:pt x="1153" y="4790"/>
                    <a:pt x="991" y="4618"/>
                    <a:pt x="991" y="4416"/>
                  </a:cubicBezTo>
                  <a:lnTo>
                    <a:pt x="991" y="3738"/>
                  </a:lnTo>
                  <a:cubicBezTo>
                    <a:pt x="991" y="3667"/>
                    <a:pt x="931" y="3616"/>
                    <a:pt x="859" y="3616"/>
                  </a:cubicBezTo>
                  <a:lnTo>
                    <a:pt x="313" y="3616"/>
                  </a:lnTo>
                  <a:lnTo>
                    <a:pt x="910" y="1988"/>
                  </a:lnTo>
                  <a:cubicBezTo>
                    <a:pt x="920" y="1977"/>
                    <a:pt x="920" y="1957"/>
                    <a:pt x="920" y="1937"/>
                  </a:cubicBezTo>
                  <a:lnTo>
                    <a:pt x="920" y="1806"/>
                  </a:lnTo>
                  <a:cubicBezTo>
                    <a:pt x="920" y="1188"/>
                    <a:pt x="1183" y="612"/>
                    <a:pt x="1659" y="217"/>
                  </a:cubicBezTo>
                  <a:cubicBezTo>
                    <a:pt x="1709" y="177"/>
                    <a:pt x="1720" y="96"/>
                    <a:pt x="1669" y="46"/>
                  </a:cubicBezTo>
                  <a:cubicBezTo>
                    <a:pt x="1645" y="16"/>
                    <a:pt x="1608" y="0"/>
                    <a:pt x="1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1654710" y="1729387"/>
              <a:ext cx="34295" cy="60814"/>
            </a:xfrm>
            <a:custGeom>
              <a:avLst/>
              <a:gdLst/>
              <a:ahLst/>
              <a:cxnLst/>
              <a:rect l="l" t="t" r="r" b="b"/>
              <a:pathLst>
                <a:path w="719" h="1275" extrusionOk="0">
                  <a:moveTo>
                    <a:pt x="122" y="0"/>
                  </a:moveTo>
                  <a:cubicBezTo>
                    <a:pt x="61" y="0"/>
                    <a:pt x="0" y="51"/>
                    <a:pt x="0" y="122"/>
                  </a:cubicBezTo>
                  <a:cubicBezTo>
                    <a:pt x="0" y="193"/>
                    <a:pt x="61" y="243"/>
                    <a:pt x="122" y="243"/>
                  </a:cubicBezTo>
                  <a:lnTo>
                    <a:pt x="293" y="243"/>
                  </a:lnTo>
                  <a:cubicBezTo>
                    <a:pt x="385" y="243"/>
                    <a:pt x="466" y="324"/>
                    <a:pt x="466" y="425"/>
                  </a:cubicBezTo>
                  <a:lnTo>
                    <a:pt x="466" y="861"/>
                  </a:lnTo>
                  <a:cubicBezTo>
                    <a:pt x="466" y="951"/>
                    <a:pt x="385" y="1032"/>
                    <a:pt x="293" y="1032"/>
                  </a:cubicBezTo>
                  <a:lnTo>
                    <a:pt x="122" y="1032"/>
                  </a:lnTo>
                  <a:cubicBezTo>
                    <a:pt x="61" y="1032"/>
                    <a:pt x="0" y="1083"/>
                    <a:pt x="0" y="1153"/>
                  </a:cubicBezTo>
                  <a:cubicBezTo>
                    <a:pt x="0" y="1225"/>
                    <a:pt x="61" y="1275"/>
                    <a:pt x="122" y="1275"/>
                  </a:cubicBezTo>
                  <a:lnTo>
                    <a:pt x="293" y="1275"/>
                  </a:lnTo>
                  <a:cubicBezTo>
                    <a:pt x="526" y="1275"/>
                    <a:pt x="718" y="1093"/>
                    <a:pt x="718" y="861"/>
                  </a:cubicBezTo>
                  <a:lnTo>
                    <a:pt x="718" y="425"/>
                  </a:lnTo>
                  <a:cubicBezTo>
                    <a:pt x="718" y="182"/>
                    <a:pt x="526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1591465" y="1499109"/>
              <a:ext cx="213303" cy="223558"/>
            </a:xfrm>
            <a:custGeom>
              <a:avLst/>
              <a:gdLst/>
              <a:ahLst/>
              <a:cxnLst/>
              <a:rect l="l" t="t" r="r" b="b"/>
              <a:pathLst>
                <a:path w="4472" h="4687" extrusionOk="0">
                  <a:moveTo>
                    <a:pt x="1801" y="2866"/>
                  </a:moveTo>
                  <a:cubicBezTo>
                    <a:pt x="1933" y="2937"/>
                    <a:pt x="2095" y="2987"/>
                    <a:pt x="2257" y="3007"/>
                  </a:cubicBezTo>
                  <a:lnTo>
                    <a:pt x="2196" y="3220"/>
                  </a:lnTo>
                  <a:cubicBezTo>
                    <a:pt x="2176" y="3261"/>
                    <a:pt x="2186" y="3301"/>
                    <a:pt x="2217" y="3331"/>
                  </a:cubicBezTo>
                  <a:cubicBezTo>
                    <a:pt x="2237" y="3362"/>
                    <a:pt x="2277" y="3382"/>
                    <a:pt x="2307" y="3382"/>
                  </a:cubicBezTo>
                  <a:lnTo>
                    <a:pt x="2783" y="3382"/>
                  </a:lnTo>
                  <a:lnTo>
                    <a:pt x="2034" y="4120"/>
                  </a:lnTo>
                  <a:lnTo>
                    <a:pt x="2186" y="3655"/>
                  </a:lnTo>
                  <a:cubicBezTo>
                    <a:pt x="2196" y="3614"/>
                    <a:pt x="2186" y="3574"/>
                    <a:pt x="2166" y="3544"/>
                  </a:cubicBezTo>
                  <a:cubicBezTo>
                    <a:pt x="2145" y="3513"/>
                    <a:pt x="2105" y="3493"/>
                    <a:pt x="2064" y="3493"/>
                  </a:cubicBezTo>
                  <a:lnTo>
                    <a:pt x="1619" y="3493"/>
                  </a:lnTo>
                  <a:lnTo>
                    <a:pt x="1801" y="2866"/>
                  </a:lnTo>
                  <a:close/>
                  <a:moveTo>
                    <a:pt x="2250" y="1"/>
                  </a:moveTo>
                  <a:cubicBezTo>
                    <a:pt x="2225" y="1"/>
                    <a:pt x="2201" y="2"/>
                    <a:pt x="2176" y="4"/>
                  </a:cubicBezTo>
                  <a:cubicBezTo>
                    <a:pt x="1852" y="24"/>
                    <a:pt x="1579" y="216"/>
                    <a:pt x="1468" y="489"/>
                  </a:cubicBezTo>
                  <a:cubicBezTo>
                    <a:pt x="1397" y="479"/>
                    <a:pt x="1326" y="469"/>
                    <a:pt x="1266" y="469"/>
                  </a:cubicBezTo>
                  <a:cubicBezTo>
                    <a:pt x="1194" y="479"/>
                    <a:pt x="1144" y="530"/>
                    <a:pt x="1144" y="600"/>
                  </a:cubicBezTo>
                  <a:cubicBezTo>
                    <a:pt x="1144" y="671"/>
                    <a:pt x="1194" y="721"/>
                    <a:pt x="1266" y="721"/>
                  </a:cubicBezTo>
                  <a:cubicBezTo>
                    <a:pt x="1347" y="721"/>
                    <a:pt x="1437" y="732"/>
                    <a:pt x="1508" y="752"/>
                  </a:cubicBezTo>
                  <a:cubicBezTo>
                    <a:pt x="1525" y="756"/>
                    <a:pt x="1540" y="758"/>
                    <a:pt x="1554" y="758"/>
                  </a:cubicBezTo>
                  <a:cubicBezTo>
                    <a:pt x="1574" y="758"/>
                    <a:pt x="1591" y="754"/>
                    <a:pt x="1610" y="742"/>
                  </a:cubicBezTo>
                  <a:cubicBezTo>
                    <a:pt x="1640" y="721"/>
                    <a:pt x="1660" y="691"/>
                    <a:pt x="1670" y="661"/>
                  </a:cubicBezTo>
                  <a:cubicBezTo>
                    <a:pt x="1721" y="438"/>
                    <a:pt x="1933" y="267"/>
                    <a:pt x="2196" y="246"/>
                  </a:cubicBezTo>
                  <a:cubicBezTo>
                    <a:pt x="2212" y="245"/>
                    <a:pt x="2227" y="245"/>
                    <a:pt x="2242" y="245"/>
                  </a:cubicBezTo>
                  <a:cubicBezTo>
                    <a:pt x="2535" y="245"/>
                    <a:pt x="2785" y="431"/>
                    <a:pt x="2813" y="691"/>
                  </a:cubicBezTo>
                  <a:cubicBezTo>
                    <a:pt x="2824" y="732"/>
                    <a:pt x="2844" y="762"/>
                    <a:pt x="2884" y="782"/>
                  </a:cubicBezTo>
                  <a:cubicBezTo>
                    <a:pt x="2902" y="794"/>
                    <a:pt x="2923" y="799"/>
                    <a:pt x="2946" y="799"/>
                  </a:cubicBezTo>
                  <a:cubicBezTo>
                    <a:pt x="2962" y="799"/>
                    <a:pt x="2979" y="797"/>
                    <a:pt x="2995" y="793"/>
                  </a:cubicBezTo>
                  <a:cubicBezTo>
                    <a:pt x="3056" y="762"/>
                    <a:pt x="3127" y="742"/>
                    <a:pt x="3197" y="732"/>
                  </a:cubicBezTo>
                  <a:cubicBezTo>
                    <a:pt x="3212" y="731"/>
                    <a:pt x="3226" y="730"/>
                    <a:pt x="3240" y="730"/>
                  </a:cubicBezTo>
                  <a:cubicBezTo>
                    <a:pt x="3515" y="730"/>
                    <a:pt x="3745" y="916"/>
                    <a:pt x="3764" y="1157"/>
                  </a:cubicBezTo>
                  <a:cubicBezTo>
                    <a:pt x="3774" y="1197"/>
                    <a:pt x="3764" y="1238"/>
                    <a:pt x="3764" y="1278"/>
                  </a:cubicBezTo>
                  <a:cubicBezTo>
                    <a:pt x="3744" y="1339"/>
                    <a:pt x="3784" y="1399"/>
                    <a:pt x="3845" y="1420"/>
                  </a:cubicBezTo>
                  <a:cubicBezTo>
                    <a:pt x="4047" y="1490"/>
                    <a:pt x="4189" y="1662"/>
                    <a:pt x="4209" y="1865"/>
                  </a:cubicBezTo>
                  <a:cubicBezTo>
                    <a:pt x="4219" y="1986"/>
                    <a:pt x="4179" y="2108"/>
                    <a:pt x="4088" y="2209"/>
                  </a:cubicBezTo>
                  <a:cubicBezTo>
                    <a:pt x="3986" y="2330"/>
                    <a:pt x="3835" y="2401"/>
                    <a:pt x="3663" y="2421"/>
                  </a:cubicBezTo>
                  <a:cubicBezTo>
                    <a:pt x="3562" y="2421"/>
                    <a:pt x="3451" y="2411"/>
                    <a:pt x="3359" y="2371"/>
                  </a:cubicBezTo>
                  <a:cubicBezTo>
                    <a:pt x="3342" y="2364"/>
                    <a:pt x="3324" y="2360"/>
                    <a:pt x="3306" y="2360"/>
                  </a:cubicBezTo>
                  <a:cubicBezTo>
                    <a:pt x="3271" y="2360"/>
                    <a:pt x="3235" y="2374"/>
                    <a:pt x="3208" y="2401"/>
                  </a:cubicBezTo>
                  <a:cubicBezTo>
                    <a:pt x="3046" y="2613"/>
                    <a:pt x="2783" y="2744"/>
                    <a:pt x="2489" y="2765"/>
                  </a:cubicBezTo>
                  <a:cubicBezTo>
                    <a:pt x="2462" y="2767"/>
                    <a:pt x="2435" y="2768"/>
                    <a:pt x="2408" y="2768"/>
                  </a:cubicBezTo>
                  <a:cubicBezTo>
                    <a:pt x="2034" y="2768"/>
                    <a:pt x="1689" y="2571"/>
                    <a:pt x="1529" y="2269"/>
                  </a:cubicBezTo>
                  <a:cubicBezTo>
                    <a:pt x="1508" y="2239"/>
                    <a:pt x="1468" y="2209"/>
                    <a:pt x="1428" y="2209"/>
                  </a:cubicBezTo>
                  <a:cubicBezTo>
                    <a:pt x="1387" y="2209"/>
                    <a:pt x="1347" y="2218"/>
                    <a:pt x="1326" y="2249"/>
                  </a:cubicBezTo>
                  <a:cubicBezTo>
                    <a:pt x="1225" y="2371"/>
                    <a:pt x="1063" y="2452"/>
                    <a:pt x="891" y="2461"/>
                  </a:cubicBezTo>
                  <a:lnTo>
                    <a:pt x="830" y="2461"/>
                  </a:lnTo>
                  <a:cubicBezTo>
                    <a:pt x="527" y="2452"/>
                    <a:pt x="274" y="2249"/>
                    <a:pt x="254" y="1976"/>
                  </a:cubicBezTo>
                  <a:lnTo>
                    <a:pt x="254" y="1946"/>
                  </a:lnTo>
                  <a:lnTo>
                    <a:pt x="254" y="1875"/>
                  </a:lnTo>
                  <a:cubicBezTo>
                    <a:pt x="274" y="1764"/>
                    <a:pt x="335" y="1662"/>
                    <a:pt x="426" y="1582"/>
                  </a:cubicBezTo>
                  <a:lnTo>
                    <a:pt x="426" y="1571"/>
                  </a:lnTo>
                  <a:cubicBezTo>
                    <a:pt x="436" y="1571"/>
                    <a:pt x="436" y="1561"/>
                    <a:pt x="446" y="1551"/>
                  </a:cubicBezTo>
                  <a:lnTo>
                    <a:pt x="456" y="1551"/>
                  </a:lnTo>
                  <a:cubicBezTo>
                    <a:pt x="466" y="1541"/>
                    <a:pt x="486" y="1521"/>
                    <a:pt x="507" y="1510"/>
                  </a:cubicBezTo>
                  <a:cubicBezTo>
                    <a:pt x="598" y="1460"/>
                    <a:pt x="699" y="1429"/>
                    <a:pt x="800" y="1420"/>
                  </a:cubicBezTo>
                  <a:cubicBezTo>
                    <a:pt x="815" y="1419"/>
                    <a:pt x="830" y="1418"/>
                    <a:pt x="845" y="1418"/>
                  </a:cubicBezTo>
                  <a:cubicBezTo>
                    <a:pt x="970" y="1418"/>
                    <a:pt x="1085" y="1456"/>
                    <a:pt x="1185" y="1510"/>
                  </a:cubicBezTo>
                  <a:cubicBezTo>
                    <a:pt x="1206" y="1525"/>
                    <a:pt x="1230" y="1531"/>
                    <a:pt x="1254" y="1531"/>
                  </a:cubicBezTo>
                  <a:cubicBezTo>
                    <a:pt x="1296" y="1531"/>
                    <a:pt x="1337" y="1509"/>
                    <a:pt x="1356" y="1470"/>
                  </a:cubicBezTo>
                  <a:cubicBezTo>
                    <a:pt x="1397" y="1420"/>
                    <a:pt x="1377" y="1339"/>
                    <a:pt x="1316" y="1298"/>
                  </a:cubicBezTo>
                  <a:cubicBezTo>
                    <a:pt x="1187" y="1220"/>
                    <a:pt x="1028" y="1172"/>
                    <a:pt x="865" y="1172"/>
                  </a:cubicBezTo>
                  <a:cubicBezTo>
                    <a:pt x="837" y="1172"/>
                    <a:pt x="809" y="1174"/>
                    <a:pt x="780" y="1177"/>
                  </a:cubicBezTo>
                  <a:cubicBezTo>
                    <a:pt x="719" y="1177"/>
                    <a:pt x="648" y="1187"/>
                    <a:pt x="588" y="1207"/>
                  </a:cubicBezTo>
                  <a:cubicBezTo>
                    <a:pt x="628" y="1065"/>
                    <a:pt x="719" y="934"/>
                    <a:pt x="861" y="843"/>
                  </a:cubicBezTo>
                  <a:cubicBezTo>
                    <a:pt x="922" y="813"/>
                    <a:pt x="931" y="732"/>
                    <a:pt x="891" y="671"/>
                  </a:cubicBezTo>
                  <a:cubicBezTo>
                    <a:pt x="873" y="635"/>
                    <a:pt x="837" y="616"/>
                    <a:pt x="797" y="616"/>
                  </a:cubicBezTo>
                  <a:cubicBezTo>
                    <a:pt x="771" y="616"/>
                    <a:pt x="744" y="624"/>
                    <a:pt x="719" y="640"/>
                  </a:cubicBezTo>
                  <a:cubicBezTo>
                    <a:pt x="466" y="802"/>
                    <a:pt x="325" y="1056"/>
                    <a:pt x="325" y="1339"/>
                  </a:cubicBezTo>
                  <a:cubicBezTo>
                    <a:pt x="315" y="1339"/>
                    <a:pt x="315" y="1339"/>
                    <a:pt x="315" y="1349"/>
                  </a:cubicBezTo>
                  <a:cubicBezTo>
                    <a:pt x="304" y="1349"/>
                    <a:pt x="295" y="1359"/>
                    <a:pt x="295" y="1359"/>
                  </a:cubicBezTo>
                  <a:cubicBezTo>
                    <a:pt x="284" y="1359"/>
                    <a:pt x="284" y="1369"/>
                    <a:pt x="274" y="1369"/>
                  </a:cubicBezTo>
                  <a:cubicBezTo>
                    <a:pt x="264" y="1379"/>
                    <a:pt x="264" y="1389"/>
                    <a:pt x="254" y="1389"/>
                  </a:cubicBezTo>
                  <a:cubicBezTo>
                    <a:pt x="254" y="1399"/>
                    <a:pt x="244" y="1399"/>
                    <a:pt x="244" y="1399"/>
                  </a:cubicBezTo>
                  <a:cubicBezTo>
                    <a:pt x="223" y="1420"/>
                    <a:pt x="203" y="1440"/>
                    <a:pt x="183" y="1470"/>
                  </a:cubicBezTo>
                  <a:lnTo>
                    <a:pt x="173" y="1470"/>
                  </a:lnTo>
                  <a:cubicBezTo>
                    <a:pt x="163" y="1480"/>
                    <a:pt x="153" y="1490"/>
                    <a:pt x="153" y="1501"/>
                  </a:cubicBezTo>
                  <a:lnTo>
                    <a:pt x="142" y="1510"/>
                  </a:lnTo>
                  <a:cubicBezTo>
                    <a:pt x="133" y="1521"/>
                    <a:pt x="133" y="1531"/>
                    <a:pt x="122" y="1541"/>
                  </a:cubicBezTo>
                  <a:lnTo>
                    <a:pt x="122" y="1551"/>
                  </a:lnTo>
                  <a:cubicBezTo>
                    <a:pt x="102" y="1571"/>
                    <a:pt x="82" y="1602"/>
                    <a:pt x="72" y="1632"/>
                  </a:cubicBezTo>
                  <a:cubicBezTo>
                    <a:pt x="62" y="1642"/>
                    <a:pt x="62" y="1662"/>
                    <a:pt x="52" y="1672"/>
                  </a:cubicBezTo>
                  <a:lnTo>
                    <a:pt x="21" y="1764"/>
                  </a:lnTo>
                  <a:cubicBezTo>
                    <a:pt x="21" y="1784"/>
                    <a:pt x="21" y="1794"/>
                    <a:pt x="11" y="1804"/>
                  </a:cubicBezTo>
                  <a:lnTo>
                    <a:pt x="11" y="1814"/>
                  </a:lnTo>
                  <a:cubicBezTo>
                    <a:pt x="11" y="1845"/>
                    <a:pt x="1" y="1875"/>
                    <a:pt x="1" y="1905"/>
                  </a:cubicBezTo>
                  <a:lnTo>
                    <a:pt x="1" y="1915"/>
                  </a:lnTo>
                  <a:lnTo>
                    <a:pt x="1" y="1946"/>
                  </a:lnTo>
                  <a:lnTo>
                    <a:pt x="1" y="1955"/>
                  </a:lnTo>
                  <a:lnTo>
                    <a:pt x="1" y="1996"/>
                  </a:lnTo>
                  <a:cubicBezTo>
                    <a:pt x="1" y="2016"/>
                    <a:pt x="11" y="2027"/>
                    <a:pt x="11" y="2036"/>
                  </a:cubicBezTo>
                  <a:lnTo>
                    <a:pt x="11" y="2047"/>
                  </a:lnTo>
                  <a:lnTo>
                    <a:pt x="11" y="2077"/>
                  </a:lnTo>
                  <a:lnTo>
                    <a:pt x="21" y="2087"/>
                  </a:lnTo>
                  <a:lnTo>
                    <a:pt x="21" y="2117"/>
                  </a:lnTo>
                  <a:cubicBezTo>
                    <a:pt x="21" y="2117"/>
                    <a:pt x="21" y="2128"/>
                    <a:pt x="32" y="2128"/>
                  </a:cubicBezTo>
                  <a:lnTo>
                    <a:pt x="32" y="2148"/>
                  </a:lnTo>
                  <a:cubicBezTo>
                    <a:pt x="32" y="2158"/>
                    <a:pt x="41" y="2158"/>
                    <a:pt x="41" y="2168"/>
                  </a:cubicBezTo>
                  <a:lnTo>
                    <a:pt x="41" y="2189"/>
                  </a:lnTo>
                  <a:cubicBezTo>
                    <a:pt x="52" y="2189"/>
                    <a:pt x="52" y="2198"/>
                    <a:pt x="52" y="2198"/>
                  </a:cubicBezTo>
                  <a:cubicBezTo>
                    <a:pt x="52" y="2209"/>
                    <a:pt x="52" y="2218"/>
                    <a:pt x="62" y="2218"/>
                  </a:cubicBezTo>
                  <a:lnTo>
                    <a:pt x="62" y="2239"/>
                  </a:lnTo>
                  <a:cubicBezTo>
                    <a:pt x="72" y="2239"/>
                    <a:pt x="72" y="2249"/>
                    <a:pt x="72" y="2249"/>
                  </a:cubicBezTo>
                  <a:cubicBezTo>
                    <a:pt x="82" y="2259"/>
                    <a:pt x="82" y="2269"/>
                    <a:pt x="82" y="2269"/>
                  </a:cubicBezTo>
                  <a:cubicBezTo>
                    <a:pt x="82" y="2279"/>
                    <a:pt x="92" y="2279"/>
                    <a:pt x="92" y="2290"/>
                  </a:cubicBezTo>
                  <a:lnTo>
                    <a:pt x="102" y="2299"/>
                  </a:lnTo>
                  <a:cubicBezTo>
                    <a:pt x="102" y="2310"/>
                    <a:pt x="113" y="2310"/>
                    <a:pt x="113" y="2320"/>
                  </a:cubicBezTo>
                  <a:cubicBezTo>
                    <a:pt x="113" y="2320"/>
                    <a:pt x="122" y="2330"/>
                    <a:pt x="122" y="2340"/>
                  </a:cubicBezTo>
                  <a:cubicBezTo>
                    <a:pt x="122" y="2340"/>
                    <a:pt x="133" y="2340"/>
                    <a:pt x="133" y="2350"/>
                  </a:cubicBezTo>
                  <a:cubicBezTo>
                    <a:pt x="133" y="2360"/>
                    <a:pt x="142" y="2360"/>
                    <a:pt x="142" y="2371"/>
                  </a:cubicBezTo>
                  <a:cubicBezTo>
                    <a:pt x="142" y="2371"/>
                    <a:pt x="153" y="2371"/>
                    <a:pt x="153" y="2380"/>
                  </a:cubicBezTo>
                  <a:cubicBezTo>
                    <a:pt x="153" y="2380"/>
                    <a:pt x="163" y="2391"/>
                    <a:pt x="163" y="2401"/>
                  </a:cubicBezTo>
                  <a:cubicBezTo>
                    <a:pt x="173" y="2401"/>
                    <a:pt x="173" y="2401"/>
                    <a:pt x="173" y="2411"/>
                  </a:cubicBezTo>
                  <a:cubicBezTo>
                    <a:pt x="183" y="2411"/>
                    <a:pt x="183" y="2421"/>
                    <a:pt x="193" y="2421"/>
                  </a:cubicBezTo>
                  <a:cubicBezTo>
                    <a:pt x="193" y="2431"/>
                    <a:pt x="193" y="2431"/>
                    <a:pt x="203" y="2431"/>
                  </a:cubicBezTo>
                  <a:cubicBezTo>
                    <a:pt x="203" y="2441"/>
                    <a:pt x="214" y="2452"/>
                    <a:pt x="214" y="2452"/>
                  </a:cubicBezTo>
                  <a:cubicBezTo>
                    <a:pt x="223" y="2452"/>
                    <a:pt x="223" y="2461"/>
                    <a:pt x="223" y="2461"/>
                  </a:cubicBezTo>
                  <a:lnTo>
                    <a:pt x="244" y="2481"/>
                  </a:lnTo>
                  <a:cubicBezTo>
                    <a:pt x="244" y="2481"/>
                    <a:pt x="254" y="2481"/>
                    <a:pt x="254" y="2492"/>
                  </a:cubicBezTo>
                  <a:cubicBezTo>
                    <a:pt x="264" y="2492"/>
                    <a:pt x="264" y="2502"/>
                    <a:pt x="274" y="2502"/>
                  </a:cubicBezTo>
                  <a:cubicBezTo>
                    <a:pt x="274" y="2512"/>
                    <a:pt x="274" y="2512"/>
                    <a:pt x="284" y="2512"/>
                  </a:cubicBezTo>
                  <a:cubicBezTo>
                    <a:pt x="284" y="2522"/>
                    <a:pt x="295" y="2522"/>
                    <a:pt x="304" y="2532"/>
                  </a:cubicBezTo>
                  <a:lnTo>
                    <a:pt x="315" y="2532"/>
                  </a:lnTo>
                  <a:cubicBezTo>
                    <a:pt x="315" y="2542"/>
                    <a:pt x="325" y="2542"/>
                    <a:pt x="335" y="2553"/>
                  </a:cubicBezTo>
                  <a:lnTo>
                    <a:pt x="345" y="2553"/>
                  </a:lnTo>
                  <a:cubicBezTo>
                    <a:pt x="345" y="2562"/>
                    <a:pt x="355" y="2562"/>
                    <a:pt x="365" y="2573"/>
                  </a:cubicBezTo>
                  <a:cubicBezTo>
                    <a:pt x="416" y="2603"/>
                    <a:pt x="466" y="2634"/>
                    <a:pt x="527" y="2654"/>
                  </a:cubicBezTo>
                  <a:lnTo>
                    <a:pt x="537" y="2654"/>
                  </a:lnTo>
                  <a:cubicBezTo>
                    <a:pt x="547" y="2664"/>
                    <a:pt x="547" y="2664"/>
                    <a:pt x="558" y="2664"/>
                  </a:cubicBezTo>
                  <a:cubicBezTo>
                    <a:pt x="567" y="2664"/>
                    <a:pt x="567" y="2664"/>
                    <a:pt x="578" y="2674"/>
                  </a:cubicBezTo>
                  <a:lnTo>
                    <a:pt x="598" y="2674"/>
                  </a:lnTo>
                  <a:cubicBezTo>
                    <a:pt x="598" y="2674"/>
                    <a:pt x="608" y="2674"/>
                    <a:pt x="608" y="2684"/>
                  </a:cubicBezTo>
                  <a:lnTo>
                    <a:pt x="628" y="2684"/>
                  </a:lnTo>
                  <a:cubicBezTo>
                    <a:pt x="639" y="2684"/>
                    <a:pt x="648" y="2684"/>
                    <a:pt x="648" y="2694"/>
                  </a:cubicBezTo>
                  <a:lnTo>
                    <a:pt x="689" y="2694"/>
                  </a:lnTo>
                  <a:cubicBezTo>
                    <a:pt x="699" y="2694"/>
                    <a:pt x="709" y="2704"/>
                    <a:pt x="709" y="2704"/>
                  </a:cubicBezTo>
                  <a:lnTo>
                    <a:pt x="790" y="2704"/>
                  </a:lnTo>
                  <a:cubicBezTo>
                    <a:pt x="800" y="2715"/>
                    <a:pt x="810" y="2715"/>
                    <a:pt x="810" y="2715"/>
                  </a:cubicBezTo>
                  <a:lnTo>
                    <a:pt x="871" y="2715"/>
                  </a:lnTo>
                  <a:cubicBezTo>
                    <a:pt x="881" y="2715"/>
                    <a:pt x="902" y="2715"/>
                    <a:pt x="911" y="2704"/>
                  </a:cubicBezTo>
                  <a:cubicBezTo>
                    <a:pt x="1093" y="2694"/>
                    <a:pt x="1255" y="2634"/>
                    <a:pt x="1397" y="2532"/>
                  </a:cubicBezTo>
                  <a:cubicBezTo>
                    <a:pt x="1448" y="2603"/>
                    <a:pt x="1508" y="2664"/>
                    <a:pt x="1579" y="2724"/>
                  </a:cubicBezTo>
                  <a:lnTo>
                    <a:pt x="1326" y="3584"/>
                  </a:lnTo>
                  <a:cubicBezTo>
                    <a:pt x="1316" y="3625"/>
                    <a:pt x="1326" y="3665"/>
                    <a:pt x="1347" y="3695"/>
                  </a:cubicBezTo>
                  <a:cubicBezTo>
                    <a:pt x="1377" y="3726"/>
                    <a:pt x="1407" y="3746"/>
                    <a:pt x="1448" y="3746"/>
                  </a:cubicBezTo>
                  <a:lnTo>
                    <a:pt x="1893" y="3746"/>
                  </a:lnTo>
                  <a:lnTo>
                    <a:pt x="1650" y="4525"/>
                  </a:lnTo>
                  <a:cubicBezTo>
                    <a:pt x="1630" y="4586"/>
                    <a:pt x="1650" y="4646"/>
                    <a:pt x="1700" y="4666"/>
                  </a:cubicBezTo>
                  <a:cubicBezTo>
                    <a:pt x="1721" y="4687"/>
                    <a:pt x="1741" y="4687"/>
                    <a:pt x="1761" y="4687"/>
                  </a:cubicBezTo>
                  <a:cubicBezTo>
                    <a:pt x="1792" y="4687"/>
                    <a:pt x="1832" y="4677"/>
                    <a:pt x="1852" y="4657"/>
                  </a:cubicBezTo>
                  <a:lnTo>
                    <a:pt x="3167" y="3351"/>
                  </a:lnTo>
                  <a:cubicBezTo>
                    <a:pt x="3208" y="3311"/>
                    <a:pt x="3218" y="3261"/>
                    <a:pt x="3197" y="3210"/>
                  </a:cubicBezTo>
                  <a:cubicBezTo>
                    <a:pt x="3177" y="3160"/>
                    <a:pt x="3137" y="3129"/>
                    <a:pt x="3087" y="3129"/>
                  </a:cubicBezTo>
                  <a:lnTo>
                    <a:pt x="2480" y="3129"/>
                  </a:lnTo>
                  <a:lnTo>
                    <a:pt x="2510" y="3018"/>
                  </a:lnTo>
                  <a:cubicBezTo>
                    <a:pt x="2833" y="2987"/>
                    <a:pt x="3137" y="2856"/>
                    <a:pt x="3350" y="2634"/>
                  </a:cubicBezTo>
                  <a:cubicBezTo>
                    <a:pt x="3425" y="2656"/>
                    <a:pt x="3506" y="2668"/>
                    <a:pt x="3593" y="2668"/>
                  </a:cubicBezTo>
                  <a:cubicBezTo>
                    <a:pt x="3622" y="2668"/>
                    <a:pt x="3652" y="2666"/>
                    <a:pt x="3683" y="2664"/>
                  </a:cubicBezTo>
                  <a:cubicBezTo>
                    <a:pt x="3916" y="2654"/>
                    <a:pt x="4139" y="2542"/>
                    <a:pt x="4280" y="2371"/>
                  </a:cubicBezTo>
                  <a:cubicBezTo>
                    <a:pt x="4411" y="2218"/>
                    <a:pt x="4472" y="2027"/>
                    <a:pt x="4462" y="1834"/>
                  </a:cubicBezTo>
                  <a:cubicBezTo>
                    <a:pt x="4432" y="1571"/>
                    <a:pt x="4270" y="1349"/>
                    <a:pt x="4017" y="1217"/>
                  </a:cubicBezTo>
                  <a:lnTo>
                    <a:pt x="4017" y="1136"/>
                  </a:lnTo>
                  <a:cubicBezTo>
                    <a:pt x="3988" y="771"/>
                    <a:pt x="3648" y="487"/>
                    <a:pt x="3249" y="487"/>
                  </a:cubicBezTo>
                  <a:cubicBezTo>
                    <a:pt x="3229" y="487"/>
                    <a:pt x="3208" y="488"/>
                    <a:pt x="3188" y="489"/>
                  </a:cubicBezTo>
                  <a:cubicBezTo>
                    <a:pt x="3127" y="489"/>
                    <a:pt x="3076" y="499"/>
                    <a:pt x="3026" y="509"/>
                  </a:cubicBezTo>
                  <a:cubicBezTo>
                    <a:pt x="2912" y="206"/>
                    <a:pt x="2604" y="1"/>
                    <a:pt x="2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32"/>
          <p:cNvGrpSpPr/>
          <p:nvPr/>
        </p:nvGrpSpPr>
        <p:grpSpPr>
          <a:xfrm>
            <a:off x="3724525" y="2854320"/>
            <a:ext cx="406812" cy="377810"/>
            <a:chOff x="1452525" y="4054495"/>
            <a:chExt cx="406812" cy="377810"/>
          </a:xfrm>
        </p:grpSpPr>
        <p:sp>
          <p:nvSpPr>
            <p:cNvPr id="1113" name="Google Shape;1113;p32"/>
            <p:cNvSpPr/>
            <p:nvPr/>
          </p:nvSpPr>
          <p:spPr>
            <a:xfrm>
              <a:off x="1473750" y="4130189"/>
              <a:ext cx="108655" cy="89337"/>
            </a:xfrm>
            <a:custGeom>
              <a:avLst/>
              <a:gdLst/>
              <a:ahLst/>
              <a:cxnLst/>
              <a:rect l="l" t="t" r="r" b="b"/>
              <a:pathLst>
                <a:path w="2278" h="1873" extrusionOk="0">
                  <a:moveTo>
                    <a:pt x="679" y="1"/>
                  </a:moveTo>
                  <a:cubicBezTo>
                    <a:pt x="294" y="1"/>
                    <a:pt x="1" y="315"/>
                    <a:pt x="1" y="729"/>
                  </a:cubicBezTo>
                  <a:lnTo>
                    <a:pt x="1" y="1741"/>
                  </a:lnTo>
                  <a:cubicBezTo>
                    <a:pt x="1" y="1812"/>
                    <a:pt x="61" y="1873"/>
                    <a:pt x="133" y="1873"/>
                  </a:cubicBezTo>
                  <a:cubicBezTo>
                    <a:pt x="193" y="1873"/>
                    <a:pt x="254" y="1812"/>
                    <a:pt x="254" y="1741"/>
                  </a:cubicBezTo>
                  <a:lnTo>
                    <a:pt x="254" y="729"/>
                  </a:lnTo>
                  <a:cubicBezTo>
                    <a:pt x="254" y="457"/>
                    <a:pt x="436" y="244"/>
                    <a:pt x="679" y="244"/>
                  </a:cubicBezTo>
                  <a:lnTo>
                    <a:pt x="2156" y="244"/>
                  </a:lnTo>
                  <a:cubicBezTo>
                    <a:pt x="2226" y="244"/>
                    <a:pt x="2277" y="194"/>
                    <a:pt x="2277" y="122"/>
                  </a:cubicBezTo>
                  <a:cubicBezTo>
                    <a:pt x="2277" y="52"/>
                    <a:pt x="2226" y="1"/>
                    <a:pt x="2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1496930" y="4153369"/>
              <a:ext cx="317522" cy="203191"/>
            </a:xfrm>
            <a:custGeom>
              <a:avLst/>
              <a:gdLst/>
              <a:ahLst/>
              <a:cxnLst/>
              <a:rect l="l" t="t" r="r" b="b"/>
              <a:pathLst>
                <a:path w="6657" h="4260" extrusionOk="0">
                  <a:moveTo>
                    <a:pt x="193" y="0"/>
                  </a:moveTo>
                  <a:cubicBezTo>
                    <a:pt x="81" y="0"/>
                    <a:pt x="0" y="102"/>
                    <a:pt x="0" y="243"/>
                  </a:cubicBezTo>
                  <a:lnTo>
                    <a:pt x="0" y="4107"/>
                  </a:lnTo>
                  <a:cubicBezTo>
                    <a:pt x="0" y="4138"/>
                    <a:pt x="11" y="4168"/>
                    <a:pt x="31" y="4188"/>
                  </a:cubicBezTo>
                  <a:cubicBezTo>
                    <a:pt x="61" y="4219"/>
                    <a:pt x="122" y="4260"/>
                    <a:pt x="193" y="4260"/>
                  </a:cubicBezTo>
                  <a:lnTo>
                    <a:pt x="6464" y="4260"/>
                  </a:lnTo>
                  <a:cubicBezTo>
                    <a:pt x="6535" y="4260"/>
                    <a:pt x="6596" y="4219"/>
                    <a:pt x="6626" y="4188"/>
                  </a:cubicBezTo>
                  <a:cubicBezTo>
                    <a:pt x="6647" y="4168"/>
                    <a:pt x="6656" y="4138"/>
                    <a:pt x="6656" y="4107"/>
                  </a:cubicBezTo>
                  <a:lnTo>
                    <a:pt x="6656" y="3460"/>
                  </a:lnTo>
                  <a:cubicBezTo>
                    <a:pt x="6656" y="3390"/>
                    <a:pt x="6606" y="3339"/>
                    <a:pt x="6535" y="3339"/>
                  </a:cubicBezTo>
                  <a:cubicBezTo>
                    <a:pt x="6464" y="3339"/>
                    <a:pt x="6414" y="3390"/>
                    <a:pt x="6414" y="3460"/>
                  </a:cubicBezTo>
                  <a:lnTo>
                    <a:pt x="6414" y="4017"/>
                  </a:lnTo>
                  <a:lnTo>
                    <a:pt x="253" y="4017"/>
                  </a:lnTo>
                  <a:lnTo>
                    <a:pt x="253" y="254"/>
                  </a:lnTo>
                  <a:lnTo>
                    <a:pt x="1710" y="254"/>
                  </a:lnTo>
                  <a:cubicBezTo>
                    <a:pt x="1781" y="254"/>
                    <a:pt x="1832" y="193"/>
                    <a:pt x="1832" y="122"/>
                  </a:cubicBezTo>
                  <a:cubicBezTo>
                    <a:pt x="1832" y="51"/>
                    <a:pt x="1781" y="0"/>
                    <a:pt x="1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1729021" y="4153369"/>
              <a:ext cx="85426" cy="147242"/>
            </a:xfrm>
            <a:custGeom>
              <a:avLst/>
              <a:gdLst/>
              <a:ahLst/>
              <a:cxnLst/>
              <a:rect l="l" t="t" r="r" b="b"/>
              <a:pathLst>
                <a:path w="1791" h="3087" extrusionOk="0">
                  <a:moveTo>
                    <a:pt x="122" y="0"/>
                  </a:moveTo>
                  <a:cubicBezTo>
                    <a:pt x="50" y="0"/>
                    <a:pt x="0" y="51"/>
                    <a:pt x="0" y="122"/>
                  </a:cubicBezTo>
                  <a:cubicBezTo>
                    <a:pt x="0" y="193"/>
                    <a:pt x="50" y="254"/>
                    <a:pt x="122" y="254"/>
                  </a:cubicBezTo>
                  <a:lnTo>
                    <a:pt x="1548" y="254"/>
                  </a:lnTo>
                  <a:lnTo>
                    <a:pt x="1548" y="2965"/>
                  </a:lnTo>
                  <a:cubicBezTo>
                    <a:pt x="1548" y="3035"/>
                    <a:pt x="1598" y="3086"/>
                    <a:pt x="1669" y="3086"/>
                  </a:cubicBezTo>
                  <a:cubicBezTo>
                    <a:pt x="1740" y="3086"/>
                    <a:pt x="1790" y="3035"/>
                    <a:pt x="1790" y="2965"/>
                  </a:cubicBezTo>
                  <a:lnTo>
                    <a:pt x="1790" y="243"/>
                  </a:lnTo>
                  <a:cubicBezTo>
                    <a:pt x="1790" y="102"/>
                    <a:pt x="1720" y="0"/>
                    <a:pt x="1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1452525" y="4130189"/>
              <a:ext cx="406812" cy="302116"/>
            </a:xfrm>
            <a:custGeom>
              <a:avLst/>
              <a:gdLst/>
              <a:ahLst/>
              <a:cxnLst/>
              <a:rect l="l" t="t" r="r" b="b"/>
              <a:pathLst>
                <a:path w="8529" h="6334" extrusionOk="0">
                  <a:moveTo>
                    <a:pt x="8275" y="5524"/>
                  </a:moveTo>
                  <a:lnTo>
                    <a:pt x="8275" y="5798"/>
                  </a:lnTo>
                  <a:cubicBezTo>
                    <a:pt x="8275" y="5959"/>
                    <a:pt x="8154" y="6091"/>
                    <a:pt x="7992" y="6091"/>
                  </a:cubicBezTo>
                  <a:lnTo>
                    <a:pt x="537" y="6091"/>
                  </a:lnTo>
                  <a:cubicBezTo>
                    <a:pt x="375" y="6091"/>
                    <a:pt x="243" y="5959"/>
                    <a:pt x="243" y="5798"/>
                  </a:cubicBezTo>
                  <a:lnTo>
                    <a:pt x="243" y="5524"/>
                  </a:lnTo>
                  <a:lnTo>
                    <a:pt x="3390" y="5524"/>
                  </a:lnTo>
                  <a:lnTo>
                    <a:pt x="3390" y="5636"/>
                  </a:lnTo>
                  <a:cubicBezTo>
                    <a:pt x="3390" y="5767"/>
                    <a:pt x="3491" y="5868"/>
                    <a:pt x="3622" y="5868"/>
                  </a:cubicBezTo>
                  <a:lnTo>
                    <a:pt x="4897" y="5868"/>
                  </a:lnTo>
                  <a:cubicBezTo>
                    <a:pt x="5028" y="5868"/>
                    <a:pt x="5139" y="5767"/>
                    <a:pt x="5139" y="5636"/>
                  </a:cubicBezTo>
                  <a:lnTo>
                    <a:pt x="5139" y="5524"/>
                  </a:lnTo>
                  <a:close/>
                  <a:moveTo>
                    <a:pt x="5939" y="1"/>
                  </a:moveTo>
                  <a:cubicBezTo>
                    <a:pt x="5868" y="1"/>
                    <a:pt x="5807" y="52"/>
                    <a:pt x="5807" y="122"/>
                  </a:cubicBezTo>
                  <a:cubicBezTo>
                    <a:pt x="5807" y="194"/>
                    <a:pt x="5868" y="244"/>
                    <a:pt x="5939" y="244"/>
                  </a:cubicBezTo>
                  <a:lnTo>
                    <a:pt x="7395" y="244"/>
                  </a:lnTo>
                  <a:cubicBezTo>
                    <a:pt x="7648" y="244"/>
                    <a:pt x="7830" y="457"/>
                    <a:pt x="7830" y="729"/>
                  </a:cubicBezTo>
                  <a:lnTo>
                    <a:pt x="7830" y="5272"/>
                  </a:lnTo>
                  <a:lnTo>
                    <a:pt x="5130" y="5272"/>
                  </a:lnTo>
                  <a:cubicBezTo>
                    <a:pt x="4998" y="5272"/>
                    <a:pt x="4887" y="5373"/>
                    <a:pt x="4887" y="5504"/>
                  </a:cubicBezTo>
                  <a:lnTo>
                    <a:pt x="4887" y="5625"/>
                  </a:lnTo>
                  <a:lnTo>
                    <a:pt x="3632" y="5625"/>
                  </a:lnTo>
                  <a:lnTo>
                    <a:pt x="3632" y="5504"/>
                  </a:lnTo>
                  <a:cubicBezTo>
                    <a:pt x="3632" y="5373"/>
                    <a:pt x="3531" y="5272"/>
                    <a:pt x="3399" y="5272"/>
                  </a:cubicBezTo>
                  <a:lnTo>
                    <a:pt x="699" y="5272"/>
                  </a:lnTo>
                  <a:lnTo>
                    <a:pt x="699" y="2247"/>
                  </a:lnTo>
                  <a:cubicBezTo>
                    <a:pt x="699" y="2176"/>
                    <a:pt x="638" y="2116"/>
                    <a:pt x="578" y="2116"/>
                  </a:cubicBezTo>
                  <a:cubicBezTo>
                    <a:pt x="506" y="2116"/>
                    <a:pt x="446" y="2176"/>
                    <a:pt x="446" y="2247"/>
                  </a:cubicBezTo>
                  <a:lnTo>
                    <a:pt x="446" y="5272"/>
                  </a:lnTo>
                  <a:lnTo>
                    <a:pt x="234" y="5272"/>
                  </a:lnTo>
                  <a:cubicBezTo>
                    <a:pt x="102" y="5272"/>
                    <a:pt x="1" y="5373"/>
                    <a:pt x="1" y="5504"/>
                  </a:cubicBezTo>
                  <a:lnTo>
                    <a:pt x="1" y="5798"/>
                  </a:lnTo>
                  <a:cubicBezTo>
                    <a:pt x="1" y="6101"/>
                    <a:pt x="234" y="6333"/>
                    <a:pt x="537" y="6333"/>
                  </a:cubicBezTo>
                  <a:lnTo>
                    <a:pt x="7992" y="6333"/>
                  </a:lnTo>
                  <a:cubicBezTo>
                    <a:pt x="8286" y="6333"/>
                    <a:pt x="8528" y="6101"/>
                    <a:pt x="8528" y="5798"/>
                  </a:cubicBezTo>
                  <a:lnTo>
                    <a:pt x="8528" y="5504"/>
                  </a:lnTo>
                  <a:cubicBezTo>
                    <a:pt x="8528" y="5373"/>
                    <a:pt x="8417" y="5272"/>
                    <a:pt x="8286" y="5272"/>
                  </a:cubicBezTo>
                  <a:lnTo>
                    <a:pt x="8073" y="5272"/>
                  </a:lnTo>
                  <a:lnTo>
                    <a:pt x="8073" y="729"/>
                  </a:lnTo>
                  <a:cubicBezTo>
                    <a:pt x="8073" y="315"/>
                    <a:pt x="7790" y="1"/>
                    <a:pt x="7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1629097" y="4123941"/>
              <a:ext cx="53660" cy="54089"/>
            </a:xfrm>
            <a:custGeom>
              <a:avLst/>
              <a:gdLst/>
              <a:ahLst/>
              <a:cxnLst/>
              <a:rect l="l" t="t" r="r" b="b"/>
              <a:pathLst>
                <a:path w="1125" h="1134" extrusionOk="0">
                  <a:moveTo>
                    <a:pt x="558" y="253"/>
                  </a:moveTo>
                  <a:cubicBezTo>
                    <a:pt x="729" y="253"/>
                    <a:pt x="871" y="395"/>
                    <a:pt x="871" y="567"/>
                  </a:cubicBezTo>
                  <a:cubicBezTo>
                    <a:pt x="871" y="739"/>
                    <a:pt x="729" y="880"/>
                    <a:pt x="558" y="880"/>
                  </a:cubicBezTo>
                  <a:cubicBezTo>
                    <a:pt x="385" y="880"/>
                    <a:pt x="244" y="739"/>
                    <a:pt x="244" y="567"/>
                  </a:cubicBezTo>
                  <a:cubicBezTo>
                    <a:pt x="244" y="395"/>
                    <a:pt x="385" y="253"/>
                    <a:pt x="558" y="253"/>
                  </a:cubicBezTo>
                  <a:close/>
                  <a:moveTo>
                    <a:pt x="558" y="1"/>
                  </a:moveTo>
                  <a:cubicBezTo>
                    <a:pt x="254" y="1"/>
                    <a:pt x="1" y="253"/>
                    <a:pt x="1" y="567"/>
                  </a:cubicBezTo>
                  <a:cubicBezTo>
                    <a:pt x="1" y="880"/>
                    <a:pt x="254" y="1134"/>
                    <a:pt x="558" y="1134"/>
                  </a:cubicBezTo>
                  <a:cubicBezTo>
                    <a:pt x="871" y="1134"/>
                    <a:pt x="1124" y="880"/>
                    <a:pt x="1124" y="567"/>
                  </a:cubicBezTo>
                  <a:cubicBezTo>
                    <a:pt x="1124" y="253"/>
                    <a:pt x="871" y="1"/>
                    <a:pt x="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1570764" y="4054495"/>
              <a:ext cx="169851" cy="202190"/>
            </a:xfrm>
            <a:custGeom>
              <a:avLst/>
              <a:gdLst/>
              <a:ahLst/>
              <a:cxnLst/>
              <a:rect l="l" t="t" r="r" b="b"/>
              <a:pathLst>
                <a:path w="3561" h="4239" extrusionOk="0">
                  <a:moveTo>
                    <a:pt x="597" y="2539"/>
                  </a:moveTo>
                  <a:cubicBezTo>
                    <a:pt x="668" y="2903"/>
                    <a:pt x="769" y="3298"/>
                    <a:pt x="900" y="3672"/>
                  </a:cubicBezTo>
                  <a:lnTo>
                    <a:pt x="324" y="3672"/>
                  </a:lnTo>
                  <a:cubicBezTo>
                    <a:pt x="284" y="3672"/>
                    <a:pt x="263" y="3642"/>
                    <a:pt x="253" y="3611"/>
                  </a:cubicBezTo>
                  <a:lnTo>
                    <a:pt x="253" y="3510"/>
                  </a:lnTo>
                  <a:cubicBezTo>
                    <a:pt x="253" y="3156"/>
                    <a:pt x="374" y="2812"/>
                    <a:pt x="597" y="2539"/>
                  </a:cubicBezTo>
                  <a:close/>
                  <a:moveTo>
                    <a:pt x="2974" y="2539"/>
                  </a:moveTo>
                  <a:cubicBezTo>
                    <a:pt x="3186" y="2812"/>
                    <a:pt x="3318" y="3156"/>
                    <a:pt x="3318" y="3510"/>
                  </a:cubicBezTo>
                  <a:cubicBezTo>
                    <a:pt x="3318" y="3541"/>
                    <a:pt x="3308" y="3571"/>
                    <a:pt x="3308" y="3611"/>
                  </a:cubicBezTo>
                  <a:cubicBezTo>
                    <a:pt x="3308" y="3642"/>
                    <a:pt x="3278" y="3672"/>
                    <a:pt x="3247" y="3672"/>
                  </a:cubicBezTo>
                  <a:lnTo>
                    <a:pt x="2671" y="3672"/>
                  </a:lnTo>
                  <a:cubicBezTo>
                    <a:pt x="2792" y="3298"/>
                    <a:pt x="2893" y="2903"/>
                    <a:pt x="2974" y="2539"/>
                  </a:cubicBezTo>
                  <a:close/>
                  <a:moveTo>
                    <a:pt x="2732" y="1204"/>
                  </a:moveTo>
                  <a:cubicBezTo>
                    <a:pt x="2812" y="1365"/>
                    <a:pt x="2833" y="1507"/>
                    <a:pt x="2833" y="1619"/>
                  </a:cubicBezTo>
                  <a:cubicBezTo>
                    <a:pt x="2833" y="2165"/>
                    <a:pt x="2600" y="3177"/>
                    <a:pt x="2307" y="3935"/>
                  </a:cubicBezTo>
                  <a:cubicBezTo>
                    <a:pt x="2296" y="3966"/>
                    <a:pt x="2266" y="3995"/>
                    <a:pt x="2226" y="3995"/>
                  </a:cubicBezTo>
                  <a:lnTo>
                    <a:pt x="1345" y="3995"/>
                  </a:lnTo>
                  <a:cubicBezTo>
                    <a:pt x="1305" y="3995"/>
                    <a:pt x="1275" y="3966"/>
                    <a:pt x="1255" y="3935"/>
                  </a:cubicBezTo>
                  <a:cubicBezTo>
                    <a:pt x="961" y="3177"/>
                    <a:pt x="738" y="2165"/>
                    <a:pt x="738" y="1619"/>
                  </a:cubicBezTo>
                  <a:cubicBezTo>
                    <a:pt x="738" y="1477"/>
                    <a:pt x="769" y="1345"/>
                    <a:pt x="839" y="1204"/>
                  </a:cubicBezTo>
                  <a:close/>
                  <a:moveTo>
                    <a:pt x="1770" y="0"/>
                  </a:moveTo>
                  <a:lnTo>
                    <a:pt x="1770" y="10"/>
                  </a:lnTo>
                  <a:lnTo>
                    <a:pt x="1740" y="10"/>
                  </a:lnTo>
                  <a:cubicBezTo>
                    <a:pt x="1730" y="10"/>
                    <a:pt x="1730" y="20"/>
                    <a:pt x="1720" y="20"/>
                  </a:cubicBezTo>
                  <a:cubicBezTo>
                    <a:pt x="1720" y="20"/>
                    <a:pt x="1548" y="111"/>
                    <a:pt x="1336" y="273"/>
                  </a:cubicBezTo>
                  <a:cubicBezTo>
                    <a:pt x="1275" y="324"/>
                    <a:pt x="1264" y="394"/>
                    <a:pt x="1315" y="455"/>
                  </a:cubicBezTo>
                  <a:cubicBezTo>
                    <a:pt x="1339" y="485"/>
                    <a:pt x="1372" y="500"/>
                    <a:pt x="1408" y="500"/>
                  </a:cubicBezTo>
                  <a:cubicBezTo>
                    <a:pt x="1434" y="500"/>
                    <a:pt x="1461" y="492"/>
                    <a:pt x="1487" y="475"/>
                  </a:cubicBezTo>
                  <a:cubicBezTo>
                    <a:pt x="1608" y="385"/>
                    <a:pt x="1720" y="313"/>
                    <a:pt x="1781" y="273"/>
                  </a:cubicBezTo>
                  <a:cubicBezTo>
                    <a:pt x="1922" y="354"/>
                    <a:pt x="2266" y="576"/>
                    <a:pt x="2519" y="890"/>
                  </a:cubicBezTo>
                  <a:lnTo>
                    <a:pt x="2539" y="911"/>
                  </a:lnTo>
                  <a:cubicBezTo>
                    <a:pt x="2549" y="920"/>
                    <a:pt x="2549" y="920"/>
                    <a:pt x="2549" y="931"/>
                  </a:cubicBezTo>
                  <a:cubicBezTo>
                    <a:pt x="2559" y="931"/>
                    <a:pt x="2559" y="941"/>
                    <a:pt x="2570" y="941"/>
                  </a:cubicBezTo>
                  <a:lnTo>
                    <a:pt x="2570" y="951"/>
                  </a:lnTo>
                  <a:lnTo>
                    <a:pt x="992" y="951"/>
                  </a:lnTo>
                  <a:cubicBezTo>
                    <a:pt x="1032" y="900"/>
                    <a:pt x="1082" y="850"/>
                    <a:pt x="1123" y="799"/>
                  </a:cubicBezTo>
                  <a:cubicBezTo>
                    <a:pt x="1174" y="749"/>
                    <a:pt x="1174" y="668"/>
                    <a:pt x="1123" y="617"/>
                  </a:cubicBezTo>
                  <a:cubicBezTo>
                    <a:pt x="1099" y="598"/>
                    <a:pt x="1069" y="588"/>
                    <a:pt x="1038" y="588"/>
                  </a:cubicBezTo>
                  <a:cubicBezTo>
                    <a:pt x="1003" y="588"/>
                    <a:pt x="968" y="600"/>
                    <a:pt x="941" y="627"/>
                  </a:cubicBezTo>
                  <a:cubicBezTo>
                    <a:pt x="880" y="698"/>
                    <a:pt x="819" y="769"/>
                    <a:pt x="769" y="839"/>
                  </a:cubicBezTo>
                  <a:lnTo>
                    <a:pt x="759" y="839"/>
                  </a:lnTo>
                  <a:cubicBezTo>
                    <a:pt x="759" y="850"/>
                    <a:pt x="749" y="860"/>
                    <a:pt x="749" y="860"/>
                  </a:cubicBezTo>
                  <a:lnTo>
                    <a:pt x="749" y="870"/>
                  </a:lnTo>
                  <a:cubicBezTo>
                    <a:pt x="738" y="880"/>
                    <a:pt x="729" y="900"/>
                    <a:pt x="718" y="911"/>
                  </a:cubicBezTo>
                  <a:lnTo>
                    <a:pt x="708" y="920"/>
                  </a:lnTo>
                  <a:cubicBezTo>
                    <a:pt x="698" y="931"/>
                    <a:pt x="698" y="951"/>
                    <a:pt x="688" y="961"/>
                  </a:cubicBezTo>
                  <a:lnTo>
                    <a:pt x="678" y="971"/>
                  </a:lnTo>
                  <a:cubicBezTo>
                    <a:pt x="668" y="981"/>
                    <a:pt x="668" y="992"/>
                    <a:pt x="657" y="1012"/>
                  </a:cubicBezTo>
                  <a:lnTo>
                    <a:pt x="648" y="1012"/>
                  </a:lnTo>
                  <a:cubicBezTo>
                    <a:pt x="536" y="1214"/>
                    <a:pt x="486" y="1416"/>
                    <a:pt x="486" y="1619"/>
                  </a:cubicBezTo>
                  <a:cubicBezTo>
                    <a:pt x="486" y="1790"/>
                    <a:pt x="506" y="2003"/>
                    <a:pt x="547" y="2235"/>
                  </a:cubicBezTo>
                  <a:cubicBezTo>
                    <a:pt x="203" y="2570"/>
                    <a:pt x="0" y="3024"/>
                    <a:pt x="0" y="3510"/>
                  </a:cubicBezTo>
                  <a:cubicBezTo>
                    <a:pt x="0" y="3550"/>
                    <a:pt x="0" y="3591"/>
                    <a:pt x="10" y="3622"/>
                  </a:cubicBezTo>
                  <a:cubicBezTo>
                    <a:pt x="21" y="3793"/>
                    <a:pt x="162" y="3915"/>
                    <a:pt x="324" y="3915"/>
                  </a:cubicBezTo>
                  <a:lnTo>
                    <a:pt x="981" y="3915"/>
                  </a:lnTo>
                  <a:cubicBezTo>
                    <a:pt x="1001" y="3955"/>
                    <a:pt x="1012" y="3986"/>
                    <a:pt x="1022" y="4026"/>
                  </a:cubicBezTo>
                  <a:cubicBezTo>
                    <a:pt x="1073" y="4157"/>
                    <a:pt x="1204" y="4238"/>
                    <a:pt x="1345" y="4238"/>
                  </a:cubicBezTo>
                  <a:lnTo>
                    <a:pt x="2226" y="4238"/>
                  </a:lnTo>
                  <a:cubicBezTo>
                    <a:pt x="2367" y="4238"/>
                    <a:pt x="2489" y="4157"/>
                    <a:pt x="2539" y="4026"/>
                  </a:cubicBezTo>
                  <a:cubicBezTo>
                    <a:pt x="2559" y="3986"/>
                    <a:pt x="2570" y="3955"/>
                    <a:pt x="2579" y="3915"/>
                  </a:cubicBezTo>
                  <a:lnTo>
                    <a:pt x="3247" y="3915"/>
                  </a:lnTo>
                  <a:cubicBezTo>
                    <a:pt x="3409" y="3915"/>
                    <a:pt x="3550" y="3793"/>
                    <a:pt x="3561" y="3622"/>
                  </a:cubicBezTo>
                  <a:lnTo>
                    <a:pt x="3561" y="3510"/>
                  </a:lnTo>
                  <a:cubicBezTo>
                    <a:pt x="3561" y="3024"/>
                    <a:pt x="3368" y="2570"/>
                    <a:pt x="3024" y="2235"/>
                  </a:cubicBezTo>
                  <a:cubicBezTo>
                    <a:pt x="3065" y="2003"/>
                    <a:pt x="3085" y="1790"/>
                    <a:pt x="3085" y="1619"/>
                  </a:cubicBezTo>
                  <a:cubicBezTo>
                    <a:pt x="3085" y="738"/>
                    <a:pt x="1983" y="91"/>
                    <a:pt x="1851" y="20"/>
                  </a:cubicBezTo>
                  <a:lnTo>
                    <a:pt x="1841" y="20"/>
                  </a:lnTo>
                  <a:lnTo>
                    <a:pt x="1831" y="10"/>
                  </a:lnTo>
                  <a:lnTo>
                    <a:pt x="1801" y="10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1634916" y="4266172"/>
              <a:ext cx="42021" cy="66729"/>
            </a:xfrm>
            <a:custGeom>
              <a:avLst/>
              <a:gdLst/>
              <a:ahLst/>
              <a:cxnLst/>
              <a:rect l="l" t="t" r="r" b="b"/>
              <a:pathLst>
                <a:path w="881" h="1399" extrusionOk="0">
                  <a:moveTo>
                    <a:pt x="440" y="0"/>
                  </a:moveTo>
                  <a:cubicBezTo>
                    <a:pt x="418" y="0"/>
                    <a:pt x="395" y="8"/>
                    <a:pt x="375" y="23"/>
                  </a:cubicBezTo>
                  <a:cubicBezTo>
                    <a:pt x="294" y="74"/>
                    <a:pt x="233" y="134"/>
                    <a:pt x="173" y="195"/>
                  </a:cubicBezTo>
                  <a:cubicBezTo>
                    <a:pt x="132" y="256"/>
                    <a:pt x="142" y="337"/>
                    <a:pt x="193" y="377"/>
                  </a:cubicBezTo>
                  <a:cubicBezTo>
                    <a:pt x="218" y="394"/>
                    <a:pt x="245" y="402"/>
                    <a:pt x="272" y="402"/>
                  </a:cubicBezTo>
                  <a:cubicBezTo>
                    <a:pt x="309" y="402"/>
                    <a:pt x="345" y="386"/>
                    <a:pt x="375" y="357"/>
                  </a:cubicBezTo>
                  <a:cubicBezTo>
                    <a:pt x="395" y="326"/>
                    <a:pt x="415" y="306"/>
                    <a:pt x="436" y="286"/>
                  </a:cubicBezTo>
                  <a:cubicBezTo>
                    <a:pt x="557" y="387"/>
                    <a:pt x="627" y="539"/>
                    <a:pt x="627" y="701"/>
                  </a:cubicBezTo>
                  <a:cubicBezTo>
                    <a:pt x="627" y="863"/>
                    <a:pt x="557" y="1014"/>
                    <a:pt x="436" y="1126"/>
                  </a:cubicBezTo>
                  <a:cubicBezTo>
                    <a:pt x="334" y="1025"/>
                    <a:pt x="263" y="903"/>
                    <a:pt x="254" y="762"/>
                  </a:cubicBezTo>
                  <a:cubicBezTo>
                    <a:pt x="244" y="696"/>
                    <a:pt x="192" y="649"/>
                    <a:pt x="129" y="649"/>
                  </a:cubicBezTo>
                  <a:cubicBezTo>
                    <a:pt x="124" y="649"/>
                    <a:pt x="118" y="649"/>
                    <a:pt x="112" y="650"/>
                  </a:cubicBezTo>
                  <a:cubicBezTo>
                    <a:pt x="51" y="660"/>
                    <a:pt x="0" y="721"/>
                    <a:pt x="0" y="792"/>
                  </a:cubicBezTo>
                  <a:cubicBezTo>
                    <a:pt x="31" y="1034"/>
                    <a:pt x="162" y="1247"/>
                    <a:pt x="375" y="1378"/>
                  </a:cubicBezTo>
                  <a:cubicBezTo>
                    <a:pt x="395" y="1399"/>
                    <a:pt x="415" y="1399"/>
                    <a:pt x="436" y="1399"/>
                  </a:cubicBezTo>
                  <a:cubicBezTo>
                    <a:pt x="466" y="1399"/>
                    <a:pt x="486" y="1399"/>
                    <a:pt x="506" y="1378"/>
                  </a:cubicBezTo>
                  <a:cubicBezTo>
                    <a:pt x="739" y="1237"/>
                    <a:pt x="881" y="974"/>
                    <a:pt x="881" y="701"/>
                  </a:cubicBezTo>
                  <a:cubicBezTo>
                    <a:pt x="881" y="427"/>
                    <a:pt x="739" y="175"/>
                    <a:pt x="506" y="23"/>
                  </a:cubicBezTo>
                  <a:cubicBezTo>
                    <a:pt x="486" y="8"/>
                    <a:pt x="463" y="0"/>
                    <a:pt x="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0" name="Google Shape;1120;p32"/>
          <p:cNvSpPr txBox="1">
            <a:spLocks noGrp="1"/>
          </p:cNvSpPr>
          <p:nvPr>
            <p:ph type="subTitle" idx="5"/>
          </p:nvPr>
        </p:nvSpPr>
        <p:spPr>
          <a:xfrm>
            <a:off x="4893325" y="1662750"/>
            <a:ext cx="24726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Leadership can be displayed and observed. </a:t>
            </a:r>
            <a:endParaRPr/>
          </a:p>
        </p:txBody>
      </p:sp>
      <p:sp>
        <p:nvSpPr>
          <p:cNvPr id="1121" name="Google Shape;1121;p32"/>
          <p:cNvSpPr txBox="1">
            <a:spLocks noGrp="1"/>
          </p:cNvSpPr>
          <p:nvPr>
            <p:ph type="subTitle" idx="6"/>
          </p:nvPr>
        </p:nvSpPr>
        <p:spPr>
          <a:xfrm>
            <a:off x="4893325" y="1222650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</a:t>
            </a:r>
            <a:endParaRPr/>
          </a:p>
        </p:txBody>
      </p:sp>
      <p:sp>
        <p:nvSpPr>
          <p:cNvPr id="1122" name="Google Shape;1122;p32"/>
          <p:cNvSpPr txBox="1">
            <a:spLocks noGrp="1"/>
          </p:cNvSpPr>
          <p:nvPr>
            <p:ph type="subTitle" idx="5"/>
          </p:nvPr>
        </p:nvSpPr>
        <p:spPr>
          <a:xfrm>
            <a:off x="4969525" y="2958150"/>
            <a:ext cx="36810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Leadership is influence, influence can be positive or negative, success can create opportunities in life.</a:t>
            </a:r>
            <a:endParaRPr/>
          </a:p>
        </p:txBody>
      </p:sp>
      <p:sp>
        <p:nvSpPr>
          <p:cNvPr id="1123" name="Google Shape;1123;p32"/>
          <p:cNvSpPr txBox="1">
            <a:spLocks noGrp="1"/>
          </p:cNvSpPr>
          <p:nvPr>
            <p:ph type="subTitle" idx="6"/>
          </p:nvPr>
        </p:nvSpPr>
        <p:spPr>
          <a:xfrm>
            <a:off x="4969525" y="2518050"/>
            <a:ext cx="24726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3"/>
          <p:cNvSpPr txBox="1">
            <a:spLocks noGrp="1"/>
          </p:cNvSpPr>
          <p:nvPr>
            <p:ph type="title"/>
          </p:nvPr>
        </p:nvSpPr>
        <p:spPr>
          <a:xfrm>
            <a:off x="4064725" y="2605050"/>
            <a:ext cx="4359300" cy="17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Share brief narratives of youth who have influenced the environment or their community in a positive way and created opportunity for their future or the future of others</a:t>
            </a:r>
            <a:endParaRPr sz="1800"/>
          </a:p>
        </p:txBody>
      </p:sp>
      <p:sp>
        <p:nvSpPr>
          <p:cNvPr id="1129" name="Google Shape;1129;p33"/>
          <p:cNvSpPr txBox="1">
            <a:spLocks noGrp="1"/>
          </p:cNvSpPr>
          <p:nvPr>
            <p:ph type="title" idx="2"/>
          </p:nvPr>
        </p:nvSpPr>
        <p:spPr>
          <a:xfrm>
            <a:off x="4675500" y="930400"/>
            <a:ext cx="3748500" cy="18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TP2</a:t>
            </a:r>
            <a:endParaRPr/>
          </a:p>
        </p:txBody>
      </p:sp>
      <p:grpSp>
        <p:nvGrpSpPr>
          <p:cNvPr id="1130" name="Google Shape;1130;p33"/>
          <p:cNvGrpSpPr/>
          <p:nvPr/>
        </p:nvGrpSpPr>
        <p:grpSpPr>
          <a:xfrm>
            <a:off x="319967" y="930313"/>
            <a:ext cx="3598844" cy="3282669"/>
            <a:chOff x="2831000" y="1919350"/>
            <a:chExt cx="745550" cy="680050"/>
          </a:xfrm>
        </p:grpSpPr>
        <p:sp>
          <p:nvSpPr>
            <p:cNvPr id="1131" name="Google Shape;1131;p33"/>
            <p:cNvSpPr/>
            <p:nvPr/>
          </p:nvSpPr>
          <p:spPr>
            <a:xfrm>
              <a:off x="2846175" y="2575850"/>
              <a:ext cx="724800" cy="23550"/>
            </a:xfrm>
            <a:custGeom>
              <a:avLst/>
              <a:gdLst/>
              <a:ahLst/>
              <a:cxnLst/>
              <a:rect l="l" t="t" r="r" b="b"/>
              <a:pathLst>
                <a:path w="28992" h="942" extrusionOk="0">
                  <a:moveTo>
                    <a:pt x="14496" y="0"/>
                  </a:moveTo>
                  <a:cubicBezTo>
                    <a:pt x="6494" y="0"/>
                    <a:pt x="0" y="213"/>
                    <a:pt x="0" y="476"/>
                  </a:cubicBezTo>
                  <a:cubicBezTo>
                    <a:pt x="0" y="739"/>
                    <a:pt x="6494" y="942"/>
                    <a:pt x="14496" y="942"/>
                  </a:cubicBezTo>
                  <a:cubicBezTo>
                    <a:pt x="22497" y="942"/>
                    <a:pt x="28992" y="739"/>
                    <a:pt x="28992" y="476"/>
                  </a:cubicBezTo>
                  <a:cubicBezTo>
                    <a:pt x="28992" y="213"/>
                    <a:pt x="22497" y="0"/>
                    <a:pt x="14496" y="0"/>
                  </a:cubicBezTo>
                  <a:close/>
                </a:path>
              </a:pathLst>
            </a:custGeom>
            <a:solidFill>
              <a:srgbClr val="EFBF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2845925" y="2134800"/>
              <a:ext cx="717225" cy="450950"/>
            </a:xfrm>
            <a:custGeom>
              <a:avLst/>
              <a:gdLst/>
              <a:ahLst/>
              <a:cxnLst/>
              <a:rect l="l" t="t" r="r" b="b"/>
              <a:pathLst>
                <a:path w="28689" h="18038" extrusionOk="0">
                  <a:moveTo>
                    <a:pt x="14162" y="1"/>
                  </a:moveTo>
                  <a:cubicBezTo>
                    <a:pt x="10784" y="1"/>
                    <a:pt x="7830" y="2237"/>
                    <a:pt x="6221" y="5575"/>
                  </a:cubicBezTo>
                  <a:cubicBezTo>
                    <a:pt x="2772" y="5676"/>
                    <a:pt x="0" y="9145"/>
                    <a:pt x="0" y="13414"/>
                  </a:cubicBezTo>
                  <a:cubicBezTo>
                    <a:pt x="0" y="15134"/>
                    <a:pt x="455" y="16722"/>
                    <a:pt x="1214" y="18017"/>
                  </a:cubicBezTo>
                  <a:lnTo>
                    <a:pt x="6677" y="18017"/>
                  </a:lnTo>
                  <a:cubicBezTo>
                    <a:pt x="6677" y="18017"/>
                    <a:pt x="6686" y="18027"/>
                    <a:pt x="6686" y="18037"/>
                  </a:cubicBezTo>
                  <a:lnTo>
                    <a:pt x="21648" y="18037"/>
                  </a:lnTo>
                  <a:cubicBezTo>
                    <a:pt x="21648" y="18027"/>
                    <a:pt x="21658" y="18017"/>
                    <a:pt x="21658" y="18017"/>
                  </a:cubicBezTo>
                  <a:lnTo>
                    <a:pt x="27475" y="18017"/>
                  </a:lnTo>
                  <a:cubicBezTo>
                    <a:pt x="28233" y="16722"/>
                    <a:pt x="28688" y="15134"/>
                    <a:pt x="28688" y="13414"/>
                  </a:cubicBezTo>
                  <a:cubicBezTo>
                    <a:pt x="28688" y="9085"/>
                    <a:pt x="25836" y="5575"/>
                    <a:pt x="22316" y="5575"/>
                  </a:cubicBezTo>
                  <a:cubicBezTo>
                    <a:pt x="22244" y="5575"/>
                    <a:pt x="22184" y="5575"/>
                    <a:pt x="22113" y="5584"/>
                  </a:cubicBezTo>
                  <a:cubicBezTo>
                    <a:pt x="20504" y="2237"/>
                    <a:pt x="17551" y="1"/>
                    <a:pt x="14162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3122325" y="2205625"/>
              <a:ext cx="66775" cy="73350"/>
            </a:xfrm>
            <a:custGeom>
              <a:avLst/>
              <a:gdLst/>
              <a:ahLst/>
              <a:cxnLst/>
              <a:rect l="l" t="t" r="r" b="b"/>
              <a:pathLst>
                <a:path w="2671" h="2934" extrusionOk="0">
                  <a:moveTo>
                    <a:pt x="921" y="0"/>
                  </a:moveTo>
                  <a:lnTo>
                    <a:pt x="0" y="739"/>
                  </a:lnTo>
                  <a:lnTo>
                    <a:pt x="1751" y="2934"/>
                  </a:lnTo>
                  <a:lnTo>
                    <a:pt x="2671" y="2196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172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3056825" y="2150500"/>
              <a:ext cx="165675" cy="149975"/>
            </a:xfrm>
            <a:custGeom>
              <a:avLst/>
              <a:gdLst/>
              <a:ahLst/>
              <a:cxnLst/>
              <a:rect l="l" t="t" r="r" b="b"/>
              <a:pathLst>
                <a:path w="6627" h="5999" extrusionOk="0">
                  <a:moveTo>
                    <a:pt x="4642" y="1"/>
                  </a:moveTo>
                  <a:cubicBezTo>
                    <a:pt x="4520" y="1"/>
                    <a:pt x="4396" y="41"/>
                    <a:pt x="4290" y="121"/>
                  </a:cubicBezTo>
                  <a:lnTo>
                    <a:pt x="294" y="3207"/>
                  </a:lnTo>
                  <a:cubicBezTo>
                    <a:pt x="51" y="3399"/>
                    <a:pt x="1" y="3753"/>
                    <a:pt x="193" y="3996"/>
                  </a:cubicBezTo>
                  <a:lnTo>
                    <a:pt x="1741" y="5999"/>
                  </a:lnTo>
                  <a:lnTo>
                    <a:pt x="6626" y="2216"/>
                  </a:lnTo>
                  <a:lnTo>
                    <a:pt x="5079" y="222"/>
                  </a:lnTo>
                  <a:cubicBezTo>
                    <a:pt x="4973" y="76"/>
                    <a:pt x="4810" y="1"/>
                    <a:pt x="464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3403550" y="2205625"/>
              <a:ext cx="67050" cy="73350"/>
            </a:xfrm>
            <a:custGeom>
              <a:avLst/>
              <a:gdLst/>
              <a:ahLst/>
              <a:cxnLst/>
              <a:rect l="l" t="t" r="r" b="b"/>
              <a:pathLst>
                <a:path w="2682" h="2934" extrusionOk="0">
                  <a:moveTo>
                    <a:pt x="1760" y="0"/>
                  </a:moveTo>
                  <a:lnTo>
                    <a:pt x="0" y="2196"/>
                  </a:lnTo>
                  <a:lnTo>
                    <a:pt x="931" y="2934"/>
                  </a:lnTo>
                  <a:lnTo>
                    <a:pt x="2681" y="739"/>
                  </a:lnTo>
                  <a:lnTo>
                    <a:pt x="1760" y="0"/>
                  </a:lnTo>
                  <a:close/>
                </a:path>
              </a:pathLst>
            </a:custGeom>
            <a:solidFill>
              <a:srgbClr val="172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3370425" y="2150500"/>
              <a:ext cx="165650" cy="149975"/>
            </a:xfrm>
            <a:custGeom>
              <a:avLst/>
              <a:gdLst/>
              <a:ahLst/>
              <a:cxnLst/>
              <a:rect l="l" t="t" r="r" b="b"/>
              <a:pathLst>
                <a:path w="6626" h="5999" extrusionOk="0">
                  <a:moveTo>
                    <a:pt x="1982" y="1"/>
                  </a:moveTo>
                  <a:cubicBezTo>
                    <a:pt x="1815" y="1"/>
                    <a:pt x="1649" y="76"/>
                    <a:pt x="1538" y="222"/>
                  </a:cubicBezTo>
                  <a:lnTo>
                    <a:pt x="0" y="2216"/>
                  </a:lnTo>
                  <a:lnTo>
                    <a:pt x="4886" y="5999"/>
                  </a:lnTo>
                  <a:lnTo>
                    <a:pt x="6434" y="3996"/>
                  </a:lnTo>
                  <a:cubicBezTo>
                    <a:pt x="6626" y="3753"/>
                    <a:pt x="6575" y="3399"/>
                    <a:pt x="6333" y="3207"/>
                  </a:cubicBezTo>
                  <a:lnTo>
                    <a:pt x="2327" y="121"/>
                  </a:lnTo>
                  <a:cubicBezTo>
                    <a:pt x="2225" y="41"/>
                    <a:pt x="2103" y="1"/>
                    <a:pt x="198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3368650" y="2505300"/>
              <a:ext cx="101950" cy="79675"/>
            </a:xfrm>
            <a:custGeom>
              <a:avLst/>
              <a:gdLst/>
              <a:ahLst/>
              <a:cxnLst/>
              <a:rect l="l" t="t" r="r" b="b"/>
              <a:pathLst>
                <a:path w="4078" h="3187" extrusionOk="0">
                  <a:moveTo>
                    <a:pt x="0" y="1"/>
                  </a:moveTo>
                  <a:lnTo>
                    <a:pt x="1811" y="3187"/>
                  </a:lnTo>
                  <a:lnTo>
                    <a:pt x="4077" y="3187"/>
                  </a:lnTo>
                  <a:lnTo>
                    <a:pt x="22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3124350" y="2505300"/>
              <a:ext cx="101950" cy="79675"/>
            </a:xfrm>
            <a:custGeom>
              <a:avLst/>
              <a:gdLst/>
              <a:ahLst/>
              <a:cxnLst/>
              <a:rect l="l" t="t" r="r" b="b"/>
              <a:pathLst>
                <a:path w="4078" h="3187" extrusionOk="0">
                  <a:moveTo>
                    <a:pt x="1811" y="1"/>
                  </a:moveTo>
                  <a:lnTo>
                    <a:pt x="0" y="3187"/>
                  </a:lnTo>
                  <a:lnTo>
                    <a:pt x="2266" y="3187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3108425" y="2210675"/>
              <a:ext cx="375550" cy="375575"/>
            </a:xfrm>
            <a:custGeom>
              <a:avLst/>
              <a:gdLst/>
              <a:ahLst/>
              <a:cxnLst/>
              <a:rect l="l" t="t" r="r" b="b"/>
              <a:pathLst>
                <a:path w="15022" h="15023" extrusionOk="0">
                  <a:moveTo>
                    <a:pt x="7516" y="0"/>
                  </a:moveTo>
                  <a:cubicBezTo>
                    <a:pt x="3369" y="0"/>
                    <a:pt x="0" y="3359"/>
                    <a:pt x="0" y="7506"/>
                  </a:cubicBezTo>
                  <a:cubicBezTo>
                    <a:pt x="0" y="11654"/>
                    <a:pt x="3369" y="15023"/>
                    <a:pt x="7516" y="15023"/>
                  </a:cubicBezTo>
                  <a:cubicBezTo>
                    <a:pt x="11663" y="15023"/>
                    <a:pt x="15022" y="11654"/>
                    <a:pt x="15022" y="7506"/>
                  </a:cubicBezTo>
                  <a:cubicBezTo>
                    <a:pt x="15022" y="3359"/>
                    <a:pt x="11663" y="0"/>
                    <a:pt x="75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3135725" y="2237750"/>
              <a:ext cx="321200" cy="321200"/>
            </a:xfrm>
            <a:custGeom>
              <a:avLst/>
              <a:gdLst/>
              <a:ahLst/>
              <a:cxnLst/>
              <a:rect l="l" t="t" r="r" b="b"/>
              <a:pathLst>
                <a:path w="12848" h="12848" extrusionOk="0">
                  <a:moveTo>
                    <a:pt x="6424" y="0"/>
                  </a:moveTo>
                  <a:cubicBezTo>
                    <a:pt x="2874" y="0"/>
                    <a:pt x="1" y="2883"/>
                    <a:pt x="1" y="6423"/>
                  </a:cubicBezTo>
                  <a:cubicBezTo>
                    <a:pt x="1" y="9974"/>
                    <a:pt x="2874" y="12847"/>
                    <a:pt x="6424" y="12847"/>
                  </a:cubicBezTo>
                  <a:cubicBezTo>
                    <a:pt x="9964" y="12847"/>
                    <a:pt x="12848" y="9974"/>
                    <a:pt x="12848" y="6423"/>
                  </a:cubicBezTo>
                  <a:cubicBezTo>
                    <a:pt x="12848" y="2883"/>
                    <a:pt x="9964" y="0"/>
                    <a:pt x="6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3184025" y="2249875"/>
              <a:ext cx="260775" cy="260500"/>
            </a:xfrm>
            <a:custGeom>
              <a:avLst/>
              <a:gdLst/>
              <a:ahLst/>
              <a:cxnLst/>
              <a:rect l="l" t="t" r="r" b="b"/>
              <a:pathLst>
                <a:path w="10431" h="10420" extrusionOk="0">
                  <a:moveTo>
                    <a:pt x="6940" y="1"/>
                  </a:moveTo>
                  <a:lnTo>
                    <a:pt x="6940" y="1"/>
                  </a:lnTo>
                  <a:cubicBezTo>
                    <a:pt x="7583" y="266"/>
                    <a:pt x="8189" y="640"/>
                    <a:pt x="8740" y="1123"/>
                  </a:cubicBezTo>
                  <a:lnTo>
                    <a:pt x="8740" y="1123"/>
                  </a:lnTo>
                  <a:cubicBezTo>
                    <a:pt x="8211" y="655"/>
                    <a:pt x="7604" y="273"/>
                    <a:pt x="6940" y="1"/>
                  </a:cubicBezTo>
                  <a:close/>
                  <a:moveTo>
                    <a:pt x="2024" y="10"/>
                  </a:moveTo>
                  <a:cubicBezTo>
                    <a:pt x="1286" y="314"/>
                    <a:pt x="598" y="759"/>
                    <a:pt x="1" y="1346"/>
                  </a:cubicBezTo>
                  <a:cubicBezTo>
                    <a:pt x="578" y="779"/>
                    <a:pt x="1266" y="324"/>
                    <a:pt x="2024" y="10"/>
                  </a:cubicBezTo>
                  <a:close/>
                  <a:moveTo>
                    <a:pt x="8740" y="1123"/>
                  </a:moveTo>
                  <a:lnTo>
                    <a:pt x="8740" y="1123"/>
                  </a:lnTo>
                  <a:cubicBezTo>
                    <a:pt x="9468" y="1768"/>
                    <a:pt x="10049" y="2576"/>
                    <a:pt x="10430" y="3490"/>
                  </a:cubicBezTo>
                  <a:cubicBezTo>
                    <a:pt x="10116" y="2732"/>
                    <a:pt x="9651" y="2013"/>
                    <a:pt x="9034" y="1397"/>
                  </a:cubicBezTo>
                  <a:cubicBezTo>
                    <a:pt x="8938" y="1302"/>
                    <a:pt x="8840" y="1211"/>
                    <a:pt x="8740" y="1123"/>
                  </a:cubicBezTo>
                  <a:close/>
                  <a:moveTo>
                    <a:pt x="10420" y="8397"/>
                  </a:moveTo>
                  <a:cubicBezTo>
                    <a:pt x="10107" y="9155"/>
                    <a:pt x="9651" y="9843"/>
                    <a:pt x="9095" y="10420"/>
                  </a:cubicBezTo>
                  <a:cubicBezTo>
                    <a:pt x="9682" y="9823"/>
                    <a:pt x="10127" y="9135"/>
                    <a:pt x="10420" y="8397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3173925" y="2237750"/>
              <a:ext cx="283000" cy="283000"/>
            </a:xfrm>
            <a:custGeom>
              <a:avLst/>
              <a:gdLst/>
              <a:ahLst/>
              <a:cxnLst/>
              <a:rect l="l" t="t" r="r" b="b"/>
              <a:pathLst>
                <a:path w="11320" h="11320" extrusionOk="0">
                  <a:moveTo>
                    <a:pt x="4826" y="0"/>
                  </a:moveTo>
                  <a:cubicBezTo>
                    <a:pt x="4006" y="10"/>
                    <a:pt x="3197" y="172"/>
                    <a:pt x="2428" y="495"/>
                  </a:cubicBezTo>
                  <a:cubicBezTo>
                    <a:pt x="1670" y="809"/>
                    <a:pt x="982" y="1264"/>
                    <a:pt x="405" y="1831"/>
                  </a:cubicBezTo>
                  <a:lnTo>
                    <a:pt x="395" y="1841"/>
                  </a:lnTo>
                  <a:cubicBezTo>
                    <a:pt x="375" y="1851"/>
                    <a:pt x="364" y="1871"/>
                    <a:pt x="354" y="1882"/>
                  </a:cubicBezTo>
                  <a:cubicBezTo>
                    <a:pt x="223" y="2013"/>
                    <a:pt x="112" y="2145"/>
                    <a:pt x="0" y="2276"/>
                  </a:cubicBezTo>
                  <a:cubicBezTo>
                    <a:pt x="1194" y="1254"/>
                    <a:pt x="2671" y="749"/>
                    <a:pt x="4158" y="749"/>
                  </a:cubicBezTo>
                  <a:cubicBezTo>
                    <a:pt x="5797" y="749"/>
                    <a:pt x="7435" y="1376"/>
                    <a:pt x="8690" y="2630"/>
                  </a:cubicBezTo>
                  <a:cubicBezTo>
                    <a:pt x="11077" y="5007"/>
                    <a:pt x="11188" y="8801"/>
                    <a:pt x="9043" y="11319"/>
                  </a:cubicBezTo>
                  <a:cubicBezTo>
                    <a:pt x="9175" y="11208"/>
                    <a:pt x="9306" y="11097"/>
                    <a:pt x="9438" y="10966"/>
                  </a:cubicBezTo>
                  <a:lnTo>
                    <a:pt x="9489" y="10915"/>
                  </a:lnTo>
                  <a:cubicBezTo>
                    <a:pt x="9489" y="10915"/>
                    <a:pt x="9489" y="10905"/>
                    <a:pt x="9499" y="10905"/>
                  </a:cubicBezTo>
                  <a:cubicBezTo>
                    <a:pt x="10055" y="10328"/>
                    <a:pt x="10511" y="9640"/>
                    <a:pt x="10824" y="8882"/>
                  </a:cubicBezTo>
                  <a:cubicBezTo>
                    <a:pt x="11138" y="8123"/>
                    <a:pt x="11300" y="7324"/>
                    <a:pt x="11309" y="6515"/>
                  </a:cubicBezTo>
                  <a:lnTo>
                    <a:pt x="11320" y="6515"/>
                  </a:lnTo>
                  <a:lnTo>
                    <a:pt x="11320" y="6504"/>
                  </a:lnTo>
                  <a:lnTo>
                    <a:pt x="11320" y="6494"/>
                  </a:lnTo>
                  <a:lnTo>
                    <a:pt x="11320" y="6423"/>
                  </a:lnTo>
                  <a:lnTo>
                    <a:pt x="11320" y="6353"/>
                  </a:lnTo>
                  <a:lnTo>
                    <a:pt x="11320" y="6342"/>
                  </a:lnTo>
                  <a:lnTo>
                    <a:pt x="11309" y="6342"/>
                  </a:lnTo>
                  <a:cubicBezTo>
                    <a:pt x="11300" y="5533"/>
                    <a:pt x="11138" y="4734"/>
                    <a:pt x="10834" y="3975"/>
                  </a:cubicBezTo>
                  <a:cubicBezTo>
                    <a:pt x="10176" y="2397"/>
                    <a:pt x="8922" y="1133"/>
                    <a:pt x="7344" y="486"/>
                  </a:cubicBezTo>
                  <a:cubicBezTo>
                    <a:pt x="6575" y="172"/>
                    <a:pt x="5766" y="10"/>
                    <a:pt x="4957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3286975" y="2237750"/>
              <a:ext cx="18475" cy="22000"/>
            </a:xfrm>
            <a:custGeom>
              <a:avLst/>
              <a:gdLst/>
              <a:ahLst/>
              <a:cxnLst/>
              <a:rect l="l" t="t" r="r" b="b"/>
              <a:pathLst>
                <a:path w="739" h="880" extrusionOk="0">
                  <a:moveTo>
                    <a:pt x="374" y="0"/>
                  </a:moveTo>
                  <a:cubicBezTo>
                    <a:pt x="243" y="0"/>
                    <a:pt x="122" y="10"/>
                    <a:pt x="0" y="10"/>
                  </a:cubicBezTo>
                  <a:lnTo>
                    <a:pt x="0" y="880"/>
                  </a:lnTo>
                  <a:lnTo>
                    <a:pt x="738" y="880"/>
                  </a:lnTo>
                  <a:lnTo>
                    <a:pt x="738" y="10"/>
                  </a:lnTo>
                  <a:cubicBezTo>
                    <a:pt x="617" y="10"/>
                    <a:pt x="495" y="0"/>
                    <a:pt x="374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3286975" y="2537175"/>
              <a:ext cx="18475" cy="21775"/>
            </a:xfrm>
            <a:custGeom>
              <a:avLst/>
              <a:gdLst/>
              <a:ahLst/>
              <a:cxnLst/>
              <a:rect l="l" t="t" r="r" b="b"/>
              <a:pathLst>
                <a:path w="739" h="871" extrusionOk="0">
                  <a:moveTo>
                    <a:pt x="0" y="0"/>
                  </a:moveTo>
                  <a:lnTo>
                    <a:pt x="0" y="860"/>
                  </a:lnTo>
                  <a:cubicBezTo>
                    <a:pt x="122" y="870"/>
                    <a:pt x="243" y="870"/>
                    <a:pt x="374" y="870"/>
                  </a:cubicBezTo>
                  <a:cubicBezTo>
                    <a:pt x="495" y="870"/>
                    <a:pt x="617" y="870"/>
                    <a:pt x="738" y="860"/>
                  </a:cubicBezTo>
                  <a:lnTo>
                    <a:pt x="738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3159750" y="2309550"/>
              <a:ext cx="21025" cy="15950"/>
            </a:xfrm>
            <a:custGeom>
              <a:avLst/>
              <a:gdLst/>
              <a:ahLst/>
              <a:cxnLst/>
              <a:rect l="l" t="t" r="r" b="b"/>
              <a:pathLst>
                <a:path w="841" h="638" extrusionOk="0">
                  <a:moveTo>
                    <a:pt x="112" y="1"/>
                  </a:moveTo>
                  <a:cubicBezTo>
                    <a:pt x="72" y="51"/>
                    <a:pt x="41" y="112"/>
                    <a:pt x="1" y="163"/>
                  </a:cubicBezTo>
                  <a:lnTo>
                    <a:pt x="739" y="638"/>
                  </a:lnTo>
                  <a:lnTo>
                    <a:pt x="841" y="476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3411625" y="2471400"/>
              <a:ext cx="21025" cy="15950"/>
            </a:xfrm>
            <a:custGeom>
              <a:avLst/>
              <a:gdLst/>
              <a:ahLst/>
              <a:cxnLst/>
              <a:rect l="l" t="t" r="r" b="b"/>
              <a:pathLst>
                <a:path w="841" h="638" extrusionOk="0">
                  <a:moveTo>
                    <a:pt x="102" y="1"/>
                  </a:moveTo>
                  <a:lnTo>
                    <a:pt x="1" y="163"/>
                  </a:lnTo>
                  <a:lnTo>
                    <a:pt x="729" y="638"/>
                  </a:lnTo>
                  <a:cubicBezTo>
                    <a:pt x="770" y="577"/>
                    <a:pt x="810" y="527"/>
                    <a:pt x="841" y="466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3207300" y="2513900"/>
              <a:ext cx="15950" cy="21000"/>
            </a:xfrm>
            <a:custGeom>
              <a:avLst/>
              <a:gdLst/>
              <a:ahLst/>
              <a:cxnLst/>
              <a:rect l="l" t="t" r="r" b="b"/>
              <a:pathLst>
                <a:path w="638" h="840" extrusionOk="0">
                  <a:moveTo>
                    <a:pt x="476" y="0"/>
                  </a:moveTo>
                  <a:lnTo>
                    <a:pt x="0" y="729"/>
                  </a:lnTo>
                  <a:cubicBezTo>
                    <a:pt x="61" y="769"/>
                    <a:pt x="112" y="799"/>
                    <a:pt x="173" y="840"/>
                  </a:cubicBezTo>
                  <a:lnTo>
                    <a:pt x="638" y="102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3369150" y="2262025"/>
              <a:ext cx="15975" cy="21000"/>
            </a:xfrm>
            <a:custGeom>
              <a:avLst/>
              <a:gdLst/>
              <a:ahLst/>
              <a:cxnLst/>
              <a:rect l="l" t="t" r="r" b="b"/>
              <a:pathLst>
                <a:path w="639" h="840" extrusionOk="0">
                  <a:moveTo>
                    <a:pt x="476" y="0"/>
                  </a:moveTo>
                  <a:lnTo>
                    <a:pt x="0" y="738"/>
                  </a:lnTo>
                  <a:lnTo>
                    <a:pt x="162" y="839"/>
                  </a:lnTo>
                  <a:lnTo>
                    <a:pt x="638" y="111"/>
                  </a:lnTo>
                  <a:cubicBezTo>
                    <a:pt x="587" y="71"/>
                    <a:pt x="526" y="30"/>
                    <a:pt x="476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3217675" y="2255950"/>
              <a:ext cx="14700" cy="21775"/>
            </a:xfrm>
            <a:custGeom>
              <a:avLst/>
              <a:gdLst/>
              <a:ahLst/>
              <a:cxnLst/>
              <a:rect l="l" t="t" r="r" b="b"/>
              <a:pathLst>
                <a:path w="588" h="871" extrusionOk="0">
                  <a:moveTo>
                    <a:pt x="172" y="0"/>
                  </a:moveTo>
                  <a:cubicBezTo>
                    <a:pt x="111" y="41"/>
                    <a:pt x="51" y="71"/>
                    <a:pt x="0" y="102"/>
                  </a:cubicBezTo>
                  <a:lnTo>
                    <a:pt x="415" y="870"/>
                  </a:lnTo>
                  <a:lnTo>
                    <a:pt x="587" y="769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3360050" y="2519200"/>
              <a:ext cx="14950" cy="21525"/>
            </a:xfrm>
            <a:custGeom>
              <a:avLst/>
              <a:gdLst/>
              <a:ahLst/>
              <a:cxnLst/>
              <a:rect l="l" t="t" r="r" b="b"/>
              <a:pathLst>
                <a:path w="598" h="861" extrusionOk="0">
                  <a:moveTo>
                    <a:pt x="182" y="0"/>
                  </a:moveTo>
                  <a:lnTo>
                    <a:pt x="0" y="92"/>
                  </a:lnTo>
                  <a:lnTo>
                    <a:pt x="415" y="861"/>
                  </a:lnTo>
                  <a:lnTo>
                    <a:pt x="597" y="769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3153950" y="2462300"/>
              <a:ext cx="21500" cy="14700"/>
            </a:xfrm>
            <a:custGeom>
              <a:avLst/>
              <a:gdLst/>
              <a:ahLst/>
              <a:cxnLst/>
              <a:rect l="l" t="t" r="r" b="b"/>
              <a:pathLst>
                <a:path w="860" h="588" extrusionOk="0">
                  <a:moveTo>
                    <a:pt x="769" y="1"/>
                  </a:moveTo>
                  <a:lnTo>
                    <a:pt x="0" y="415"/>
                  </a:lnTo>
                  <a:cubicBezTo>
                    <a:pt x="30" y="476"/>
                    <a:pt x="61" y="537"/>
                    <a:pt x="91" y="588"/>
                  </a:cubicBezTo>
                  <a:lnTo>
                    <a:pt x="860" y="172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3416950" y="2319675"/>
              <a:ext cx="21500" cy="14950"/>
            </a:xfrm>
            <a:custGeom>
              <a:avLst/>
              <a:gdLst/>
              <a:ahLst/>
              <a:cxnLst/>
              <a:rect l="l" t="t" r="r" b="b"/>
              <a:pathLst>
                <a:path w="860" h="598" extrusionOk="0">
                  <a:moveTo>
                    <a:pt x="769" y="1"/>
                  </a:moveTo>
                  <a:lnTo>
                    <a:pt x="1" y="415"/>
                  </a:lnTo>
                  <a:lnTo>
                    <a:pt x="102" y="597"/>
                  </a:lnTo>
                  <a:lnTo>
                    <a:pt x="860" y="183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3135725" y="2389200"/>
              <a:ext cx="21775" cy="18500"/>
            </a:xfrm>
            <a:custGeom>
              <a:avLst/>
              <a:gdLst/>
              <a:ahLst/>
              <a:cxnLst/>
              <a:rect l="l" t="t" r="r" b="b"/>
              <a:pathLst>
                <a:path w="871" h="740" extrusionOk="0">
                  <a:moveTo>
                    <a:pt x="11" y="1"/>
                  </a:moveTo>
                  <a:cubicBezTo>
                    <a:pt x="1" y="122"/>
                    <a:pt x="1" y="244"/>
                    <a:pt x="1" y="365"/>
                  </a:cubicBezTo>
                  <a:cubicBezTo>
                    <a:pt x="1" y="497"/>
                    <a:pt x="1" y="618"/>
                    <a:pt x="11" y="740"/>
                  </a:cubicBezTo>
                  <a:lnTo>
                    <a:pt x="871" y="740"/>
                  </a:lnTo>
                  <a:lnTo>
                    <a:pt x="871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3434900" y="2389200"/>
              <a:ext cx="22025" cy="18500"/>
            </a:xfrm>
            <a:custGeom>
              <a:avLst/>
              <a:gdLst/>
              <a:ahLst/>
              <a:cxnLst/>
              <a:rect l="l" t="t" r="r" b="b"/>
              <a:pathLst>
                <a:path w="881" h="740" extrusionOk="0">
                  <a:moveTo>
                    <a:pt x="0" y="1"/>
                  </a:moveTo>
                  <a:lnTo>
                    <a:pt x="0" y="740"/>
                  </a:lnTo>
                  <a:lnTo>
                    <a:pt x="861" y="740"/>
                  </a:lnTo>
                  <a:cubicBezTo>
                    <a:pt x="870" y="618"/>
                    <a:pt x="881" y="497"/>
                    <a:pt x="881" y="365"/>
                  </a:cubicBezTo>
                  <a:cubicBezTo>
                    <a:pt x="881" y="244"/>
                    <a:pt x="870" y="122"/>
                    <a:pt x="86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3292525" y="2384925"/>
              <a:ext cx="88275" cy="87525"/>
            </a:xfrm>
            <a:custGeom>
              <a:avLst/>
              <a:gdLst/>
              <a:ahLst/>
              <a:cxnLst/>
              <a:rect l="l" t="t" r="r" b="b"/>
              <a:pathLst>
                <a:path w="3531" h="3501" extrusionOk="0">
                  <a:moveTo>
                    <a:pt x="243" y="0"/>
                  </a:moveTo>
                  <a:lnTo>
                    <a:pt x="1" y="243"/>
                  </a:lnTo>
                  <a:lnTo>
                    <a:pt x="3531" y="350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3246750" y="2386175"/>
              <a:ext cx="50600" cy="50600"/>
            </a:xfrm>
            <a:custGeom>
              <a:avLst/>
              <a:gdLst/>
              <a:ahLst/>
              <a:cxnLst/>
              <a:rect l="l" t="t" r="r" b="b"/>
              <a:pathLst>
                <a:path w="2024" h="2024" extrusionOk="0">
                  <a:moveTo>
                    <a:pt x="1781" y="1"/>
                  </a:moveTo>
                  <a:lnTo>
                    <a:pt x="0" y="2024"/>
                  </a:lnTo>
                  <a:lnTo>
                    <a:pt x="2023" y="243"/>
                  </a:lnTo>
                  <a:lnTo>
                    <a:pt x="17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3293550" y="2241025"/>
              <a:ext cx="4300" cy="146950"/>
            </a:xfrm>
            <a:custGeom>
              <a:avLst/>
              <a:gdLst/>
              <a:ahLst/>
              <a:cxnLst/>
              <a:rect l="l" t="t" r="r" b="b"/>
              <a:pathLst>
                <a:path w="172" h="5878" extrusionOk="0">
                  <a:moveTo>
                    <a:pt x="81" y="0"/>
                  </a:moveTo>
                  <a:lnTo>
                    <a:pt x="0" y="5878"/>
                  </a:lnTo>
                  <a:lnTo>
                    <a:pt x="172" y="5878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3278600" y="2372525"/>
              <a:ext cx="33925" cy="30875"/>
            </a:xfrm>
            <a:custGeom>
              <a:avLst/>
              <a:gdLst/>
              <a:ahLst/>
              <a:cxnLst/>
              <a:rect l="l" t="t" r="r" b="b"/>
              <a:pathLst>
                <a:path w="1357" h="1235" extrusionOk="0">
                  <a:moveTo>
                    <a:pt x="683" y="0"/>
                  </a:moveTo>
                  <a:cubicBezTo>
                    <a:pt x="525" y="0"/>
                    <a:pt x="365" y="61"/>
                    <a:pt x="244" y="182"/>
                  </a:cubicBezTo>
                  <a:cubicBezTo>
                    <a:pt x="1" y="425"/>
                    <a:pt x="1" y="810"/>
                    <a:pt x="244" y="1052"/>
                  </a:cubicBezTo>
                  <a:cubicBezTo>
                    <a:pt x="365" y="1174"/>
                    <a:pt x="525" y="1234"/>
                    <a:pt x="683" y="1234"/>
                  </a:cubicBezTo>
                  <a:cubicBezTo>
                    <a:pt x="841" y="1234"/>
                    <a:pt x="998" y="1174"/>
                    <a:pt x="1114" y="1052"/>
                  </a:cubicBezTo>
                  <a:cubicBezTo>
                    <a:pt x="1356" y="810"/>
                    <a:pt x="1356" y="425"/>
                    <a:pt x="1114" y="182"/>
                  </a:cubicBezTo>
                  <a:cubicBezTo>
                    <a:pt x="998" y="61"/>
                    <a:pt x="841" y="0"/>
                    <a:pt x="6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3289750" y="2382450"/>
              <a:ext cx="11900" cy="11025"/>
            </a:xfrm>
            <a:custGeom>
              <a:avLst/>
              <a:gdLst/>
              <a:ahLst/>
              <a:cxnLst/>
              <a:rect l="l" t="t" r="r" b="b"/>
              <a:pathLst>
                <a:path w="476" h="441" extrusionOk="0">
                  <a:moveTo>
                    <a:pt x="238" y="1"/>
                  </a:moveTo>
                  <a:cubicBezTo>
                    <a:pt x="182" y="1"/>
                    <a:pt x="127" y="23"/>
                    <a:pt x="81" y="69"/>
                  </a:cubicBezTo>
                  <a:cubicBezTo>
                    <a:pt x="0" y="150"/>
                    <a:pt x="0" y="291"/>
                    <a:pt x="81" y="372"/>
                  </a:cubicBezTo>
                  <a:cubicBezTo>
                    <a:pt x="127" y="418"/>
                    <a:pt x="182" y="441"/>
                    <a:pt x="238" y="441"/>
                  </a:cubicBezTo>
                  <a:cubicBezTo>
                    <a:pt x="294" y="441"/>
                    <a:pt x="349" y="418"/>
                    <a:pt x="395" y="372"/>
                  </a:cubicBezTo>
                  <a:cubicBezTo>
                    <a:pt x="476" y="291"/>
                    <a:pt x="476" y="150"/>
                    <a:pt x="395" y="69"/>
                  </a:cubicBezTo>
                  <a:cubicBezTo>
                    <a:pt x="349" y="23"/>
                    <a:pt x="294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2856275" y="1987625"/>
              <a:ext cx="156825" cy="56925"/>
            </a:xfrm>
            <a:custGeom>
              <a:avLst/>
              <a:gdLst/>
              <a:ahLst/>
              <a:cxnLst/>
              <a:rect l="l" t="t" r="r" b="b"/>
              <a:pathLst>
                <a:path w="6273" h="2277" extrusionOk="0">
                  <a:moveTo>
                    <a:pt x="2378" y="0"/>
                  </a:moveTo>
                  <a:cubicBezTo>
                    <a:pt x="1933" y="0"/>
                    <a:pt x="1569" y="364"/>
                    <a:pt x="1569" y="820"/>
                  </a:cubicBezTo>
                  <a:cubicBezTo>
                    <a:pt x="1569" y="941"/>
                    <a:pt x="1599" y="1063"/>
                    <a:pt x="1650" y="1174"/>
                  </a:cubicBezTo>
                  <a:cubicBezTo>
                    <a:pt x="1610" y="1164"/>
                    <a:pt x="1569" y="1164"/>
                    <a:pt x="1529" y="1164"/>
                  </a:cubicBezTo>
                  <a:cubicBezTo>
                    <a:pt x="1194" y="1164"/>
                    <a:pt x="922" y="1407"/>
                    <a:pt x="871" y="1720"/>
                  </a:cubicBezTo>
                  <a:cubicBezTo>
                    <a:pt x="780" y="1670"/>
                    <a:pt x="679" y="1639"/>
                    <a:pt x="567" y="1639"/>
                  </a:cubicBezTo>
                  <a:cubicBezTo>
                    <a:pt x="254" y="1639"/>
                    <a:pt x="1" y="1892"/>
                    <a:pt x="1" y="2206"/>
                  </a:cubicBezTo>
                  <a:lnTo>
                    <a:pt x="1" y="2277"/>
                  </a:lnTo>
                  <a:lnTo>
                    <a:pt x="6272" y="2277"/>
                  </a:lnTo>
                  <a:cubicBezTo>
                    <a:pt x="6272" y="2023"/>
                    <a:pt x="6070" y="1821"/>
                    <a:pt x="5827" y="1821"/>
                  </a:cubicBezTo>
                  <a:cubicBezTo>
                    <a:pt x="5787" y="1821"/>
                    <a:pt x="5746" y="1832"/>
                    <a:pt x="5717" y="1841"/>
                  </a:cubicBezTo>
                  <a:cubicBezTo>
                    <a:pt x="5666" y="1538"/>
                    <a:pt x="5413" y="1306"/>
                    <a:pt x="5099" y="1275"/>
                  </a:cubicBezTo>
                  <a:cubicBezTo>
                    <a:pt x="5099" y="861"/>
                    <a:pt x="4766" y="526"/>
                    <a:pt x="4361" y="526"/>
                  </a:cubicBezTo>
                  <a:cubicBezTo>
                    <a:pt x="4118" y="526"/>
                    <a:pt x="3896" y="648"/>
                    <a:pt x="3764" y="830"/>
                  </a:cubicBezTo>
                  <a:cubicBezTo>
                    <a:pt x="3673" y="739"/>
                    <a:pt x="3552" y="688"/>
                    <a:pt x="3420" y="688"/>
                  </a:cubicBezTo>
                  <a:cubicBezTo>
                    <a:pt x="3339" y="688"/>
                    <a:pt x="3269" y="708"/>
                    <a:pt x="3197" y="749"/>
                  </a:cubicBezTo>
                  <a:cubicBezTo>
                    <a:pt x="3157" y="324"/>
                    <a:pt x="2813" y="0"/>
                    <a:pt x="2378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3135725" y="1932500"/>
              <a:ext cx="130275" cy="47050"/>
            </a:xfrm>
            <a:custGeom>
              <a:avLst/>
              <a:gdLst/>
              <a:ahLst/>
              <a:cxnLst/>
              <a:rect l="l" t="t" r="r" b="b"/>
              <a:pathLst>
                <a:path w="5211" h="1882" extrusionOk="0">
                  <a:moveTo>
                    <a:pt x="3227" y="0"/>
                  </a:moveTo>
                  <a:cubicBezTo>
                    <a:pt x="2874" y="0"/>
                    <a:pt x="2580" y="274"/>
                    <a:pt x="2550" y="618"/>
                  </a:cubicBezTo>
                  <a:cubicBezTo>
                    <a:pt x="2499" y="587"/>
                    <a:pt x="2429" y="567"/>
                    <a:pt x="2368" y="567"/>
                  </a:cubicBezTo>
                  <a:cubicBezTo>
                    <a:pt x="2256" y="567"/>
                    <a:pt x="2155" y="618"/>
                    <a:pt x="2085" y="688"/>
                  </a:cubicBezTo>
                  <a:cubicBezTo>
                    <a:pt x="1973" y="537"/>
                    <a:pt x="1791" y="435"/>
                    <a:pt x="1589" y="435"/>
                  </a:cubicBezTo>
                  <a:cubicBezTo>
                    <a:pt x="1245" y="435"/>
                    <a:pt x="972" y="719"/>
                    <a:pt x="972" y="1052"/>
                  </a:cubicBezTo>
                  <a:lnTo>
                    <a:pt x="972" y="1063"/>
                  </a:lnTo>
                  <a:cubicBezTo>
                    <a:pt x="709" y="1083"/>
                    <a:pt x="507" y="1275"/>
                    <a:pt x="466" y="1528"/>
                  </a:cubicBezTo>
                  <a:cubicBezTo>
                    <a:pt x="436" y="1517"/>
                    <a:pt x="406" y="1517"/>
                    <a:pt x="375" y="1517"/>
                  </a:cubicBezTo>
                  <a:cubicBezTo>
                    <a:pt x="163" y="1517"/>
                    <a:pt x="1" y="1679"/>
                    <a:pt x="1" y="1882"/>
                  </a:cubicBezTo>
                  <a:lnTo>
                    <a:pt x="5200" y="1882"/>
                  </a:lnTo>
                  <a:cubicBezTo>
                    <a:pt x="5200" y="1872"/>
                    <a:pt x="5210" y="1852"/>
                    <a:pt x="5210" y="1831"/>
                  </a:cubicBezTo>
                  <a:cubicBezTo>
                    <a:pt x="5210" y="1568"/>
                    <a:pt x="4998" y="1356"/>
                    <a:pt x="4735" y="1356"/>
                  </a:cubicBezTo>
                  <a:cubicBezTo>
                    <a:pt x="4644" y="1356"/>
                    <a:pt x="4553" y="1386"/>
                    <a:pt x="4482" y="1427"/>
                  </a:cubicBezTo>
                  <a:cubicBezTo>
                    <a:pt x="4441" y="1164"/>
                    <a:pt x="4219" y="961"/>
                    <a:pt x="3936" y="961"/>
                  </a:cubicBezTo>
                  <a:cubicBezTo>
                    <a:pt x="3906" y="961"/>
                    <a:pt x="3875" y="971"/>
                    <a:pt x="3845" y="971"/>
                  </a:cubicBezTo>
                  <a:cubicBezTo>
                    <a:pt x="3885" y="881"/>
                    <a:pt x="3906" y="779"/>
                    <a:pt x="3906" y="678"/>
                  </a:cubicBezTo>
                  <a:cubicBezTo>
                    <a:pt x="3906" y="304"/>
                    <a:pt x="3602" y="0"/>
                    <a:pt x="3227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3279625" y="2026575"/>
              <a:ext cx="267850" cy="68800"/>
            </a:xfrm>
            <a:custGeom>
              <a:avLst/>
              <a:gdLst/>
              <a:ahLst/>
              <a:cxnLst/>
              <a:rect l="l" t="t" r="r" b="b"/>
              <a:pathLst>
                <a:path w="10714" h="2752" extrusionOk="0">
                  <a:moveTo>
                    <a:pt x="6788" y="0"/>
                  </a:moveTo>
                  <a:cubicBezTo>
                    <a:pt x="6262" y="0"/>
                    <a:pt x="5817" y="314"/>
                    <a:pt x="5615" y="769"/>
                  </a:cubicBezTo>
                  <a:cubicBezTo>
                    <a:pt x="5402" y="577"/>
                    <a:pt x="5119" y="456"/>
                    <a:pt x="4815" y="456"/>
                  </a:cubicBezTo>
                  <a:cubicBezTo>
                    <a:pt x="4188" y="456"/>
                    <a:pt x="3682" y="931"/>
                    <a:pt x="3632" y="1548"/>
                  </a:cubicBezTo>
                  <a:cubicBezTo>
                    <a:pt x="3491" y="1488"/>
                    <a:pt x="3339" y="1457"/>
                    <a:pt x="3187" y="1457"/>
                  </a:cubicBezTo>
                  <a:cubicBezTo>
                    <a:pt x="2893" y="1457"/>
                    <a:pt x="2621" y="1568"/>
                    <a:pt x="2428" y="1751"/>
                  </a:cubicBezTo>
                  <a:cubicBezTo>
                    <a:pt x="2246" y="1517"/>
                    <a:pt x="1973" y="1356"/>
                    <a:pt x="1650" y="1356"/>
                  </a:cubicBezTo>
                  <a:cubicBezTo>
                    <a:pt x="1275" y="1356"/>
                    <a:pt x="962" y="1578"/>
                    <a:pt x="800" y="1882"/>
                  </a:cubicBezTo>
                  <a:lnTo>
                    <a:pt x="688" y="1882"/>
                  </a:lnTo>
                  <a:cubicBezTo>
                    <a:pt x="304" y="1882"/>
                    <a:pt x="0" y="2185"/>
                    <a:pt x="0" y="2569"/>
                  </a:cubicBezTo>
                  <a:cubicBezTo>
                    <a:pt x="0" y="2630"/>
                    <a:pt x="11" y="2701"/>
                    <a:pt x="21" y="2752"/>
                  </a:cubicBezTo>
                  <a:lnTo>
                    <a:pt x="10713" y="2752"/>
                  </a:lnTo>
                  <a:cubicBezTo>
                    <a:pt x="10713" y="2317"/>
                    <a:pt x="10410" y="1953"/>
                    <a:pt x="10005" y="1852"/>
                  </a:cubicBezTo>
                  <a:cubicBezTo>
                    <a:pt x="9843" y="1356"/>
                    <a:pt x="9378" y="991"/>
                    <a:pt x="8821" y="991"/>
                  </a:cubicBezTo>
                  <a:cubicBezTo>
                    <a:pt x="8538" y="991"/>
                    <a:pt x="8286" y="1093"/>
                    <a:pt x="8073" y="1245"/>
                  </a:cubicBezTo>
                  <a:cubicBezTo>
                    <a:pt x="8052" y="557"/>
                    <a:pt x="7486" y="0"/>
                    <a:pt x="6788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2870950" y="2284525"/>
              <a:ext cx="307025" cy="300450"/>
            </a:xfrm>
            <a:custGeom>
              <a:avLst/>
              <a:gdLst/>
              <a:ahLst/>
              <a:cxnLst/>
              <a:rect l="l" t="t" r="r" b="b"/>
              <a:pathLst>
                <a:path w="12281" h="12018" extrusionOk="0">
                  <a:moveTo>
                    <a:pt x="102" y="0"/>
                  </a:moveTo>
                  <a:cubicBezTo>
                    <a:pt x="41" y="0"/>
                    <a:pt x="1" y="51"/>
                    <a:pt x="1" y="112"/>
                  </a:cubicBezTo>
                  <a:lnTo>
                    <a:pt x="1" y="11916"/>
                  </a:lnTo>
                  <a:cubicBezTo>
                    <a:pt x="1" y="11977"/>
                    <a:pt x="41" y="12018"/>
                    <a:pt x="102" y="12018"/>
                  </a:cubicBezTo>
                  <a:lnTo>
                    <a:pt x="12180" y="12018"/>
                  </a:lnTo>
                  <a:cubicBezTo>
                    <a:pt x="12231" y="12018"/>
                    <a:pt x="12281" y="11977"/>
                    <a:pt x="12281" y="11916"/>
                  </a:cubicBezTo>
                  <a:lnTo>
                    <a:pt x="12281" y="112"/>
                  </a:lnTo>
                  <a:cubicBezTo>
                    <a:pt x="12281" y="51"/>
                    <a:pt x="12231" y="0"/>
                    <a:pt x="12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2886125" y="2293375"/>
              <a:ext cx="278200" cy="55675"/>
            </a:xfrm>
            <a:custGeom>
              <a:avLst/>
              <a:gdLst/>
              <a:ahLst/>
              <a:cxnLst/>
              <a:rect l="l" t="t" r="r" b="b"/>
              <a:pathLst>
                <a:path w="11128" h="2227" extrusionOk="0">
                  <a:moveTo>
                    <a:pt x="92" y="1"/>
                  </a:moveTo>
                  <a:cubicBezTo>
                    <a:pt x="41" y="1"/>
                    <a:pt x="0" y="41"/>
                    <a:pt x="0" y="91"/>
                  </a:cubicBezTo>
                  <a:lnTo>
                    <a:pt x="0" y="2135"/>
                  </a:lnTo>
                  <a:cubicBezTo>
                    <a:pt x="0" y="2186"/>
                    <a:pt x="41" y="2226"/>
                    <a:pt x="92" y="2226"/>
                  </a:cubicBezTo>
                  <a:lnTo>
                    <a:pt x="11037" y="2226"/>
                  </a:lnTo>
                  <a:cubicBezTo>
                    <a:pt x="11087" y="2226"/>
                    <a:pt x="11128" y="2186"/>
                    <a:pt x="11128" y="2135"/>
                  </a:cubicBezTo>
                  <a:lnTo>
                    <a:pt x="11128" y="91"/>
                  </a:lnTo>
                  <a:cubicBezTo>
                    <a:pt x="11128" y="41"/>
                    <a:pt x="11087" y="1"/>
                    <a:pt x="11037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3117025" y="23641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91" y="1649"/>
                  </a:cubicBezTo>
                  <a:lnTo>
                    <a:pt x="1548" y="1649"/>
                  </a:lnTo>
                  <a:cubicBezTo>
                    <a:pt x="1599" y="1649"/>
                    <a:pt x="1639" y="1599"/>
                    <a:pt x="1639" y="1548"/>
                  </a:cubicBezTo>
                  <a:lnTo>
                    <a:pt x="1639" y="102"/>
                  </a:lnTo>
                  <a:cubicBezTo>
                    <a:pt x="163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3058350" y="23641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1" y="51"/>
                    <a:pt x="1" y="102"/>
                  </a:cubicBezTo>
                  <a:lnTo>
                    <a:pt x="1" y="1548"/>
                  </a:lnTo>
                  <a:cubicBezTo>
                    <a:pt x="1" y="1599"/>
                    <a:pt x="41" y="1649"/>
                    <a:pt x="91" y="1649"/>
                  </a:cubicBezTo>
                  <a:lnTo>
                    <a:pt x="1538" y="1649"/>
                  </a:lnTo>
                  <a:cubicBezTo>
                    <a:pt x="1599" y="1649"/>
                    <a:pt x="1639" y="1599"/>
                    <a:pt x="1639" y="1548"/>
                  </a:cubicBezTo>
                  <a:lnTo>
                    <a:pt x="1639" y="102"/>
                  </a:lnTo>
                  <a:cubicBezTo>
                    <a:pt x="1639" y="51"/>
                    <a:pt x="1599" y="1"/>
                    <a:pt x="1538" y="1"/>
                  </a:cubicBez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3003225" y="23641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102" y="1649"/>
                  </a:cubicBezTo>
                  <a:lnTo>
                    <a:pt x="1548" y="1649"/>
                  </a:lnTo>
                  <a:cubicBezTo>
                    <a:pt x="1599" y="1649"/>
                    <a:pt x="1649" y="1599"/>
                    <a:pt x="1649" y="1548"/>
                  </a:cubicBezTo>
                  <a:lnTo>
                    <a:pt x="1649" y="102"/>
                  </a:lnTo>
                  <a:cubicBezTo>
                    <a:pt x="164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2946300" y="2364175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51"/>
                    <a:pt x="1" y="102"/>
                  </a:cubicBezTo>
                  <a:lnTo>
                    <a:pt x="1" y="1548"/>
                  </a:lnTo>
                  <a:cubicBezTo>
                    <a:pt x="1" y="1599"/>
                    <a:pt x="41" y="1649"/>
                    <a:pt x="102" y="1649"/>
                  </a:cubicBezTo>
                  <a:lnTo>
                    <a:pt x="1549" y="1649"/>
                  </a:lnTo>
                  <a:cubicBezTo>
                    <a:pt x="1599" y="1649"/>
                    <a:pt x="1650" y="1599"/>
                    <a:pt x="1650" y="1548"/>
                  </a:cubicBezTo>
                  <a:lnTo>
                    <a:pt x="1650" y="102"/>
                  </a:lnTo>
                  <a:cubicBezTo>
                    <a:pt x="1650" y="5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2889425" y="23641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102" y="1649"/>
                  </a:cubicBezTo>
                  <a:lnTo>
                    <a:pt x="1548" y="1649"/>
                  </a:lnTo>
                  <a:cubicBezTo>
                    <a:pt x="1599" y="1649"/>
                    <a:pt x="1649" y="1599"/>
                    <a:pt x="1649" y="1548"/>
                  </a:cubicBezTo>
                  <a:lnTo>
                    <a:pt x="1649" y="102"/>
                  </a:lnTo>
                  <a:cubicBezTo>
                    <a:pt x="164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3117025" y="2419050"/>
              <a:ext cx="41000" cy="41000"/>
            </a:xfrm>
            <a:custGeom>
              <a:avLst/>
              <a:gdLst/>
              <a:ahLst/>
              <a:cxnLst/>
              <a:rect l="l" t="t" r="r" b="b"/>
              <a:pathLst>
                <a:path w="1640" h="1640" extrusionOk="0">
                  <a:moveTo>
                    <a:pt x="91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91" y="1639"/>
                  </a:cubicBezTo>
                  <a:lnTo>
                    <a:pt x="1548" y="1639"/>
                  </a:lnTo>
                  <a:cubicBezTo>
                    <a:pt x="1599" y="1639"/>
                    <a:pt x="1639" y="1599"/>
                    <a:pt x="1639" y="1538"/>
                  </a:cubicBezTo>
                  <a:lnTo>
                    <a:pt x="1639" y="92"/>
                  </a:lnTo>
                  <a:cubicBezTo>
                    <a:pt x="163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3060125" y="2419050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101" y="1"/>
                  </a:moveTo>
                  <a:cubicBezTo>
                    <a:pt x="40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0" y="1639"/>
                    <a:pt x="101" y="1639"/>
                  </a:cubicBezTo>
                  <a:lnTo>
                    <a:pt x="1548" y="1639"/>
                  </a:lnTo>
                  <a:cubicBezTo>
                    <a:pt x="1598" y="1639"/>
                    <a:pt x="1639" y="1599"/>
                    <a:pt x="1639" y="1538"/>
                  </a:cubicBezTo>
                  <a:lnTo>
                    <a:pt x="1639" y="92"/>
                  </a:lnTo>
                  <a:cubicBezTo>
                    <a:pt x="1639" y="41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3003225" y="2419050"/>
              <a:ext cx="41225" cy="41000"/>
            </a:xfrm>
            <a:custGeom>
              <a:avLst/>
              <a:gdLst/>
              <a:ahLst/>
              <a:cxnLst/>
              <a:rect l="l" t="t" r="r" b="b"/>
              <a:pathLst>
                <a:path w="1649" h="1640" extrusionOk="0">
                  <a:moveTo>
                    <a:pt x="102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102" y="1639"/>
                  </a:cubicBezTo>
                  <a:lnTo>
                    <a:pt x="1548" y="1639"/>
                  </a:lnTo>
                  <a:cubicBezTo>
                    <a:pt x="1599" y="1639"/>
                    <a:pt x="1649" y="1599"/>
                    <a:pt x="1649" y="1538"/>
                  </a:cubicBezTo>
                  <a:lnTo>
                    <a:pt x="1649" y="9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2946300" y="2419050"/>
              <a:ext cx="41275" cy="41000"/>
            </a:xfrm>
            <a:custGeom>
              <a:avLst/>
              <a:gdLst/>
              <a:ahLst/>
              <a:cxnLst/>
              <a:rect l="l" t="t" r="r" b="b"/>
              <a:pathLst>
                <a:path w="1651" h="1640" extrusionOk="0">
                  <a:moveTo>
                    <a:pt x="102" y="1"/>
                  </a:moveTo>
                  <a:cubicBezTo>
                    <a:pt x="41" y="1"/>
                    <a:pt x="1" y="41"/>
                    <a:pt x="1" y="92"/>
                  </a:cubicBezTo>
                  <a:lnTo>
                    <a:pt x="1" y="1538"/>
                  </a:lnTo>
                  <a:cubicBezTo>
                    <a:pt x="1" y="1599"/>
                    <a:pt x="41" y="1639"/>
                    <a:pt x="102" y="1639"/>
                  </a:cubicBezTo>
                  <a:lnTo>
                    <a:pt x="1549" y="1639"/>
                  </a:lnTo>
                  <a:cubicBezTo>
                    <a:pt x="1599" y="1639"/>
                    <a:pt x="1650" y="1599"/>
                    <a:pt x="1650" y="1538"/>
                  </a:cubicBezTo>
                  <a:lnTo>
                    <a:pt x="1650" y="92"/>
                  </a:lnTo>
                  <a:cubicBezTo>
                    <a:pt x="1650" y="4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2889425" y="2419050"/>
              <a:ext cx="41225" cy="41000"/>
            </a:xfrm>
            <a:custGeom>
              <a:avLst/>
              <a:gdLst/>
              <a:ahLst/>
              <a:cxnLst/>
              <a:rect l="l" t="t" r="r" b="b"/>
              <a:pathLst>
                <a:path w="1649" h="1640" extrusionOk="0">
                  <a:moveTo>
                    <a:pt x="102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102" y="1639"/>
                  </a:cubicBezTo>
                  <a:lnTo>
                    <a:pt x="1548" y="1639"/>
                  </a:lnTo>
                  <a:cubicBezTo>
                    <a:pt x="1599" y="1639"/>
                    <a:pt x="1649" y="1599"/>
                    <a:pt x="1649" y="1538"/>
                  </a:cubicBezTo>
                  <a:lnTo>
                    <a:pt x="1649" y="9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3117025" y="24736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91" y="1650"/>
                  </a:cubicBezTo>
                  <a:lnTo>
                    <a:pt x="1548" y="1650"/>
                  </a:lnTo>
                  <a:cubicBezTo>
                    <a:pt x="1599" y="1650"/>
                    <a:pt x="1639" y="1599"/>
                    <a:pt x="1639" y="1549"/>
                  </a:cubicBezTo>
                  <a:lnTo>
                    <a:pt x="1639" y="102"/>
                  </a:lnTo>
                  <a:cubicBezTo>
                    <a:pt x="163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3060125" y="2473675"/>
              <a:ext cx="40975" cy="41250"/>
            </a:xfrm>
            <a:custGeom>
              <a:avLst/>
              <a:gdLst/>
              <a:ahLst/>
              <a:cxnLst/>
              <a:rect l="l" t="t" r="r" b="b"/>
              <a:pathLst>
                <a:path w="1639" h="1650" extrusionOk="0">
                  <a:moveTo>
                    <a:pt x="101" y="1"/>
                  </a:moveTo>
                  <a:cubicBezTo>
                    <a:pt x="40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0" y="1650"/>
                    <a:pt x="101" y="1650"/>
                  </a:cubicBezTo>
                  <a:lnTo>
                    <a:pt x="1548" y="1650"/>
                  </a:lnTo>
                  <a:cubicBezTo>
                    <a:pt x="1598" y="1650"/>
                    <a:pt x="1639" y="1599"/>
                    <a:pt x="1639" y="1549"/>
                  </a:cubicBezTo>
                  <a:lnTo>
                    <a:pt x="1639" y="102"/>
                  </a:lnTo>
                  <a:cubicBezTo>
                    <a:pt x="1639" y="41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3003225" y="24736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599"/>
                    <a:pt x="1649" y="1549"/>
                  </a:cubicBezTo>
                  <a:lnTo>
                    <a:pt x="1649" y="10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2946300" y="2473675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41"/>
                    <a:pt x="1" y="102"/>
                  </a:cubicBezTo>
                  <a:lnTo>
                    <a:pt x="1" y="1549"/>
                  </a:lnTo>
                  <a:cubicBezTo>
                    <a:pt x="1" y="1599"/>
                    <a:pt x="41" y="1650"/>
                    <a:pt x="102" y="1650"/>
                  </a:cubicBezTo>
                  <a:lnTo>
                    <a:pt x="1549" y="1650"/>
                  </a:lnTo>
                  <a:cubicBezTo>
                    <a:pt x="1599" y="1650"/>
                    <a:pt x="1650" y="1599"/>
                    <a:pt x="1650" y="1549"/>
                  </a:cubicBezTo>
                  <a:lnTo>
                    <a:pt x="1650" y="102"/>
                  </a:lnTo>
                  <a:cubicBezTo>
                    <a:pt x="1650" y="4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2889425" y="24736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599"/>
                    <a:pt x="1649" y="1549"/>
                  </a:cubicBezTo>
                  <a:lnTo>
                    <a:pt x="1649" y="10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3058350" y="2528300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1" y="52"/>
                    <a:pt x="1" y="102"/>
                  </a:cubicBezTo>
                  <a:lnTo>
                    <a:pt x="1" y="1549"/>
                  </a:lnTo>
                  <a:cubicBezTo>
                    <a:pt x="1" y="1609"/>
                    <a:pt x="41" y="1650"/>
                    <a:pt x="91" y="1650"/>
                  </a:cubicBezTo>
                  <a:lnTo>
                    <a:pt x="1538" y="1650"/>
                  </a:lnTo>
                  <a:cubicBezTo>
                    <a:pt x="1599" y="1650"/>
                    <a:pt x="1639" y="1609"/>
                    <a:pt x="1639" y="1549"/>
                  </a:cubicBezTo>
                  <a:lnTo>
                    <a:pt x="1639" y="102"/>
                  </a:lnTo>
                  <a:cubicBezTo>
                    <a:pt x="1639" y="52"/>
                    <a:pt x="1599" y="1"/>
                    <a:pt x="153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3001450" y="2528300"/>
              <a:ext cx="40975" cy="41250"/>
            </a:xfrm>
            <a:custGeom>
              <a:avLst/>
              <a:gdLst/>
              <a:ahLst/>
              <a:cxnLst/>
              <a:rect l="l" t="t" r="r" b="b"/>
              <a:pathLst>
                <a:path w="1639" h="1650" extrusionOk="0">
                  <a:moveTo>
                    <a:pt x="92" y="1"/>
                  </a:moveTo>
                  <a:cubicBezTo>
                    <a:pt x="41" y="1"/>
                    <a:pt x="0" y="52"/>
                    <a:pt x="0" y="102"/>
                  </a:cubicBezTo>
                  <a:lnTo>
                    <a:pt x="0" y="1549"/>
                  </a:lnTo>
                  <a:cubicBezTo>
                    <a:pt x="0" y="1609"/>
                    <a:pt x="41" y="1650"/>
                    <a:pt x="92" y="1650"/>
                  </a:cubicBezTo>
                  <a:lnTo>
                    <a:pt x="1548" y="1650"/>
                  </a:lnTo>
                  <a:cubicBezTo>
                    <a:pt x="1598" y="1650"/>
                    <a:pt x="1639" y="1609"/>
                    <a:pt x="1639" y="1549"/>
                  </a:cubicBezTo>
                  <a:lnTo>
                    <a:pt x="1639" y="102"/>
                  </a:lnTo>
                  <a:cubicBezTo>
                    <a:pt x="1639" y="52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2946300" y="2528300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52"/>
                    <a:pt x="1" y="102"/>
                  </a:cubicBezTo>
                  <a:lnTo>
                    <a:pt x="1" y="1549"/>
                  </a:lnTo>
                  <a:cubicBezTo>
                    <a:pt x="1" y="1609"/>
                    <a:pt x="41" y="1650"/>
                    <a:pt x="102" y="1650"/>
                  </a:cubicBezTo>
                  <a:lnTo>
                    <a:pt x="1549" y="1650"/>
                  </a:lnTo>
                  <a:cubicBezTo>
                    <a:pt x="1599" y="1650"/>
                    <a:pt x="1650" y="1609"/>
                    <a:pt x="1650" y="1549"/>
                  </a:cubicBezTo>
                  <a:lnTo>
                    <a:pt x="1650" y="102"/>
                  </a:lnTo>
                  <a:cubicBezTo>
                    <a:pt x="1650" y="52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2889425" y="2528300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2"/>
                    <a:pt x="0" y="102"/>
                  </a:cubicBezTo>
                  <a:lnTo>
                    <a:pt x="0" y="1549"/>
                  </a:lnTo>
                  <a:cubicBezTo>
                    <a:pt x="0" y="160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609"/>
                    <a:pt x="1649" y="1549"/>
                  </a:cubicBezTo>
                  <a:lnTo>
                    <a:pt x="1649" y="102"/>
                  </a:lnTo>
                  <a:cubicBezTo>
                    <a:pt x="1649" y="52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3095000" y="2305525"/>
              <a:ext cx="29125" cy="29100"/>
            </a:xfrm>
            <a:custGeom>
              <a:avLst/>
              <a:gdLst/>
              <a:ahLst/>
              <a:cxnLst/>
              <a:rect l="l" t="t" r="r" b="b"/>
              <a:pathLst>
                <a:path w="1165" h="1164" extrusionOk="0">
                  <a:moveTo>
                    <a:pt x="578" y="0"/>
                  </a:moveTo>
                  <a:cubicBezTo>
                    <a:pt x="254" y="0"/>
                    <a:pt x="1" y="263"/>
                    <a:pt x="1" y="587"/>
                  </a:cubicBezTo>
                  <a:cubicBezTo>
                    <a:pt x="1" y="900"/>
                    <a:pt x="254" y="1163"/>
                    <a:pt x="578" y="1163"/>
                  </a:cubicBezTo>
                  <a:cubicBezTo>
                    <a:pt x="902" y="1163"/>
                    <a:pt x="1165" y="900"/>
                    <a:pt x="1165" y="587"/>
                  </a:cubicBezTo>
                  <a:cubicBezTo>
                    <a:pt x="1165" y="263"/>
                    <a:pt x="902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2926350" y="2305525"/>
              <a:ext cx="29100" cy="29100"/>
            </a:xfrm>
            <a:custGeom>
              <a:avLst/>
              <a:gdLst/>
              <a:ahLst/>
              <a:cxnLst/>
              <a:rect l="l" t="t" r="r" b="b"/>
              <a:pathLst>
                <a:path w="1164" h="1164" extrusionOk="0">
                  <a:moveTo>
                    <a:pt x="576" y="0"/>
                  </a:moveTo>
                  <a:cubicBezTo>
                    <a:pt x="263" y="0"/>
                    <a:pt x="0" y="263"/>
                    <a:pt x="0" y="587"/>
                  </a:cubicBezTo>
                  <a:cubicBezTo>
                    <a:pt x="0" y="900"/>
                    <a:pt x="263" y="1163"/>
                    <a:pt x="576" y="1163"/>
                  </a:cubicBezTo>
                  <a:cubicBezTo>
                    <a:pt x="900" y="1163"/>
                    <a:pt x="1163" y="900"/>
                    <a:pt x="1163" y="587"/>
                  </a:cubicBezTo>
                  <a:cubicBezTo>
                    <a:pt x="1163" y="263"/>
                    <a:pt x="900" y="0"/>
                    <a:pt x="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2934675" y="2268600"/>
              <a:ext cx="12175" cy="55650"/>
            </a:xfrm>
            <a:custGeom>
              <a:avLst/>
              <a:gdLst/>
              <a:ahLst/>
              <a:cxnLst/>
              <a:rect l="l" t="t" r="r" b="b"/>
              <a:pathLst>
                <a:path w="487" h="2226" extrusionOk="0">
                  <a:moveTo>
                    <a:pt x="243" y="0"/>
                  </a:moveTo>
                  <a:cubicBezTo>
                    <a:pt x="112" y="0"/>
                    <a:pt x="1" y="111"/>
                    <a:pt x="1" y="243"/>
                  </a:cubicBezTo>
                  <a:lnTo>
                    <a:pt x="1" y="1983"/>
                  </a:lnTo>
                  <a:cubicBezTo>
                    <a:pt x="1" y="2114"/>
                    <a:pt x="112" y="2226"/>
                    <a:pt x="243" y="2226"/>
                  </a:cubicBezTo>
                  <a:cubicBezTo>
                    <a:pt x="385" y="2226"/>
                    <a:pt x="486" y="2114"/>
                    <a:pt x="486" y="1983"/>
                  </a:cubicBezTo>
                  <a:lnTo>
                    <a:pt x="486" y="243"/>
                  </a:lnTo>
                  <a:cubicBezTo>
                    <a:pt x="486" y="111"/>
                    <a:pt x="385" y="0"/>
                    <a:pt x="2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3103375" y="2268600"/>
              <a:ext cx="12150" cy="55650"/>
            </a:xfrm>
            <a:custGeom>
              <a:avLst/>
              <a:gdLst/>
              <a:ahLst/>
              <a:cxnLst/>
              <a:rect l="l" t="t" r="r" b="b"/>
              <a:pathLst>
                <a:path w="486" h="2226" extrusionOk="0">
                  <a:moveTo>
                    <a:pt x="243" y="0"/>
                  </a:moveTo>
                  <a:cubicBezTo>
                    <a:pt x="111" y="0"/>
                    <a:pt x="0" y="111"/>
                    <a:pt x="0" y="243"/>
                  </a:cubicBezTo>
                  <a:lnTo>
                    <a:pt x="0" y="1983"/>
                  </a:lnTo>
                  <a:cubicBezTo>
                    <a:pt x="0" y="2114"/>
                    <a:pt x="111" y="2226"/>
                    <a:pt x="243" y="2226"/>
                  </a:cubicBezTo>
                  <a:cubicBezTo>
                    <a:pt x="385" y="2226"/>
                    <a:pt x="486" y="2114"/>
                    <a:pt x="486" y="1983"/>
                  </a:cubicBezTo>
                  <a:lnTo>
                    <a:pt x="486" y="243"/>
                  </a:lnTo>
                  <a:cubicBezTo>
                    <a:pt x="486" y="111"/>
                    <a:pt x="385" y="0"/>
                    <a:pt x="2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3493050" y="2580900"/>
              <a:ext cx="54425" cy="4350"/>
            </a:xfrm>
            <a:custGeom>
              <a:avLst/>
              <a:gdLst/>
              <a:ahLst/>
              <a:cxnLst/>
              <a:rect l="l" t="t" r="r" b="b"/>
              <a:pathLst>
                <a:path w="2177" h="174" extrusionOk="0">
                  <a:moveTo>
                    <a:pt x="32" y="1"/>
                  </a:moveTo>
                  <a:lnTo>
                    <a:pt x="1" y="173"/>
                  </a:lnTo>
                  <a:lnTo>
                    <a:pt x="1549" y="173"/>
                  </a:lnTo>
                  <a:cubicBezTo>
                    <a:pt x="1559" y="133"/>
                    <a:pt x="1599" y="102"/>
                    <a:pt x="1640" y="102"/>
                  </a:cubicBezTo>
                  <a:lnTo>
                    <a:pt x="1650" y="102"/>
                  </a:lnTo>
                  <a:cubicBezTo>
                    <a:pt x="1691" y="102"/>
                    <a:pt x="1731" y="133"/>
                    <a:pt x="1741" y="173"/>
                  </a:cubicBezTo>
                  <a:lnTo>
                    <a:pt x="2176" y="17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3493825" y="2564225"/>
              <a:ext cx="53650" cy="16700"/>
            </a:xfrm>
            <a:custGeom>
              <a:avLst/>
              <a:gdLst/>
              <a:ahLst/>
              <a:cxnLst/>
              <a:rect l="l" t="t" r="r" b="b"/>
              <a:pathLst>
                <a:path w="2146" h="668" extrusionOk="0">
                  <a:moveTo>
                    <a:pt x="759" y="0"/>
                  </a:moveTo>
                  <a:cubicBezTo>
                    <a:pt x="142" y="193"/>
                    <a:pt x="1" y="668"/>
                    <a:pt x="1" y="668"/>
                  </a:cubicBezTo>
                  <a:lnTo>
                    <a:pt x="2145" y="668"/>
                  </a:lnTo>
                  <a:lnTo>
                    <a:pt x="2125" y="3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3511775" y="2555100"/>
              <a:ext cx="25" cy="80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3497875" y="2376325"/>
              <a:ext cx="50850" cy="188675"/>
            </a:xfrm>
            <a:custGeom>
              <a:avLst/>
              <a:gdLst/>
              <a:ahLst/>
              <a:cxnLst/>
              <a:rect l="l" t="t" r="r" b="b"/>
              <a:pathLst>
                <a:path w="2034" h="7547" extrusionOk="0">
                  <a:moveTo>
                    <a:pt x="162" y="1"/>
                  </a:moveTo>
                  <a:lnTo>
                    <a:pt x="162" y="1689"/>
                  </a:lnTo>
                  <a:lnTo>
                    <a:pt x="1" y="1689"/>
                  </a:lnTo>
                  <a:lnTo>
                    <a:pt x="374" y="7547"/>
                  </a:lnTo>
                  <a:lnTo>
                    <a:pt x="2033" y="754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3508225" y="2557900"/>
              <a:ext cx="39250" cy="775"/>
            </a:xfrm>
            <a:custGeom>
              <a:avLst/>
              <a:gdLst/>
              <a:ahLst/>
              <a:cxnLst/>
              <a:rect l="l" t="t" r="r" b="b"/>
              <a:pathLst>
                <a:path w="1570" h="31" extrusionOk="0">
                  <a:moveTo>
                    <a:pt x="1" y="1"/>
                  </a:moveTo>
                  <a:lnTo>
                    <a:pt x="1" y="31"/>
                  </a:lnTo>
                  <a:lnTo>
                    <a:pt x="1569" y="31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2541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3440725" y="2580900"/>
              <a:ext cx="54375" cy="4350"/>
            </a:xfrm>
            <a:custGeom>
              <a:avLst/>
              <a:gdLst/>
              <a:ahLst/>
              <a:cxnLst/>
              <a:rect l="l" t="t" r="r" b="b"/>
              <a:pathLst>
                <a:path w="2175" h="174" extrusionOk="0">
                  <a:moveTo>
                    <a:pt x="30" y="1"/>
                  </a:moveTo>
                  <a:lnTo>
                    <a:pt x="0" y="173"/>
                  </a:lnTo>
                  <a:lnTo>
                    <a:pt x="1548" y="173"/>
                  </a:lnTo>
                  <a:cubicBezTo>
                    <a:pt x="1558" y="133"/>
                    <a:pt x="1588" y="102"/>
                    <a:pt x="1639" y="102"/>
                  </a:cubicBezTo>
                  <a:lnTo>
                    <a:pt x="1649" y="102"/>
                  </a:lnTo>
                  <a:cubicBezTo>
                    <a:pt x="1689" y="102"/>
                    <a:pt x="1730" y="133"/>
                    <a:pt x="1740" y="173"/>
                  </a:cubicBezTo>
                  <a:lnTo>
                    <a:pt x="2175" y="173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3441475" y="2564225"/>
              <a:ext cx="53625" cy="16700"/>
            </a:xfrm>
            <a:custGeom>
              <a:avLst/>
              <a:gdLst/>
              <a:ahLst/>
              <a:cxnLst/>
              <a:rect l="l" t="t" r="r" b="b"/>
              <a:pathLst>
                <a:path w="2145" h="668" extrusionOk="0">
                  <a:moveTo>
                    <a:pt x="749" y="0"/>
                  </a:moveTo>
                  <a:cubicBezTo>
                    <a:pt x="132" y="193"/>
                    <a:pt x="0" y="668"/>
                    <a:pt x="0" y="668"/>
                  </a:cubicBezTo>
                  <a:lnTo>
                    <a:pt x="2145" y="668"/>
                  </a:lnTo>
                  <a:lnTo>
                    <a:pt x="2125" y="31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3492050" y="2555100"/>
              <a:ext cx="25" cy="80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3454875" y="2376325"/>
              <a:ext cx="47075" cy="188675"/>
            </a:xfrm>
            <a:custGeom>
              <a:avLst/>
              <a:gdLst/>
              <a:ahLst/>
              <a:cxnLst/>
              <a:rect l="l" t="t" r="r" b="b"/>
              <a:pathLst>
                <a:path w="1883" h="7547" extrusionOk="0">
                  <a:moveTo>
                    <a:pt x="608" y="1"/>
                  </a:moveTo>
                  <a:lnTo>
                    <a:pt x="1" y="7547"/>
                  </a:lnTo>
                  <a:lnTo>
                    <a:pt x="1670" y="7547"/>
                  </a:lnTo>
                  <a:lnTo>
                    <a:pt x="1882" y="1689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3456400" y="2557900"/>
              <a:ext cx="39225" cy="775"/>
            </a:xfrm>
            <a:custGeom>
              <a:avLst/>
              <a:gdLst/>
              <a:ahLst/>
              <a:cxnLst/>
              <a:rect l="l" t="t" r="r" b="b"/>
              <a:pathLst>
                <a:path w="1569" h="31" extrusionOk="0">
                  <a:moveTo>
                    <a:pt x="1" y="1"/>
                  </a:moveTo>
                  <a:lnTo>
                    <a:pt x="1" y="31"/>
                  </a:lnTo>
                  <a:lnTo>
                    <a:pt x="1568" y="31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rgbClr val="2541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3482450" y="2246325"/>
              <a:ext cx="37700" cy="21775"/>
            </a:xfrm>
            <a:custGeom>
              <a:avLst/>
              <a:gdLst/>
              <a:ahLst/>
              <a:cxnLst/>
              <a:rect l="l" t="t" r="r" b="b"/>
              <a:pathLst>
                <a:path w="1508" h="871" extrusionOk="0">
                  <a:moveTo>
                    <a:pt x="306" y="1"/>
                  </a:moveTo>
                  <a:cubicBezTo>
                    <a:pt x="133" y="1"/>
                    <a:pt x="0" y="149"/>
                    <a:pt x="11" y="325"/>
                  </a:cubicBezTo>
                  <a:lnTo>
                    <a:pt x="61" y="739"/>
                  </a:lnTo>
                  <a:lnTo>
                    <a:pt x="1437" y="871"/>
                  </a:lnTo>
                  <a:lnTo>
                    <a:pt x="1488" y="557"/>
                  </a:lnTo>
                  <a:cubicBezTo>
                    <a:pt x="1508" y="395"/>
                    <a:pt x="1416" y="244"/>
                    <a:pt x="1265" y="193"/>
                  </a:cubicBezTo>
                  <a:lnTo>
                    <a:pt x="881" y="71"/>
                  </a:lnTo>
                  <a:cubicBezTo>
                    <a:pt x="759" y="31"/>
                    <a:pt x="627" y="11"/>
                    <a:pt x="496" y="1"/>
                  </a:cubicBezTo>
                  <a:lnTo>
                    <a:pt x="324" y="1"/>
                  </a:lnTo>
                  <a:cubicBezTo>
                    <a:pt x="318" y="1"/>
                    <a:pt x="312" y="1"/>
                    <a:pt x="3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3390900" y="2307725"/>
              <a:ext cx="27325" cy="29425"/>
            </a:xfrm>
            <a:custGeom>
              <a:avLst/>
              <a:gdLst/>
              <a:ahLst/>
              <a:cxnLst/>
              <a:rect l="l" t="t" r="r" b="b"/>
              <a:pathLst>
                <a:path w="1093" h="1177" extrusionOk="0">
                  <a:moveTo>
                    <a:pt x="97" y="0"/>
                  </a:moveTo>
                  <a:cubicBezTo>
                    <a:pt x="81" y="0"/>
                    <a:pt x="68" y="4"/>
                    <a:pt x="61" y="13"/>
                  </a:cubicBezTo>
                  <a:cubicBezTo>
                    <a:pt x="11" y="63"/>
                    <a:pt x="274" y="337"/>
                    <a:pt x="274" y="337"/>
                  </a:cubicBezTo>
                  <a:cubicBezTo>
                    <a:pt x="274" y="337"/>
                    <a:pt x="265" y="335"/>
                    <a:pt x="253" y="335"/>
                  </a:cubicBezTo>
                  <a:cubicBezTo>
                    <a:pt x="236" y="335"/>
                    <a:pt x="211" y="339"/>
                    <a:pt x="193" y="357"/>
                  </a:cubicBezTo>
                  <a:cubicBezTo>
                    <a:pt x="142" y="398"/>
                    <a:pt x="173" y="468"/>
                    <a:pt x="173" y="468"/>
                  </a:cubicBezTo>
                  <a:cubicBezTo>
                    <a:pt x="71" y="488"/>
                    <a:pt x="101" y="580"/>
                    <a:pt x="101" y="580"/>
                  </a:cubicBezTo>
                  <a:cubicBezTo>
                    <a:pt x="11" y="620"/>
                    <a:pt x="0" y="711"/>
                    <a:pt x="193" y="873"/>
                  </a:cubicBezTo>
                  <a:cubicBezTo>
                    <a:pt x="506" y="1126"/>
                    <a:pt x="810" y="1176"/>
                    <a:pt x="810" y="1176"/>
                  </a:cubicBezTo>
                  <a:lnTo>
                    <a:pt x="1093" y="337"/>
                  </a:lnTo>
                  <a:cubicBezTo>
                    <a:pt x="1093" y="337"/>
                    <a:pt x="705" y="24"/>
                    <a:pt x="576" y="24"/>
                  </a:cubicBezTo>
                  <a:cubicBezTo>
                    <a:pt x="563" y="24"/>
                    <a:pt x="554" y="27"/>
                    <a:pt x="547" y="33"/>
                  </a:cubicBezTo>
                  <a:cubicBezTo>
                    <a:pt x="476" y="104"/>
                    <a:pt x="618" y="286"/>
                    <a:pt x="618" y="286"/>
                  </a:cubicBezTo>
                  <a:cubicBezTo>
                    <a:pt x="428" y="140"/>
                    <a:pt x="194" y="0"/>
                    <a:pt x="97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3406075" y="2314625"/>
              <a:ext cx="1800" cy="4300"/>
            </a:xfrm>
            <a:custGeom>
              <a:avLst/>
              <a:gdLst/>
              <a:ahLst/>
              <a:cxnLst/>
              <a:rect l="l" t="t" r="r" b="b"/>
              <a:pathLst>
                <a:path w="72" h="172" extrusionOk="0">
                  <a:moveTo>
                    <a:pt x="20" y="0"/>
                  </a:moveTo>
                  <a:lnTo>
                    <a:pt x="0" y="10"/>
                  </a:lnTo>
                  <a:cubicBezTo>
                    <a:pt x="0" y="10"/>
                    <a:pt x="31" y="91"/>
                    <a:pt x="51" y="172"/>
                  </a:cubicBezTo>
                  <a:lnTo>
                    <a:pt x="71" y="162"/>
                  </a:lnTo>
                  <a:cubicBezTo>
                    <a:pt x="51" y="91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3404300" y="2314850"/>
              <a:ext cx="12175" cy="21550"/>
            </a:xfrm>
            <a:custGeom>
              <a:avLst/>
              <a:gdLst/>
              <a:ahLst/>
              <a:cxnLst/>
              <a:rect l="l" t="t" r="r" b="b"/>
              <a:pathLst>
                <a:path w="487" h="862" extrusionOk="0">
                  <a:moveTo>
                    <a:pt x="486" y="1"/>
                  </a:moveTo>
                  <a:lnTo>
                    <a:pt x="1" y="801"/>
                  </a:lnTo>
                  <a:cubicBezTo>
                    <a:pt x="1" y="801"/>
                    <a:pt x="82" y="841"/>
                    <a:pt x="163" y="861"/>
                  </a:cubicBezTo>
                  <a:lnTo>
                    <a:pt x="486" y="1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3396725" y="2319175"/>
              <a:ext cx="5075" cy="7850"/>
            </a:xfrm>
            <a:custGeom>
              <a:avLst/>
              <a:gdLst/>
              <a:ahLst/>
              <a:cxnLst/>
              <a:rect l="l" t="t" r="r" b="b"/>
              <a:pathLst>
                <a:path w="203" h="314" extrusionOk="0">
                  <a:moveTo>
                    <a:pt x="182" y="0"/>
                  </a:moveTo>
                  <a:lnTo>
                    <a:pt x="172" y="10"/>
                  </a:lnTo>
                  <a:cubicBezTo>
                    <a:pt x="182" y="30"/>
                    <a:pt x="182" y="51"/>
                    <a:pt x="172" y="71"/>
                  </a:cubicBezTo>
                  <a:cubicBezTo>
                    <a:pt x="152" y="102"/>
                    <a:pt x="101" y="122"/>
                    <a:pt x="101" y="122"/>
                  </a:cubicBezTo>
                  <a:lnTo>
                    <a:pt x="91" y="122"/>
                  </a:lnTo>
                  <a:lnTo>
                    <a:pt x="101" y="131"/>
                  </a:lnTo>
                  <a:lnTo>
                    <a:pt x="101" y="172"/>
                  </a:lnTo>
                  <a:cubicBezTo>
                    <a:pt x="91" y="203"/>
                    <a:pt x="51" y="212"/>
                    <a:pt x="51" y="212"/>
                  </a:cubicBezTo>
                  <a:lnTo>
                    <a:pt x="41" y="212"/>
                  </a:lnTo>
                  <a:lnTo>
                    <a:pt x="41" y="223"/>
                  </a:lnTo>
                  <a:cubicBezTo>
                    <a:pt x="51" y="243"/>
                    <a:pt x="51" y="253"/>
                    <a:pt x="41" y="263"/>
                  </a:cubicBezTo>
                  <a:cubicBezTo>
                    <a:pt x="30" y="284"/>
                    <a:pt x="0" y="293"/>
                    <a:pt x="0" y="293"/>
                  </a:cubicBezTo>
                  <a:lnTo>
                    <a:pt x="0" y="314"/>
                  </a:lnTo>
                  <a:cubicBezTo>
                    <a:pt x="0" y="314"/>
                    <a:pt x="30" y="304"/>
                    <a:pt x="51" y="284"/>
                  </a:cubicBezTo>
                  <a:lnTo>
                    <a:pt x="61" y="273"/>
                  </a:lnTo>
                  <a:cubicBezTo>
                    <a:pt x="61" y="263"/>
                    <a:pt x="71" y="243"/>
                    <a:pt x="61" y="223"/>
                  </a:cubicBezTo>
                  <a:cubicBezTo>
                    <a:pt x="81" y="223"/>
                    <a:pt x="101" y="203"/>
                    <a:pt x="122" y="182"/>
                  </a:cubicBezTo>
                  <a:lnTo>
                    <a:pt x="122" y="131"/>
                  </a:lnTo>
                  <a:cubicBezTo>
                    <a:pt x="142" y="131"/>
                    <a:pt x="172" y="111"/>
                    <a:pt x="192" y="81"/>
                  </a:cubicBezTo>
                  <a:cubicBezTo>
                    <a:pt x="203" y="51"/>
                    <a:pt x="203" y="30"/>
                    <a:pt x="1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3406325" y="2299375"/>
              <a:ext cx="84750" cy="59800"/>
            </a:xfrm>
            <a:custGeom>
              <a:avLst/>
              <a:gdLst/>
              <a:ahLst/>
              <a:cxnLst/>
              <a:rect l="l" t="t" r="r" b="b"/>
              <a:pathLst>
                <a:path w="3390" h="2392" extrusionOk="0">
                  <a:moveTo>
                    <a:pt x="3335" y="1"/>
                  </a:moveTo>
                  <a:cubicBezTo>
                    <a:pt x="2771" y="1"/>
                    <a:pt x="2291" y="758"/>
                    <a:pt x="2125" y="1278"/>
                  </a:cubicBezTo>
                  <a:lnTo>
                    <a:pt x="435" y="570"/>
                  </a:lnTo>
                  <a:lnTo>
                    <a:pt x="1" y="1571"/>
                  </a:lnTo>
                  <a:cubicBezTo>
                    <a:pt x="1" y="1571"/>
                    <a:pt x="1255" y="2229"/>
                    <a:pt x="2054" y="2370"/>
                  </a:cubicBezTo>
                  <a:cubicBezTo>
                    <a:pt x="2120" y="2383"/>
                    <a:pt x="2189" y="2392"/>
                    <a:pt x="2258" y="2392"/>
                  </a:cubicBezTo>
                  <a:cubicBezTo>
                    <a:pt x="2516" y="2392"/>
                    <a:pt x="2767" y="2275"/>
                    <a:pt x="2823" y="1844"/>
                  </a:cubicBezTo>
                  <a:lnTo>
                    <a:pt x="2904" y="691"/>
                  </a:lnTo>
                  <a:lnTo>
                    <a:pt x="3389" y="3"/>
                  </a:lnTo>
                  <a:cubicBezTo>
                    <a:pt x="3371" y="2"/>
                    <a:pt x="3353" y="1"/>
                    <a:pt x="3335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3"/>
            <p:cNvSpPr/>
            <p:nvPr/>
          </p:nvSpPr>
          <p:spPr>
            <a:xfrm>
              <a:off x="3411625" y="2316125"/>
              <a:ext cx="10400" cy="24550"/>
            </a:xfrm>
            <a:custGeom>
              <a:avLst/>
              <a:gdLst/>
              <a:ahLst/>
              <a:cxnLst/>
              <a:rect l="l" t="t" r="r" b="b"/>
              <a:pathLst>
                <a:path w="416" h="982" extrusionOk="0">
                  <a:moveTo>
                    <a:pt x="396" y="1"/>
                  </a:moveTo>
                  <a:lnTo>
                    <a:pt x="1" y="972"/>
                  </a:lnTo>
                  <a:lnTo>
                    <a:pt x="21" y="982"/>
                  </a:lnTo>
                  <a:lnTo>
                    <a:pt x="416" y="11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3"/>
            <p:cNvSpPr/>
            <p:nvPr/>
          </p:nvSpPr>
          <p:spPr>
            <a:xfrm>
              <a:off x="3491050" y="2284275"/>
              <a:ext cx="24550" cy="23525"/>
            </a:xfrm>
            <a:custGeom>
              <a:avLst/>
              <a:gdLst/>
              <a:ahLst/>
              <a:cxnLst/>
              <a:rect l="l" t="t" r="r" b="b"/>
              <a:pathLst>
                <a:path w="982" h="941" extrusionOk="0">
                  <a:moveTo>
                    <a:pt x="112" y="0"/>
                  </a:moveTo>
                  <a:lnTo>
                    <a:pt x="71" y="526"/>
                  </a:lnTo>
                  <a:lnTo>
                    <a:pt x="0" y="526"/>
                  </a:lnTo>
                  <a:cubicBezTo>
                    <a:pt x="20" y="607"/>
                    <a:pt x="20" y="688"/>
                    <a:pt x="0" y="769"/>
                  </a:cubicBezTo>
                  <a:cubicBezTo>
                    <a:pt x="81" y="860"/>
                    <a:pt x="223" y="941"/>
                    <a:pt x="465" y="941"/>
                  </a:cubicBezTo>
                  <a:cubicBezTo>
                    <a:pt x="739" y="941"/>
                    <a:pt x="881" y="840"/>
                    <a:pt x="961" y="729"/>
                  </a:cubicBezTo>
                  <a:cubicBezTo>
                    <a:pt x="951" y="668"/>
                    <a:pt x="961" y="607"/>
                    <a:pt x="982" y="547"/>
                  </a:cubicBezTo>
                  <a:lnTo>
                    <a:pt x="890" y="526"/>
                  </a:lnTo>
                  <a:cubicBezTo>
                    <a:pt x="870" y="526"/>
                    <a:pt x="850" y="506"/>
                    <a:pt x="850" y="486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3"/>
            <p:cNvSpPr/>
            <p:nvPr/>
          </p:nvSpPr>
          <p:spPr>
            <a:xfrm>
              <a:off x="3493050" y="2286300"/>
              <a:ext cx="15200" cy="10375"/>
            </a:xfrm>
            <a:custGeom>
              <a:avLst/>
              <a:gdLst/>
              <a:ahLst/>
              <a:cxnLst/>
              <a:rect l="l" t="t" r="r" b="b"/>
              <a:pathLst>
                <a:path w="608" h="415" extrusionOk="0">
                  <a:moveTo>
                    <a:pt x="21" y="0"/>
                  </a:moveTo>
                  <a:lnTo>
                    <a:pt x="1" y="344"/>
                  </a:lnTo>
                  <a:cubicBezTo>
                    <a:pt x="62" y="385"/>
                    <a:pt x="143" y="415"/>
                    <a:pt x="234" y="415"/>
                  </a:cubicBezTo>
                  <a:cubicBezTo>
                    <a:pt x="466" y="415"/>
                    <a:pt x="608" y="182"/>
                    <a:pt x="608" y="182"/>
                  </a:cubicBezTo>
                  <a:lnTo>
                    <a:pt x="608" y="0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3483950" y="2250375"/>
              <a:ext cx="34925" cy="44050"/>
            </a:xfrm>
            <a:custGeom>
              <a:avLst/>
              <a:gdLst/>
              <a:ahLst/>
              <a:cxnLst/>
              <a:rect l="l" t="t" r="r" b="b"/>
              <a:pathLst>
                <a:path w="1397" h="1762" extrusionOk="0">
                  <a:moveTo>
                    <a:pt x="274" y="1"/>
                  </a:moveTo>
                  <a:cubicBezTo>
                    <a:pt x="113" y="122"/>
                    <a:pt x="11" y="284"/>
                    <a:pt x="1" y="507"/>
                  </a:cubicBezTo>
                  <a:lnTo>
                    <a:pt x="1" y="577"/>
                  </a:lnTo>
                  <a:lnTo>
                    <a:pt x="1" y="588"/>
                  </a:lnTo>
                  <a:lnTo>
                    <a:pt x="52" y="1195"/>
                  </a:lnTo>
                  <a:lnTo>
                    <a:pt x="52" y="1204"/>
                  </a:lnTo>
                  <a:cubicBezTo>
                    <a:pt x="82" y="1518"/>
                    <a:pt x="234" y="1751"/>
                    <a:pt x="558" y="1761"/>
                  </a:cubicBezTo>
                  <a:cubicBezTo>
                    <a:pt x="565" y="1761"/>
                    <a:pt x="572" y="1761"/>
                    <a:pt x="580" y="1761"/>
                  </a:cubicBezTo>
                  <a:cubicBezTo>
                    <a:pt x="878" y="1761"/>
                    <a:pt x="1216" y="1571"/>
                    <a:pt x="1286" y="1255"/>
                  </a:cubicBezTo>
                  <a:lnTo>
                    <a:pt x="1286" y="1245"/>
                  </a:lnTo>
                  <a:cubicBezTo>
                    <a:pt x="1286" y="1245"/>
                    <a:pt x="1296" y="1235"/>
                    <a:pt x="1296" y="1224"/>
                  </a:cubicBezTo>
                  <a:lnTo>
                    <a:pt x="1387" y="628"/>
                  </a:lnTo>
                  <a:lnTo>
                    <a:pt x="1387" y="618"/>
                  </a:lnTo>
                  <a:lnTo>
                    <a:pt x="1387" y="547"/>
                  </a:lnTo>
                  <a:cubicBezTo>
                    <a:pt x="1397" y="426"/>
                    <a:pt x="1356" y="294"/>
                    <a:pt x="1306" y="193"/>
                  </a:cubicBezTo>
                  <a:cubicBezTo>
                    <a:pt x="1275" y="183"/>
                    <a:pt x="1255" y="183"/>
                    <a:pt x="1225" y="172"/>
                  </a:cubicBezTo>
                  <a:cubicBezTo>
                    <a:pt x="911" y="102"/>
                    <a:pt x="588" y="62"/>
                    <a:pt x="274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3483725" y="2249625"/>
              <a:ext cx="34925" cy="22775"/>
            </a:xfrm>
            <a:custGeom>
              <a:avLst/>
              <a:gdLst/>
              <a:ahLst/>
              <a:cxnLst/>
              <a:rect l="l" t="t" r="r" b="b"/>
              <a:pathLst>
                <a:path w="1397" h="911" extrusionOk="0">
                  <a:moveTo>
                    <a:pt x="253" y="0"/>
                  </a:moveTo>
                  <a:cubicBezTo>
                    <a:pt x="131" y="92"/>
                    <a:pt x="30" y="253"/>
                    <a:pt x="10" y="506"/>
                  </a:cubicBezTo>
                  <a:cubicBezTo>
                    <a:pt x="0" y="577"/>
                    <a:pt x="10" y="638"/>
                    <a:pt x="10" y="699"/>
                  </a:cubicBezTo>
                  <a:lnTo>
                    <a:pt x="30" y="870"/>
                  </a:lnTo>
                  <a:cubicBezTo>
                    <a:pt x="30" y="870"/>
                    <a:pt x="111" y="587"/>
                    <a:pt x="202" y="344"/>
                  </a:cubicBezTo>
                  <a:lnTo>
                    <a:pt x="648" y="324"/>
                  </a:lnTo>
                  <a:lnTo>
                    <a:pt x="1042" y="506"/>
                  </a:lnTo>
                  <a:cubicBezTo>
                    <a:pt x="1113" y="759"/>
                    <a:pt x="1356" y="911"/>
                    <a:pt x="1356" y="911"/>
                  </a:cubicBezTo>
                  <a:lnTo>
                    <a:pt x="1386" y="739"/>
                  </a:lnTo>
                  <a:cubicBezTo>
                    <a:pt x="1396" y="678"/>
                    <a:pt x="1396" y="618"/>
                    <a:pt x="1396" y="557"/>
                  </a:cubicBezTo>
                  <a:cubicBezTo>
                    <a:pt x="1396" y="415"/>
                    <a:pt x="1376" y="304"/>
                    <a:pt x="1325" y="213"/>
                  </a:cubicBezTo>
                  <a:cubicBezTo>
                    <a:pt x="1214" y="193"/>
                    <a:pt x="1093" y="162"/>
                    <a:pt x="971" y="132"/>
                  </a:cubicBezTo>
                  <a:cubicBezTo>
                    <a:pt x="738" y="81"/>
                    <a:pt x="495" y="51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3"/>
            <p:cNvSpPr/>
            <p:nvPr/>
          </p:nvSpPr>
          <p:spPr>
            <a:xfrm>
              <a:off x="3492550" y="2274900"/>
              <a:ext cx="2825" cy="5600"/>
            </a:xfrm>
            <a:custGeom>
              <a:avLst/>
              <a:gdLst/>
              <a:ahLst/>
              <a:cxnLst/>
              <a:rect l="l" t="t" r="r" b="b"/>
              <a:pathLst>
                <a:path w="113" h="224" extrusionOk="0">
                  <a:moveTo>
                    <a:pt x="92" y="1"/>
                  </a:moveTo>
                  <a:cubicBezTo>
                    <a:pt x="82" y="11"/>
                    <a:pt x="1" y="112"/>
                    <a:pt x="32" y="183"/>
                  </a:cubicBezTo>
                  <a:cubicBezTo>
                    <a:pt x="41" y="203"/>
                    <a:pt x="72" y="223"/>
                    <a:pt x="112" y="223"/>
                  </a:cubicBezTo>
                  <a:lnTo>
                    <a:pt x="112" y="203"/>
                  </a:lnTo>
                  <a:cubicBezTo>
                    <a:pt x="82" y="203"/>
                    <a:pt x="61" y="183"/>
                    <a:pt x="52" y="173"/>
                  </a:cubicBezTo>
                  <a:cubicBezTo>
                    <a:pt x="41" y="133"/>
                    <a:pt x="92" y="41"/>
                    <a:pt x="112" y="21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3500900" y="2267325"/>
              <a:ext cx="6350" cy="3325"/>
            </a:xfrm>
            <a:custGeom>
              <a:avLst/>
              <a:gdLst/>
              <a:ahLst/>
              <a:cxnLst/>
              <a:rect l="l" t="t" r="r" b="b"/>
              <a:pathLst>
                <a:path w="254" h="133" extrusionOk="0">
                  <a:moveTo>
                    <a:pt x="21" y="0"/>
                  </a:moveTo>
                  <a:lnTo>
                    <a:pt x="1" y="71"/>
                  </a:lnTo>
                  <a:lnTo>
                    <a:pt x="233" y="132"/>
                  </a:lnTo>
                  <a:lnTo>
                    <a:pt x="253" y="6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3485975" y="2267075"/>
              <a:ext cx="6375" cy="2800"/>
            </a:xfrm>
            <a:custGeom>
              <a:avLst/>
              <a:gdLst/>
              <a:ahLst/>
              <a:cxnLst/>
              <a:rect l="l" t="t" r="r" b="b"/>
              <a:pathLst>
                <a:path w="255" h="112" extrusionOk="0">
                  <a:moveTo>
                    <a:pt x="244" y="1"/>
                  </a:moveTo>
                  <a:lnTo>
                    <a:pt x="1" y="41"/>
                  </a:lnTo>
                  <a:lnTo>
                    <a:pt x="11" y="111"/>
                  </a:lnTo>
                  <a:lnTo>
                    <a:pt x="254" y="71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3"/>
            <p:cNvSpPr/>
            <p:nvPr/>
          </p:nvSpPr>
          <p:spPr>
            <a:xfrm>
              <a:off x="3488775" y="2272375"/>
              <a:ext cx="2050" cy="205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41" y="1"/>
                  </a:moveTo>
                  <a:cubicBezTo>
                    <a:pt x="21" y="1"/>
                    <a:pt x="0" y="21"/>
                    <a:pt x="0" y="41"/>
                  </a:cubicBezTo>
                  <a:cubicBezTo>
                    <a:pt x="0" y="61"/>
                    <a:pt x="10" y="81"/>
                    <a:pt x="41" y="81"/>
                  </a:cubicBezTo>
                  <a:cubicBezTo>
                    <a:pt x="61" y="81"/>
                    <a:pt x="81" y="72"/>
                    <a:pt x="81" y="41"/>
                  </a:cubicBezTo>
                  <a:cubicBezTo>
                    <a:pt x="81" y="21"/>
                    <a:pt x="61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3"/>
            <p:cNvSpPr/>
            <p:nvPr/>
          </p:nvSpPr>
          <p:spPr>
            <a:xfrm>
              <a:off x="3501425" y="2272875"/>
              <a:ext cx="2050" cy="205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41" y="1"/>
                  </a:moveTo>
                  <a:cubicBezTo>
                    <a:pt x="20" y="1"/>
                    <a:pt x="0" y="21"/>
                    <a:pt x="0" y="41"/>
                  </a:cubicBezTo>
                  <a:cubicBezTo>
                    <a:pt x="0" y="61"/>
                    <a:pt x="20" y="82"/>
                    <a:pt x="41" y="82"/>
                  </a:cubicBezTo>
                  <a:cubicBezTo>
                    <a:pt x="61" y="82"/>
                    <a:pt x="81" y="61"/>
                    <a:pt x="81" y="41"/>
                  </a:cubicBezTo>
                  <a:cubicBezTo>
                    <a:pt x="81" y="21"/>
                    <a:pt x="71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3494325" y="2283000"/>
              <a:ext cx="6600" cy="2550"/>
            </a:xfrm>
            <a:custGeom>
              <a:avLst/>
              <a:gdLst/>
              <a:ahLst/>
              <a:cxnLst/>
              <a:rect l="l" t="t" r="r" b="b"/>
              <a:pathLst>
                <a:path w="264" h="102" extrusionOk="0">
                  <a:moveTo>
                    <a:pt x="244" y="0"/>
                  </a:moveTo>
                  <a:cubicBezTo>
                    <a:pt x="180" y="59"/>
                    <a:pt x="119" y="73"/>
                    <a:pt x="76" y="73"/>
                  </a:cubicBezTo>
                  <a:cubicBezTo>
                    <a:pt x="36" y="73"/>
                    <a:pt x="11" y="61"/>
                    <a:pt x="11" y="61"/>
                  </a:cubicBezTo>
                  <a:lnTo>
                    <a:pt x="1" y="92"/>
                  </a:lnTo>
                  <a:cubicBezTo>
                    <a:pt x="1" y="92"/>
                    <a:pt x="21" y="102"/>
                    <a:pt x="62" y="102"/>
                  </a:cubicBezTo>
                  <a:cubicBezTo>
                    <a:pt x="112" y="102"/>
                    <a:pt x="183" y="92"/>
                    <a:pt x="264" y="21"/>
                  </a:cubicBezTo>
                  <a:lnTo>
                    <a:pt x="2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3515075" y="2297925"/>
              <a:ext cx="6600" cy="9650"/>
            </a:xfrm>
            <a:custGeom>
              <a:avLst/>
              <a:gdLst/>
              <a:ahLst/>
              <a:cxnLst/>
              <a:rect l="l" t="t" r="r" b="b"/>
              <a:pathLst>
                <a:path w="264" h="386" extrusionOk="0">
                  <a:moveTo>
                    <a:pt x="21" y="1"/>
                  </a:moveTo>
                  <a:lnTo>
                    <a:pt x="0" y="162"/>
                  </a:lnTo>
                  <a:lnTo>
                    <a:pt x="81" y="385"/>
                  </a:lnTo>
                  <a:lnTo>
                    <a:pt x="263" y="21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3"/>
            <p:cNvSpPr/>
            <p:nvPr/>
          </p:nvSpPr>
          <p:spPr>
            <a:xfrm>
              <a:off x="3440450" y="2365850"/>
              <a:ext cx="30650" cy="22850"/>
            </a:xfrm>
            <a:custGeom>
              <a:avLst/>
              <a:gdLst/>
              <a:ahLst/>
              <a:cxnLst/>
              <a:rect l="l" t="t" r="r" b="b"/>
              <a:pathLst>
                <a:path w="1226" h="914" extrusionOk="0">
                  <a:moveTo>
                    <a:pt x="698" y="1"/>
                  </a:moveTo>
                  <a:cubicBezTo>
                    <a:pt x="559" y="1"/>
                    <a:pt x="426" y="12"/>
                    <a:pt x="416" y="55"/>
                  </a:cubicBezTo>
                  <a:cubicBezTo>
                    <a:pt x="396" y="156"/>
                    <a:pt x="608" y="227"/>
                    <a:pt x="608" y="227"/>
                  </a:cubicBezTo>
                  <a:cubicBezTo>
                    <a:pt x="544" y="222"/>
                    <a:pt x="477" y="219"/>
                    <a:pt x="413" y="219"/>
                  </a:cubicBezTo>
                  <a:cubicBezTo>
                    <a:pt x="211" y="219"/>
                    <a:pt x="29" y="244"/>
                    <a:pt x="21" y="298"/>
                  </a:cubicBezTo>
                  <a:cubicBezTo>
                    <a:pt x="11" y="369"/>
                    <a:pt x="143" y="420"/>
                    <a:pt x="143" y="420"/>
                  </a:cubicBezTo>
                  <a:cubicBezTo>
                    <a:pt x="143" y="420"/>
                    <a:pt x="82" y="440"/>
                    <a:pt x="72" y="480"/>
                  </a:cubicBezTo>
                  <a:cubicBezTo>
                    <a:pt x="52" y="530"/>
                    <a:pt x="163" y="581"/>
                    <a:pt x="163" y="581"/>
                  </a:cubicBezTo>
                  <a:cubicBezTo>
                    <a:pt x="1" y="611"/>
                    <a:pt x="163" y="712"/>
                    <a:pt x="163" y="712"/>
                  </a:cubicBezTo>
                  <a:cubicBezTo>
                    <a:pt x="32" y="753"/>
                    <a:pt x="223" y="874"/>
                    <a:pt x="578" y="905"/>
                  </a:cubicBezTo>
                  <a:cubicBezTo>
                    <a:pt x="633" y="911"/>
                    <a:pt x="685" y="913"/>
                    <a:pt x="735" y="913"/>
                  </a:cubicBezTo>
                  <a:cubicBezTo>
                    <a:pt x="1032" y="913"/>
                    <a:pt x="1225" y="824"/>
                    <a:pt x="1225" y="824"/>
                  </a:cubicBezTo>
                  <a:lnTo>
                    <a:pt x="1013" y="15"/>
                  </a:lnTo>
                  <a:cubicBezTo>
                    <a:pt x="1013" y="15"/>
                    <a:pt x="852" y="1"/>
                    <a:pt x="698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3"/>
            <p:cNvSpPr/>
            <p:nvPr/>
          </p:nvSpPr>
          <p:spPr>
            <a:xfrm>
              <a:off x="3444500" y="2383400"/>
              <a:ext cx="7625" cy="2050"/>
            </a:xfrm>
            <a:custGeom>
              <a:avLst/>
              <a:gdLst/>
              <a:ahLst/>
              <a:cxnLst/>
              <a:rect l="l" t="t" r="r" b="b"/>
              <a:pathLst>
                <a:path w="305" h="82" extrusionOk="0">
                  <a:moveTo>
                    <a:pt x="1" y="1"/>
                  </a:moveTo>
                  <a:lnTo>
                    <a:pt x="1" y="10"/>
                  </a:lnTo>
                  <a:cubicBezTo>
                    <a:pt x="1" y="10"/>
                    <a:pt x="183" y="71"/>
                    <a:pt x="304" y="82"/>
                  </a:cubicBezTo>
                  <a:lnTo>
                    <a:pt x="304" y="61"/>
                  </a:lnTo>
                  <a:cubicBezTo>
                    <a:pt x="183" y="51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3"/>
            <p:cNvSpPr/>
            <p:nvPr/>
          </p:nvSpPr>
          <p:spPr>
            <a:xfrm>
              <a:off x="3444275" y="2380100"/>
              <a:ext cx="7600" cy="1300"/>
            </a:xfrm>
            <a:custGeom>
              <a:avLst/>
              <a:gdLst/>
              <a:ahLst/>
              <a:cxnLst/>
              <a:rect l="l" t="t" r="r" b="b"/>
              <a:pathLst>
                <a:path w="304" h="52" extrusionOk="0">
                  <a:moveTo>
                    <a:pt x="10" y="1"/>
                  </a:moveTo>
                  <a:lnTo>
                    <a:pt x="0" y="11"/>
                  </a:lnTo>
                  <a:cubicBezTo>
                    <a:pt x="10" y="11"/>
                    <a:pt x="162" y="52"/>
                    <a:pt x="304" y="52"/>
                  </a:cubicBezTo>
                  <a:lnTo>
                    <a:pt x="304" y="32"/>
                  </a:lnTo>
                  <a:cubicBezTo>
                    <a:pt x="162" y="32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3"/>
            <p:cNvSpPr/>
            <p:nvPr/>
          </p:nvSpPr>
          <p:spPr>
            <a:xfrm>
              <a:off x="3444000" y="2376050"/>
              <a:ext cx="9125" cy="2050"/>
            </a:xfrm>
            <a:custGeom>
              <a:avLst/>
              <a:gdLst/>
              <a:ahLst/>
              <a:cxnLst/>
              <a:rect l="l" t="t" r="r" b="b"/>
              <a:pathLst>
                <a:path w="365" h="82" extrusionOk="0">
                  <a:moveTo>
                    <a:pt x="1" y="1"/>
                  </a:moveTo>
                  <a:lnTo>
                    <a:pt x="1" y="21"/>
                  </a:lnTo>
                  <a:cubicBezTo>
                    <a:pt x="1" y="21"/>
                    <a:pt x="183" y="62"/>
                    <a:pt x="365" y="82"/>
                  </a:cubicBezTo>
                  <a:lnTo>
                    <a:pt x="365" y="62"/>
                  </a:lnTo>
                  <a:cubicBezTo>
                    <a:pt x="183" y="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3"/>
            <p:cNvSpPr/>
            <p:nvPr/>
          </p:nvSpPr>
          <p:spPr>
            <a:xfrm>
              <a:off x="3455400" y="2371275"/>
              <a:ext cx="4300" cy="1275"/>
            </a:xfrm>
            <a:custGeom>
              <a:avLst/>
              <a:gdLst/>
              <a:ahLst/>
              <a:cxnLst/>
              <a:rect l="l" t="t" r="r" b="b"/>
              <a:pathLst>
                <a:path w="172" h="51" extrusionOk="0">
                  <a:moveTo>
                    <a:pt x="10" y="0"/>
                  </a:moveTo>
                  <a:lnTo>
                    <a:pt x="0" y="10"/>
                  </a:lnTo>
                  <a:cubicBezTo>
                    <a:pt x="0" y="10"/>
                    <a:pt x="91" y="41"/>
                    <a:pt x="162" y="50"/>
                  </a:cubicBezTo>
                  <a:lnTo>
                    <a:pt x="172" y="30"/>
                  </a:lnTo>
                  <a:cubicBezTo>
                    <a:pt x="101" y="2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3"/>
            <p:cNvSpPr/>
            <p:nvPr/>
          </p:nvSpPr>
          <p:spPr>
            <a:xfrm>
              <a:off x="3463725" y="2366200"/>
              <a:ext cx="4850" cy="22025"/>
            </a:xfrm>
            <a:custGeom>
              <a:avLst/>
              <a:gdLst/>
              <a:ahLst/>
              <a:cxnLst/>
              <a:rect l="l" t="t" r="r" b="b"/>
              <a:pathLst>
                <a:path w="194" h="881" extrusionOk="0">
                  <a:moveTo>
                    <a:pt x="1" y="1"/>
                  </a:moveTo>
                  <a:lnTo>
                    <a:pt x="31" y="881"/>
                  </a:lnTo>
                  <a:cubicBezTo>
                    <a:pt x="31" y="881"/>
                    <a:pt x="122" y="871"/>
                    <a:pt x="193" y="8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3"/>
            <p:cNvSpPr/>
            <p:nvPr/>
          </p:nvSpPr>
          <p:spPr>
            <a:xfrm>
              <a:off x="3462475" y="2297925"/>
              <a:ext cx="101925" cy="93025"/>
            </a:xfrm>
            <a:custGeom>
              <a:avLst/>
              <a:gdLst/>
              <a:ahLst/>
              <a:cxnLst/>
              <a:rect l="l" t="t" r="r" b="b"/>
              <a:pathLst>
                <a:path w="4077" h="3721" extrusionOk="0">
                  <a:moveTo>
                    <a:pt x="1103" y="1"/>
                  </a:moveTo>
                  <a:cubicBezTo>
                    <a:pt x="759" y="51"/>
                    <a:pt x="344" y="608"/>
                    <a:pt x="314" y="1336"/>
                  </a:cubicBezTo>
                  <a:lnTo>
                    <a:pt x="293" y="2600"/>
                  </a:lnTo>
                  <a:cubicBezTo>
                    <a:pt x="281" y="2599"/>
                    <a:pt x="269" y="2598"/>
                    <a:pt x="256" y="2598"/>
                  </a:cubicBezTo>
                  <a:cubicBezTo>
                    <a:pt x="146" y="2598"/>
                    <a:pt x="0" y="2631"/>
                    <a:pt x="0" y="2631"/>
                  </a:cubicBezTo>
                  <a:lnTo>
                    <a:pt x="122" y="3207"/>
                  </a:lnTo>
                  <a:lnTo>
                    <a:pt x="233" y="3571"/>
                  </a:lnTo>
                  <a:lnTo>
                    <a:pt x="253" y="3672"/>
                  </a:lnTo>
                  <a:lnTo>
                    <a:pt x="263" y="3703"/>
                  </a:lnTo>
                  <a:cubicBezTo>
                    <a:pt x="263" y="3703"/>
                    <a:pt x="497" y="3721"/>
                    <a:pt x="869" y="3721"/>
                  </a:cubicBezTo>
                  <a:cubicBezTo>
                    <a:pt x="1055" y="3721"/>
                    <a:pt x="1275" y="3716"/>
                    <a:pt x="1518" y="3703"/>
                  </a:cubicBezTo>
                  <a:lnTo>
                    <a:pt x="1608" y="3713"/>
                  </a:lnTo>
                  <a:lnTo>
                    <a:pt x="3004" y="3713"/>
                  </a:lnTo>
                  <a:lnTo>
                    <a:pt x="3004" y="3409"/>
                  </a:lnTo>
                  <a:cubicBezTo>
                    <a:pt x="3045" y="3389"/>
                    <a:pt x="3085" y="3379"/>
                    <a:pt x="3126" y="3369"/>
                  </a:cubicBezTo>
                  <a:cubicBezTo>
                    <a:pt x="4077" y="3086"/>
                    <a:pt x="3541" y="51"/>
                    <a:pt x="2206" y="1"/>
                  </a:cubicBezTo>
                  <a:lnTo>
                    <a:pt x="2206" y="10"/>
                  </a:lnTo>
                  <a:cubicBezTo>
                    <a:pt x="2185" y="1"/>
                    <a:pt x="2165" y="1"/>
                    <a:pt x="2145" y="1"/>
                  </a:cubicBezTo>
                  <a:cubicBezTo>
                    <a:pt x="2084" y="91"/>
                    <a:pt x="2013" y="172"/>
                    <a:pt x="1922" y="233"/>
                  </a:cubicBezTo>
                  <a:cubicBezTo>
                    <a:pt x="1834" y="283"/>
                    <a:pt x="1743" y="304"/>
                    <a:pt x="1652" y="304"/>
                  </a:cubicBezTo>
                  <a:cubicBezTo>
                    <a:pt x="1522" y="304"/>
                    <a:pt x="1394" y="262"/>
                    <a:pt x="1275" y="203"/>
                  </a:cubicBezTo>
                  <a:cubicBezTo>
                    <a:pt x="1184" y="162"/>
                    <a:pt x="1133" y="91"/>
                    <a:pt x="1103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3"/>
            <p:cNvSpPr/>
            <p:nvPr/>
          </p:nvSpPr>
          <p:spPr>
            <a:xfrm>
              <a:off x="3484475" y="2297425"/>
              <a:ext cx="32650" cy="51850"/>
            </a:xfrm>
            <a:custGeom>
              <a:avLst/>
              <a:gdLst/>
              <a:ahLst/>
              <a:cxnLst/>
              <a:rect l="l" t="t" r="r" b="b"/>
              <a:pathLst>
                <a:path w="1306" h="2074" extrusionOk="0">
                  <a:moveTo>
                    <a:pt x="294" y="0"/>
                  </a:moveTo>
                  <a:lnTo>
                    <a:pt x="162" y="21"/>
                  </a:lnTo>
                  <a:cubicBezTo>
                    <a:pt x="162" y="21"/>
                    <a:pt x="0" y="1052"/>
                    <a:pt x="445" y="2074"/>
                  </a:cubicBezTo>
                  <a:cubicBezTo>
                    <a:pt x="1214" y="1073"/>
                    <a:pt x="1305" y="21"/>
                    <a:pt x="1305" y="21"/>
                  </a:cubicBezTo>
                  <a:lnTo>
                    <a:pt x="1173" y="10"/>
                  </a:lnTo>
                  <a:cubicBezTo>
                    <a:pt x="1144" y="91"/>
                    <a:pt x="1093" y="152"/>
                    <a:pt x="1042" y="192"/>
                  </a:cubicBezTo>
                  <a:cubicBezTo>
                    <a:pt x="958" y="266"/>
                    <a:pt x="836" y="304"/>
                    <a:pt x="716" y="304"/>
                  </a:cubicBezTo>
                  <a:cubicBezTo>
                    <a:pt x="604" y="304"/>
                    <a:pt x="493" y="271"/>
                    <a:pt x="415" y="203"/>
                  </a:cubicBezTo>
                  <a:cubicBezTo>
                    <a:pt x="364" y="152"/>
                    <a:pt x="314" y="91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3"/>
            <p:cNvSpPr/>
            <p:nvPr/>
          </p:nvSpPr>
          <p:spPr>
            <a:xfrm>
              <a:off x="3511275" y="2267875"/>
              <a:ext cx="9375" cy="9900"/>
            </a:xfrm>
            <a:custGeom>
              <a:avLst/>
              <a:gdLst/>
              <a:ahLst/>
              <a:cxnLst/>
              <a:rect l="l" t="t" r="r" b="b"/>
              <a:pathLst>
                <a:path w="375" h="396" extrusionOk="0">
                  <a:moveTo>
                    <a:pt x="210" y="0"/>
                  </a:moveTo>
                  <a:cubicBezTo>
                    <a:pt x="139" y="0"/>
                    <a:pt x="73" y="49"/>
                    <a:pt x="41" y="130"/>
                  </a:cubicBezTo>
                  <a:cubicBezTo>
                    <a:pt x="0" y="232"/>
                    <a:pt x="31" y="353"/>
                    <a:pt x="112" y="383"/>
                  </a:cubicBezTo>
                  <a:cubicBezTo>
                    <a:pt x="129" y="392"/>
                    <a:pt x="148" y="396"/>
                    <a:pt x="166" y="396"/>
                  </a:cubicBezTo>
                  <a:cubicBezTo>
                    <a:pt x="233" y="396"/>
                    <a:pt x="303" y="341"/>
                    <a:pt x="335" y="261"/>
                  </a:cubicBezTo>
                  <a:cubicBezTo>
                    <a:pt x="375" y="160"/>
                    <a:pt x="344" y="49"/>
                    <a:pt x="263" y="9"/>
                  </a:cubicBezTo>
                  <a:cubicBezTo>
                    <a:pt x="246" y="3"/>
                    <a:pt x="228" y="0"/>
                    <a:pt x="210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3"/>
            <p:cNvSpPr/>
            <p:nvPr/>
          </p:nvSpPr>
          <p:spPr>
            <a:xfrm>
              <a:off x="3516825" y="2270100"/>
              <a:ext cx="2325" cy="4575"/>
            </a:xfrm>
            <a:custGeom>
              <a:avLst/>
              <a:gdLst/>
              <a:ahLst/>
              <a:cxnLst/>
              <a:rect l="l" t="t" r="r" b="b"/>
              <a:pathLst>
                <a:path w="93" h="183" extrusionOk="0">
                  <a:moveTo>
                    <a:pt x="11" y="1"/>
                  </a:moveTo>
                  <a:lnTo>
                    <a:pt x="1" y="11"/>
                  </a:lnTo>
                  <a:cubicBezTo>
                    <a:pt x="72" y="71"/>
                    <a:pt x="41" y="183"/>
                    <a:pt x="41" y="183"/>
                  </a:cubicBezTo>
                  <a:lnTo>
                    <a:pt x="52" y="183"/>
                  </a:lnTo>
                  <a:cubicBezTo>
                    <a:pt x="52" y="183"/>
                    <a:pt x="92" y="62"/>
                    <a:pt x="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3"/>
            <p:cNvSpPr/>
            <p:nvPr/>
          </p:nvSpPr>
          <p:spPr>
            <a:xfrm>
              <a:off x="3462475" y="2321425"/>
              <a:ext cx="62225" cy="42525"/>
            </a:xfrm>
            <a:custGeom>
              <a:avLst/>
              <a:gdLst/>
              <a:ahLst/>
              <a:cxnLst/>
              <a:rect l="l" t="t" r="r" b="b"/>
              <a:pathLst>
                <a:path w="2489" h="1701" extrusionOk="0">
                  <a:moveTo>
                    <a:pt x="2458" y="1"/>
                  </a:moveTo>
                  <a:cubicBezTo>
                    <a:pt x="2377" y="699"/>
                    <a:pt x="2418" y="1417"/>
                    <a:pt x="2428" y="1529"/>
                  </a:cubicBezTo>
                  <a:cubicBezTo>
                    <a:pt x="1163" y="1579"/>
                    <a:pt x="10" y="1670"/>
                    <a:pt x="0" y="1680"/>
                  </a:cubicBezTo>
                  <a:lnTo>
                    <a:pt x="0" y="1700"/>
                  </a:lnTo>
                  <a:cubicBezTo>
                    <a:pt x="10" y="1700"/>
                    <a:pt x="1174" y="1599"/>
                    <a:pt x="2438" y="1549"/>
                  </a:cubicBezTo>
                  <a:lnTo>
                    <a:pt x="2448" y="1549"/>
                  </a:lnTo>
                  <a:lnTo>
                    <a:pt x="2448" y="1539"/>
                  </a:lnTo>
                  <a:cubicBezTo>
                    <a:pt x="2448" y="1529"/>
                    <a:pt x="2397" y="750"/>
                    <a:pt x="2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3"/>
            <p:cNvSpPr/>
            <p:nvPr/>
          </p:nvSpPr>
          <p:spPr>
            <a:xfrm>
              <a:off x="3500400" y="2382625"/>
              <a:ext cx="37200" cy="8400"/>
            </a:xfrm>
            <a:custGeom>
              <a:avLst/>
              <a:gdLst/>
              <a:ahLst/>
              <a:cxnLst/>
              <a:rect l="l" t="t" r="r" b="b"/>
              <a:pathLst>
                <a:path w="1488" h="336" extrusionOk="0">
                  <a:moveTo>
                    <a:pt x="1487" y="1"/>
                  </a:moveTo>
                  <a:cubicBezTo>
                    <a:pt x="1478" y="12"/>
                    <a:pt x="941" y="183"/>
                    <a:pt x="1" y="304"/>
                  </a:cubicBezTo>
                  <a:lnTo>
                    <a:pt x="1" y="335"/>
                  </a:lnTo>
                  <a:cubicBezTo>
                    <a:pt x="952" y="203"/>
                    <a:pt x="1487" y="32"/>
                    <a:pt x="1487" y="32"/>
                  </a:cubicBezTo>
                  <a:lnTo>
                    <a:pt x="148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3"/>
            <p:cNvSpPr/>
            <p:nvPr/>
          </p:nvSpPr>
          <p:spPr>
            <a:xfrm>
              <a:off x="3493825" y="2356100"/>
              <a:ext cx="775" cy="4300"/>
            </a:xfrm>
            <a:custGeom>
              <a:avLst/>
              <a:gdLst/>
              <a:ahLst/>
              <a:cxnLst/>
              <a:rect l="l" t="t" r="r" b="b"/>
              <a:pathLst>
                <a:path w="31" h="172" extrusionOk="0">
                  <a:moveTo>
                    <a:pt x="1" y="0"/>
                  </a:moveTo>
                  <a:lnTo>
                    <a:pt x="1" y="172"/>
                  </a:lnTo>
                  <a:lnTo>
                    <a:pt x="31" y="17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3"/>
            <p:cNvSpPr/>
            <p:nvPr/>
          </p:nvSpPr>
          <p:spPr>
            <a:xfrm>
              <a:off x="3494075" y="2301975"/>
              <a:ext cx="27850" cy="54375"/>
            </a:xfrm>
            <a:custGeom>
              <a:avLst/>
              <a:gdLst/>
              <a:ahLst/>
              <a:cxnLst/>
              <a:rect l="l" t="t" r="r" b="b"/>
              <a:pathLst>
                <a:path w="1114" h="2175" extrusionOk="0">
                  <a:moveTo>
                    <a:pt x="1083" y="0"/>
                  </a:moveTo>
                  <a:cubicBezTo>
                    <a:pt x="1083" y="21"/>
                    <a:pt x="780" y="1639"/>
                    <a:pt x="0" y="2155"/>
                  </a:cubicBezTo>
                  <a:lnTo>
                    <a:pt x="11" y="2175"/>
                  </a:lnTo>
                  <a:cubicBezTo>
                    <a:pt x="800" y="1649"/>
                    <a:pt x="1103" y="21"/>
                    <a:pt x="1113" y="10"/>
                  </a:cubicBezTo>
                  <a:lnTo>
                    <a:pt x="1083" y="0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3"/>
            <p:cNvSpPr/>
            <p:nvPr/>
          </p:nvSpPr>
          <p:spPr>
            <a:xfrm>
              <a:off x="3478900" y="2302475"/>
              <a:ext cx="15700" cy="53650"/>
            </a:xfrm>
            <a:custGeom>
              <a:avLst/>
              <a:gdLst/>
              <a:ahLst/>
              <a:cxnLst/>
              <a:rect l="l" t="t" r="r" b="b"/>
              <a:pathLst>
                <a:path w="628" h="2146" extrusionOk="0">
                  <a:moveTo>
                    <a:pt x="183" y="1"/>
                  </a:moveTo>
                  <a:cubicBezTo>
                    <a:pt x="183" y="21"/>
                    <a:pt x="1" y="1498"/>
                    <a:pt x="607" y="2145"/>
                  </a:cubicBezTo>
                  <a:lnTo>
                    <a:pt x="628" y="2135"/>
                  </a:lnTo>
                  <a:cubicBezTo>
                    <a:pt x="21" y="1498"/>
                    <a:pt x="213" y="21"/>
                    <a:pt x="213" y="10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3"/>
            <p:cNvSpPr/>
            <p:nvPr/>
          </p:nvSpPr>
          <p:spPr>
            <a:xfrm>
              <a:off x="3484975" y="2251650"/>
              <a:ext cx="28600" cy="12100"/>
            </a:xfrm>
            <a:custGeom>
              <a:avLst/>
              <a:gdLst/>
              <a:ahLst/>
              <a:cxnLst/>
              <a:rect l="l" t="t" r="r" b="b"/>
              <a:pathLst>
                <a:path w="1144" h="484" extrusionOk="0">
                  <a:moveTo>
                    <a:pt x="627" y="0"/>
                  </a:moveTo>
                  <a:lnTo>
                    <a:pt x="193" y="51"/>
                  </a:lnTo>
                  <a:lnTo>
                    <a:pt x="0" y="405"/>
                  </a:lnTo>
                  <a:cubicBezTo>
                    <a:pt x="0" y="405"/>
                    <a:pt x="294" y="483"/>
                    <a:pt x="653" y="483"/>
                  </a:cubicBezTo>
                  <a:cubicBezTo>
                    <a:pt x="811" y="483"/>
                    <a:pt x="980" y="468"/>
                    <a:pt x="1144" y="425"/>
                  </a:cubicBezTo>
                  <a:lnTo>
                    <a:pt x="1144" y="304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3"/>
            <p:cNvSpPr/>
            <p:nvPr/>
          </p:nvSpPr>
          <p:spPr>
            <a:xfrm>
              <a:off x="3469550" y="2324225"/>
              <a:ext cx="7625" cy="33400"/>
            </a:xfrm>
            <a:custGeom>
              <a:avLst/>
              <a:gdLst/>
              <a:ahLst/>
              <a:cxnLst/>
              <a:rect l="l" t="t" r="r" b="b"/>
              <a:pathLst>
                <a:path w="305" h="1336" extrusionOk="0">
                  <a:moveTo>
                    <a:pt x="273" y="1"/>
                  </a:moveTo>
                  <a:lnTo>
                    <a:pt x="1" y="1325"/>
                  </a:lnTo>
                  <a:lnTo>
                    <a:pt x="31" y="1336"/>
                  </a:lnTo>
                  <a:lnTo>
                    <a:pt x="304" y="10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3"/>
            <p:cNvSpPr/>
            <p:nvPr/>
          </p:nvSpPr>
          <p:spPr>
            <a:xfrm>
              <a:off x="2995125" y="2123675"/>
              <a:ext cx="31900" cy="66800"/>
            </a:xfrm>
            <a:custGeom>
              <a:avLst/>
              <a:gdLst/>
              <a:ahLst/>
              <a:cxnLst/>
              <a:rect l="l" t="t" r="r" b="b"/>
              <a:pathLst>
                <a:path w="1276" h="2672" extrusionOk="0">
                  <a:moveTo>
                    <a:pt x="1204" y="1"/>
                  </a:moveTo>
                  <a:cubicBezTo>
                    <a:pt x="163" y="1"/>
                    <a:pt x="61" y="1619"/>
                    <a:pt x="1" y="2671"/>
                  </a:cubicBezTo>
                  <a:lnTo>
                    <a:pt x="1275" y="2671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3"/>
            <p:cNvSpPr/>
            <p:nvPr/>
          </p:nvSpPr>
          <p:spPr>
            <a:xfrm>
              <a:off x="3022675" y="2123675"/>
              <a:ext cx="31650" cy="66800"/>
            </a:xfrm>
            <a:custGeom>
              <a:avLst/>
              <a:gdLst/>
              <a:ahLst/>
              <a:cxnLst/>
              <a:rect l="l" t="t" r="r" b="b"/>
              <a:pathLst>
                <a:path w="1266" h="2672" extrusionOk="0">
                  <a:moveTo>
                    <a:pt x="72" y="1"/>
                  </a:moveTo>
                  <a:lnTo>
                    <a:pt x="1" y="2671"/>
                  </a:lnTo>
                  <a:lnTo>
                    <a:pt x="1266" y="2671"/>
                  </a:lnTo>
                  <a:cubicBezTo>
                    <a:pt x="1205" y="1619"/>
                    <a:pt x="1104" y="1"/>
                    <a:pt x="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3"/>
            <p:cNvSpPr/>
            <p:nvPr/>
          </p:nvSpPr>
          <p:spPr>
            <a:xfrm>
              <a:off x="3009300" y="2159850"/>
              <a:ext cx="32375" cy="34650"/>
            </a:xfrm>
            <a:custGeom>
              <a:avLst/>
              <a:gdLst/>
              <a:ahLst/>
              <a:cxnLst/>
              <a:rect l="l" t="t" r="r" b="b"/>
              <a:pathLst>
                <a:path w="1295" h="1386" extrusionOk="0">
                  <a:moveTo>
                    <a:pt x="293" y="0"/>
                  </a:moveTo>
                  <a:lnTo>
                    <a:pt x="263" y="415"/>
                  </a:lnTo>
                  <a:cubicBezTo>
                    <a:pt x="263" y="466"/>
                    <a:pt x="223" y="506"/>
                    <a:pt x="172" y="516"/>
                  </a:cubicBezTo>
                  <a:lnTo>
                    <a:pt x="0" y="567"/>
                  </a:lnTo>
                  <a:cubicBezTo>
                    <a:pt x="111" y="1143"/>
                    <a:pt x="637" y="1386"/>
                    <a:pt x="637" y="1386"/>
                  </a:cubicBezTo>
                  <a:cubicBezTo>
                    <a:pt x="1093" y="1133"/>
                    <a:pt x="1295" y="556"/>
                    <a:pt x="1295" y="556"/>
                  </a:cubicBezTo>
                  <a:lnTo>
                    <a:pt x="1102" y="516"/>
                  </a:lnTo>
                  <a:cubicBezTo>
                    <a:pt x="1052" y="506"/>
                    <a:pt x="1012" y="466"/>
                    <a:pt x="1012" y="415"/>
                  </a:cubicBezTo>
                  <a:lnTo>
                    <a:pt x="981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3"/>
            <p:cNvSpPr/>
            <p:nvPr/>
          </p:nvSpPr>
          <p:spPr>
            <a:xfrm>
              <a:off x="2981475" y="2252925"/>
              <a:ext cx="87525" cy="39975"/>
            </a:xfrm>
            <a:custGeom>
              <a:avLst/>
              <a:gdLst/>
              <a:ahLst/>
              <a:cxnLst/>
              <a:rect l="l" t="t" r="r" b="b"/>
              <a:pathLst>
                <a:path w="3501" h="1599" extrusionOk="0">
                  <a:moveTo>
                    <a:pt x="556" y="0"/>
                  </a:moveTo>
                  <a:lnTo>
                    <a:pt x="354" y="131"/>
                  </a:lnTo>
                  <a:cubicBezTo>
                    <a:pt x="61" y="304"/>
                    <a:pt x="0" y="617"/>
                    <a:pt x="21" y="951"/>
                  </a:cubicBezTo>
                  <a:lnTo>
                    <a:pt x="102" y="1598"/>
                  </a:lnTo>
                  <a:lnTo>
                    <a:pt x="1750" y="1446"/>
                  </a:lnTo>
                  <a:lnTo>
                    <a:pt x="1761" y="1446"/>
                  </a:lnTo>
                  <a:lnTo>
                    <a:pt x="3429" y="1598"/>
                  </a:lnTo>
                  <a:lnTo>
                    <a:pt x="3480" y="951"/>
                  </a:lnTo>
                  <a:cubicBezTo>
                    <a:pt x="3500" y="617"/>
                    <a:pt x="3449" y="304"/>
                    <a:pt x="3166" y="131"/>
                  </a:cubicBezTo>
                  <a:lnTo>
                    <a:pt x="29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3"/>
            <p:cNvSpPr/>
            <p:nvPr/>
          </p:nvSpPr>
          <p:spPr>
            <a:xfrm>
              <a:off x="3004225" y="2142675"/>
              <a:ext cx="9375" cy="9575"/>
            </a:xfrm>
            <a:custGeom>
              <a:avLst/>
              <a:gdLst/>
              <a:ahLst/>
              <a:cxnLst/>
              <a:rect l="l" t="t" r="r" b="b"/>
              <a:pathLst>
                <a:path w="375" h="383" extrusionOk="0">
                  <a:moveTo>
                    <a:pt x="171" y="1"/>
                  </a:moveTo>
                  <a:cubicBezTo>
                    <a:pt x="154" y="1"/>
                    <a:pt x="138" y="4"/>
                    <a:pt x="122" y="9"/>
                  </a:cubicBezTo>
                  <a:cubicBezTo>
                    <a:pt x="41" y="40"/>
                    <a:pt x="1" y="151"/>
                    <a:pt x="41" y="252"/>
                  </a:cubicBezTo>
                  <a:cubicBezTo>
                    <a:pt x="65" y="333"/>
                    <a:pt x="136" y="382"/>
                    <a:pt x="204" y="382"/>
                  </a:cubicBezTo>
                  <a:cubicBezTo>
                    <a:pt x="221" y="382"/>
                    <a:pt x="238" y="379"/>
                    <a:pt x="253" y="373"/>
                  </a:cubicBezTo>
                  <a:cubicBezTo>
                    <a:pt x="345" y="344"/>
                    <a:pt x="375" y="232"/>
                    <a:pt x="345" y="131"/>
                  </a:cubicBezTo>
                  <a:cubicBezTo>
                    <a:pt x="312" y="49"/>
                    <a:pt x="240" y="1"/>
                    <a:pt x="171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3"/>
            <p:cNvSpPr/>
            <p:nvPr/>
          </p:nvSpPr>
          <p:spPr>
            <a:xfrm>
              <a:off x="3005750" y="2144675"/>
              <a:ext cx="2550" cy="4575"/>
            </a:xfrm>
            <a:custGeom>
              <a:avLst/>
              <a:gdLst/>
              <a:ahLst/>
              <a:cxnLst/>
              <a:rect l="l" t="t" r="r" b="b"/>
              <a:pathLst>
                <a:path w="102" h="183" extrusionOk="0">
                  <a:moveTo>
                    <a:pt x="91" y="1"/>
                  </a:moveTo>
                  <a:cubicBezTo>
                    <a:pt x="1" y="61"/>
                    <a:pt x="41" y="183"/>
                    <a:pt x="41" y="183"/>
                  </a:cubicBezTo>
                  <a:lnTo>
                    <a:pt x="51" y="183"/>
                  </a:lnTo>
                  <a:cubicBezTo>
                    <a:pt x="51" y="183"/>
                    <a:pt x="21" y="71"/>
                    <a:pt x="102" y="10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3"/>
            <p:cNvSpPr/>
            <p:nvPr/>
          </p:nvSpPr>
          <p:spPr>
            <a:xfrm>
              <a:off x="3036850" y="2142675"/>
              <a:ext cx="9625" cy="9575"/>
            </a:xfrm>
            <a:custGeom>
              <a:avLst/>
              <a:gdLst/>
              <a:ahLst/>
              <a:cxnLst/>
              <a:rect l="l" t="t" r="r" b="b"/>
              <a:pathLst>
                <a:path w="385" h="383" extrusionOk="0">
                  <a:moveTo>
                    <a:pt x="211" y="1"/>
                  </a:moveTo>
                  <a:cubicBezTo>
                    <a:pt x="139" y="1"/>
                    <a:pt x="73" y="49"/>
                    <a:pt x="41" y="131"/>
                  </a:cubicBezTo>
                  <a:cubicBezTo>
                    <a:pt x="0" y="232"/>
                    <a:pt x="41" y="344"/>
                    <a:pt x="122" y="373"/>
                  </a:cubicBezTo>
                  <a:cubicBezTo>
                    <a:pt x="140" y="379"/>
                    <a:pt x="157" y="382"/>
                    <a:pt x="175" y="382"/>
                  </a:cubicBezTo>
                  <a:cubicBezTo>
                    <a:pt x="247" y="382"/>
                    <a:pt x="312" y="333"/>
                    <a:pt x="344" y="252"/>
                  </a:cubicBezTo>
                  <a:cubicBezTo>
                    <a:pt x="385" y="151"/>
                    <a:pt x="344" y="40"/>
                    <a:pt x="263" y="9"/>
                  </a:cubicBezTo>
                  <a:cubicBezTo>
                    <a:pt x="246" y="4"/>
                    <a:pt x="228" y="1"/>
                    <a:pt x="211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3042675" y="2144675"/>
              <a:ext cx="2550" cy="4575"/>
            </a:xfrm>
            <a:custGeom>
              <a:avLst/>
              <a:gdLst/>
              <a:ahLst/>
              <a:cxnLst/>
              <a:rect l="l" t="t" r="r" b="b"/>
              <a:pathLst>
                <a:path w="102" h="183" extrusionOk="0">
                  <a:moveTo>
                    <a:pt x="10" y="1"/>
                  </a:moveTo>
                  <a:lnTo>
                    <a:pt x="0" y="10"/>
                  </a:lnTo>
                  <a:cubicBezTo>
                    <a:pt x="81" y="71"/>
                    <a:pt x="51" y="183"/>
                    <a:pt x="51" y="183"/>
                  </a:cubicBezTo>
                  <a:lnTo>
                    <a:pt x="61" y="183"/>
                  </a:lnTo>
                  <a:cubicBezTo>
                    <a:pt x="61" y="183"/>
                    <a:pt x="102" y="6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3016100" y="2162125"/>
              <a:ext cx="18250" cy="10125"/>
            </a:xfrm>
            <a:custGeom>
              <a:avLst/>
              <a:gdLst/>
              <a:ahLst/>
              <a:cxnLst/>
              <a:rect l="l" t="t" r="r" b="b"/>
              <a:pathLst>
                <a:path w="730" h="405" extrusionOk="0">
                  <a:moveTo>
                    <a:pt x="1" y="0"/>
                  </a:moveTo>
                  <a:lnTo>
                    <a:pt x="1" y="172"/>
                  </a:lnTo>
                  <a:cubicBezTo>
                    <a:pt x="1" y="172"/>
                    <a:pt x="143" y="405"/>
                    <a:pt x="365" y="405"/>
                  </a:cubicBezTo>
                  <a:cubicBezTo>
                    <a:pt x="598" y="405"/>
                    <a:pt x="729" y="172"/>
                    <a:pt x="729" y="172"/>
                  </a:cubicBezTo>
                  <a:lnTo>
                    <a:pt x="729" y="0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3008275" y="2123950"/>
              <a:ext cx="33925" cy="45525"/>
            </a:xfrm>
            <a:custGeom>
              <a:avLst/>
              <a:gdLst/>
              <a:ahLst/>
              <a:cxnLst/>
              <a:rect l="l" t="t" r="r" b="b"/>
              <a:pathLst>
                <a:path w="1357" h="1821" extrusionOk="0">
                  <a:moveTo>
                    <a:pt x="678" y="0"/>
                  </a:moveTo>
                  <a:cubicBezTo>
                    <a:pt x="304" y="0"/>
                    <a:pt x="1" y="293"/>
                    <a:pt x="1" y="657"/>
                  </a:cubicBezTo>
                  <a:lnTo>
                    <a:pt x="1" y="718"/>
                  </a:lnTo>
                  <a:cubicBezTo>
                    <a:pt x="1" y="728"/>
                    <a:pt x="1" y="728"/>
                    <a:pt x="10" y="728"/>
                  </a:cubicBezTo>
                  <a:lnTo>
                    <a:pt x="71" y="1295"/>
                  </a:lnTo>
                  <a:cubicBezTo>
                    <a:pt x="71" y="1295"/>
                    <a:pt x="82" y="1305"/>
                    <a:pt x="82" y="1315"/>
                  </a:cubicBezTo>
                  <a:lnTo>
                    <a:pt x="82" y="1325"/>
                  </a:lnTo>
                  <a:cubicBezTo>
                    <a:pt x="122" y="1608"/>
                    <a:pt x="375" y="1821"/>
                    <a:pt x="678" y="1821"/>
                  </a:cubicBezTo>
                  <a:cubicBezTo>
                    <a:pt x="982" y="1821"/>
                    <a:pt x="1245" y="1598"/>
                    <a:pt x="1275" y="1315"/>
                  </a:cubicBezTo>
                  <a:lnTo>
                    <a:pt x="1285" y="1295"/>
                  </a:lnTo>
                  <a:lnTo>
                    <a:pt x="1356" y="728"/>
                  </a:lnTo>
                  <a:lnTo>
                    <a:pt x="1356" y="718"/>
                  </a:lnTo>
                  <a:lnTo>
                    <a:pt x="1356" y="657"/>
                  </a:lnTo>
                  <a:cubicBezTo>
                    <a:pt x="1356" y="293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3"/>
            <p:cNvSpPr/>
            <p:nvPr/>
          </p:nvSpPr>
          <p:spPr>
            <a:xfrm>
              <a:off x="3008275" y="2123675"/>
              <a:ext cx="33925" cy="24575"/>
            </a:xfrm>
            <a:custGeom>
              <a:avLst/>
              <a:gdLst/>
              <a:ahLst/>
              <a:cxnLst/>
              <a:rect l="l" t="t" r="r" b="b"/>
              <a:pathLst>
                <a:path w="1357" h="983" extrusionOk="0">
                  <a:moveTo>
                    <a:pt x="676" y="1"/>
                  </a:moveTo>
                  <a:cubicBezTo>
                    <a:pt x="640" y="1"/>
                    <a:pt x="20" y="10"/>
                    <a:pt x="1" y="638"/>
                  </a:cubicBezTo>
                  <a:cubicBezTo>
                    <a:pt x="1" y="699"/>
                    <a:pt x="1" y="760"/>
                    <a:pt x="10" y="820"/>
                  </a:cubicBezTo>
                  <a:lnTo>
                    <a:pt x="41" y="982"/>
                  </a:lnTo>
                  <a:cubicBezTo>
                    <a:pt x="41" y="982"/>
                    <a:pt x="192" y="830"/>
                    <a:pt x="264" y="598"/>
                  </a:cubicBezTo>
                  <a:lnTo>
                    <a:pt x="1083" y="598"/>
                  </a:lnTo>
                  <a:cubicBezTo>
                    <a:pt x="1164" y="830"/>
                    <a:pt x="1316" y="982"/>
                    <a:pt x="1316" y="982"/>
                  </a:cubicBezTo>
                  <a:lnTo>
                    <a:pt x="1346" y="820"/>
                  </a:lnTo>
                  <a:cubicBezTo>
                    <a:pt x="1356" y="760"/>
                    <a:pt x="1356" y="699"/>
                    <a:pt x="1356" y="638"/>
                  </a:cubicBezTo>
                  <a:cubicBezTo>
                    <a:pt x="1326" y="10"/>
                    <a:pt x="715" y="1"/>
                    <a:pt x="680" y="1"/>
                  </a:cubicBezTo>
                  <a:cubicBezTo>
                    <a:pt x="679" y="1"/>
                    <a:pt x="678" y="1"/>
                    <a:pt x="678" y="1"/>
                  </a:cubicBezTo>
                  <a:cubicBezTo>
                    <a:pt x="678" y="1"/>
                    <a:pt x="677" y="1"/>
                    <a:pt x="6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3024975" y="2150750"/>
              <a:ext cx="2800" cy="5325"/>
            </a:xfrm>
            <a:custGeom>
              <a:avLst/>
              <a:gdLst/>
              <a:ahLst/>
              <a:cxnLst/>
              <a:rect l="l" t="t" r="r" b="b"/>
              <a:pathLst>
                <a:path w="112" h="213" extrusionOk="0">
                  <a:moveTo>
                    <a:pt x="30" y="0"/>
                  </a:moveTo>
                  <a:lnTo>
                    <a:pt x="10" y="10"/>
                  </a:lnTo>
                  <a:cubicBezTo>
                    <a:pt x="30" y="41"/>
                    <a:pt x="71" y="122"/>
                    <a:pt x="61" y="162"/>
                  </a:cubicBezTo>
                  <a:cubicBezTo>
                    <a:pt x="51" y="172"/>
                    <a:pt x="30" y="182"/>
                    <a:pt x="0" y="182"/>
                  </a:cubicBezTo>
                  <a:lnTo>
                    <a:pt x="0" y="212"/>
                  </a:lnTo>
                  <a:cubicBezTo>
                    <a:pt x="41" y="212"/>
                    <a:pt x="71" y="192"/>
                    <a:pt x="81" y="172"/>
                  </a:cubicBezTo>
                  <a:cubicBezTo>
                    <a:pt x="111" y="111"/>
                    <a:pt x="30" y="10"/>
                    <a:pt x="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3013850" y="2143150"/>
              <a:ext cx="6100" cy="2800"/>
            </a:xfrm>
            <a:custGeom>
              <a:avLst/>
              <a:gdLst/>
              <a:ahLst/>
              <a:cxnLst/>
              <a:rect l="l" t="t" r="r" b="b"/>
              <a:pathLst>
                <a:path w="244" h="112" extrusionOk="0">
                  <a:moveTo>
                    <a:pt x="233" y="1"/>
                  </a:moveTo>
                  <a:lnTo>
                    <a:pt x="0" y="51"/>
                  </a:lnTo>
                  <a:lnTo>
                    <a:pt x="20" y="112"/>
                  </a:lnTo>
                  <a:lnTo>
                    <a:pt x="243" y="6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3030275" y="2143150"/>
              <a:ext cx="6350" cy="2800"/>
            </a:xfrm>
            <a:custGeom>
              <a:avLst/>
              <a:gdLst/>
              <a:ahLst/>
              <a:cxnLst/>
              <a:rect l="l" t="t" r="r" b="b"/>
              <a:pathLst>
                <a:path w="254" h="112" extrusionOk="0">
                  <a:moveTo>
                    <a:pt x="21" y="1"/>
                  </a:moveTo>
                  <a:lnTo>
                    <a:pt x="0" y="62"/>
                  </a:lnTo>
                  <a:lnTo>
                    <a:pt x="233" y="112"/>
                  </a:lnTo>
                  <a:lnTo>
                    <a:pt x="254" y="5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3020650" y="2158325"/>
              <a:ext cx="6375" cy="2300"/>
            </a:xfrm>
            <a:custGeom>
              <a:avLst/>
              <a:gdLst/>
              <a:ahLst/>
              <a:cxnLst/>
              <a:rect l="l" t="t" r="r" b="b"/>
              <a:pathLst>
                <a:path w="255" h="92" extrusionOk="0">
                  <a:moveTo>
                    <a:pt x="11" y="1"/>
                  </a:moveTo>
                  <a:lnTo>
                    <a:pt x="1" y="21"/>
                  </a:lnTo>
                  <a:cubicBezTo>
                    <a:pt x="72" y="82"/>
                    <a:pt x="133" y="91"/>
                    <a:pt x="183" y="91"/>
                  </a:cubicBezTo>
                  <a:cubicBezTo>
                    <a:pt x="224" y="91"/>
                    <a:pt x="254" y="82"/>
                    <a:pt x="254" y="82"/>
                  </a:cubicBezTo>
                  <a:lnTo>
                    <a:pt x="244" y="61"/>
                  </a:lnTo>
                  <a:cubicBezTo>
                    <a:pt x="239" y="61"/>
                    <a:pt x="217" y="69"/>
                    <a:pt x="183" y="69"/>
                  </a:cubicBezTo>
                  <a:cubicBezTo>
                    <a:pt x="140" y="69"/>
                    <a:pt x="79" y="57"/>
                    <a:pt x="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2990575" y="2244825"/>
              <a:ext cx="70575" cy="11650"/>
            </a:xfrm>
            <a:custGeom>
              <a:avLst/>
              <a:gdLst/>
              <a:ahLst/>
              <a:cxnLst/>
              <a:rect l="l" t="t" r="r" b="b"/>
              <a:pathLst>
                <a:path w="2823" h="466" extrusionOk="0">
                  <a:moveTo>
                    <a:pt x="111" y="0"/>
                  </a:moveTo>
                  <a:cubicBezTo>
                    <a:pt x="1" y="192"/>
                    <a:pt x="132" y="365"/>
                    <a:pt x="132" y="365"/>
                  </a:cubicBezTo>
                  <a:cubicBezTo>
                    <a:pt x="132" y="365"/>
                    <a:pt x="567" y="466"/>
                    <a:pt x="1386" y="466"/>
                  </a:cubicBezTo>
                  <a:cubicBezTo>
                    <a:pt x="2206" y="466"/>
                    <a:pt x="2671" y="365"/>
                    <a:pt x="2671" y="365"/>
                  </a:cubicBezTo>
                  <a:cubicBezTo>
                    <a:pt x="2822" y="162"/>
                    <a:pt x="2691" y="0"/>
                    <a:pt x="26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3"/>
            <p:cNvSpPr/>
            <p:nvPr/>
          </p:nvSpPr>
          <p:spPr>
            <a:xfrm>
              <a:off x="3043675" y="2175275"/>
              <a:ext cx="34175" cy="80475"/>
            </a:xfrm>
            <a:custGeom>
              <a:avLst/>
              <a:gdLst/>
              <a:ahLst/>
              <a:cxnLst/>
              <a:rect l="l" t="t" r="r" b="b"/>
              <a:pathLst>
                <a:path w="1367" h="3219" extrusionOk="0">
                  <a:moveTo>
                    <a:pt x="112" y="0"/>
                  </a:moveTo>
                  <a:lnTo>
                    <a:pt x="1" y="982"/>
                  </a:lnTo>
                  <a:cubicBezTo>
                    <a:pt x="183" y="1780"/>
                    <a:pt x="456" y="2893"/>
                    <a:pt x="486" y="3147"/>
                  </a:cubicBezTo>
                  <a:cubicBezTo>
                    <a:pt x="486" y="3190"/>
                    <a:pt x="524" y="3219"/>
                    <a:pt x="568" y="3219"/>
                  </a:cubicBezTo>
                  <a:cubicBezTo>
                    <a:pt x="574" y="3219"/>
                    <a:pt x="581" y="3218"/>
                    <a:pt x="588" y="3217"/>
                  </a:cubicBezTo>
                  <a:lnTo>
                    <a:pt x="597" y="3217"/>
                  </a:lnTo>
                  <a:cubicBezTo>
                    <a:pt x="1083" y="3086"/>
                    <a:pt x="1366" y="2590"/>
                    <a:pt x="1235" y="2104"/>
                  </a:cubicBezTo>
                  <a:cubicBezTo>
                    <a:pt x="1174" y="1902"/>
                    <a:pt x="1123" y="1720"/>
                    <a:pt x="1093" y="1649"/>
                  </a:cubicBezTo>
                  <a:cubicBezTo>
                    <a:pt x="1002" y="1356"/>
                    <a:pt x="486" y="213"/>
                    <a:pt x="112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3"/>
            <p:cNvSpPr/>
            <p:nvPr/>
          </p:nvSpPr>
          <p:spPr>
            <a:xfrm>
              <a:off x="2973375" y="2175275"/>
              <a:ext cx="32900" cy="80475"/>
            </a:xfrm>
            <a:custGeom>
              <a:avLst/>
              <a:gdLst/>
              <a:ahLst/>
              <a:cxnLst/>
              <a:rect l="l" t="t" r="r" b="b"/>
              <a:pathLst>
                <a:path w="1316" h="3219" extrusionOk="0">
                  <a:moveTo>
                    <a:pt x="1255" y="0"/>
                  </a:moveTo>
                  <a:cubicBezTo>
                    <a:pt x="880" y="213"/>
                    <a:pt x="365" y="1356"/>
                    <a:pt x="273" y="1649"/>
                  </a:cubicBezTo>
                  <a:cubicBezTo>
                    <a:pt x="244" y="1720"/>
                    <a:pt x="193" y="1902"/>
                    <a:pt x="132" y="2104"/>
                  </a:cubicBezTo>
                  <a:cubicBezTo>
                    <a:pt x="1" y="2590"/>
                    <a:pt x="284" y="3086"/>
                    <a:pt x="770" y="3217"/>
                  </a:cubicBezTo>
                  <a:lnTo>
                    <a:pt x="779" y="3217"/>
                  </a:lnTo>
                  <a:cubicBezTo>
                    <a:pt x="786" y="3218"/>
                    <a:pt x="793" y="3219"/>
                    <a:pt x="799" y="3219"/>
                  </a:cubicBezTo>
                  <a:cubicBezTo>
                    <a:pt x="843" y="3219"/>
                    <a:pt x="880" y="3190"/>
                    <a:pt x="880" y="3147"/>
                  </a:cubicBezTo>
                  <a:cubicBezTo>
                    <a:pt x="911" y="2893"/>
                    <a:pt x="1134" y="1801"/>
                    <a:pt x="1316" y="1002"/>
                  </a:cubicBezTo>
                  <a:lnTo>
                    <a:pt x="1255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3"/>
            <p:cNvSpPr/>
            <p:nvPr/>
          </p:nvSpPr>
          <p:spPr>
            <a:xfrm>
              <a:off x="3037850" y="2173175"/>
              <a:ext cx="10400" cy="5150"/>
            </a:xfrm>
            <a:custGeom>
              <a:avLst/>
              <a:gdLst/>
              <a:ahLst/>
              <a:cxnLst/>
              <a:rect l="l" t="t" r="r" b="b"/>
              <a:pathLst>
                <a:path w="416" h="206" extrusionOk="0">
                  <a:moveTo>
                    <a:pt x="131" y="1"/>
                  </a:moveTo>
                  <a:cubicBezTo>
                    <a:pt x="112" y="1"/>
                    <a:pt x="90" y="17"/>
                    <a:pt x="82" y="34"/>
                  </a:cubicBezTo>
                  <a:cubicBezTo>
                    <a:pt x="62" y="84"/>
                    <a:pt x="41" y="135"/>
                    <a:pt x="1" y="185"/>
                  </a:cubicBezTo>
                  <a:lnTo>
                    <a:pt x="385" y="206"/>
                  </a:lnTo>
                  <a:cubicBezTo>
                    <a:pt x="385" y="185"/>
                    <a:pt x="396" y="176"/>
                    <a:pt x="396" y="165"/>
                  </a:cubicBezTo>
                  <a:cubicBezTo>
                    <a:pt x="416" y="125"/>
                    <a:pt x="405" y="74"/>
                    <a:pt x="365" y="64"/>
                  </a:cubicBezTo>
                  <a:cubicBezTo>
                    <a:pt x="295" y="34"/>
                    <a:pt x="223" y="14"/>
                    <a:pt x="142" y="3"/>
                  </a:cubicBezTo>
                  <a:cubicBezTo>
                    <a:pt x="139" y="1"/>
                    <a:pt x="135" y="1"/>
                    <a:pt x="131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3"/>
            <p:cNvSpPr/>
            <p:nvPr/>
          </p:nvSpPr>
          <p:spPr>
            <a:xfrm>
              <a:off x="3002950" y="2173175"/>
              <a:ext cx="10150" cy="5150"/>
            </a:xfrm>
            <a:custGeom>
              <a:avLst/>
              <a:gdLst/>
              <a:ahLst/>
              <a:cxnLst/>
              <a:rect l="l" t="t" r="r" b="b"/>
              <a:pathLst>
                <a:path w="406" h="206" extrusionOk="0">
                  <a:moveTo>
                    <a:pt x="289" y="1"/>
                  </a:moveTo>
                  <a:cubicBezTo>
                    <a:pt x="284" y="1"/>
                    <a:pt x="280" y="2"/>
                    <a:pt x="274" y="3"/>
                  </a:cubicBezTo>
                  <a:cubicBezTo>
                    <a:pt x="193" y="14"/>
                    <a:pt x="122" y="34"/>
                    <a:pt x="52" y="64"/>
                  </a:cubicBezTo>
                  <a:cubicBezTo>
                    <a:pt x="11" y="84"/>
                    <a:pt x="1" y="125"/>
                    <a:pt x="11" y="165"/>
                  </a:cubicBezTo>
                  <a:cubicBezTo>
                    <a:pt x="21" y="176"/>
                    <a:pt x="21" y="185"/>
                    <a:pt x="21" y="206"/>
                  </a:cubicBezTo>
                  <a:lnTo>
                    <a:pt x="405" y="185"/>
                  </a:lnTo>
                  <a:cubicBezTo>
                    <a:pt x="396" y="165"/>
                    <a:pt x="376" y="145"/>
                    <a:pt x="365" y="115"/>
                  </a:cubicBezTo>
                  <a:cubicBezTo>
                    <a:pt x="355" y="95"/>
                    <a:pt x="345" y="64"/>
                    <a:pt x="335" y="44"/>
                  </a:cubicBezTo>
                  <a:cubicBezTo>
                    <a:pt x="326" y="19"/>
                    <a:pt x="311" y="1"/>
                    <a:pt x="289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3"/>
            <p:cNvSpPr/>
            <p:nvPr/>
          </p:nvSpPr>
          <p:spPr>
            <a:xfrm>
              <a:off x="2995125" y="2177800"/>
              <a:ext cx="60975" cy="76150"/>
            </a:xfrm>
            <a:custGeom>
              <a:avLst/>
              <a:gdLst/>
              <a:ahLst/>
              <a:cxnLst/>
              <a:rect l="l" t="t" r="r" b="b"/>
              <a:pathLst>
                <a:path w="2439" h="3046" extrusionOk="0">
                  <a:moveTo>
                    <a:pt x="718" y="0"/>
                  </a:moveTo>
                  <a:lnTo>
                    <a:pt x="334" y="21"/>
                  </a:lnTo>
                  <a:lnTo>
                    <a:pt x="334" y="31"/>
                  </a:lnTo>
                  <a:cubicBezTo>
                    <a:pt x="345" y="101"/>
                    <a:pt x="375" y="173"/>
                    <a:pt x="375" y="243"/>
                  </a:cubicBezTo>
                  <a:cubicBezTo>
                    <a:pt x="385" y="324"/>
                    <a:pt x="375" y="405"/>
                    <a:pt x="354" y="486"/>
                  </a:cubicBezTo>
                  <a:cubicBezTo>
                    <a:pt x="354" y="537"/>
                    <a:pt x="345" y="577"/>
                    <a:pt x="334" y="627"/>
                  </a:cubicBezTo>
                  <a:cubicBezTo>
                    <a:pt x="334" y="627"/>
                    <a:pt x="243" y="1295"/>
                    <a:pt x="122" y="1700"/>
                  </a:cubicBezTo>
                  <a:lnTo>
                    <a:pt x="1" y="2084"/>
                  </a:lnTo>
                  <a:lnTo>
                    <a:pt x="678" y="3046"/>
                  </a:lnTo>
                  <a:lnTo>
                    <a:pt x="1761" y="3046"/>
                  </a:lnTo>
                  <a:lnTo>
                    <a:pt x="2438" y="2084"/>
                  </a:lnTo>
                  <a:lnTo>
                    <a:pt x="2317" y="1700"/>
                  </a:lnTo>
                  <a:cubicBezTo>
                    <a:pt x="2195" y="1295"/>
                    <a:pt x="2105" y="627"/>
                    <a:pt x="2105" y="627"/>
                  </a:cubicBezTo>
                  <a:lnTo>
                    <a:pt x="2114" y="627"/>
                  </a:lnTo>
                  <a:cubicBezTo>
                    <a:pt x="2114" y="618"/>
                    <a:pt x="2105" y="607"/>
                    <a:pt x="2105" y="607"/>
                  </a:cubicBezTo>
                  <a:lnTo>
                    <a:pt x="2105" y="598"/>
                  </a:lnTo>
                  <a:cubicBezTo>
                    <a:pt x="2094" y="587"/>
                    <a:pt x="2094" y="567"/>
                    <a:pt x="2094" y="557"/>
                  </a:cubicBezTo>
                  <a:cubicBezTo>
                    <a:pt x="2094" y="547"/>
                    <a:pt x="2085" y="537"/>
                    <a:pt x="2085" y="526"/>
                  </a:cubicBezTo>
                  <a:cubicBezTo>
                    <a:pt x="2064" y="445"/>
                    <a:pt x="2074" y="344"/>
                    <a:pt x="2074" y="263"/>
                  </a:cubicBezTo>
                  <a:cubicBezTo>
                    <a:pt x="2064" y="182"/>
                    <a:pt x="2064" y="92"/>
                    <a:pt x="2094" y="21"/>
                  </a:cubicBezTo>
                  <a:lnTo>
                    <a:pt x="1710" y="0"/>
                  </a:lnTo>
                  <a:cubicBezTo>
                    <a:pt x="1629" y="122"/>
                    <a:pt x="1498" y="203"/>
                    <a:pt x="1346" y="223"/>
                  </a:cubicBezTo>
                  <a:cubicBezTo>
                    <a:pt x="1306" y="230"/>
                    <a:pt x="1266" y="233"/>
                    <a:pt x="1226" y="233"/>
                  </a:cubicBezTo>
                  <a:cubicBezTo>
                    <a:pt x="1028" y="233"/>
                    <a:pt x="828" y="152"/>
                    <a:pt x="718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3"/>
            <p:cNvSpPr/>
            <p:nvPr/>
          </p:nvSpPr>
          <p:spPr>
            <a:xfrm>
              <a:off x="3047725" y="2193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D744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3"/>
            <p:cNvSpPr/>
            <p:nvPr/>
          </p:nvSpPr>
          <p:spPr>
            <a:xfrm>
              <a:off x="3044425" y="2175275"/>
              <a:ext cx="4575" cy="18725"/>
            </a:xfrm>
            <a:custGeom>
              <a:avLst/>
              <a:gdLst/>
              <a:ahLst/>
              <a:cxnLst/>
              <a:rect l="l" t="t" r="r" b="b"/>
              <a:pathLst>
                <a:path w="183" h="749" extrusionOk="0">
                  <a:moveTo>
                    <a:pt x="173" y="0"/>
                  </a:moveTo>
                  <a:cubicBezTo>
                    <a:pt x="163" y="11"/>
                    <a:pt x="1" y="122"/>
                    <a:pt x="133" y="749"/>
                  </a:cubicBezTo>
                  <a:lnTo>
                    <a:pt x="153" y="749"/>
                  </a:lnTo>
                  <a:cubicBezTo>
                    <a:pt x="32" y="142"/>
                    <a:pt x="183" y="31"/>
                    <a:pt x="183" y="20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3"/>
            <p:cNvSpPr/>
            <p:nvPr/>
          </p:nvSpPr>
          <p:spPr>
            <a:xfrm>
              <a:off x="3002200" y="2175275"/>
              <a:ext cx="4600" cy="18725"/>
            </a:xfrm>
            <a:custGeom>
              <a:avLst/>
              <a:gdLst/>
              <a:ahLst/>
              <a:cxnLst/>
              <a:rect l="l" t="t" r="r" b="b"/>
              <a:pathLst>
                <a:path w="184" h="749" extrusionOk="0">
                  <a:moveTo>
                    <a:pt x="11" y="0"/>
                  </a:moveTo>
                  <a:lnTo>
                    <a:pt x="1" y="20"/>
                  </a:lnTo>
                  <a:cubicBezTo>
                    <a:pt x="1" y="31"/>
                    <a:pt x="152" y="142"/>
                    <a:pt x="31" y="749"/>
                  </a:cubicBezTo>
                  <a:lnTo>
                    <a:pt x="62" y="749"/>
                  </a:lnTo>
                  <a:cubicBezTo>
                    <a:pt x="183" y="122"/>
                    <a:pt x="21" y="11"/>
                    <a:pt x="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3"/>
            <p:cNvSpPr/>
            <p:nvPr/>
          </p:nvSpPr>
          <p:spPr>
            <a:xfrm>
              <a:off x="3015350" y="2147200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0" y="0"/>
                  </a:moveTo>
                  <a:cubicBezTo>
                    <a:pt x="97" y="0"/>
                    <a:pt x="94" y="0"/>
                    <a:pt x="92" y="1"/>
                  </a:cubicBezTo>
                  <a:cubicBezTo>
                    <a:pt x="1" y="10"/>
                    <a:pt x="1" y="142"/>
                    <a:pt x="1" y="142"/>
                  </a:cubicBezTo>
                  <a:lnTo>
                    <a:pt x="21" y="142"/>
                  </a:lnTo>
                  <a:cubicBezTo>
                    <a:pt x="21" y="142"/>
                    <a:pt x="31" y="41"/>
                    <a:pt x="92" y="31"/>
                  </a:cubicBezTo>
                  <a:cubicBezTo>
                    <a:pt x="94" y="30"/>
                    <a:pt x="97" y="30"/>
                    <a:pt x="99" y="30"/>
                  </a:cubicBezTo>
                  <a:cubicBezTo>
                    <a:pt x="147" y="30"/>
                    <a:pt x="184" y="114"/>
                    <a:pt x="193" y="152"/>
                  </a:cubicBezTo>
                  <a:lnTo>
                    <a:pt x="223" y="142"/>
                  </a:lnTo>
                  <a:cubicBezTo>
                    <a:pt x="213" y="142"/>
                    <a:pt x="175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3"/>
            <p:cNvSpPr/>
            <p:nvPr/>
          </p:nvSpPr>
          <p:spPr>
            <a:xfrm>
              <a:off x="3029525" y="2147200"/>
              <a:ext cx="5575" cy="3825"/>
            </a:xfrm>
            <a:custGeom>
              <a:avLst/>
              <a:gdLst/>
              <a:ahLst/>
              <a:cxnLst/>
              <a:rect l="l" t="t" r="r" b="b"/>
              <a:pathLst>
                <a:path w="223" h="153" extrusionOk="0">
                  <a:moveTo>
                    <a:pt x="124" y="0"/>
                  </a:moveTo>
                  <a:cubicBezTo>
                    <a:pt x="48" y="0"/>
                    <a:pt x="10" y="142"/>
                    <a:pt x="0" y="142"/>
                  </a:cubicBezTo>
                  <a:lnTo>
                    <a:pt x="30" y="152"/>
                  </a:lnTo>
                  <a:cubicBezTo>
                    <a:pt x="40" y="114"/>
                    <a:pt x="77" y="30"/>
                    <a:pt x="124" y="30"/>
                  </a:cubicBezTo>
                  <a:cubicBezTo>
                    <a:pt x="126" y="30"/>
                    <a:pt x="129" y="30"/>
                    <a:pt x="132" y="31"/>
                  </a:cubicBezTo>
                  <a:cubicBezTo>
                    <a:pt x="203" y="41"/>
                    <a:pt x="203" y="142"/>
                    <a:pt x="203" y="142"/>
                  </a:cubicBezTo>
                  <a:lnTo>
                    <a:pt x="223" y="142"/>
                  </a:lnTo>
                  <a:cubicBezTo>
                    <a:pt x="223" y="142"/>
                    <a:pt x="223" y="10"/>
                    <a:pt x="132" y="1"/>
                  </a:cubicBezTo>
                  <a:cubicBezTo>
                    <a:pt x="129" y="0"/>
                    <a:pt x="126" y="0"/>
                    <a:pt x="1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2979450" y="2252925"/>
              <a:ext cx="90550" cy="5325"/>
            </a:xfrm>
            <a:custGeom>
              <a:avLst/>
              <a:gdLst/>
              <a:ahLst/>
              <a:cxnLst/>
              <a:rect l="l" t="t" r="r" b="b"/>
              <a:pathLst>
                <a:path w="3622" h="213" extrusionOk="0">
                  <a:moveTo>
                    <a:pt x="102" y="0"/>
                  </a:moveTo>
                  <a:cubicBezTo>
                    <a:pt x="41" y="0"/>
                    <a:pt x="1" y="50"/>
                    <a:pt x="1" y="111"/>
                  </a:cubicBezTo>
                  <a:cubicBezTo>
                    <a:pt x="1" y="162"/>
                    <a:pt x="41" y="212"/>
                    <a:pt x="102" y="212"/>
                  </a:cubicBezTo>
                  <a:lnTo>
                    <a:pt x="3521" y="212"/>
                  </a:lnTo>
                  <a:cubicBezTo>
                    <a:pt x="3581" y="212"/>
                    <a:pt x="3622" y="162"/>
                    <a:pt x="3622" y="111"/>
                  </a:cubicBezTo>
                  <a:cubicBezTo>
                    <a:pt x="3622" y="50"/>
                    <a:pt x="3581" y="0"/>
                    <a:pt x="3521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3"/>
            <p:cNvSpPr/>
            <p:nvPr/>
          </p:nvSpPr>
          <p:spPr>
            <a:xfrm>
              <a:off x="2985525" y="2205100"/>
              <a:ext cx="78150" cy="53150"/>
            </a:xfrm>
            <a:custGeom>
              <a:avLst/>
              <a:gdLst/>
              <a:ahLst/>
              <a:cxnLst/>
              <a:rect l="l" t="t" r="r" b="b"/>
              <a:pathLst>
                <a:path w="3126" h="2126" extrusionOk="0">
                  <a:moveTo>
                    <a:pt x="30" y="1"/>
                  </a:moveTo>
                  <a:cubicBezTo>
                    <a:pt x="10" y="1"/>
                    <a:pt x="0" y="11"/>
                    <a:pt x="0" y="21"/>
                  </a:cubicBezTo>
                  <a:lnTo>
                    <a:pt x="0" y="2105"/>
                  </a:lnTo>
                  <a:cubicBezTo>
                    <a:pt x="0" y="2115"/>
                    <a:pt x="10" y="2125"/>
                    <a:pt x="30" y="2125"/>
                  </a:cubicBezTo>
                  <a:lnTo>
                    <a:pt x="3105" y="2125"/>
                  </a:lnTo>
                  <a:cubicBezTo>
                    <a:pt x="3116" y="2125"/>
                    <a:pt x="3126" y="2115"/>
                    <a:pt x="3126" y="2105"/>
                  </a:cubicBezTo>
                  <a:lnTo>
                    <a:pt x="3126" y="21"/>
                  </a:lnTo>
                  <a:cubicBezTo>
                    <a:pt x="3126" y="11"/>
                    <a:pt x="3116" y="1"/>
                    <a:pt x="3105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3"/>
            <p:cNvSpPr/>
            <p:nvPr/>
          </p:nvSpPr>
          <p:spPr>
            <a:xfrm>
              <a:off x="3019150" y="2226100"/>
              <a:ext cx="11150" cy="11150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11" y="1"/>
                  </a:moveTo>
                  <a:cubicBezTo>
                    <a:pt x="11" y="1"/>
                    <a:pt x="0" y="10"/>
                    <a:pt x="0" y="21"/>
                  </a:cubicBezTo>
                  <a:lnTo>
                    <a:pt x="0" y="426"/>
                  </a:lnTo>
                  <a:cubicBezTo>
                    <a:pt x="0" y="435"/>
                    <a:pt x="11" y="446"/>
                    <a:pt x="11" y="446"/>
                  </a:cubicBezTo>
                  <a:lnTo>
                    <a:pt x="425" y="446"/>
                  </a:lnTo>
                  <a:cubicBezTo>
                    <a:pt x="436" y="446"/>
                    <a:pt x="445" y="435"/>
                    <a:pt x="445" y="426"/>
                  </a:cubicBezTo>
                  <a:lnTo>
                    <a:pt x="445" y="21"/>
                  </a:lnTo>
                  <a:cubicBezTo>
                    <a:pt x="445" y="10"/>
                    <a:pt x="436" y="1"/>
                    <a:pt x="425" y="1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3014850" y="2132025"/>
              <a:ext cx="22275" cy="10650"/>
            </a:xfrm>
            <a:custGeom>
              <a:avLst/>
              <a:gdLst/>
              <a:ahLst/>
              <a:cxnLst/>
              <a:rect l="l" t="t" r="r" b="b"/>
              <a:pathLst>
                <a:path w="891" h="426" extrusionOk="0">
                  <a:moveTo>
                    <a:pt x="435" y="1"/>
                  </a:moveTo>
                  <a:lnTo>
                    <a:pt x="1" y="264"/>
                  </a:lnTo>
                  <a:cubicBezTo>
                    <a:pt x="1" y="264"/>
                    <a:pt x="253" y="365"/>
                    <a:pt x="891" y="426"/>
                  </a:cubicBezTo>
                  <a:lnTo>
                    <a:pt x="871" y="203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2996650" y="2342175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0" y="0"/>
                  </a:moveTo>
                  <a:lnTo>
                    <a:pt x="0" y="618"/>
                  </a:lnTo>
                  <a:lnTo>
                    <a:pt x="617" y="61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2988800" y="2354325"/>
              <a:ext cx="31150" cy="15700"/>
            </a:xfrm>
            <a:custGeom>
              <a:avLst/>
              <a:gdLst/>
              <a:ahLst/>
              <a:cxnLst/>
              <a:rect l="l" t="t" r="r" b="b"/>
              <a:pathLst>
                <a:path w="1246" h="628" extrusionOk="0">
                  <a:moveTo>
                    <a:pt x="193" y="0"/>
                  </a:moveTo>
                  <a:lnTo>
                    <a:pt x="0" y="496"/>
                  </a:lnTo>
                  <a:lnTo>
                    <a:pt x="598" y="627"/>
                  </a:lnTo>
                  <a:lnTo>
                    <a:pt x="1245" y="496"/>
                  </a:lnTo>
                  <a:lnTo>
                    <a:pt x="106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2988800" y="2366725"/>
              <a:ext cx="31150" cy="6600"/>
            </a:xfrm>
            <a:custGeom>
              <a:avLst/>
              <a:gdLst/>
              <a:ahLst/>
              <a:cxnLst/>
              <a:rect l="l" t="t" r="r" b="b"/>
              <a:pathLst>
                <a:path w="1246" h="264" extrusionOk="0">
                  <a:moveTo>
                    <a:pt x="0" y="0"/>
                  </a:moveTo>
                  <a:lnTo>
                    <a:pt x="0" y="263"/>
                  </a:lnTo>
                  <a:lnTo>
                    <a:pt x="1245" y="263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2984000" y="2280975"/>
              <a:ext cx="37950" cy="66050"/>
            </a:xfrm>
            <a:custGeom>
              <a:avLst/>
              <a:gdLst/>
              <a:ahLst/>
              <a:cxnLst/>
              <a:rect l="l" t="t" r="r" b="b"/>
              <a:pathLst>
                <a:path w="1518" h="2642" extrusionOk="0">
                  <a:moveTo>
                    <a:pt x="1518" y="0"/>
                  </a:moveTo>
                  <a:lnTo>
                    <a:pt x="1" y="476"/>
                  </a:lnTo>
                  <a:lnTo>
                    <a:pt x="294" y="2641"/>
                  </a:lnTo>
                  <a:lnTo>
                    <a:pt x="1316" y="2631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2987775" y="2335850"/>
              <a:ext cx="33425" cy="11925"/>
            </a:xfrm>
            <a:custGeom>
              <a:avLst/>
              <a:gdLst/>
              <a:ahLst/>
              <a:cxnLst/>
              <a:rect l="l" t="t" r="r" b="b"/>
              <a:pathLst>
                <a:path w="1337" h="477" extrusionOk="0">
                  <a:moveTo>
                    <a:pt x="11" y="1"/>
                  </a:moveTo>
                  <a:cubicBezTo>
                    <a:pt x="1" y="1"/>
                    <a:pt x="1" y="1"/>
                    <a:pt x="1" y="11"/>
                  </a:cubicBezTo>
                  <a:lnTo>
                    <a:pt x="1" y="466"/>
                  </a:lnTo>
                  <a:cubicBezTo>
                    <a:pt x="1" y="466"/>
                    <a:pt x="1" y="476"/>
                    <a:pt x="11" y="476"/>
                  </a:cubicBezTo>
                  <a:lnTo>
                    <a:pt x="1326" y="476"/>
                  </a:lnTo>
                  <a:lnTo>
                    <a:pt x="1336" y="466"/>
                  </a:lnTo>
                  <a:lnTo>
                    <a:pt x="1336" y="11"/>
                  </a:lnTo>
                  <a:cubicBezTo>
                    <a:pt x="1336" y="1"/>
                    <a:pt x="1326" y="1"/>
                    <a:pt x="1326" y="1"/>
                  </a:cubicBezTo>
                  <a:close/>
                </a:path>
              </a:pathLst>
            </a:custGeom>
            <a:solidFill>
              <a:srgbClr val="1F3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2997150" y="2351025"/>
              <a:ext cx="7350" cy="8125"/>
            </a:xfrm>
            <a:custGeom>
              <a:avLst/>
              <a:gdLst/>
              <a:ahLst/>
              <a:cxnLst/>
              <a:rect l="l" t="t" r="r" b="b"/>
              <a:pathLst>
                <a:path w="294" h="325" extrusionOk="0">
                  <a:moveTo>
                    <a:pt x="294" y="1"/>
                  </a:moveTo>
                  <a:cubicBezTo>
                    <a:pt x="243" y="11"/>
                    <a:pt x="1" y="21"/>
                    <a:pt x="1" y="21"/>
                  </a:cubicBezTo>
                  <a:lnTo>
                    <a:pt x="71" y="325"/>
                  </a:lnTo>
                  <a:lnTo>
                    <a:pt x="294" y="325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3"/>
            <p:cNvSpPr/>
            <p:nvPr/>
          </p:nvSpPr>
          <p:spPr>
            <a:xfrm>
              <a:off x="3004475" y="2351025"/>
              <a:ext cx="7100" cy="8125"/>
            </a:xfrm>
            <a:custGeom>
              <a:avLst/>
              <a:gdLst/>
              <a:ahLst/>
              <a:cxnLst/>
              <a:rect l="l" t="t" r="r" b="b"/>
              <a:pathLst>
                <a:path w="284" h="325" extrusionOk="0">
                  <a:moveTo>
                    <a:pt x="1" y="1"/>
                  </a:moveTo>
                  <a:lnTo>
                    <a:pt x="1" y="325"/>
                  </a:lnTo>
                  <a:lnTo>
                    <a:pt x="223" y="325"/>
                  </a:lnTo>
                  <a:lnTo>
                    <a:pt x="284" y="21"/>
                  </a:lnTo>
                  <a:cubicBezTo>
                    <a:pt x="284" y="21"/>
                    <a:pt x="41" y="1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3"/>
            <p:cNvSpPr/>
            <p:nvPr/>
          </p:nvSpPr>
          <p:spPr>
            <a:xfrm>
              <a:off x="3039125" y="2342175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1" y="0"/>
                  </a:moveTo>
                  <a:lnTo>
                    <a:pt x="1" y="618"/>
                  </a:lnTo>
                  <a:lnTo>
                    <a:pt x="617" y="61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3031275" y="2354325"/>
              <a:ext cx="31150" cy="15700"/>
            </a:xfrm>
            <a:custGeom>
              <a:avLst/>
              <a:gdLst/>
              <a:ahLst/>
              <a:cxnLst/>
              <a:rect l="l" t="t" r="r" b="b"/>
              <a:pathLst>
                <a:path w="1246" h="628" extrusionOk="0">
                  <a:moveTo>
                    <a:pt x="183" y="0"/>
                  </a:moveTo>
                  <a:lnTo>
                    <a:pt x="1" y="496"/>
                  </a:lnTo>
                  <a:lnTo>
                    <a:pt x="648" y="627"/>
                  </a:lnTo>
                  <a:lnTo>
                    <a:pt x="1245" y="496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3031275" y="2366725"/>
              <a:ext cx="31150" cy="6600"/>
            </a:xfrm>
            <a:custGeom>
              <a:avLst/>
              <a:gdLst/>
              <a:ahLst/>
              <a:cxnLst/>
              <a:rect l="l" t="t" r="r" b="b"/>
              <a:pathLst>
                <a:path w="1246" h="264" extrusionOk="0">
                  <a:moveTo>
                    <a:pt x="1" y="0"/>
                  </a:moveTo>
                  <a:lnTo>
                    <a:pt x="1" y="263"/>
                  </a:lnTo>
                  <a:lnTo>
                    <a:pt x="1245" y="263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3029250" y="2280975"/>
              <a:ext cx="37975" cy="66050"/>
            </a:xfrm>
            <a:custGeom>
              <a:avLst/>
              <a:gdLst/>
              <a:ahLst/>
              <a:cxnLst/>
              <a:rect l="l" t="t" r="r" b="b"/>
              <a:pathLst>
                <a:path w="1519" h="2642" extrusionOk="0">
                  <a:moveTo>
                    <a:pt x="1" y="0"/>
                  </a:moveTo>
                  <a:lnTo>
                    <a:pt x="203" y="2631"/>
                  </a:lnTo>
                  <a:lnTo>
                    <a:pt x="1225" y="2641"/>
                  </a:lnTo>
                  <a:lnTo>
                    <a:pt x="1518" y="47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3030025" y="2335850"/>
              <a:ext cx="33400" cy="11925"/>
            </a:xfrm>
            <a:custGeom>
              <a:avLst/>
              <a:gdLst/>
              <a:ahLst/>
              <a:cxnLst/>
              <a:rect l="l" t="t" r="r" b="b"/>
              <a:pathLst>
                <a:path w="1336" h="477" extrusionOk="0">
                  <a:moveTo>
                    <a:pt x="10" y="1"/>
                  </a:moveTo>
                  <a:cubicBezTo>
                    <a:pt x="10" y="1"/>
                    <a:pt x="1" y="1"/>
                    <a:pt x="1" y="11"/>
                  </a:cubicBezTo>
                  <a:lnTo>
                    <a:pt x="1" y="466"/>
                  </a:lnTo>
                  <a:lnTo>
                    <a:pt x="10" y="476"/>
                  </a:lnTo>
                  <a:lnTo>
                    <a:pt x="1325" y="476"/>
                  </a:lnTo>
                  <a:cubicBezTo>
                    <a:pt x="1336" y="476"/>
                    <a:pt x="1336" y="466"/>
                    <a:pt x="1336" y="466"/>
                  </a:cubicBezTo>
                  <a:lnTo>
                    <a:pt x="1336" y="11"/>
                  </a:lnTo>
                  <a:cubicBezTo>
                    <a:pt x="1336" y="1"/>
                    <a:pt x="1336" y="1"/>
                    <a:pt x="1325" y="1"/>
                  </a:cubicBezTo>
                  <a:close/>
                </a:path>
              </a:pathLst>
            </a:custGeom>
            <a:solidFill>
              <a:srgbClr val="1F3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3046725" y="2351025"/>
              <a:ext cx="7350" cy="8125"/>
            </a:xfrm>
            <a:custGeom>
              <a:avLst/>
              <a:gdLst/>
              <a:ahLst/>
              <a:cxnLst/>
              <a:rect l="l" t="t" r="r" b="b"/>
              <a:pathLst>
                <a:path w="294" h="325" extrusionOk="0">
                  <a:moveTo>
                    <a:pt x="0" y="1"/>
                  </a:moveTo>
                  <a:lnTo>
                    <a:pt x="0" y="325"/>
                  </a:lnTo>
                  <a:lnTo>
                    <a:pt x="223" y="325"/>
                  </a:lnTo>
                  <a:lnTo>
                    <a:pt x="293" y="21"/>
                  </a:lnTo>
                  <a:cubicBezTo>
                    <a:pt x="293" y="21"/>
                    <a:pt x="50" y="1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3039650" y="2351025"/>
              <a:ext cx="7100" cy="8125"/>
            </a:xfrm>
            <a:custGeom>
              <a:avLst/>
              <a:gdLst/>
              <a:ahLst/>
              <a:cxnLst/>
              <a:rect l="l" t="t" r="r" b="b"/>
              <a:pathLst>
                <a:path w="284" h="325" extrusionOk="0">
                  <a:moveTo>
                    <a:pt x="283" y="1"/>
                  </a:moveTo>
                  <a:cubicBezTo>
                    <a:pt x="243" y="11"/>
                    <a:pt x="0" y="21"/>
                    <a:pt x="0" y="21"/>
                  </a:cubicBezTo>
                  <a:lnTo>
                    <a:pt x="61" y="325"/>
                  </a:lnTo>
                  <a:lnTo>
                    <a:pt x="283" y="32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3518100" y="2253150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1" y="1"/>
                    <a:pt x="1" y="32"/>
                    <a:pt x="1" y="72"/>
                  </a:cubicBezTo>
                  <a:cubicBezTo>
                    <a:pt x="1" y="112"/>
                    <a:pt x="31" y="142"/>
                    <a:pt x="71" y="142"/>
                  </a:cubicBezTo>
                  <a:cubicBezTo>
                    <a:pt x="112" y="142"/>
                    <a:pt x="142" y="112"/>
                    <a:pt x="142" y="72"/>
                  </a:cubicBezTo>
                  <a:cubicBezTo>
                    <a:pt x="142" y="32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2926575" y="2060950"/>
              <a:ext cx="4075" cy="3600"/>
            </a:xfrm>
            <a:custGeom>
              <a:avLst/>
              <a:gdLst/>
              <a:ahLst/>
              <a:cxnLst/>
              <a:rect l="l" t="t" r="r" b="b"/>
              <a:pathLst>
                <a:path w="163" h="144" extrusionOk="0">
                  <a:moveTo>
                    <a:pt x="80" y="1"/>
                  </a:moveTo>
                  <a:cubicBezTo>
                    <a:pt x="56" y="1"/>
                    <a:pt x="34" y="12"/>
                    <a:pt x="21" y="32"/>
                  </a:cubicBezTo>
                  <a:cubicBezTo>
                    <a:pt x="1" y="72"/>
                    <a:pt x="11" y="113"/>
                    <a:pt x="41" y="133"/>
                  </a:cubicBezTo>
                  <a:cubicBezTo>
                    <a:pt x="56" y="140"/>
                    <a:pt x="70" y="143"/>
                    <a:pt x="83" y="143"/>
                  </a:cubicBezTo>
                  <a:cubicBezTo>
                    <a:pt x="108" y="143"/>
                    <a:pt x="129" y="132"/>
                    <a:pt x="143" y="113"/>
                  </a:cubicBezTo>
                  <a:cubicBezTo>
                    <a:pt x="163" y="72"/>
                    <a:pt x="153" y="32"/>
                    <a:pt x="122" y="11"/>
                  </a:cubicBezTo>
                  <a:cubicBezTo>
                    <a:pt x="108" y="4"/>
                    <a:pt x="93" y="1"/>
                    <a:pt x="80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3568925" y="2127800"/>
              <a:ext cx="2550" cy="2075"/>
            </a:xfrm>
            <a:custGeom>
              <a:avLst/>
              <a:gdLst/>
              <a:ahLst/>
              <a:cxnLst/>
              <a:rect l="l" t="t" r="r" b="b"/>
              <a:pathLst>
                <a:path w="102" h="83" extrusionOk="0">
                  <a:moveTo>
                    <a:pt x="47" y="1"/>
                  </a:moveTo>
                  <a:cubicBezTo>
                    <a:pt x="36" y="1"/>
                    <a:pt x="27" y="6"/>
                    <a:pt x="21" y="18"/>
                  </a:cubicBezTo>
                  <a:cubicBezTo>
                    <a:pt x="1" y="38"/>
                    <a:pt x="11" y="69"/>
                    <a:pt x="31" y="78"/>
                  </a:cubicBezTo>
                  <a:cubicBezTo>
                    <a:pt x="37" y="81"/>
                    <a:pt x="43" y="83"/>
                    <a:pt x="49" y="83"/>
                  </a:cubicBezTo>
                  <a:cubicBezTo>
                    <a:pt x="64" y="83"/>
                    <a:pt x="78" y="75"/>
                    <a:pt x="92" y="69"/>
                  </a:cubicBezTo>
                  <a:cubicBezTo>
                    <a:pt x="102" y="48"/>
                    <a:pt x="92" y="18"/>
                    <a:pt x="72" y="8"/>
                  </a:cubicBezTo>
                  <a:cubicBezTo>
                    <a:pt x="63" y="3"/>
                    <a:pt x="55" y="1"/>
                    <a:pt x="47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2973125" y="2140275"/>
              <a:ext cx="2550" cy="2050"/>
            </a:xfrm>
            <a:custGeom>
              <a:avLst/>
              <a:gdLst/>
              <a:ahLst/>
              <a:cxnLst/>
              <a:rect l="l" t="t" r="r" b="b"/>
              <a:pathLst>
                <a:path w="102" h="82" extrusionOk="0">
                  <a:moveTo>
                    <a:pt x="54" y="0"/>
                  </a:moveTo>
                  <a:cubicBezTo>
                    <a:pt x="39" y="0"/>
                    <a:pt x="25" y="7"/>
                    <a:pt x="11" y="15"/>
                  </a:cubicBezTo>
                  <a:cubicBezTo>
                    <a:pt x="0" y="35"/>
                    <a:pt x="11" y="65"/>
                    <a:pt x="31" y="75"/>
                  </a:cubicBezTo>
                  <a:cubicBezTo>
                    <a:pt x="39" y="79"/>
                    <a:pt x="48" y="82"/>
                    <a:pt x="55" y="82"/>
                  </a:cubicBezTo>
                  <a:cubicBezTo>
                    <a:pt x="66" y="82"/>
                    <a:pt x="75" y="77"/>
                    <a:pt x="81" y="65"/>
                  </a:cubicBezTo>
                  <a:cubicBezTo>
                    <a:pt x="101" y="45"/>
                    <a:pt x="92" y="15"/>
                    <a:pt x="71" y="4"/>
                  </a:cubicBezTo>
                  <a:cubicBezTo>
                    <a:pt x="66" y="1"/>
                    <a:pt x="60" y="0"/>
                    <a:pt x="54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2974400" y="2126100"/>
              <a:ext cx="1025" cy="1075"/>
            </a:xfrm>
            <a:custGeom>
              <a:avLst/>
              <a:gdLst/>
              <a:ahLst/>
              <a:cxnLst/>
              <a:rect l="l" t="t" r="r" b="b"/>
              <a:pathLst>
                <a:path w="41" h="43" extrusionOk="0">
                  <a:moveTo>
                    <a:pt x="20" y="0"/>
                  </a:moveTo>
                  <a:cubicBezTo>
                    <a:pt x="17" y="0"/>
                    <a:pt x="13" y="1"/>
                    <a:pt x="10" y="5"/>
                  </a:cubicBezTo>
                  <a:cubicBezTo>
                    <a:pt x="0" y="15"/>
                    <a:pt x="0" y="25"/>
                    <a:pt x="10" y="35"/>
                  </a:cubicBezTo>
                  <a:cubicBezTo>
                    <a:pt x="10" y="40"/>
                    <a:pt x="13" y="43"/>
                    <a:pt x="16" y="43"/>
                  </a:cubicBezTo>
                  <a:cubicBezTo>
                    <a:pt x="20" y="43"/>
                    <a:pt x="25" y="40"/>
                    <a:pt x="30" y="35"/>
                  </a:cubicBezTo>
                  <a:cubicBezTo>
                    <a:pt x="41" y="35"/>
                    <a:pt x="41" y="15"/>
                    <a:pt x="41" y="5"/>
                  </a:cubicBezTo>
                  <a:cubicBezTo>
                    <a:pt x="34" y="5"/>
                    <a:pt x="27" y="0"/>
                    <a:pt x="20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2949350" y="2105450"/>
              <a:ext cx="35925" cy="31650"/>
            </a:xfrm>
            <a:custGeom>
              <a:avLst/>
              <a:gdLst/>
              <a:ahLst/>
              <a:cxnLst/>
              <a:rect l="l" t="t" r="r" b="b"/>
              <a:pathLst>
                <a:path w="1437" h="1266" extrusionOk="0">
                  <a:moveTo>
                    <a:pt x="717" y="0"/>
                  </a:moveTo>
                  <a:cubicBezTo>
                    <a:pt x="586" y="0"/>
                    <a:pt x="455" y="40"/>
                    <a:pt x="344" y="123"/>
                  </a:cubicBezTo>
                  <a:cubicBezTo>
                    <a:pt x="61" y="335"/>
                    <a:pt x="0" y="730"/>
                    <a:pt x="213" y="1013"/>
                  </a:cubicBezTo>
                  <a:cubicBezTo>
                    <a:pt x="338" y="1179"/>
                    <a:pt x="525" y="1265"/>
                    <a:pt x="713" y="1265"/>
                  </a:cubicBezTo>
                  <a:cubicBezTo>
                    <a:pt x="846" y="1265"/>
                    <a:pt x="980" y="1222"/>
                    <a:pt x="1093" y="1134"/>
                  </a:cubicBezTo>
                  <a:cubicBezTo>
                    <a:pt x="1376" y="932"/>
                    <a:pt x="1437" y="538"/>
                    <a:pt x="1225" y="254"/>
                  </a:cubicBezTo>
                  <a:cubicBezTo>
                    <a:pt x="1098" y="86"/>
                    <a:pt x="908" y="0"/>
                    <a:pt x="717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2964775" y="2108100"/>
              <a:ext cx="13425" cy="6425"/>
            </a:xfrm>
            <a:custGeom>
              <a:avLst/>
              <a:gdLst/>
              <a:ahLst/>
              <a:cxnLst/>
              <a:rect l="l" t="t" r="r" b="b"/>
              <a:pathLst>
                <a:path w="537" h="257" extrusionOk="0">
                  <a:moveTo>
                    <a:pt x="112" y="0"/>
                  </a:moveTo>
                  <a:cubicBezTo>
                    <a:pt x="85" y="0"/>
                    <a:pt x="58" y="3"/>
                    <a:pt x="31" y="7"/>
                  </a:cubicBezTo>
                  <a:cubicBezTo>
                    <a:pt x="11" y="7"/>
                    <a:pt x="1" y="17"/>
                    <a:pt x="1" y="37"/>
                  </a:cubicBezTo>
                  <a:cubicBezTo>
                    <a:pt x="1" y="45"/>
                    <a:pt x="14" y="60"/>
                    <a:pt x="24" y="60"/>
                  </a:cubicBezTo>
                  <a:cubicBezTo>
                    <a:pt x="27" y="60"/>
                    <a:pt x="29" y="59"/>
                    <a:pt x="31" y="57"/>
                  </a:cubicBezTo>
                  <a:cubicBezTo>
                    <a:pt x="50" y="55"/>
                    <a:pt x="69" y="54"/>
                    <a:pt x="89" y="54"/>
                  </a:cubicBezTo>
                  <a:cubicBezTo>
                    <a:pt x="241" y="54"/>
                    <a:pt x="386" y="124"/>
                    <a:pt x="476" y="250"/>
                  </a:cubicBezTo>
                  <a:cubicBezTo>
                    <a:pt x="481" y="255"/>
                    <a:pt x="489" y="257"/>
                    <a:pt x="496" y="257"/>
                  </a:cubicBezTo>
                  <a:cubicBezTo>
                    <a:pt x="504" y="257"/>
                    <a:pt x="511" y="255"/>
                    <a:pt x="516" y="250"/>
                  </a:cubicBezTo>
                  <a:cubicBezTo>
                    <a:pt x="527" y="250"/>
                    <a:pt x="527" y="239"/>
                    <a:pt x="527" y="229"/>
                  </a:cubicBezTo>
                  <a:cubicBezTo>
                    <a:pt x="537" y="219"/>
                    <a:pt x="527" y="219"/>
                    <a:pt x="527" y="209"/>
                  </a:cubicBezTo>
                  <a:cubicBezTo>
                    <a:pt x="423" y="79"/>
                    <a:pt x="274" y="0"/>
                    <a:pt x="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2958950" y="2108925"/>
              <a:ext cx="4350" cy="3075"/>
            </a:xfrm>
            <a:custGeom>
              <a:avLst/>
              <a:gdLst/>
              <a:ahLst/>
              <a:cxnLst/>
              <a:rect l="l" t="t" r="r" b="b"/>
              <a:pathLst>
                <a:path w="174" h="123" extrusionOk="0">
                  <a:moveTo>
                    <a:pt x="147" y="0"/>
                  </a:moveTo>
                  <a:cubicBezTo>
                    <a:pt x="143" y="0"/>
                    <a:pt x="138" y="1"/>
                    <a:pt x="133" y="4"/>
                  </a:cubicBezTo>
                  <a:cubicBezTo>
                    <a:pt x="92" y="24"/>
                    <a:pt x="52" y="44"/>
                    <a:pt x="21" y="65"/>
                  </a:cubicBezTo>
                  <a:cubicBezTo>
                    <a:pt x="1" y="75"/>
                    <a:pt x="1" y="95"/>
                    <a:pt x="11" y="115"/>
                  </a:cubicBezTo>
                  <a:cubicBezTo>
                    <a:pt x="16" y="120"/>
                    <a:pt x="24" y="123"/>
                    <a:pt x="31" y="123"/>
                  </a:cubicBezTo>
                  <a:cubicBezTo>
                    <a:pt x="39" y="123"/>
                    <a:pt x="46" y="120"/>
                    <a:pt x="52" y="115"/>
                  </a:cubicBezTo>
                  <a:cubicBezTo>
                    <a:pt x="82" y="95"/>
                    <a:pt x="122" y="75"/>
                    <a:pt x="153" y="55"/>
                  </a:cubicBezTo>
                  <a:cubicBezTo>
                    <a:pt x="163" y="55"/>
                    <a:pt x="173" y="44"/>
                    <a:pt x="173" y="35"/>
                  </a:cubicBezTo>
                  <a:lnTo>
                    <a:pt x="173" y="24"/>
                  </a:lnTo>
                  <a:cubicBezTo>
                    <a:pt x="165" y="9"/>
                    <a:pt x="158" y="0"/>
                    <a:pt x="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2933425" y="2089050"/>
              <a:ext cx="67800" cy="64500"/>
            </a:xfrm>
            <a:custGeom>
              <a:avLst/>
              <a:gdLst/>
              <a:ahLst/>
              <a:cxnLst/>
              <a:rect l="l" t="t" r="r" b="b"/>
              <a:pathLst>
                <a:path w="2712" h="2580" extrusionOk="0">
                  <a:moveTo>
                    <a:pt x="951" y="0"/>
                  </a:moveTo>
                  <a:cubicBezTo>
                    <a:pt x="941" y="0"/>
                    <a:pt x="931" y="10"/>
                    <a:pt x="921" y="10"/>
                  </a:cubicBezTo>
                  <a:lnTo>
                    <a:pt x="1123" y="617"/>
                  </a:lnTo>
                  <a:lnTo>
                    <a:pt x="1143" y="617"/>
                  </a:lnTo>
                  <a:lnTo>
                    <a:pt x="951" y="0"/>
                  </a:lnTo>
                  <a:close/>
                  <a:moveTo>
                    <a:pt x="1750" y="0"/>
                  </a:moveTo>
                  <a:lnTo>
                    <a:pt x="1558" y="617"/>
                  </a:lnTo>
                  <a:lnTo>
                    <a:pt x="1579" y="617"/>
                  </a:lnTo>
                  <a:lnTo>
                    <a:pt x="1791" y="10"/>
                  </a:lnTo>
                  <a:cubicBezTo>
                    <a:pt x="1781" y="0"/>
                    <a:pt x="1761" y="0"/>
                    <a:pt x="1750" y="0"/>
                  </a:cubicBezTo>
                  <a:close/>
                  <a:moveTo>
                    <a:pt x="273" y="475"/>
                  </a:moveTo>
                  <a:cubicBezTo>
                    <a:pt x="263" y="486"/>
                    <a:pt x="253" y="495"/>
                    <a:pt x="253" y="516"/>
                  </a:cubicBezTo>
                  <a:lnTo>
                    <a:pt x="779" y="880"/>
                  </a:lnTo>
                  <a:lnTo>
                    <a:pt x="789" y="870"/>
                  </a:lnTo>
                  <a:lnTo>
                    <a:pt x="273" y="475"/>
                  </a:lnTo>
                  <a:close/>
                  <a:moveTo>
                    <a:pt x="2438" y="475"/>
                  </a:moveTo>
                  <a:lnTo>
                    <a:pt x="1922" y="860"/>
                  </a:lnTo>
                  <a:lnTo>
                    <a:pt x="1922" y="870"/>
                  </a:lnTo>
                  <a:lnTo>
                    <a:pt x="1932" y="880"/>
                  </a:lnTo>
                  <a:lnTo>
                    <a:pt x="2458" y="516"/>
                  </a:lnTo>
                  <a:cubicBezTo>
                    <a:pt x="2458" y="506"/>
                    <a:pt x="2448" y="486"/>
                    <a:pt x="2438" y="475"/>
                  </a:cubicBezTo>
                  <a:close/>
                  <a:moveTo>
                    <a:pt x="0" y="1264"/>
                  </a:moveTo>
                  <a:lnTo>
                    <a:pt x="0" y="1305"/>
                  </a:lnTo>
                  <a:lnTo>
                    <a:pt x="648" y="1305"/>
                  </a:lnTo>
                  <a:lnTo>
                    <a:pt x="648" y="1275"/>
                  </a:lnTo>
                  <a:lnTo>
                    <a:pt x="0" y="1264"/>
                  </a:lnTo>
                  <a:close/>
                  <a:moveTo>
                    <a:pt x="2064" y="1275"/>
                  </a:moveTo>
                  <a:lnTo>
                    <a:pt x="2064" y="1295"/>
                  </a:lnTo>
                  <a:lnTo>
                    <a:pt x="2711" y="1315"/>
                  </a:lnTo>
                  <a:lnTo>
                    <a:pt x="2711" y="1275"/>
                  </a:lnTo>
                  <a:close/>
                  <a:moveTo>
                    <a:pt x="779" y="1700"/>
                  </a:moveTo>
                  <a:lnTo>
                    <a:pt x="253" y="2064"/>
                  </a:lnTo>
                  <a:cubicBezTo>
                    <a:pt x="253" y="2073"/>
                    <a:pt x="263" y="2084"/>
                    <a:pt x="273" y="2094"/>
                  </a:cubicBezTo>
                  <a:lnTo>
                    <a:pt x="273" y="2104"/>
                  </a:lnTo>
                  <a:lnTo>
                    <a:pt x="789" y="1709"/>
                  </a:lnTo>
                  <a:lnTo>
                    <a:pt x="779" y="1700"/>
                  </a:lnTo>
                  <a:close/>
                  <a:moveTo>
                    <a:pt x="1123" y="1952"/>
                  </a:moveTo>
                  <a:lnTo>
                    <a:pt x="921" y="2569"/>
                  </a:lnTo>
                  <a:cubicBezTo>
                    <a:pt x="931" y="2569"/>
                    <a:pt x="941" y="2579"/>
                    <a:pt x="961" y="2579"/>
                  </a:cubicBezTo>
                  <a:lnTo>
                    <a:pt x="1143" y="1963"/>
                  </a:lnTo>
                  <a:cubicBezTo>
                    <a:pt x="1143" y="1963"/>
                    <a:pt x="1133" y="1963"/>
                    <a:pt x="1123" y="1952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2968825" y="2125950"/>
              <a:ext cx="14425" cy="14200"/>
            </a:xfrm>
            <a:custGeom>
              <a:avLst/>
              <a:gdLst/>
              <a:ahLst/>
              <a:cxnLst/>
              <a:rect l="l" t="t" r="r" b="b"/>
              <a:pathLst>
                <a:path w="577" h="568" extrusionOk="0">
                  <a:moveTo>
                    <a:pt x="365" y="1"/>
                  </a:moveTo>
                  <a:lnTo>
                    <a:pt x="1" y="274"/>
                  </a:lnTo>
                  <a:lnTo>
                    <a:pt x="213" y="567"/>
                  </a:lnTo>
                  <a:lnTo>
                    <a:pt x="577" y="294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2968575" y="2127975"/>
              <a:ext cx="8100" cy="10650"/>
            </a:xfrm>
            <a:custGeom>
              <a:avLst/>
              <a:gdLst/>
              <a:ahLst/>
              <a:cxnLst/>
              <a:rect l="l" t="t" r="r" b="b"/>
              <a:pathLst>
                <a:path w="324" h="426" extrusionOk="0">
                  <a:moveTo>
                    <a:pt x="20" y="1"/>
                  </a:moveTo>
                  <a:lnTo>
                    <a:pt x="0" y="21"/>
                  </a:lnTo>
                  <a:lnTo>
                    <a:pt x="304" y="426"/>
                  </a:lnTo>
                  <a:lnTo>
                    <a:pt x="324" y="40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2973375" y="2124450"/>
              <a:ext cx="8375" cy="10650"/>
            </a:xfrm>
            <a:custGeom>
              <a:avLst/>
              <a:gdLst/>
              <a:ahLst/>
              <a:cxnLst/>
              <a:rect l="l" t="t" r="r" b="b"/>
              <a:pathLst>
                <a:path w="335" h="426" extrusionOk="0">
                  <a:moveTo>
                    <a:pt x="31" y="0"/>
                  </a:moveTo>
                  <a:lnTo>
                    <a:pt x="1" y="21"/>
                  </a:lnTo>
                  <a:lnTo>
                    <a:pt x="304" y="425"/>
                  </a:lnTo>
                  <a:lnTo>
                    <a:pt x="334" y="40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2965800" y="2122425"/>
              <a:ext cx="10875" cy="8350"/>
            </a:xfrm>
            <a:custGeom>
              <a:avLst/>
              <a:gdLst/>
              <a:ahLst/>
              <a:cxnLst/>
              <a:rect l="l" t="t" r="r" b="b"/>
              <a:pathLst>
                <a:path w="435" h="334" extrusionOk="0">
                  <a:moveTo>
                    <a:pt x="415" y="0"/>
                  </a:moveTo>
                  <a:lnTo>
                    <a:pt x="0" y="304"/>
                  </a:lnTo>
                  <a:lnTo>
                    <a:pt x="21" y="334"/>
                  </a:lnTo>
                  <a:lnTo>
                    <a:pt x="435" y="21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2965300" y="2126800"/>
              <a:ext cx="3550" cy="3225"/>
            </a:xfrm>
            <a:custGeom>
              <a:avLst/>
              <a:gdLst/>
              <a:ahLst/>
              <a:cxnLst/>
              <a:rect l="l" t="t" r="r" b="b"/>
              <a:pathLst>
                <a:path w="142" h="129" extrusionOk="0">
                  <a:moveTo>
                    <a:pt x="53" y="1"/>
                  </a:moveTo>
                  <a:cubicBezTo>
                    <a:pt x="45" y="1"/>
                    <a:pt x="37" y="3"/>
                    <a:pt x="30" y="7"/>
                  </a:cubicBezTo>
                  <a:cubicBezTo>
                    <a:pt x="0" y="28"/>
                    <a:pt x="10" y="88"/>
                    <a:pt x="50" y="129"/>
                  </a:cubicBezTo>
                  <a:lnTo>
                    <a:pt x="70" y="118"/>
                  </a:lnTo>
                  <a:cubicBezTo>
                    <a:pt x="41" y="78"/>
                    <a:pt x="41" y="48"/>
                    <a:pt x="50" y="37"/>
                  </a:cubicBezTo>
                  <a:cubicBezTo>
                    <a:pt x="53" y="35"/>
                    <a:pt x="56" y="34"/>
                    <a:pt x="61" y="34"/>
                  </a:cubicBezTo>
                  <a:cubicBezTo>
                    <a:pt x="75" y="34"/>
                    <a:pt x="98" y="47"/>
                    <a:pt x="121" y="78"/>
                  </a:cubicBezTo>
                  <a:lnTo>
                    <a:pt x="142" y="58"/>
                  </a:lnTo>
                  <a:cubicBezTo>
                    <a:pt x="118" y="26"/>
                    <a:pt x="82" y="1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2967300" y="212550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48" y="1"/>
                  </a:moveTo>
                  <a:cubicBezTo>
                    <a:pt x="38" y="1"/>
                    <a:pt x="29" y="3"/>
                    <a:pt x="21" y="8"/>
                  </a:cubicBezTo>
                  <a:cubicBezTo>
                    <a:pt x="1" y="29"/>
                    <a:pt x="1" y="80"/>
                    <a:pt x="41" y="130"/>
                  </a:cubicBezTo>
                  <a:lnTo>
                    <a:pt x="62" y="110"/>
                  </a:lnTo>
                  <a:cubicBezTo>
                    <a:pt x="31" y="80"/>
                    <a:pt x="31" y="39"/>
                    <a:pt x="41" y="29"/>
                  </a:cubicBezTo>
                  <a:cubicBezTo>
                    <a:pt x="51" y="29"/>
                    <a:pt x="82" y="39"/>
                    <a:pt x="112" y="80"/>
                  </a:cubicBezTo>
                  <a:lnTo>
                    <a:pt x="132" y="59"/>
                  </a:lnTo>
                  <a:cubicBezTo>
                    <a:pt x="110" y="22"/>
                    <a:pt x="7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2969075" y="212425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48" y="1"/>
                  </a:moveTo>
                  <a:cubicBezTo>
                    <a:pt x="38" y="1"/>
                    <a:pt x="29" y="3"/>
                    <a:pt x="21" y="8"/>
                  </a:cubicBezTo>
                  <a:cubicBezTo>
                    <a:pt x="0" y="29"/>
                    <a:pt x="0" y="79"/>
                    <a:pt x="41" y="130"/>
                  </a:cubicBezTo>
                  <a:lnTo>
                    <a:pt x="61" y="109"/>
                  </a:lnTo>
                  <a:cubicBezTo>
                    <a:pt x="31" y="69"/>
                    <a:pt x="31" y="38"/>
                    <a:pt x="41" y="29"/>
                  </a:cubicBezTo>
                  <a:cubicBezTo>
                    <a:pt x="43" y="27"/>
                    <a:pt x="45" y="26"/>
                    <a:pt x="48" y="26"/>
                  </a:cubicBezTo>
                  <a:cubicBezTo>
                    <a:pt x="62" y="26"/>
                    <a:pt x="87" y="44"/>
                    <a:pt x="112" y="69"/>
                  </a:cubicBezTo>
                  <a:lnTo>
                    <a:pt x="132" y="58"/>
                  </a:lnTo>
                  <a:cubicBezTo>
                    <a:pt x="109" y="21"/>
                    <a:pt x="7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2970850" y="2122975"/>
              <a:ext cx="3300" cy="3000"/>
            </a:xfrm>
            <a:custGeom>
              <a:avLst/>
              <a:gdLst/>
              <a:ahLst/>
              <a:cxnLst/>
              <a:rect l="l" t="t" r="r" b="b"/>
              <a:pathLst>
                <a:path w="132" h="120" extrusionOk="0">
                  <a:moveTo>
                    <a:pt x="49" y="0"/>
                  </a:moveTo>
                  <a:cubicBezTo>
                    <a:pt x="38" y="0"/>
                    <a:pt x="29" y="3"/>
                    <a:pt x="21" y="8"/>
                  </a:cubicBezTo>
                  <a:cubicBezTo>
                    <a:pt x="1" y="29"/>
                    <a:pt x="1" y="80"/>
                    <a:pt x="41" y="120"/>
                  </a:cubicBezTo>
                  <a:lnTo>
                    <a:pt x="61" y="109"/>
                  </a:lnTo>
                  <a:cubicBezTo>
                    <a:pt x="41" y="69"/>
                    <a:pt x="31" y="39"/>
                    <a:pt x="41" y="29"/>
                  </a:cubicBezTo>
                  <a:cubicBezTo>
                    <a:pt x="43" y="26"/>
                    <a:pt x="47" y="25"/>
                    <a:pt x="51" y="25"/>
                  </a:cubicBezTo>
                  <a:cubicBezTo>
                    <a:pt x="65" y="25"/>
                    <a:pt x="89" y="38"/>
                    <a:pt x="111" y="69"/>
                  </a:cubicBezTo>
                  <a:lnTo>
                    <a:pt x="132" y="49"/>
                  </a:lnTo>
                  <a:cubicBezTo>
                    <a:pt x="110" y="19"/>
                    <a:pt x="7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2972600" y="212145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53" y="1"/>
                  </a:moveTo>
                  <a:cubicBezTo>
                    <a:pt x="44" y="1"/>
                    <a:pt x="37" y="3"/>
                    <a:pt x="32" y="9"/>
                  </a:cubicBezTo>
                  <a:cubicBezTo>
                    <a:pt x="1" y="29"/>
                    <a:pt x="1" y="80"/>
                    <a:pt x="41" y="130"/>
                  </a:cubicBezTo>
                  <a:lnTo>
                    <a:pt x="62" y="110"/>
                  </a:lnTo>
                  <a:cubicBezTo>
                    <a:pt x="41" y="80"/>
                    <a:pt x="32" y="39"/>
                    <a:pt x="41" y="39"/>
                  </a:cubicBezTo>
                  <a:cubicBezTo>
                    <a:pt x="44" y="37"/>
                    <a:pt x="48" y="36"/>
                    <a:pt x="52" y="36"/>
                  </a:cubicBezTo>
                  <a:cubicBezTo>
                    <a:pt x="66" y="36"/>
                    <a:pt x="89" y="49"/>
                    <a:pt x="113" y="80"/>
                  </a:cubicBezTo>
                  <a:lnTo>
                    <a:pt x="133" y="60"/>
                  </a:lnTo>
                  <a:cubicBezTo>
                    <a:pt x="110" y="22"/>
                    <a:pt x="77" y="1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2972600" y="2131775"/>
              <a:ext cx="12950" cy="10400"/>
            </a:xfrm>
            <a:custGeom>
              <a:avLst/>
              <a:gdLst/>
              <a:ahLst/>
              <a:cxnLst/>
              <a:rect l="l" t="t" r="r" b="b"/>
              <a:pathLst>
                <a:path w="518" h="416" extrusionOk="0">
                  <a:moveTo>
                    <a:pt x="446" y="0"/>
                  </a:moveTo>
                  <a:lnTo>
                    <a:pt x="12" y="334"/>
                  </a:lnTo>
                  <a:cubicBezTo>
                    <a:pt x="1" y="334"/>
                    <a:pt x="1" y="344"/>
                    <a:pt x="12" y="344"/>
                  </a:cubicBezTo>
                  <a:lnTo>
                    <a:pt x="62" y="415"/>
                  </a:lnTo>
                  <a:lnTo>
                    <a:pt x="72" y="415"/>
                  </a:lnTo>
                  <a:lnTo>
                    <a:pt x="507" y="81"/>
                  </a:lnTo>
                  <a:cubicBezTo>
                    <a:pt x="517" y="81"/>
                    <a:pt x="517" y="81"/>
                    <a:pt x="507" y="71"/>
                  </a:cubicBezTo>
                  <a:lnTo>
                    <a:pt x="457" y="11"/>
                  </a:lnTo>
                  <a:cubicBezTo>
                    <a:pt x="457" y="0"/>
                    <a:pt x="457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2974125" y="2133800"/>
              <a:ext cx="12925" cy="10400"/>
            </a:xfrm>
            <a:custGeom>
              <a:avLst/>
              <a:gdLst/>
              <a:ahLst/>
              <a:cxnLst/>
              <a:rect l="l" t="t" r="r" b="b"/>
              <a:pathLst>
                <a:path w="517" h="416" extrusionOk="0">
                  <a:moveTo>
                    <a:pt x="446" y="0"/>
                  </a:moveTo>
                  <a:lnTo>
                    <a:pt x="11" y="334"/>
                  </a:lnTo>
                  <a:cubicBezTo>
                    <a:pt x="1" y="334"/>
                    <a:pt x="1" y="344"/>
                    <a:pt x="11" y="344"/>
                  </a:cubicBezTo>
                  <a:lnTo>
                    <a:pt x="61" y="415"/>
                  </a:lnTo>
                  <a:lnTo>
                    <a:pt x="72" y="415"/>
                  </a:lnTo>
                  <a:lnTo>
                    <a:pt x="506" y="92"/>
                  </a:lnTo>
                  <a:cubicBezTo>
                    <a:pt x="517" y="81"/>
                    <a:pt x="517" y="81"/>
                    <a:pt x="506" y="71"/>
                  </a:cubicBezTo>
                  <a:lnTo>
                    <a:pt x="456" y="11"/>
                  </a:lnTo>
                  <a:cubicBezTo>
                    <a:pt x="456" y="0"/>
                    <a:pt x="456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2975650" y="2135875"/>
              <a:ext cx="12925" cy="10350"/>
            </a:xfrm>
            <a:custGeom>
              <a:avLst/>
              <a:gdLst/>
              <a:ahLst/>
              <a:cxnLst/>
              <a:rect l="l" t="t" r="r" b="b"/>
              <a:pathLst>
                <a:path w="517" h="414" extrusionOk="0">
                  <a:moveTo>
                    <a:pt x="455" y="1"/>
                  </a:moveTo>
                  <a:cubicBezTo>
                    <a:pt x="453" y="1"/>
                    <a:pt x="451" y="3"/>
                    <a:pt x="445" y="9"/>
                  </a:cubicBezTo>
                  <a:lnTo>
                    <a:pt x="11" y="332"/>
                  </a:lnTo>
                  <a:cubicBezTo>
                    <a:pt x="11" y="332"/>
                    <a:pt x="0" y="342"/>
                    <a:pt x="11" y="342"/>
                  </a:cubicBezTo>
                  <a:lnTo>
                    <a:pt x="61" y="413"/>
                  </a:lnTo>
                  <a:lnTo>
                    <a:pt x="72" y="413"/>
                  </a:lnTo>
                  <a:lnTo>
                    <a:pt x="506" y="90"/>
                  </a:lnTo>
                  <a:lnTo>
                    <a:pt x="517" y="79"/>
                  </a:lnTo>
                  <a:lnTo>
                    <a:pt x="456" y="9"/>
                  </a:lnTo>
                  <a:cubicBezTo>
                    <a:pt x="456" y="3"/>
                    <a:pt x="456" y="1"/>
                    <a:pt x="4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2978675" y="2138600"/>
              <a:ext cx="8375" cy="7100"/>
            </a:xfrm>
            <a:custGeom>
              <a:avLst/>
              <a:gdLst/>
              <a:ahLst/>
              <a:cxnLst/>
              <a:rect l="l" t="t" r="r" b="b"/>
              <a:pathLst>
                <a:path w="335" h="284" extrusionOk="0">
                  <a:moveTo>
                    <a:pt x="274" y="1"/>
                  </a:moveTo>
                  <a:lnTo>
                    <a:pt x="1" y="203"/>
                  </a:lnTo>
                  <a:lnTo>
                    <a:pt x="1" y="213"/>
                  </a:lnTo>
                  <a:lnTo>
                    <a:pt x="52" y="284"/>
                  </a:lnTo>
                  <a:lnTo>
                    <a:pt x="72" y="284"/>
                  </a:lnTo>
                  <a:lnTo>
                    <a:pt x="335" y="82"/>
                  </a:lnTo>
                  <a:lnTo>
                    <a:pt x="335" y="71"/>
                  </a:lnTo>
                  <a:lnTo>
                    <a:pt x="2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3512800" y="2000525"/>
              <a:ext cx="11650" cy="11650"/>
            </a:xfrm>
            <a:custGeom>
              <a:avLst/>
              <a:gdLst/>
              <a:ahLst/>
              <a:cxnLst/>
              <a:rect l="l" t="t" r="r" b="b"/>
              <a:pathLst>
                <a:path w="466" h="466" extrusionOk="0">
                  <a:moveTo>
                    <a:pt x="233" y="1"/>
                  </a:moveTo>
                  <a:lnTo>
                    <a:pt x="152" y="152"/>
                  </a:lnTo>
                  <a:lnTo>
                    <a:pt x="0" y="233"/>
                  </a:lnTo>
                  <a:lnTo>
                    <a:pt x="152" y="314"/>
                  </a:lnTo>
                  <a:lnTo>
                    <a:pt x="233" y="466"/>
                  </a:lnTo>
                  <a:lnTo>
                    <a:pt x="324" y="314"/>
                  </a:lnTo>
                  <a:lnTo>
                    <a:pt x="465" y="233"/>
                  </a:lnTo>
                  <a:lnTo>
                    <a:pt x="324" y="15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3546425" y="2184875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3" y="1"/>
                  </a:moveTo>
                  <a:lnTo>
                    <a:pt x="152" y="153"/>
                  </a:lnTo>
                  <a:lnTo>
                    <a:pt x="1" y="234"/>
                  </a:lnTo>
                  <a:lnTo>
                    <a:pt x="152" y="324"/>
                  </a:lnTo>
                  <a:lnTo>
                    <a:pt x="233" y="466"/>
                  </a:lnTo>
                  <a:lnTo>
                    <a:pt x="314" y="324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3456150" y="2146200"/>
              <a:ext cx="5325" cy="5575"/>
            </a:xfrm>
            <a:custGeom>
              <a:avLst/>
              <a:gdLst/>
              <a:ahLst/>
              <a:cxnLst/>
              <a:rect l="l" t="t" r="r" b="b"/>
              <a:pathLst>
                <a:path w="213" h="223" extrusionOk="0">
                  <a:moveTo>
                    <a:pt x="112" y="0"/>
                  </a:moveTo>
                  <a:lnTo>
                    <a:pt x="71" y="71"/>
                  </a:lnTo>
                  <a:lnTo>
                    <a:pt x="0" y="111"/>
                  </a:lnTo>
                  <a:lnTo>
                    <a:pt x="71" y="152"/>
                  </a:lnTo>
                  <a:lnTo>
                    <a:pt x="112" y="223"/>
                  </a:lnTo>
                  <a:lnTo>
                    <a:pt x="152" y="152"/>
                  </a:lnTo>
                  <a:lnTo>
                    <a:pt x="213" y="111"/>
                  </a:lnTo>
                  <a:lnTo>
                    <a:pt x="152" y="7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2831000" y="2354575"/>
              <a:ext cx="3550" cy="3800"/>
            </a:xfrm>
            <a:custGeom>
              <a:avLst/>
              <a:gdLst/>
              <a:ahLst/>
              <a:cxnLst/>
              <a:rect l="l" t="t" r="r" b="b"/>
              <a:pathLst>
                <a:path w="142" h="152" extrusionOk="0">
                  <a:moveTo>
                    <a:pt x="71" y="1"/>
                  </a:moveTo>
                  <a:cubicBezTo>
                    <a:pt x="31" y="1"/>
                    <a:pt x="0" y="41"/>
                    <a:pt x="0" y="71"/>
                  </a:cubicBezTo>
                  <a:cubicBezTo>
                    <a:pt x="0" y="111"/>
                    <a:pt x="31" y="152"/>
                    <a:pt x="71" y="152"/>
                  </a:cubicBezTo>
                  <a:cubicBezTo>
                    <a:pt x="112" y="152"/>
                    <a:pt x="142" y="111"/>
                    <a:pt x="142" y="71"/>
                  </a:cubicBezTo>
                  <a:cubicBezTo>
                    <a:pt x="142" y="4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2838075" y="2281975"/>
              <a:ext cx="11650" cy="11675"/>
            </a:xfrm>
            <a:custGeom>
              <a:avLst/>
              <a:gdLst/>
              <a:ahLst/>
              <a:cxnLst/>
              <a:rect l="l" t="t" r="r" b="b"/>
              <a:pathLst>
                <a:path w="466" h="467" extrusionOk="0">
                  <a:moveTo>
                    <a:pt x="234" y="1"/>
                  </a:moveTo>
                  <a:lnTo>
                    <a:pt x="153" y="153"/>
                  </a:lnTo>
                  <a:lnTo>
                    <a:pt x="0" y="234"/>
                  </a:lnTo>
                  <a:lnTo>
                    <a:pt x="153" y="315"/>
                  </a:lnTo>
                  <a:lnTo>
                    <a:pt x="234" y="466"/>
                  </a:lnTo>
                  <a:lnTo>
                    <a:pt x="314" y="315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3539600" y="2432200"/>
              <a:ext cx="3825" cy="3575"/>
            </a:xfrm>
            <a:custGeom>
              <a:avLst/>
              <a:gdLst/>
              <a:ahLst/>
              <a:cxnLst/>
              <a:rect l="l" t="t" r="r" b="b"/>
              <a:pathLst>
                <a:path w="153" h="143" extrusionOk="0">
                  <a:moveTo>
                    <a:pt x="71" y="1"/>
                  </a:moveTo>
                  <a:cubicBezTo>
                    <a:pt x="31" y="1"/>
                    <a:pt x="0" y="31"/>
                    <a:pt x="0" y="72"/>
                  </a:cubicBezTo>
                  <a:cubicBezTo>
                    <a:pt x="0" y="112"/>
                    <a:pt x="31" y="142"/>
                    <a:pt x="71" y="142"/>
                  </a:cubicBezTo>
                  <a:cubicBezTo>
                    <a:pt x="112" y="142"/>
                    <a:pt x="152" y="112"/>
                    <a:pt x="152" y="72"/>
                  </a:cubicBezTo>
                  <a:cubicBezTo>
                    <a:pt x="152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3564875" y="2317400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4" y="0"/>
                  </a:moveTo>
                  <a:lnTo>
                    <a:pt x="153" y="152"/>
                  </a:lnTo>
                  <a:lnTo>
                    <a:pt x="1" y="233"/>
                  </a:lnTo>
                  <a:lnTo>
                    <a:pt x="153" y="314"/>
                  </a:lnTo>
                  <a:lnTo>
                    <a:pt x="234" y="465"/>
                  </a:lnTo>
                  <a:lnTo>
                    <a:pt x="315" y="314"/>
                  </a:lnTo>
                  <a:lnTo>
                    <a:pt x="466" y="233"/>
                  </a:lnTo>
                  <a:lnTo>
                    <a:pt x="315" y="152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2866650" y="209662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1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3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1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2945050" y="2230150"/>
              <a:ext cx="4325" cy="3575"/>
            </a:xfrm>
            <a:custGeom>
              <a:avLst/>
              <a:gdLst/>
              <a:ahLst/>
              <a:cxnLst/>
              <a:rect l="l" t="t" r="r" b="b"/>
              <a:pathLst>
                <a:path w="173" h="143" extrusionOk="0">
                  <a:moveTo>
                    <a:pt x="90" y="0"/>
                  </a:moveTo>
                  <a:cubicBezTo>
                    <a:pt x="67" y="0"/>
                    <a:pt x="44" y="14"/>
                    <a:pt x="31" y="41"/>
                  </a:cubicBezTo>
                  <a:cubicBezTo>
                    <a:pt x="1" y="71"/>
                    <a:pt x="21" y="112"/>
                    <a:pt x="51" y="132"/>
                  </a:cubicBezTo>
                  <a:cubicBezTo>
                    <a:pt x="62" y="139"/>
                    <a:pt x="75" y="142"/>
                    <a:pt x="89" y="142"/>
                  </a:cubicBezTo>
                  <a:cubicBezTo>
                    <a:pt x="114" y="142"/>
                    <a:pt x="139" y="131"/>
                    <a:pt x="152" y="112"/>
                  </a:cubicBezTo>
                  <a:cubicBezTo>
                    <a:pt x="172" y="82"/>
                    <a:pt x="163" y="31"/>
                    <a:pt x="122" y="10"/>
                  </a:cubicBezTo>
                  <a:cubicBezTo>
                    <a:pt x="112" y="4"/>
                    <a:pt x="101" y="0"/>
                    <a:pt x="90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2875250" y="22015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3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3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2846175" y="1931225"/>
              <a:ext cx="5075" cy="4825"/>
            </a:xfrm>
            <a:custGeom>
              <a:avLst/>
              <a:gdLst/>
              <a:ahLst/>
              <a:cxnLst/>
              <a:rect l="l" t="t" r="r" b="b"/>
              <a:pathLst>
                <a:path w="203" h="193" extrusionOk="0">
                  <a:moveTo>
                    <a:pt x="101" y="1"/>
                  </a:moveTo>
                  <a:cubicBezTo>
                    <a:pt x="51" y="1"/>
                    <a:pt x="0" y="41"/>
                    <a:pt x="0" y="92"/>
                  </a:cubicBezTo>
                  <a:cubicBezTo>
                    <a:pt x="0" y="152"/>
                    <a:pt x="51" y="193"/>
                    <a:pt x="101" y="193"/>
                  </a:cubicBezTo>
                  <a:cubicBezTo>
                    <a:pt x="162" y="193"/>
                    <a:pt x="202" y="152"/>
                    <a:pt x="202" y="92"/>
                  </a:cubicBezTo>
                  <a:cubicBezTo>
                    <a:pt x="202" y="41"/>
                    <a:pt x="162" y="1"/>
                    <a:pt x="10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3360050" y="2110025"/>
              <a:ext cx="4050" cy="3825"/>
            </a:xfrm>
            <a:custGeom>
              <a:avLst/>
              <a:gdLst/>
              <a:ahLst/>
              <a:cxnLst/>
              <a:rect l="l" t="t" r="r" b="b"/>
              <a:pathLst>
                <a:path w="162" h="153" extrusionOk="0">
                  <a:moveTo>
                    <a:pt x="86" y="1"/>
                  </a:moveTo>
                  <a:cubicBezTo>
                    <a:pt x="61" y="1"/>
                    <a:pt x="34" y="14"/>
                    <a:pt x="20" y="41"/>
                  </a:cubicBezTo>
                  <a:cubicBezTo>
                    <a:pt x="0" y="71"/>
                    <a:pt x="11" y="122"/>
                    <a:pt x="51" y="142"/>
                  </a:cubicBezTo>
                  <a:cubicBezTo>
                    <a:pt x="61" y="149"/>
                    <a:pt x="72" y="152"/>
                    <a:pt x="84" y="152"/>
                  </a:cubicBezTo>
                  <a:cubicBezTo>
                    <a:pt x="106" y="152"/>
                    <a:pt x="128" y="139"/>
                    <a:pt x="142" y="112"/>
                  </a:cubicBezTo>
                  <a:cubicBezTo>
                    <a:pt x="162" y="81"/>
                    <a:pt x="152" y="31"/>
                    <a:pt x="122" y="11"/>
                  </a:cubicBezTo>
                  <a:cubicBezTo>
                    <a:pt x="111" y="4"/>
                    <a:pt x="99" y="1"/>
                    <a:pt x="86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3356500" y="1985600"/>
              <a:ext cx="3825" cy="3825"/>
            </a:xfrm>
            <a:custGeom>
              <a:avLst/>
              <a:gdLst/>
              <a:ahLst/>
              <a:cxnLst/>
              <a:rect l="l" t="t" r="r" b="b"/>
              <a:pathLst>
                <a:path w="153" h="153" extrusionOk="0">
                  <a:moveTo>
                    <a:pt x="1" y="0"/>
                  </a:moveTo>
                  <a:lnTo>
                    <a:pt x="21" y="81"/>
                  </a:lnTo>
                  <a:lnTo>
                    <a:pt x="1" y="153"/>
                  </a:lnTo>
                  <a:lnTo>
                    <a:pt x="72" y="132"/>
                  </a:lnTo>
                  <a:lnTo>
                    <a:pt x="153" y="153"/>
                  </a:lnTo>
                  <a:lnTo>
                    <a:pt x="132" y="81"/>
                  </a:lnTo>
                  <a:lnTo>
                    <a:pt x="153" y="0"/>
                  </a:lnTo>
                  <a:lnTo>
                    <a:pt x="72" y="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3463225" y="1928650"/>
              <a:ext cx="4075" cy="3675"/>
            </a:xfrm>
            <a:custGeom>
              <a:avLst/>
              <a:gdLst/>
              <a:ahLst/>
              <a:cxnLst/>
              <a:rect l="l" t="t" r="r" b="b"/>
              <a:pathLst>
                <a:path w="163" h="147" extrusionOk="0">
                  <a:moveTo>
                    <a:pt x="77" y="1"/>
                  </a:moveTo>
                  <a:cubicBezTo>
                    <a:pt x="72" y="1"/>
                    <a:pt x="66" y="1"/>
                    <a:pt x="61" y="3"/>
                  </a:cubicBezTo>
                  <a:cubicBezTo>
                    <a:pt x="21" y="12"/>
                    <a:pt x="0" y="53"/>
                    <a:pt x="11" y="93"/>
                  </a:cubicBezTo>
                  <a:cubicBezTo>
                    <a:pt x="19" y="127"/>
                    <a:pt x="48" y="147"/>
                    <a:pt x="81" y="147"/>
                  </a:cubicBezTo>
                  <a:cubicBezTo>
                    <a:pt x="88" y="147"/>
                    <a:pt x="95" y="146"/>
                    <a:pt x="102" y="144"/>
                  </a:cubicBezTo>
                  <a:cubicBezTo>
                    <a:pt x="132" y="134"/>
                    <a:pt x="162" y="93"/>
                    <a:pt x="152" y="63"/>
                  </a:cubicBezTo>
                  <a:cubicBezTo>
                    <a:pt x="143" y="28"/>
                    <a:pt x="112" y="1"/>
                    <a:pt x="77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3131925" y="2048625"/>
              <a:ext cx="4075" cy="3775"/>
            </a:xfrm>
            <a:custGeom>
              <a:avLst/>
              <a:gdLst/>
              <a:ahLst/>
              <a:cxnLst/>
              <a:rect l="l" t="t" r="r" b="b"/>
              <a:pathLst>
                <a:path w="163" h="151" extrusionOk="0">
                  <a:moveTo>
                    <a:pt x="89" y="0"/>
                  </a:moveTo>
                  <a:cubicBezTo>
                    <a:pt x="61" y="0"/>
                    <a:pt x="36" y="17"/>
                    <a:pt x="21" y="39"/>
                  </a:cubicBezTo>
                  <a:cubicBezTo>
                    <a:pt x="1" y="69"/>
                    <a:pt x="11" y="120"/>
                    <a:pt x="41" y="140"/>
                  </a:cubicBezTo>
                  <a:cubicBezTo>
                    <a:pt x="55" y="147"/>
                    <a:pt x="68" y="150"/>
                    <a:pt x="81" y="150"/>
                  </a:cubicBezTo>
                  <a:cubicBezTo>
                    <a:pt x="106" y="150"/>
                    <a:pt x="129" y="137"/>
                    <a:pt x="142" y="109"/>
                  </a:cubicBezTo>
                  <a:cubicBezTo>
                    <a:pt x="163" y="80"/>
                    <a:pt x="153" y="29"/>
                    <a:pt x="122" y="8"/>
                  </a:cubicBezTo>
                  <a:cubicBezTo>
                    <a:pt x="111" y="3"/>
                    <a:pt x="100" y="0"/>
                    <a:pt x="89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3036350" y="2086750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2"/>
                  </a:lnTo>
                  <a:lnTo>
                    <a:pt x="0" y="173"/>
                  </a:lnTo>
                  <a:lnTo>
                    <a:pt x="112" y="234"/>
                  </a:lnTo>
                  <a:lnTo>
                    <a:pt x="173" y="345"/>
                  </a:lnTo>
                  <a:lnTo>
                    <a:pt x="233" y="234"/>
                  </a:lnTo>
                  <a:lnTo>
                    <a:pt x="344" y="173"/>
                  </a:lnTo>
                  <a:lnTo>
                    <a:pt x="233" y="11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3140025" y="2158850"/>
              <a:ext cx="10400" cy="10375"/>
            </a:xfrm>
            <a:custGeom>
              <a:avLst/>
              <a:gdLst/>
              <a:ahLst/>
              <a:cxnLst/>
              <a:rect l="l" t="t" r="r" b="b"/>
              <a:pathLst>
                <a:path w="416" h="415" extrusionOk="0">
                  <a:moveTo>
                    <a:pt x="213" y="0"/>
                  </a:moveTo>
                  <a:lnTo>
                    <a:pt x="142" y="131"/>
                  </a:lnTo>
                  <a:lnTo>
                    <a:pt x="1" y="202"/>
                  </a:lnTo>
                  <a:lnTo>
                    <a:pt x="142" y="283"/>
                  </a:lnTo>
                  <a:lnTo>
                    <a:pt x="213" y="414"/>
                  </a:lnTo>
                  <a:lnTo>
                    <a:pt x="284" y="283"/>
                  </a:lnTo>
                  <a:lnTo>
                    <a:pt x="416" y="202"/>
                  </a:lnTo>
                  <a:lnTo>
                    <a:pt x="284" y="131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3025975" y="1981825"/>
              <a:ext cx="3575" cy="3550"/>
            </a:xfrm>
            <a:custGeom>
              <a:avLst/>
              <a:gdLst/>
              <a:ahLst/>
              <a:cxnLst/>
              <a:rect l="l" t="t" r="r" b="b"/>
              <a:pathLst>
                <a:path w="143" h="142" extrusionOk="0">
                  <a:moveTo>
                    <a:pt x="71" y="0"/>
                  </a:moveTo>
                  <a:cubicBezTo>
                    <a:pt x="31" y="0"/>
                    <a:pt x="1" y="30"/>
                    <a:pt x="1" y="70"/>
                  </a:cubicBezTo>
                  <a:cubicBezTo>
                    <a:pt x="1" y="111"/>
                    <a:pt x="31" y="142"/>
                    <a:pt x="71" y="142"/>
                  </a:cubicBezTo>
                  <a:cubicBezTo>
                    <a:pt x="112" y="142"/>
                    <a:pt x="142" y="111"/>
                    <a:pt x="142" y="70"/>
                  </a:cubicBezTo>
                  <a:cubicBezTo>
                    <a:pt x="142" y="30"/>
                    <a:pt x="112" y="0"/>
                    <a:pt x="71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2964775" y="1919350"/>
              <a:ext cx="8625" cy="8600"/>
            </a:xfrm>
            <a:custGeom>
              <a:avLst/>
              <a:gdLst/>
              <a:ahLst/>
              <a:cxnLst/>
              <a:rect l="l" t="t" r="r" b="b"/>
              <a:pathLst>
                <a:path w="345" h="344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3106900" y="1931225"/>
              <a:ext cx="10400" cy="10150"/>
            </a:xfrm>
            <a:custGeom>
              <a:avLst/>
              <a:gdLst/>
              <a:ahLst/>
              <a:cxnLst/>
              <a:rect l="l" t="t" r="r" b="b"/>
              <a:pathLst>
                <a:path w="416" h="406" extrusionOk="0">
                  <a:moveTo>
                    <a:pt x="203" y="1"/>
                  </a:moveTo>
                  <a:lnTo>
                    <a:pt x="132" y="132"/>
                  </a:lnTo>
                  <a:lnTo>
                    <a:pt x="1" y="203"/>
                  </a:lnTo>
                  <a:lnTo>
                    <a:pt x="132" y="274"/>
                  </a:lnTo>
                  <a:lnTo>
                    <a:pt x="203" y="406"/>
                  </a:lnTo>
                  <a:lnTo>
                    <a:pt x="284" y="274"/>
                  </a:lnTo>
                  <a:lnTo>
                    <a:pt x="415" y="203"/>
                  </a:lnTo>
                  <a:lnTo>
                    <a:pt x="284" y="13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3249025" y="2062975"/>
              <a:ext cx="10150" cy="10400"/>
            </a:xfrm>
            <a:custGeom>
              <a:avLst/>
              <a:gdLst/>
              <a:ahLst/>
              <a:cxnLst/>
              <a:rect l="l" t="t" r="r" b="b"/>
              <a:pathLst>
                <a:path w="406" h="416" extrusionOk="0">
                  <a:moveTo>
                    <a:pt x="203" y="1"/>
                  </a:moveTo>
                  <a:lnTo>
                    <a:pt x="132" y="133"/>
                  </a:lnTo>
                  <a:lnTo>
                    <a:pt x="1" y="214"/>
                  </a:lnTo>
                  <a:lnTo>
                    <a:pt x="132" y="284"/>
                  </a:lnTo>
                  <a:lnTo>
                    <a:pt x="203" y="416"/>
                  </a:lnTo>
                  <a:lnTo>
                    <a:pt x="274" y="284"/>
                  </a:lnTo>
                  <a:lnTo>
                    <a:pt x="405" y="214"/>
                  </a:lnTo>
                  <a:lnTo>
                    <a:pt x="274" y="13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3485225" y="2385925"/>
              <a:ext cx="2300" cy="35175"/>
            </a:xfrm>
            <a:custGeom>
              <a:avLst/>
              <a:gdLst/>
              <a:ahLst/>
              <a:cxnLst/>
              <a:rect l="l" t="t" r="r" b="b"/>
              <a:pathLst>
                <a:path w="92" h="1407" extrusionOk="0">
                  <a:moveTo>
                    <a:pt x="1" y="1"/>
                  </a:moveTo>
                  <a:lnTo>
                    <a:pt x="62" y="1407"/>
                  </a:lnTo>
                  <a:lnTo>
                    <a:pt x="91" y="1397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1423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34"/>
          <p:cNvSpPr txBox="1">
            <a:spLocks noGrp="1"/>
          </p:cNvSpPr>
          <p:nvPr>
            <p:ph type="title"/>
          </p:nvPr>
        </p:nvSpPr>
        <p:spPr>
          <a:xfrm>
            <a:off x="696425" y="540000"/>
            <a:ext cx="7749300" cy="18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Head into your groups and start reading!</a:t>
            </a:r>
            <a:endParaRPr sz="5000"/>
          </a:p>
        </p:txBody>
      </p:sp>
      <p:grpSp>
        <p:nvGrpSpPr>
          <p:cNvPr id="1326" name="Google Shape;1326;p34"/>
          <p:cNvGrpSpPr/>
          <p:nvPr/>
        </p:nvGrpSpPr>
        <p:grpSpPr>
          <a:xfrm>
            <a:off x="2557605" y="2329971"/>
            <a:ext cx="4028787" cy="2282021"/>
            <a:chOff x="2305300" y="2539013"/>
            <a:chExt cx="4467000" cy="2530237"/>
          </a:xfrm>
        </p:grpSpPr>
        <p:sp>
          <p:nvSpPr>
            <p:cNvPr id="1327" name="Google Shape;1327;p34"/>
            <p:cNvSpPr/>
            <p:nvPr/>
          </p:nvSpPr>
          <p:spPr>
            <a:xfrm>
              <a:off x="2305300" y="4882350"/>
              <a:ext cx="44670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8" name="Google Shape;1328;p34"/>
            <p:cNvGrpSpPr/>
            <p:nvPr/>
          </p:nvGrpSpPr>
          <p:grpSpPr>
            <a:xfrm>
              <a:off x="2490134" y="2539013"/>
              <a:ext cx="4010479" cy="2468730"/>
              <a:chOff x="1347025" y="3747250"/>
              <a:chExt cx="1235400" cy="760475"/>
            </a:xfrm>
          </p:grpSpPr>
          <p:sp>
            <p:nvSpPr>
              <p:cNvPr id="1329" name="Google Shape;1329;p34"/>
              <p:cNvSpPr/>
              <p:nvPr/>
            </p:nvSpPr>
            <p:spPr>
              <a:xfrm>
                <a:off x="1358425" y="3826925"/>
                <a:ext cx="237725" cy="232400"/>
              </a:xfrm>
              <a:custGeom>
                <a:avLst/>
                <a:gdLst/>
                <a:ahLst/>
                <a:cxnLst/>
                <a:rect l="l" t="t" r="r" b="b"/>
                <a:pathLst>
                  <a:path w="9509" h="9296" extrusionOk="0">
                    <a:moveTo>
                      <a:pt x="101" y="0"/>
                    </a:moveTo>
                    <a:cubicBezTo>
                      <a:pt x="50" y="0"/>
                      <a:pt x="0" y="41"/>
                      <a:pt x="0" y="101"/>
                    </a:cubicBezTo>
                    <a:lnTo>
                      <a:pt x="0" y="9195"/>
                    </a:lnTo>
                    <a:cubicBezTo>
                      <a:pt x="0" y="9256"/>
                      <a:pt x="50" y="9296"/>
                      <a:pt x="101" y="9296"/>
                    </a:cubicBezTo>
                    <a:lnTo>
                      <a:pt x="9408" y="9296"/>
                    </a:lnTo>
                    <a:cubicBezTo>
                      <a:pt x="9468" y="9296"/>
                      <a:pt x="9509" y="9256"/>
                      <a:pt x="9509" y="9195"/>
                    </a:cubicBezTo>
                    <a:lnTo>
                      <a:pt x="9509" y="101"/>
                    </a:lnTo>
                    <a:cubicBezTo>
                      <a:pt x="9509" y="41"/>
                      <a:pt x="9468" y="0"/>
                      <a:pt x="94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4"/>
              <p:cNvSpPr/>
              <p:nvPr/>
            </p:nvSpPr>
            <p:spPr>
              <a:xfrm>
                <a:off x="1370300" y="3833500"/>
                <a:ext cx="215250" cy="43250"/>
              </a:xfrm>
              <a:custGeom>
                <a:avLst/>
                <a:gdLst/>
                <a:ahLst/>
                <a:cxnLst/>
                <a:rect l="l" t="t" r="r" b="b"/>
                <a:pathLst>
                  <a:path w="8610" h="1730" extrusionOk="0">
                    <a:moveTo>
                      <a:pt x="92" y="0"/>
                    </a:moveTo>
                    <a:cubicBezTo>
                      <a:pt x="41" y="0"/>
                      <a:pt x="0" y="50"/>
                      <a:pt x="0" y="101"/>
                    </a:cubicBezTo>
                    <a:lnTo>
                      <a:pt x="0" y="1639"/>
                    </a:lnTo>
                    <a:cubicBezTo>
                      <a:pt x="0" y="1689"/>
                      <a:pt x="41" y="1729"/>
                      <a:pt x="92" y="1729"/>
                    </a:cubicBezTo>
                    <a:lnTo>
                      <a:pt x="8518" y="1729"/>
                    </a:lnTo>
                    <a:cubicBezTo>
                      <a:pt x="8569" y="1729"/>
                      <a:pt x="8609" y="1689"/>
                      <a:pt x="8609" y="1639"/>
                    </a:cubicBezTo>
                    <a:lnTo>
                      <a:pt x="8609" y="101"/>
                    </a:lnTo>
                    <a:cubicBezTo>
                      <a:pt x="8609" y="50"/>
                      <a:pt x="8569" y="0"/>
                      <a:pt x="85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4"/>
              <p:cNvSpPr/>
              <p:nvPr/>
            </p:nvSpPr>
            <p:spPr>
              <a:xfrm>
                <a:off x="1548325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52"/>
                    </a:moveTo>
                    <a:cubicBezTo>
                      <a:pt x="1104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04"/>
                      <a:pt x="52" y="901"/>
                    </a:cubicBezTo>
                    <a:lnTo>
                      <a:pt x="52" y="425"/>
                    </a:lnTo>
                    <a:cubicBezTo>
                      <a:pt x="52" y="213"/>
                      <a:pt x="214" y="52"/>
                      <a:pt x="426" y="52"/>
                    </a:cubicBezTo>
                    <a:close/>
                    <a:moveTo>
                      <a:pt x="426" y="1"/>
                    </a:moveTo>
                    <a:cubicBezTo>
                      <a:pt x="183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83" y="1326"/>
                      <a:pt x="426" y="1326"/>
                    </a:cubicBezTo>
                    <a:lnTo>
                      <a:pt x="901" y="1326"/>
                    </a:lnTo>
                    <a:cubicBezTo>
                      <a:pt x="1134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>
              <a:xfrm>
                <a:off x="1502800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2" y="52"/>
                    </a:moveTo>
                    <a:cubicBezTo>
                      <a:pt x="1114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4" y="1275"/>
                      <a:pt x="902" y="1275"/>
                    </a:cubicBezTo>
                    <a:lnTo>
                      <a:pt x="426" y="1275"/>
                    </a:lnTo>
                    <a:cubicBezTo>
                      <a:pt x="223" y="1275"/>
                      <a:pt x="52" y="1104"/>
                      <a:pt x="52" y="901"/>
                    </a:cubicBezTo>
                    <a:lnTo>
                      <a:pt x="52" y="425"/>
                    </a:lnTo>
                    <a:cubicBezTo>
                      <a:pt x="52" y="213"/>
                      <a:pt x="223" y="52"/>
                      <a:pt x="426" y="52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3" y="1326"/>
                      <a:pt x="426" y="1326"/>
                    </a:cubicBezTo>
                    <a:lnTo>
                      <a:pt x="902" y="1326"/>
                    </a:lnTo>
                    <a:cubicBezTo>
                      <a:pt x="1144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44" y="1"/>
                      <a:pt x="90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>
              <a:xfrm>
                <a:off x="1460325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52"/>
                    </a:moveTo>
                    <a:cubicBezTo>
                      <a:pt x="110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04"/>
                      <a:pt x="51" y="901"/>
                    </a:cubicBezTo>
                    <a:lnTo>
                      <a:pt x="51" y="425"/>
                    </a:lnTo>
                    <a:cubicBezTo>
                      <a:pt x="51" y="213"/>
                      <a:pt x="213" y="52"/>
                      <a:pt x="416" y="52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0" y="183"/>
                      <a:pt x="0" y="425"/>
                    </a:cubicBezTo>
                    <a:lnTo>
                      <a:pt x="0" y="901"/>
                    </a:lnTo>
                    <a:cubicBezTo>
                      <a:pt x="0" y="1133"/>
                      <a:pt x="183" y="1326"/>
                      <a:pt x="416" y="1326"/>
                    </a:cubicBezTo>
                    <a:lnTo>
                      <a:pt x="901" y="1326"/>
                    </a:lnTo>
                    <a:cubicBezTo>
                      <a:pt x="1133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33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>
              <a:xfrm>
                <a:off x="1416075" y="388785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52"/>
                    </a:moveTo>
                    <a:cubicBezTo>
                      <a:pt x="111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4"/>
                      <a:pt x="61" y="901"/>
                    </a:cubicBezTo>
                    <a:lnTo>
                      <a:pt x="61" y="425"/>
                    </a:lnTo>
                    <a:cubicBezTo>
                      <a:pt x="61" y="213"/>
                      <a:pt x="223" y="52"/>
                      <a:pt x="425" y="52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33"/>
                      <a:pt x="1336" y="901"/>
                    </a:cubicBezTo>
                    <a:lnTo>
                      <a:pt x="1336" y="425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>
              <a:xfrm>
                <a:off x="1372075" y="388785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52"/>
                    </a:moveTo>
                    <a:cubicBezTo>
                      <a:pt x="111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4"/>
                      <a:pt x="61" y="901"/>
                    </a:cubicBezTo>
                    <a:lnTo>
                      <a:pt x="61" y="425"/>
                    </a:lnTo>
                    <a:cubicBezTo>
                      <a:pt x="61" y="213"/>
                      <a:pt x="223" y="52"/>
                      <a:pt x="425" y="52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33"/>
                      <a:pt x="1336" y="901"/>
                    </a:cubicBezTo>
                    <a:lnTo>
                      <a:pt x="1336" y="425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>
              <a:xfrm>
                <a:off x="1548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14" y="61"/>
                      <a:pt x="426" y="61"/>
                    </a:cubicBezTo>
                    <a:close/>
                    <a:moveTo>
                      <a:pt x="426" y="0"/>
                    </a:moveTo>
                    <a:cubicBezTo>
                      <a:pt x="183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83" y="1325"/>
                      <a:pt x="42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4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>
              <a:xfrm>
                <a:off x="1504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4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13" y="61"/>
                      <a:pt x="416" y="61"/>
                    </a:cubicBezTo>
                    <a:close/>
                    <a:moveTo>
                      <a:pt x="416" y="0"/>
                    </a:moveTo>
                    <a:cubicBezTo>
                      <a:pt x="183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4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>
              <a:xfrm>
                <a:off x="1460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13"/>
                      <a:pt x="51" y="911"/>
                    </a:cubicBezTo>
                    <a:lnTo>
                      <a:pt x="51" y="425"/>
                    </a:lnTo>
                    <a:cubicBezTo>
                      <a:pt x="51" y="223"/>
                      <a:pt x="213" y="61"/>
                      <a:pt x="416" y="61"/>
                    </a:cubicBezTo>
                    <a:close/>
                    <a:moveTo>
                      <a:pt x="416" y="0"/>
                    </a:moveTo>
                    <a:cubicBezTo>
                      <a:pt x="183" y="0"/>
                      <a:pt x="0" y="192"/>
                      <a:pt x="0" y="425"/>
                    </a:cubicBezTo>
                    <a:lnTo>
                      <a:pt x="0" y="911"/>
                    </a:lnTo>
                    <a:cubicBezTo>
                      <a:pt x="0" y="1143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3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3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>
              <a:xfrm>
                <a:off x="1416075" y="3930100"/>
                <a:ext cx="334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5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0"/>
                    </a:moveTo>
                    <a:cubicBezTo>
                      <a:pt x="192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43"/>
                      <a:pt x="1336" y="911"/>
                    </a:cubicBezTo>
                    <a:lnTo>
                      <a:pt x="1336" y="425"/>
                    </a:lnTo>
                    <a:cubicBezTo>
                      <a:pt x="1336" y="192"/>
                      <a:pt x="1143" y="0"/>
                      <a:pt x="91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>
              <a:xfrm>
                <a:off x="1372075" y="3930100"/>
                <a:ext cx="334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5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0"/>
                    </a:moveTo>
                    <a:cubicBezTo>
                      <a:pt x="192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43"/>
                      <a:pt x="1336" y="911"/>
                    </a:cubicBezTo>
                    <a:lnTo>
                      <a:pt x="1336" y="425"/>
                    </a:lnTo>
                    <a:cubicBezTo>
                      <a:pt x="1336" y="192"/>
                      <a:pt x="1143" y="0"/>
                      <a:pt x="91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>
              <a:xfrm>
                <a:off x="1548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4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03"/>
                      <a:pt x="52" y="901"/>
                    </a:cubicBezTo>
                    <a:lnTo>
                      <a:pt x="52" y="426"/>
                    </a:lnTo>
                    <a:cubicBezTo>
                      <a:pt x="52" y="213"/>
                      <a:pt x="214" y="51"/>
                      <a:pt x="426" y="51"/>
                    </a:cubicBezTo>
                    <a:close/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83" y="1325"/>
                      <a:pt x="42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>
                <a:off x="1504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4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4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2" y="1103"/>
                      <a:pt x="52" y="901"/>
                    </a:cubicBezTo>
                    <a:lnTo>
                      <a:pt x="52" y="426"/>
                    </a:lnTo>
                    <a:cubicBezTo>
                      <a:pt x="52" y="213"/>
                      <a:pt x="213" y="51"/>
                      <a:pt x="416" y="51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>
              <a:xfrm>
                <a:off x="1460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03"/>
                      <a:pt x="51" y="901"/>
                    </a:cubicBezTo>
                    <a:lnTo>
                      <a:pt x="51" y="426"/>
                    </a:lnTo>
                    <a:cubicBezTo>
                      <a:pt x="51" y="213"/>
                      <a:pt x="213" y="51"/>
                      <a:pt x="416" y="51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901"/>
                    </a:lnTo>
                    <a:cubicBezTo>
                      <a:pt x="0" y="1134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3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3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>
              <a:xfrm>
                <a:off x="1416075" y="3972575"/>
                <a:ext cx="3340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6" extrusionOk="0">
                    <a:moveTo>
                      <a:pt x="911" y="51"/>
                    </a:moveTo>
                    <a:cubicBezTo>
                      <a:pt x="111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3"/>
                      <a:pt x="61" y="901"/>
                    </a:cubicBezTo>
                    <a:lnTo>
                      <a:pt x="61" y="426"/>
                    </a:lnTo>
                    <a:cubicBezTo>
                      <a:pt x="61" y="213"/>
                      <a:pt x="223" y="51"/>
                      <a:pt x="425" y="5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34"/>
                      <a:pt x="1336" y="901"/>
                    </a:cubicBezTo>
                    <a:lnTo>
                      <a:pt x="1336" y="426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>
              <a:xfrm>
                <a:off x="1372075" y="3972575"/>
                <a:ext cx="3340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6" extrusionOk="0">
                    <a:moveTo>
                      <a:pt x="911" y="51"/>
                    </a:moveTo>
                    <a:cubicBezTo>
                      <a:pt x="111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3"/>
                      <a:pt x="61" y="901"/>
                    </a:cubicBezTo>
                    <a:lnTo>
                      <a:pt x="61" y="426"/>
                    </a:lnTo>
                    <a:cubicBezTo>
                      <a:pt x="61" y="213"/>
                      <a:pt x="223" y="51"/>
                      <a:pt x="425" y="5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34"/>
                      <a:pt x="1336" y="901"/>
                    </a:cubicBezTo>
                    <a:lnTo>
                      <a:pt x="1336" y="426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>
              <a:xfrm>
                <a:off x="1502800" y="401480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2" y="61"/>
                    </a:moveTo>
                    <a:cubicBezTo>
                      <a:pt x="111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4" y="1275"/>
                      <a:pt x="902" y="1275"/>
                    </a:cubicBezTo>
                    <a:lnTo>
                      <a:pt x="426" y="1275"/>
                    </a:lnTo>
                    <a:cubicBezTo>
                      <a:pt x="22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23" y="61"/>
                      <a:pt x="426" y="61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3" y="1326"/>
                      <a:pt x="426" y="1326"/>
                    </a:cubicBezTo>
                    <a:lnTo>
                      <a:pt x="902" y="1326"/>
                    </a:lnTo>
                    <a:cubicBezTo>
                      <a:pt x="1144" y="1326"/>
                      <a:pt x="1326" y="1144"/>
                      <a:pt x="1326" y="911"/>
                    </a:cubicBezTo>
                    <a:lnTo>
                      <a:pt x="1326" y="425"/>
                    </a:lnTo>
                    <a:cubicBezTo>
                      <a:pt x="1326" y="193"/>
                      <a:pt x="1144" y="1"/>
                      <a:pt x="90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>
              <a:xfrm>
                <a:off x="1458800" y="401480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01" y="1275"/>
                    </a:cubicBezTo>
                    <a:lnTo>
                      <a:pt x="426" y="1275"/>
                    </a:lnTo>
                    <a:cubicBezTo>
                      <a:pt x="22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23" y="61"/>
                      <a:pt x="426" y="61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3" y="1326"/>
                      <a:pt x="426" y="1326"/>
                    </a:cubicBezTo>
                    <a:lnTo>
                      <a:pt x="901" y="1326"/>
                    </a:lnTo>
                    <a:cubicBezTo>
                      <a:pt x="1134" y="1326"/>
                      <a:pt x="1326" y="1144"/>
                      <a:pt x="1326" y="911"/>
                    </a:cubicBezTo>
                    <a:lnTo>
                      <a:pt x="1326" y="425"/>
                    </a:lnTo>
                    <a:cubicBezTo>
                      <a:pt x="1326" y="19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>
              <a:xfrm>
                <a:off x="1416075" y="401480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44"/>
                      <a:pt x="1336" y="911"/>
                    </a:cubicBezTo>
                    <a:lnTo>
                      <a:pt x="1336" y="425"/>
                    </a:lnTo>
                    <a:cubicBezTo>
                      <a:pt x="1336" y="19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>
              <a:xfrm>
                <a:off x="1372075" y="401480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44"/>
                      <a:pt x="1336" y="911"/>
                    </a:cubicBezTo>
                    <a:lnTo>
                      <a:pt x="1336" y="425"/>
                    </a:lnTo>
                    <a:cubicBezTo>
                      <a:pt x="1336" y="19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>
              <a:xfrm>
                <a:off x="1531900" y="3843100"/>
                <a:ext cx="2252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01" extrusionOk="0">
                    <a:moveTo>
                      <a:pt x="455" y="0"/>
                    </a:moveTo>
                    <a:cubicBezTo>
                      <a:pt x="203" y="0"/>
                      <a:pt x="1" y="203"/>
                      <a:pt x="1" y="446"/>
                    </a:cubicBezTo>
                    <a:cubicBezTo>
                      <a:pt x="1" y="698"/>
                      <a:pt x="203" y="900"/>
                      <a:pt x="455" y="900"/>
                    </a:cubicBezTo>
                    <a:cubicBezTo>
                      <a:pt x="698" y="900"/>
                      <a:pt x="900" y="698"/>
                      <a:pt x="900" y="446"/>
                    </a:cubicBezTo>
                    <a:cubicBezTo>
                      <a:pt x="900" y="203"/>
                      <a:pt x="698" y="0"/>
                      <a:pt x="455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>
              <a:xfrm>
                <a:off x="1401400" y="3843100"/>
                <a:ext cx="2252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01" extrusionOk="0">
                    <a:moveTo>
                      <a:pt x="446" y="0"/>
                    </a:moveTo>
                    <a:cubicBezTo>
                      <a:pt x="203" y="0"/>
                      <a:pt x="1" y="203"/>
                      <a:pt x="1" y="446"/>
                    </a:cubicBezTo>
                    <a:cubicBezTo>
                      <a:pt x="1" y="698"/>
                      <a:pt x="203" y="900"/>
                      <a:pt x="446" y="900"/>
                    </a:cubicBezTo>
                    <a:cubicBezTo>
                      <a:pt x="698" y="900"/>
                      <a:pt x="901" y="698"/>
                      <a:pt x="901" y="446"/>
                    </a:cubicBezTo>
                    <a:cubicBezTo>
                      <a:pt x="901" y="203"/>
                      <a:pt x="698" y="0"/>
                      <a:pt x="446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1407975" y="3814500"/>
                <a:ext cx="93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721" extrusionOk="0">
                    <a:moveTo>
                      <a:pt x="183" y="1"/>
                    </a:moveTo>
                    <a:cubicBezTo>
                      <a:pt x="82" y="1"/>
                      <a:pt x="1" y="82"/>
                      <a:pt x="1" y="183"/>
                    </a:cubicBezTo>
                    <a:lnTo>
                      <a:pt x="1" y="1529"/>
                    </a:lnTo>
                    <a:cubicBezTo>
                      <a:pt x="1" y="1640"/>
                      <a:pt x="82" y="1721"/>
                      <a:pt x="183" y="1721"/>
                    </a:cubicBezTo>
                    <a:cubicBezTo>
                      <a:pt x="294" y="1721"/>
                      <a:pt x="375" y="1640"/>
                      <a:pt x="375" y="1529"/>
                    </a:cubicBezTo>
                    <a:lnTo>
                      <a:pt x="375" y="183"/>
                    </a:lnTo>
                    <a:cubicBezTo>
                      <a:pt x="375" y="82"/>
                      <a:pt x="294" y="1"/>
                      <a:pt x="1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>
              <a:xfrm>
                <a:off x="1538475" y="3814500"/>
                <a:ext cx="93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721" extrusionOk="0">
                    <a:moveTo>
                      <a:pt x="192" y="1"/>
                    </a:moveTo>
                    <a:cubicBezTo>
                      <a:pt x="82" y="1"/>
                      <a:pt x="1" y="82"/>
                      <a:pt x="1" y="183"/>
                    </a:cubicBezTo>
                    <a:lnTo>
                      <a:pt x="1" y="1529"/>
                    </a:lnTo>
                    <a:cubicBezTo>
                      <a:pt x="1" y="1640"/>
                      <a:pt x="82" y="1721"/>
                      <a:pt x="192" y="1721"/>
                    </a:cubicBezTo>
                    <a:cubicBezTo>
                      <a:pt x="294" y="1721"/>
                      <a:pt x="374" y="1640"/>
                      <a:pt x="374" y="1529"/>
                    </a:cubicBezTo>
                    <a:lnTo>
                      <a:pt x="374" y="183"/>
                    </a:lnTo>
                    <a:cubicBezTo>
                      <a:pt x="374" y="82"/>
                      <a:pt x="294" y="1"/>
                      <a:pt x="1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>
              <a:xfrm>
                <a:off x="2419800" y="3790750"/>
                <a:ext cx="1568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6272" h="6272" extrusionOk="0">
                    <a:moveTo>
                      <a:pt x="3136" y="0"/>
                    </a:moveTo>
                    <a:cubicBezTo>
                      <a:pt x="1407" y="0"/>
                      <a:pt x="0" y="1407"/>
                      <a:pt x="0" y="3136"/>
                    </a:cubicBezTo>
                    <a:cubicBezTo>
                      <a:pt x="0" y="4866"/>
                      <a:pt x="1407" y="6272"/>
                      <a:pt x="3136" y="6272"/>
                    </a:cubicBezTo>
                    <a:cubicBezTo>
                      <a:pt x="4866" y="6272"/>
                      <a:pt x="6272" y="4866"/>
                      <a:pt x="6272" y="3136"/>
                    </a:cubicBezTo>
                    <a:cubicBezTo>
                      <a:pt x="6272" y="1407"/>
                      <a:pt x="4866" y="0"/>
                      <a:pt x="3136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>
              <a:xfrm>
                <a:off x="2431175" y="3802125"/>
                <a:ext cx="134075" cy="13407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5363" extrusionOk="0">
                    <a:moveTo>
                      <a:pt x="2681" y="1"/>
                    </a:moveTo>
                    <a:cubicBezTo>
                      <a:pt x="1204" y="1"/>
                      <a:pt x="1" y="1204"/>
                      <a:pt x="1" y="2681"/>
                    </a:cubicBezTo>
                    <a:cubicBezTo>
                      <a:pt x="1" y="4168"/>
                      <a:pt x="1204" y="5362"/>
                      <a:pt x="2681" y="5362"/>
                    </a:cubicBezTo>
                    <a:cubicBezTo>
                      <a:pt x="4158" y="5362"/>
                      <a:pt x="5362" y="4168"/>
                      <a:pt x="5362" y="2681"/>
                    </a:cubicBezTo>
                    <a:cubicBezTo>
                      <a:pt x="5362" y="1204"/>
                      <a:pt x="4158" y="1"/>
                      <a:pt x="26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>
              <a:xfrm>
                <a:off x="2451650" y="3806925"/>
                <a:ext cx="108775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4402" extrusionOk="0">
                    <a:moveTo>
                      <a:pt x="2874" y="1"/>
                    </a:moveTo>
                    <a:lnTo>
                      <a:pt x="2874" y="1"/>
                    </a:lnTo>
                    <a:cubicBezTo>
                      <a:pt x="2901" y="12"/>
                      <a:pt x="2929" y="24"/>
                      <a:pt x="2956" y="36"/>
                    </a:cubicBezTo>
                    <a:lnTo>
                      <a:pt x="2956" y="36"/>
                    </a:lnTo>
                    <a:cubicBezTo>
                      <a:pt x="2929" y="24"/>
                      <a:pt x="2901" y="12"/>
                      <a:pt x="2874" y="1"/>
                    </a:cubicBezTo>
                    <a:close/>
                    <a:moveTo>
                      <a:pt x="850" y="11"/>
                    </a:moveTo>
                    <a:cubicBezTo>
                      <a:pt x="553" y="126"/>
                      <a:pt x="282" y="297"/>
                      <a:pt x="39" y="522"/>
                    </a:cubicBezTo>
                    <a:lnTo>
                      <a:pt x="39" y="522"/>
                    </a:lnTo>
                    <a:cubicBezTo>
                      <a:pt x="273" y="306"/>
                      <a:pt x="544" y="135"/>
                      <a:pt x="850" y="11"/>
                    </a:cubicBezTo>
                    <a:close/>
                    <a:moveTo>
                      <a:pt x="39" y="522"/>
                    </a:moveTo>
                    <a:cubicBezTo>
                      <a:pt x="26" y="533"/>
                      <a:pt x="13" y="545"/>
                      <a:pt x="1" y="557"/>
                    </a:cubicBezTo>
                    <a:cubicBezTo>
                      <a:pt x="13" y="545"/>
                      <a:pt x="26" y="533"/>
                      <a:pt x="39" y="522"/>
                    </a:cubicBezTo>
                    <a:close/>
                    <a:moveTo>
                      <a:pt x="2956" y="36"/>
                    </a:moveTo>
                    <a:lnTo>
                      <a:pt x="2956" y="36"/>
                    </a:lnTo>
                    <a:cubicBezTo>
                      <a:pt x="3247" y="168"/>
                      <a:pt x="3514" y="357"/>
                      <a:pt x="3754" y="598"/>
                    </a:cubicBezTo>
                    <a:cubicBezTo>
                      <a:pt x="4017" y="861"/>
                      <a:pt x="4219" y="1164"/>
                      <a:pt x="4350" y="1488"/>
                    </a:cubicBezTo>
                    <a:cubicBezTo>
                      <a:pt x="4089" y="838"/>
                      <a:pt x="3585" y="319"/>
                      <a:pt x="2956" y="36"/>
                    </a:cubicBezTo>
                    <a:close/>
                    <a:moveTo>
                      <a:pt x="4341" y="3511"/>
                    </a:moveTo>
                    <a:cubicBezTo>
                      <a:pt x="4240" y="3749"/>
                      <a:pt x="4105" y="3982"/>
                      <a:pt x="3930" y="4196"/>
                    </a:cubicBezTo>
                    <a:lnTo>
                      <a:pt x="3930" y="4196"/>
                    </a:lnTo>
                    <a:cubicBezTo>
                      <a:pt x="4101" y="3990"/>
                      <a:pt x="4243" y="3759"/>
                      <a:pt x="4341" y="3511"/>
                    </a:cubicBezTo>
                    <a:close/>
                    <a:moveTo>
                      <a:pt x="3930" y="4196"/>
                    </a:moveTo>
                    <a:lnTo>
                      <a:pt x="3930" y="4196"/>
                    </a:lnTo>
                    <a:cubicBezTo>
                      <a:pt x="3871" y="4267"/>
                      <a:pt x="3809" y="4336"/>
                      <a:pt x="3744" y="4401"/>
                    </a:cubicBezTo>
                    <a:lnTo>
                      <a:pt x="3754" y="4391"/>
                    </a:lnTo>
                    <a:cubicBezTo>
                      <a:pt x="3817" y="4328"/>
                      <a:pt x="3876" y="4263"/>
                      <a:pt x="3930" y="4196"/>
                    </a:cubicBezTo>
                    <a:close/>
                  </a:path>
                </a:pathLst>
              </a:custGeom>
              <a:solidFill>
                <a:srgbClr val="7EA0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>
              <a:xfrm>
                <a:off x="2447100" y="3802125"/>
                <a:ext cx="118150" cy="118125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4725" extrusionOk="0">
                    <a:moveTo>
                      <a:pt x="1963" y="1"/>
                    </a:moveTo>
                    <a:cubicBezTo>
                      <a:pt x="1639" y="10"/>
                      <a:pt x="1326" y="82"/>
                      <a:pt x="1032" y="203"/>
                    </a:cubicBezTo>
                    <a:cubicBezTo>
                      <a:pt x="709" y="334"/>
                      <a:pt x="426" y="516"/>
                      <a:pt x="183" y="749"/>
                    </a:cubicBezTo>
                    <a:cubicBezTo>
                      <a:pt x="183" y="759"/>
                      <a:pt x="183" y="759"/>
                      <a:pt x="173" y="759"/>
                    </a:cubicBezTo>
                    <a:lnTo>
                      <a:pt x="142" y="790"/>
                    </a:lnTo>
                    <a:cubicBezTo>
                      <a:pt x="92" y="840"/>
                      <a:pt x="52" y="891"/>
                      <a:pt x="1" y="952"/>
                    </a:cubicBezTo>
                    <a:cubicBezTo>
                      <a:pt x="497" y="527"/>
                      <a:pt x="1113" y="314"/>
                      <a:pt x="1731" y="314"/>
                    </a:cubicBezTo>
                    <a:cubicBezTo>
                      <a:pt x="2419" y="314"/>
                      <a:pt x="3107" y="577"/>
                      <a:pt x="3633" y="1093"/>
                    </a:cubicBezTo>
                    <a:cubicBezTo>
                      <a:pt x="4624" y="2094"/>
                      <a:pt x="4674" y="3672"/>
                      <a:pt x="3774" y="4724"/>
                    </a:cubicBezTo>
                    <a:cubicBezTo>
                      <a:pt x="3824" y="4684"/>
                      <a:pt x="3875" y="4643"/>
                      <a:pt x="3926" y="4593"/>
                    </a:cubicBezTo>
                    <a:cubicBezTo>
                      <a:pt x="4179" y="4340"/>
                      <a:pt x="4391" y="4036"/>
                      <a:pt x="4523" y="3703"/>
                    </a:cubicBezTo>
                    <a:cubicBezTo>
                      <a:pt x="4644" y="3400"/>
                      <a:pt x="4715" y="3086"/>
                      <a:pt x="4725" y="2762"/>
                    </a:cubicBezTo>
                    <a:lnTo>
                      <a:pt x="4725" y="2752"/>
                    </a:lnTo>
                    <a:lnTo>
                      <a:pt x="4725" y="2681"/>
                    </a:lnTo>
                    <a:lnTo>
                      <a:pt x="4725" y="2611"/>
                    </a:lnTo>
                    <a:lnTo>
                      <a:pt x="4725" y="2600"/>
                    </a:lnTo>
                    <a:cubicBezTo>
                      <a:pt x="4715" y="2287"/>
                      <a:pt x="4654" y="1973"/>
                      <a:pt x="4532" y="1680"/>
                    </a:cubicBezTo>
                    <a:cubicBezTo>
                      <a:pt x="4260" y="1002"/>
                      <a:pt x="3723" y="466"/>
                      <a:pt x="3056" y="193"/>
                    </a:cubicBezTo>
                    <a:cubicBezTo>
                      <a:pt x="2752" y="82"/>
                      <a:pt x="2439" y="10"/>
                      <a:pt x="2125" y="1"/>
                    </a:cubicBez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>
              <a:xfrm>
                <a:off x="2494400" y="3802125"/>
                <a:ext cx="76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5" extrusionOk="0">
                    <a:moveTo>
                      <a:pt x="152" y="1"/>
                    </a:moveTo>
                    <a:cubicBezTo>
                      <a:pt x="102" y="1"/>
                      <a:pt x="51" y="1"/>
                      <a:pt x="1" y="10"/>
                    </a:cubicBezTo>
                    <a:lnTo>
                      <a:pt x="1" y="365"/>
                    </a:lnTo>
                    <a:lnTo>
                      <a:pt x="304" y="365"/>
                    </a:lnTo>
                    <a:lnTo>
                      <a:pt x="304" y="10"/>
                    </a:lnTo>
                    <a:cubicBezTo>
                      <a:pt x="253" y="1"/>
                      <a:pt x="203" y="1"/>
                      <a:pt x="152" y="1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>
              <a:xfrm>
                <a:off x="2494400" y="3927050"/>
                <a:ext cx="762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6" extrusionOk="0">
                    <a:moveTo>
                      <a:pt x="1" y="1"/>
                    </a:moveTo>
                    <a:lnTo>
                      <a:pt x="1" y="365"/>
                    </a:lnTo>
                    <a:lnTo>
                      <a:pt x="304" y="365"/>
                    </a:lnTo>
                    <a:lnTo>
                      <a:pt x="304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>
              <a:xfrm>
                <a:off x="2441300" y="3831975"/>
                <a:ext cx="862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74" extrusionOk="0">
                    <a:moveTo>
                      <a:pt x="41" y="0"/>
                    </a:moveTo>
                    <a:cubicBezTo>
                      <a:pt x="30" y="30"/>
                      <a:pt x="10" y="51"/>
                      <a:pt x="0" y="71"/>
                    </a:cubicBezTo>
                    <a:lnTo>
                      <a:pt x="304" y="273"/>
                    </a:lnTo>
                    <a:lnTo>
                      <a:pt x="344" y="203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>
              <a:xfrm>
                <a:off x="2546250" y="3899750"/>
                <a:ext cx="887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4" extrusionOk="0">
                    <a:moveTo>
                      <a:pt x="51" y="0"/>
                    </a:moveTo>
                    <a:lnTo>
                      <a:pt x="0" y="61"/>
                    </a:lnTo>
                    <a:lnTo>
                      <a:pt x="314" y="263"/>
                    </a:lnTo>
                    <a:cubicBezTo>
                      <a:pt x="324" y="243"/>
                      <a:pt x="344" y="212"/>
                      <a:pt x="354" y="192"/>
                    </a:cubicBez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4"/>
              <p:cNvSpPr/>
              <p:nvPr/>
            </p:nvSpPr>
            <p:spPr>
              <a:xfrm>
                <a:off x="2461025" y="3917450"/>
                <a:ext cx="6850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274" h="345" extrusionOk="0">
                    <a:moveTo>
                      <a:pt x="203" y="0"/>
                    </a:moveTo>
                    <a:lnTo>
                      <a:pt x="0" y="304"/>
                    </a:lnTo>
                    <a:cubicBezTo>
                      <a:pt x="21" y="314"/>
                      <a:pt x="51" y="334"/>
                      <a:pt x="71" y="344"/>
                    </a:cubicBezTo>
                    <a:lnTo>
                      <a:pt x="273" y="41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4"/>
              <p:cNvSpPr/>
              <p:nvPr/>
            </p:nvSpPr>
            <p:spPr>
              <a:xfrm>
                <a:off x="2528525" y="3812250"/>
                <a:ext cx="6875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54" extrusionOk="0">
                    <a:moveTo>
                      <a:pt x="203" y="0"/>
                    </a:moveTo>
                    <a:lnTo>
                      <a:pt x="1" y="304"/>
                    </a:lnTo>
                    <a:lnTo>
                      <a:pt x="72" y="354"/>
                    </a:lnTo>
                    <a:lnTo>
                      <a:pt x="274" y="41"/>
                    </a:lnTo>
                    <a:cubicBezTo>
                      <a:pt x="244" y="30"/>
                      <a:pt x="223" y="10"/>
                      <a:pt x="203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4"/>
              <p:cNvSpPr/>
              <p:nvPr/>
            </p:nvSpPr>
            <p:spPr>
              <a:xfrm>
                <a:off x="2465325" y="3809725"/>
                <a:ext cx="607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65" extrusionOk="0">
                    <a:moveTo>
                      <a:pt x="71" y="0"/>
                    </a:moveTo>
                    <a:cubicBezTo>
                      <a:pt x="51" y="10"/>
                      <a:pt x="20" y="30"/>
                      <a:pt x="0" y="41"/>
                    </a:cubicBezTo>
                    <a:lnTo>
                      <a:pt x="172" y="364"/>
                    </a:lnTo>
                    <a:lnTo>
                      <a:pt x="243" y="324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4"/>
              <p:cNvSpPr/>
              <p:nvPr/>
            </p:nvSpPr>
            <p:spPr>
              <a:xfrm>
                <a:off x="2524750" y="3919725"/>
                <a:ext cx="635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5" extrusionOk="0">
                    <a:moveTo>
                      <a:pt x="82" y="0"/>
                    </a:moveTo>
                    <a:lnTo>
                      <a:pt x="1" y="31"/>
                    </a:lnTo>
                    <a:lnTo>
                      <a:pt x="183" y="355"/>
                    </a:lnTo>
                    <a:cubicBezTo>
                      <a:pt x="203" y="344"/>
                      <a:pt x="223" y="334"/>
                      <a:pt x="253" y="31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4"/>
              <p:cNvSpPr/>
              <p:nvPr/>
            </p:nvSpPr>
            <p:spPr>
              <a:xfrm>
                <a:off x="2438775" y="3895950"/>
                <a:ext cx="9125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43" extrusionOk="0">
                    <a:moveTo>
                      <a:pt x="324" y="0"/>
                    </a:moveTo>
                    <a:lnTo>
                      <a:pt x="0" y="173"/>
                    </a:lnTo>
                    <a:cubicBezTo>
                      <a:pt x="10" y="193"/>
                      <a:pt x="30" y="223"/>
                      <a:pt x="41" y="243"/>
                    </a:cubicBezTo>
                    <a:lnTo>
                      <a:pt x="364" y="71"/>
                    </a:lnTo>
                    <a:lnTo>
                      <a:pt x="324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4"/>
              <p:cNvSpPr/>
              <p:nvPr/>
            </p:nvSpPr>
            <p:spPr>
              <a:xfrm>
                <a:off x="2548525" y="3836250"/>
                <a:ext cx="9125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55" extrusionOk="0">
                    <a:moveTo>
                      <a:pt x="324" y="1"/>
                    </a:moveTo>
                    <a:lnTo>
                      <a:pt x="0" y="173"/>
                    </a:lnTo>
                    <a:lnTo>
                      <a:pt x="41" y="254"/>
                    </a:lnTo>
                    <a:lnTo>
                      <a:pt x="365" y="72"/>
                    </a:lnTo>
                    <a:cubicBezTo>
                      <a:pt x="354" y="52"/>
                      <a:pt x="334" y="32"/>
                      <a:pt x="324" y="1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4"/>
              <p:cNvSpPr/>
              <p:nvPr/>
            </p:nvSpPr>
            <p:spPr>
              <a:xfrm>
                <a:off x="2431175" y="3865350"/>
                <a:ext cx="9125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05" extrusionOk="0">
                    <a:moveTo>
                      <a:pt x="1" y="1"/>
                    </a:moveTo>
                    <a:lnTo>
                      <a:pt x="1" y="152"/>
                    </a:lnTo>
                    <a:lnTo>
                      <a:pt x="1" y="304"/>
                    </a:lnTo>
                    <a:lnTo>
                      <a:pt x="365" y="304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4"/>
              <p:cNvSpPr/>
              <p:nvPr/>
            </p:nvSpPr>
            <p:spPr>
              <a:xfrm>
                <a:off x="2556100" y="3865350"/>
                <a:ext cx="915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05" extrusionOk="0">
                    <a:moveTo>
                      <a:pt x="1" y="1"/>
                    </a:moveTo>
                    <a:lnTo>
                      <a:pt x="1" y="304"/>
                    </a:lnTo>
                    <a:lnTo>
                      <a:pt x="365" y="304"/>
                    </a:lnTo>
                    <a:lnTo>
                      <a:pt x="365" y="152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4"/>
              <p:cNvSpPr/>
              <p:nvPr/>
            </p:nvSpPr>
            <p:spPr>
              <a:xfrm>
                <a:off x="2496675" y="3826925"/>
                <a:ext cx="3645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477" extrusionOk="0">
                    <a:moveTo>
                      <a:pt x="1457" y="0"/>
                    </a:moveTo>
                    <a:lnTo>
                      <a:pt x="0" y="1376"/>
                    </a:lnTo>
                    <a:lnTo>
                      <a:pt x="102" y="1477"/>
                    </a:lnTo>
                    <a:lnTo>
                      <a:pt x="14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4"/>
              <p:cNvSpPr/>
              <p:nvPr/>
            </p:nvSpPr>
            <p:spPr>
              <a:xfrm>
                <a:off x="2477450" y="3842325"/>
                <a:ext cx="212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41" extrusionOk="0">
                    <a:moveTo>
                      <a:pt x="1" y="1"/>
                    </a:moveTo>
                    <a:lnTo>
                      <a:pt x="749" y="841"/>
                    </a:lnTo>
                    <a:lnTo>
                      <a:pt x="850" y="7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4"/>
              <p:cNvSpPr/>
              <p:nvPr/>
            </p:nvSpPr>
            <p:spPr>
              <a:xfrm>
                <a:off x="2490875" y="3856125"/>
                <a:ext cx="141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16" extrusionOk="0">
                    <a:moveTo>
                      <a:pt x="283" y="0"/>
                    </a:moveTo>
                    <a:cubicBezTo>
                      <a:pt x="218" y="0"/>
                      <a:pt x="152" y="25"/>
                      <a:pt x="101" y="76"/>
                    </a:cubicBezTo>
                    <a:cubicBezTo>
                      <a:pt x="0" y="177"/>
                      <a:pt x="0" y="339"/>
                      <a:pt x="101" y="440"/>
                    </a:cubicBezTo>
                    <a:cubicBezTo>
                      <a:pt x="152" y="491"/>
                      <a:pt x="218" y="516"/>
                      <a:pt x="283" y="516"/>
                    </a:cubicBezTo>
                    <a:cubicBezTo>
                      <a:pt x="349" y="516"/>
                      <a:pt x="415" y="491"/>
                      <a:pt x="465" y="440"/>
                    </a:cubicBezTo>
                    <a:cubicBezTo>
                      <a:pt x="567" y="339"/>
                      <a:pt x="567" y="177"/>
                      <a:pt x="465" y="76"/>
                    </a:cubicBezTo>
                    <a:cubicBezTo>
                      <a:pt x="415" y="25"/>
                      <a:pt x="349" y="0"/>
                      <a:pt x="2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4"/>
              <p:cNvSpPr/>
              <p:nvPr/>
            </p:nvSpPr>
            <p:spPr>
              <a:xfrm>
                <a:off x="2495425" y="3860275"/>
                <a:ext cx="50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83" extrusionOk="0">
                    <a:moveTo>
                      <a:pt x="101" y="1"/>
                    </a:moveTo>
                    <a:cubicBezTo>
                      <a:pt x="78" y="1"/>
                      <a:pt x="56" y="11"/>
                      <a:pt x="41" y="31"/>
                    </a:cubicBezTo>
                    <a:cubicBezTo>
                      <a:pt x="0" y="62"/>
                      <a:pt x="0" y="123"/>
                      <a:pt x="41" y="153"/>
                    </a:cubicBezTo>
                    <a:cubicBezTo>
                      <a:pt x="56" y="173"/>
                      <a:pt x="78" y="183"/>
                      <a:pt x="101" y="183"/>
                    </a:cubicBezTo>
                    <a:cubicBezTo>
                      <a:pt x="124" y="183"/>
                      <a:pt x="147" y="173"/>
                      <a:pt x="162" y="153"/>
                    </a:cubicBezTo>
                    <a:cubicBezTo>
                      <a:pt x="202" y="123"/>
                      <a:pt x="202" y="62"/>
                      <a:pt x="162" y="31"/>
                    </a:cubicBezTo>
                    <a:cubicBezTo>
                      <a:pt x="147" y="11"/>
                      <a:pt x="124" y="1"/>
                      <a:pt x="1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4"/>
              <p:cNvSpPr/>
              <p:nvPr/>
            </p:nvSpPr>
            <p:spPr>
              <a:xfrm>
                <a:off x="1756200" y="3884300"/>
                <a:ext cx="432475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17299" h="10674" extrusionOk="0">
                    <a:moveTo>
                      <a:pt x="1" y="1"/>
                    </a:moveTo>
                    <a:lnTo>
                      <a:pt x="1" y="10673"/>
                    </a:lnTo>
                    <a:lnTo>
                      <a:pt x="17299" y="10673"/>
                    </a:lnTo>
                    <a:lnTo>
                      <a:pt x="17299" y="1"/>
                    </a:ln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4"/>
              <p:cNvSpPr/>
              <p:nvPr/>
            </p:nvSpPr>
            <p:spPr>
              <a:xfrm>
                <a:off x="1782000" y="4120000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4"/>
              <p:cNvSpPr/>
              <p:nvPr/>
            </p:nvSpPr>
            <p:spPr>
              <a:xfrm>
                <a:off x="1782000" y="4085600"/>
                <a:ext cx="380875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3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4"/>
              <p:cNvSpPr/>
              <p:nvPr/>
            </p:nvSpPr>
            <p:spPr>
              <a:xfrm>
                <a:off x="1782000" y="4051225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0"/>
                    </a:moveTo>
                    <a:lnTo>
                      <a:pt x="1" y="71"/>
                    </a:lnTo>
                    <a:lnTo>
                      <a:pt x="15235" y="7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4"/>
              <p:cNvSpPr/>
              <p:nvPr/>
            </p:nvSpPr>
            <p:spPr>
              <a:xfrm>
                <a:off x="1782000" y="4016825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4"/>
              <p:cNvSpPr/>
              <p:nvPr/>
            </p:nvSpPr>
            <p:spPr>
              <a:xfrm>
                <a:off x="1782000" y="3982425"/>
                <a:ext cx="380875" cy="155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2" extrusionOk="0">
                    <a:moveTo>
                      <a:pt x="1" y="1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4"/>
              <p:cNvSpPr/>
              <p:nvPr/>
            </p:nvSpPr>
            <p:spPr>
              <a:xfrm>
                <a:off x="1782000" y="3948050"/>
                <a:ext cx="380875" cy="1525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1" extrusionOk="0">
                    <a:moveTo>
                      <a:pt x="1" y="0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4"/>
              <p:cNvSpPr/>
              <p:nvPr/>
            </p:nvSpPr>
            <p:spPr>
              <a:xfrm>
                <a:off x="1782000" y="3913650"/>
                <a:ext cx="380875" cy="155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2" extrusionOk="0">
                    <a:moveTo>
                      <a:pt x="1" y="0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4"/>
              <p:cNvSpPr/>
              <p:nvPr/>
            </p:nvSpPr>
            <p:spPr>
              <a:xfrm>
                <a:off x="1806550" y="4062850"/>
                <a:ext cx="24525" cy="5820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2328" extrusionOk="0">
                    <a:moveTo>
                      <a:pt x="0" y="1"/>
                    </a:moveTo>
                    <a:lnTo>
                      <a:pt x="0" y="2327"/>
                    </a:lnTo>
                    <a:lnTo>
                      <a:pt x="981" y="2327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4"/>
              <p:cNvSpPr/>
              <p:nvPr/>
            </p:nvSpPr>
            <p:spPr>
              <a:xfrm>
                <a:off x="1806550" y="4022650"/>
                <a:ext cx="2452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609" extrusionOk="0">
                    <a:moveTo>
                      <a:pt x="0" y="1"/>
                    </a:moveTo>
                    <a:lnTo>
                      <a:pt x="0" y="1609"/>
                    </a:lnTo>
                    <a:lnTo>
                      <a:pt x="981" y="1609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4"/>
              <p:cNvSpPr/>
              <p:nvPr/>
            </p:nvSpPr>
            <p:spPr>
              <a:xfrm>
                <a:off x="1806550" y="3983200"/>
                <a:ext cx="24525" cy="39475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79" extrusionOk="0">
                    <a:moveTo>
                      <a:pt x="0" y="1"/>
                    </a:moveTo>
                    <a:lnTo>
                      <a:pt x="0" y="1579"/>
                    </a:lnTo>
                    <a:lnTo>
                      <a:pt x="981" y="1579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4"/>
              <p:cNvSpPr/>
              <p:nvPr/>
            </p:nvSpPr>
            <p:spPr>
              <a:xfrm>
                <a:off x="1855600" y="4076775"/>
                <a:ext cx="24550" cy="442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771" extrusionOk="0">
                    <a:moveTo>
                      <a:pt x="1" y="0"/>
                    </a:moveTo>
                    <a:lnTo>
                      <a:pt x="1" y="1770"/>
                    </a:lnTo>
                    <a:lnTo>
                      <a:pt x="981" y="1770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4"/>
              <p:cNvSpPr/>
              <p:nvPr/>
            </p:nvSpPr>
            <p:spPr>
              <a:xfrm>
                <a:off x="1855600" y="3948800"/>
                <a:ext cx="24550" cy="81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259" extrusionOk="0">
                    <a:moveTo>
                      <a:pt x="1" y="1"/>
                    </a:moveTo>
                    <a:lnTo>
                      <a:pt x="1" y="3258"/>
                    </a:lnTo>
                    <a:lnTo>
                      <a:pt x="981" y="3258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4"/>
              <p:cNvSpPr/>
              <p:nvPr/>
            </p:nvSpPr>
            <p:spPr>
              <a:xfrm>
                <a:off x="1904900" y="4067675"/>
                <a:ext cx="2457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2135" extrusionOk="0">
                    <a:moveTo>
                      <a:pt x="1" y="0"/>
                    </a:moveTo>
                    <a:lnTo>
                      <a:pt x="1" y="2134"/>
                    </a:lnTo>
                    <a:lnTo>
                      <a:pt x="982" y="2134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4"/>
              <p:cNvSpPr/>
              <p:nvPr/>
            </p:nvSpPr>
            <p:spPr>
              <a:xfrm>
                <a:off x="1904900" y="4038575"/>
                <a:ext cx="24575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165" extrusionOk="0">
                    <a:moveTo>
                      <a:pt x="1" y="0"/>
                    </a:moveTo>
                    <a:lnTo>
                      <a:pt x="1" y="1164"/>
                    </a:lnTo>
                    <a:lnTo>
                      <a:pt x="982" y="1164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4"/>
              <p:cNvSpPr/>
              <p:nvPr/>
            </p:nvSpPr>
            <p:spPr>
              <a:xfrm>
                <a:off x="1904900" y="4017600"/>
                <a:ext cx="2457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901" extrusionOk="0">
                    <a:moveTo>
                      <a:pt x="1" y="0"/>
                    </a:moveTo>
                    <a:lnTo>
                      <a:pt x="1" y="900"/>
                    </a:lnTo>
                    <a:lnTo>
                      <a:pt x="982" y="900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4"/>
              <p:cNvSpPr/>
              <p:nvPr/>
            </p:nvSpPr>
            <p:spPr>
              <a:xfrm>
                <a:off x="1953975" y="4082575"/>
                <a:ext cx="24550" cy="38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539" extrusionOk="0">
                    <a:moveTo>
                      <a:pt x="0" y="1"/>
                    </a:moveTo>
                    <a:lnTo>
                      <a:pt x="0" y="1538"/>
                    </a:lnTo>
                    <a:lnTo>
                      <a:pt x="982" y="1538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4"/>
              <p:cNvSpPr/>
              <p:nvPr/>
            </p:nvSpPr>
            <p:spPr>
              <a:xfrm>
                <a:off x="1953975" y="4043125"/>
                <a:ext cx="24550" cy="39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579" extrusionOk="0">
                    <a:moveTo>
                      <a:pt x="0" y="1"/>
                    </a:moveTo>
                    <a:lnTo>
                      <a:pt x="0" y="1579"/>
                    </a:lnTo>
                    <a:lnTo>
                      <a:pt x="982" y="1579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4"/>
              <p:cNvSpPr/>
              <p:nvPr/>
            </p:nvSpPr>
            <p:spPr>
              <a:xfrm>
                <a:off x="1953975" y="4009250"/>
                <a:ext cx="245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356" extrusionOk="0">
                    <a:moveTo>
                      <a:pt x="0" y="0"/>
                    </a:moveTo>
                    <a:lnTo>
                      <a:pt x="0" y="1356"/>
                    </a:lnTo>
                    <a:lnTo>
                      <a:pt x="982" y="1356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4"/>
              <p:cNvSpPr/>
              <p:nvPr/>
            </p:nvSpPr>
            <p:spPr>
              <a:xfrm>
                <a:off x="2003025" y="4076775"/>
                <a:ext cx="24575" cy="442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771" extrusionOk="0">
                    <a:moveTo>
                      <a:pt x="1" y="0"/>
                    </a:moveTo>
                    <a:lnTo>
                      <a:pt x="1" y="1770"/>
                    </a:lnTo>
                    <a:lnTo>
                      <a:pt x="982" y="1770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4"/>
              <p:cNvSpPr/>
              <p:nvPr/>
            </p:nvSpPr>
            <p:spPr>
              <a:xfrm>
                <a:off x="2003025" y="4034800"/>
                <a:ext cx="2457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680" extrusionOk="0">
                    <a:moveTo>
                      <a:pt x="1" y="0"/>
                    </a:moveTo>
                    <a:lnTo>
                      <a:pt x="1" y="1679"/>
                    </a:lnTo>
                    <a:lnTo>
                      <a:pt x="982" y="1679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4"/>
              <p:cNvSpPr/>
              <p:nvPr/>
            </p:nvSpPr>
            <p:spPr>
              <a:xfrm>
                <a:off x="2003025" y="3983200"/>
                <a:ext cx="24575" cy="523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2095" extrusionOk="0">
                    <a:moveTo>
                      <a:pt x="1" y="1"/>
                    </a:moveTo>
                    <a:lnTo>
                      <a:pt x="1" y="2094"/>
                    </a:lnTo>
                    <a:lnTo>
                      <a:pt x="982" y="2094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4"/>
              <p:cNvSpPr/>
              <p:nvPr/>
            </p:nvSpPr>
            <p:spPr>
              <a:xfrm>
                <a:off x="2052100" y="4094200"/>
                <a:ext cx="245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982" y="1073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4"/>
              <p:cNvSpPr/>
              <p:nvPr/>
            </p:nvSpPr>
            <p:spPr>
              <a:xfrm>
                <a:off x="2052100" y="4004675"/>
                <a:ext cx="24550" cy="895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582" extrusionOk="0">
                    <a:moveTo>
                      <a:pt x="0" y="1"/>
                    </a:moveTo>
                    <a:lnTo>
                      <a:pt x="0" y="3582"/>
                    </a:lnTo>
                    <a:lnTo>
                      <a:pt x="982" y="3582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4"/>
              <p:cNvSpPr/>
              <p:nvPr/>
            </p:nvSpPr>
            <p:spPr>
              <a:xfrm>
                <a:off x="2052100" y="3914425"/>
                <a:ext cx="24550" cy="902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611" extrusionOk="0">
                    <a:moveTo>
                      <a:pt x="0" y="0"/>
                    </a:moveTo>
                    <a:lnTo>
                      <a:pt x="0" y="3611"/>
                    </a:lnTo>
                    <a:lnTo>
                      <a:pt x="982" y="3611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4"/>
              <p:cNvSpPr/>
              <p:nvPr/>
            </p:nvSpPr>
            <p:spPr>
              <a:xfrm>
                <a:off x="2101150" y="4044150"/>
                <a:ext cx="24800" cy="769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3076" extrusionOk="0">
                    <a:moveTo>
                      <a:pt x="0" y="0"/>
                    </a:moveTo>
                    <a:lnTo>
                      <a:pt x="0" y="3075"/>
                    </a:lnTo>
                    <a:lnTo>
                      <a:pt x="992" y="3075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4"/>
              <p:cNvSpPr/>
              <p:nvPr/>
            </p:nvSpPr>
            <p:spPr>
              <a:xfrm>
                <a:off x="2101150" y="4017600"/>
                <a:ext cx="2480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63" extrusionOk="0">
                    <a:moveTo>
                      <a:pt x="0" y="0"/>
                    </a:moveTo>
                    <a:lnTo>
                      <a:pt x="0" y="1062"/>
                    </a:lnTo>
                    <a:lnTo>
                      <a:pt x="992" y="106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4"/>
              <p:cNvSpPr/>
              <p:nvPr/>
            </p:nvSpPr>
            <p:spPr>
              <a:xfrm>
                <a:off x="2101150" y="3983950"/>
                <a:ext cx="24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47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992" y="1346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4"/>
              <p:cNvSpPr/>
              <p:nvPr/>
            </p:nvSpPr>
            <p:spPr>
              <a:xfrm>
                <a:off x="1855600" y="4009250"/>
                <a:ext cx="24550" cy="675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702" extrusionOk="0">
                    <a:moveTo>
                      <a:pt x="1" y="0"/>
                    </a:moveTo>
                    <a:lnTo>
                      <a:pt x="1" y="2701"/>
                    </a:lnTo>
                    <a:lnTo>
                      <a:pt x="981" y="2701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4"/>
              <p:cNvSpPr/>
              <p:nvPr/>
            </p:nvSpPr>
            <p:spPr>
              <a:xfrm>
                <a:off x="1574400" y="4440425"/>
                <a:ext cx="2907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56" extrusionOk="0">
                    <a:moveTo>
                      <a:pt x="0" y="1"/>
                    </a:moveTo>
                    <a:lnTo>
                      <a:pt x="70" y="1255"/>
                    </a:lnTo>
                    <a:lnTo>
                      <a:pt x="1163" y="1255"/>
                    </a:lnTo>
                    <a:lnTo>
                      <a:pt x="1122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4"/>
              <p:cNvSpPr/>
              <p:nvPr/>
            </p:nvSpPr>
            <p:spPr>
              <a:xfrm>
                <a:off x="1523550" y="4470275"/>
                <a:ext cx="84750" cy="30100"/>
              </a:xfrm>
              <a:custGeom>
                <a:avLst/>
                <a:gdLst/>
                <a:ahLst/>
                <a:cxnLst/>
                <a:rect l="l" t="t" r="r" b="b"/>
                <a:pathLst>
                  <a:path w="3390" h="1204" extrusionOk="0">
                    <a:moveTo>
                      <a:pt x="2104" y="0"/>
                    </a:moveTo>
                    <a:lnTo>
                      <a:pt x="203" y="516"/>
                    </a:lnTo>
                    <a:lnTo>
                      <a:pt x="0" y="1204"/>
                    </a:lnTo>
                    <a:lnTo>
                      <a:pt x="3390" y="1204"/>
                    </a:lnTo>
                    <a:lnTo>
                      <a:pt x="3278" y="10"/>
                    </a:lnTo>
                    <a:lnTo>
                      <a:pt x="210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4"/>
              <p:cNvSpPr/>
              <p:nvPr/>
            </p:nvSpPr>
            <p:spPr>
              <a:xfrm>
                <a:off x="1513425" y="4478875"/>
                <a:ext cx="958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972" extrusionOk="0">
                    <a:moveTo>
                      <a:pt x="638" y="0"/>
                    </a:moveTo>
                    <a:cubicBezTo>
                      <a:pt x="92" y="0"/>
                      <a:pt x="1" y="971"/>
                      <a:pt x="1" y="971"/>
                    </a:cubicBezTo>
                    <a:lnTo>
                      <a:pt x="3835" y="971"/>
                    </a:lnTo>
                    <a:lnTo>
                      <a:pt x="3815" y="405"/>
                    </a:lnTo>
                    <a:lnTo>
                      <a:pt x="1245" y="405"/>
                    </a:lnTo>
                    <a:cubicBezTo>
                      <a:pt x="1245" y="405"/>
                      <a:pt x="1124" y="0"/>
                      <a:pt x="6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4"/>
              <p:cNvSpPr/>
              <p:nvPr/>
            </p:nvSpPr>
            <p:spPr>
              <a:xfrm>
                <a:off x="1591575" y="4475325"/>
                <a:ext cx="987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86" extrusionOk="0">
                    <a:moveTo>
                      <a:pt x="203" y="1"/>
                    </a:moveTo>
                    <a:cubicBezTo>
                      <a:pt x="92" y="1"/>
                      <a:pt x="1" y="91"/>
                      <a:pt x="1" y="192"/>
                    </a:cubicBezTo>
                    <a:cubicBezTo>
                      <a:pt x="1" y="304"/>
                      <a:pt x="92" y="385"/>
                      <a:pt x="203" y="385"/>
                    </a:cubicBezTo>
                    <a:cubicBezTo>
                      <a:pt x="304" y="385"/>
                      <a:pt x="395" y="304"/>
                      <a:pt x="395" y="192"/>
                    </a:cubicBezTo>
                    <a:cubicBezTo>
                      <a:pt x="395" y="91"/>
                      <a:pt x="304" y="1"/>
                      <a:pt x="2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4"/>
              <p:cNvSpPr/>
              <p:nvPr/>
            </p:nvSpPr>
            <p:spPr>
              <a:xfrm>
                <a:off x="1568550" y="4463425"/>
                <a:ext cx="14975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16" extrusionOk="0">
                    <a:moveTo>
                      <a:pt x="1" y="1"/>
                    </a:moveTo>
                    <a:lnTo>
                      <a:pt x="62" y="416"/>
                    </a:lnTo>
                    <a:lnTo>
                      <a:pt x="537" y="416"/>
                    </a:lnTo>
                    <a:lnTo>
                      <a:pt x="558" y="355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4"/>
              <p:cNvSpPr/>
              <p:nvPr/>
            </p:nvSpPr>
            <p:spPr>
              <a:xfrm>
                <a:off x="1719050" y="4441450"/>
                <a:ext cx="31875" cy="32375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295" extrusionOk="0">
                    <a:moveTo>
                      <a:pt x="1102" y="0"/>
                    </a:moveTo>
                    <a:lnTo>
                      <a:pt x="0" y="162"/>
                    </a:lnTo>
                    <a:lnTo>
                      <a:pt x="162" y="1204"/>
                    </a:lnTo>
                    <a:lnTo>
                      <a:pt x="1275" y="1295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4"/>
              <p:cNvSpPr/>
              <p:nvPr/>
            </p:nvSpPr>
            <p:spPr>
              <a:xfrm>
                <a:off x="1675050" y="4466475"/>
                <a:ext cx="842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1488" extrusionOk="0">
                    <a:moveTo>
                      <a:pt x="3146" y="0"/>
                    </a:moveTo>
                    <a:lnTo>
                      <a:pt x="1983" y="101"/>
                    </a:lnTo>
                    <a:lnTo>
                      <a:pt x="142" y="789"/>
                    </a:lnTo>
                    <a:lnTo>
                      <a:pt x="0" y="1488"/>
                    </a:lnTo>
                    <a:lnTo>
                      <a:pt x="3368" y="1174"/>
                    </a:lnTo>
                    <a:lnTo>
                      <a:pt x="3146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4"/>
              <p:cNvSpPr/>
              <p:nvPr/>
            </p:nvSpPr>
            <p:spPr>
              <a:xfrm>
                <a:off x="1665175" y="4481825"/>
                <a:ext cx="95375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3815" h="1036" extrusionOk="0">
                    <a:moveTo>
                      <a:pt x="614" y="1"/>
                    </a:moveTo>
                    <a:cubicBezTo>
                      <a:pt x="592" y="1"/>
                      <a:pt x="570" y="2"/>
                      <a:pt x="546" y="4"/>
                    </a:cubicBezTo>
                    <a:cubicBezTo>
                      <a:pt x="0" y="54"/>
                      <a:pt x="0" y="1035"/>
                      <a:pt x="0" y="1035"/>
                    </a:cubicBezTo>
                    <a:lnTo>
                      <a:pt x="3814" y="671"/>
                    </a:lnTo>
                    <a:lnTo>
                      <a:pt x="3743" y="105"/>
                    </a:lnTo>
                    <a:lnTo>
                      <a:pt x="1184" y="357"/>
                    </a:lnTo>
                    <a:cubicBezTo>
                      <a:pt x="1184" y="357"/>
                      <a:pt x="1038" y="1"/>
                      <a:pt x="6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4"/>
              <p:cNvSpPr/>
              <p:nvPr/>
            </p:nvSpPr>
            <p:spPr>
              <a:xfrm>
                <a:off x="1740800" y="4472000"/>
                <a:ext cx="101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05" h="388" extrusionOk="0">
                    <a:moveTo>
                      <a:pt x="199" y="1"/>
                    </a:moveTo>
                    <a:cubicBezTo>
                      <a:pt x="193" y="1"/>
                      <a:pt x="188" y="1"/>
                      <a:pt x="182" y="2"/>
                    </a:cubicBezTo>
                    <a:cubicBezTo>
                      <a:pt x="71" y="12"/>
                      <a:pt x="0" y="113"/>
                      <a:pt x="0" y="215"/>
                    </a:cubicBezTo>
                    <a:cubicBezTo>
                      <a:pt x="9" y="318"/>
                      <a:pt x="98" y="387"/>
                      <a:pt x="192" y="387"/>
                    </a:cubicBezTo>
                    <a:cubicBezTo>
                      <a:pt x="199" y="387"/>
                      <a:pt x="206" y="387"/>
                      <a:pt x="212" y="386"/>
                    </a:cubicBezTo>
                    <a:cubicBezTo>
                      <a:pt x="324" y="376"/>
                      <a:pt x="405" y="285"/>
                      <a:pt x="394" y="184"/>
                    </a:cubicBezTo>
                    <a:cubicBezTo>
                      <a:pt x="385" y="79"/>
                      <a:pt x="294" y="1"/>
                      <a:pt x="19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4"/>
              <p:cNvSpPr/>
              <p:nvPr/>
            </p:nvSpPr>
            <p:spPr>
              <a:xfrm>
                <a:off x="1716250" y="4461400"/>
                <a:ext cx="1495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457" extrusionOk="0">
                    <a:moveTo>
                      <a:pt x="598" y="1"/>
                    </a:moveTo>
                    <a:lnTo>
                      <a:pt x="0" y="62"/>
                    </a:lnTo>
                    <a:lnTo>
                      <a:pt x="102" y="457"/>
                    </a:lnTo>
                    <a:lnTo>
                      <a:pt x="577" y="416"/>
                    </a:lnTo>
                    <a:lnTo>
                      <a:pt x="587" y="355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4"/>
              <p:cNvSpPr/>
              <p:nvPr/>
            </p:nvSpPr>
            <p:spPr>
              <a:xfrm>
                <a:off x="1639375" y="4198150"/>
                <a:ext cx="2327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23" extrusionOk="0">
                    <a:moveTo>
                      <a:pt x="11" y="1"/>
                    </a:moveTo>
                    <a:lnTo>
                      <a:pt x="0" y="51"/>
                    </a:lnTo>
                    <a:lnTo>
                      <a:pt x="931" y="122"/>
                    </a:lnTo>
                    <a:lnTo>
                      <a:pt x="931" y="7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4"/>
              <p:cNvSpPr/>
              <p:nvPr/>
            </p:nvSpPr>
            <p:spPr>
              <a:xfrm>
                <a:off x="1683375" y="4097500"/>
                <a:ext cx="2052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932" extrusionOk="0">
                    <a:moveTo>
                      <a:pt x="0" y="1"/>
                    </a:moveTo>
                    <a:cubicBezTo>
                      <a:pt x="0" y="11"/>
                      <a:pt x="102" y="759"/>
                      <a:pt x="810" y="931"/>
                    </a:cubicBezTo>
                    <a:lnTo>
                      <a:pt x="820" y="880"/>
                    </a:lnTo>
                    <a:cubicBezTo>
                      <a:pt x="142" y="719"/>
                      <a:pt x="51" y="1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4"/>
              <p:cNvSpPr/>
              <p:nvPr/>
            </p:nvSpPr>
            <p:spPr>
              <a:xfrm>
                <a:off x="1600700" y="4097500"/>
                <a:ext cx="205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32" extrusionOk="0">
                    <a:moveTo>
                      <a:pt x="769" y="1"/>
                    </a:moveTo>
                    <a:cubicBezTo>
                      <a:pt x="769" y="1"/>
                      <a:pt x="677" y="719"/>
                      <a:pt x="0" y="880"/>
                    </a:cubicBezTo>
                    <a:lnTo>
                      <a:pt x="20" y="931"/>
                    </a:lnTo>
                    <a:cubicBezTo>
                      <a:pt x="718" y="759"/>
                      <a:pt x="819" y="11"/>
                      <a:pt x="8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4"/>
              <p:cNvSpPr/>
              <p:nvPr/>
            </p:nvSpPr>
            <p:spPr>
              <a:xfrm>
                <a:off x="1569575" y="4084875"/>
                <a:ext cx="88525" cy="3566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14264" extrusionOk="0">
                    <a:moveTo>
                      <a:pt x="1650" y="0"/>
                    </a:moveTo>
                    <a:cubicBezTo>
                      <a:pt x="1650" y="0"/>
                      <a:pt x="193" y="2822"/>
                      <a:pt x="193" y="8517"/>
                    </a:cubicBezTo>
                    <a:lnTo>
                      <a:pt x="0" y="14263"/>
                    </a:lnTo>
                    <a:lnTo>
                      <a:pt x="1538" y="14263"/>
                    </a:lnTo>
                    <a:lnTo>
                      <a:pt x="2246" y="9043"/>
                    </a:lnTo>
                    <a:lnTo>
                      <a:pt x="3541" y="3692"/>
                    </a:lnTo>
                    <a:lnTo>
                      <a:pt x="3541" y="0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4"/>
              <p:cNvSpPr/>
              <p:nvPr/>
            </p:nvSpPr>
            <p:spPr>
              <a:xfrm>
                <a:off x="1649475" y="4084875"/>
                <a:ext cx="101200" cy="362650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14506" extrusionOk="0">
                    <a:moveTo>
                      <a:pt x="345" y="0"/>
                    </a:moveTo>
                    <a:lnTo>
                      <a:pt x="1" y="3692"/>
                    </a:lnTo>
                    <a:lnTo>
                      <a:pt x="588" y="9003"/>
                    </a:lnTo>
                    <a:cubicBezTo>
                      <a:pt x="618" y="9205"/>
                      <a:pt x="659" y="9397"/>
                      <a:pt x="720" y="9579"/>
                    </a:cubicBezTo>
                    <a:lnTo>
                      <a:pt x="2419" y="14506"/>
                    </a:lnTo>
                    <a:lnTo>
                      <a:pt x="4047" y="14122"/>
                    </a:lnTo>
                    <a:lnTo>
                      <a:pt x="2925" y="9134"/>
                    </a:lnTo>
                    <a:cubicBezTo>
                      <a:pt x="2925" y="9134"/>
                      <a:pt x="2934" y="6069"/>
                      <a:pt x="2945" y="3490"/>
                    </a:cubicBezTo>
                    <a:cubicBezTo>
                      <a:pt x="2955" y="910"/>
                      <a:pt x="1731" y="0"/>
                      <a:pt x="1731" y="0"/>
                    </a:cubicBez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4"/>
              <p:cNvSpPr/>
              <p:nvPr/>
            </p:nvSpPr>
            <p:spPr>
              <a:xfrm>
                <a:off x="1562250" y="4433850"/>
                <a:ext cx="518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780" extrusionOk="0">
                    <a:moveTo>
                      <a:pt x="71" y="1"/>
                    </a:moveTo>
                    <a:cubicBezTo>
                      <a:pt x="30" y="1"/>
                      <a:pt x="0" y="41"/>
                      <a:pt x="0" y="82"/>
                    </a:cubicBezTo>
                    <a:lnTo>
                      <a:pt x="41" y="709"/>
                    </a:lnTo>
                    <a:cubicBezTo>
                      <a:pt x="51" y="749"/>
                      <a:pt x="81" y="779"/>
                      <a:pt x="111" y="779"/>
                    </a:cubicBezTo>
                    <a:lnTo>
                      <a:pt x="1973" y="779"/>
                    </a:lnTo>
                    <a:cubicBezTo>
                      <a:pt x="2003" y="779"/>
                      <a:pt x="2033" y="749"/>
                      <a:pt x="2033" y="709"/>
                    </a:cubicBezTo>
                    <a:lnTo>
                      <a:pt x="2074" y="71"/>
                    </a:lnTo>
                    <a:cubicBezTo>
                      <a:pt x="2074" y="41"/>
                      <a:pt x="2044" y="1"/>
                      <a:pt x="2003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4"/>
              <p:cNvSpPr/>
              <p:nvPr/>
            </p:nvSpPr>
            <p:spPr>
              <a:xfrm>
                <a:off x="1704375" y="4431075"/>
                <a:ext cx="50850" cy="27900"/>
              </a:xfrm>
              <a:custGeom>
                <a:avLst/>
                <a:gdLst/>
                <a:ahLst/>
                <a:cxnLst/>
                <a:rect l="l" t="t" r="r" b="b"/>
                <a:pathLst>
                  <a:path w="2034" h="1116" extrusionOk="0">
                    <a:moveTo>
                      <a:pt x="1851" y="0"/>
                    </a:moveTo>
                    <a:lnTo>
                      <a:pt x="61" y="364"/>
                    </a:lnTo>
                    <a:cubicBezTo>
                      <a:pt x="21" y="364"/>
                      <a:pt x="0" y="405"/>
                      <a:pt x="10" y="435"/>
                    </a:cubicBezTo>
                    <a:lnTo>
                      <a:pt x="162" y="1072"/>
                    </a:lnTo>
                    <a:cubicBezTo>
                      <a:pt x="170" y="1097"/>
                      <a:pt x="192" y="1116"/>
                      <a:pt x="216" y="1116"/>
                    </a:cubicBezTo>
                    <a:cubicBezTo>
                      <a:pt x="222" y="1116"/>
                      <a:pt x="227" y="1115"/>
                      <a:pt x="233" y="1113"/>
                    </a:cubicBezTo>
                    <a:lnTo>
                      <a:pt x="1983" y="749"/>
                    </a:lnTo>
                    <a:cubicBezTo>
                      <a:pt x="2013" y="739"/>
                      <a:pt x="2033" y="708"/>
                      <a:pt x="2024" y="678"/>
                    </a:cubicBezTo>
                    <a:lnTo>
                      <a:pt x="1922" y="51"/>
                    </a:lnTo>
                    <a:cubicBezTo>
                      <a:pt x="1922" y="20"/>
                      <a:pt x="1882" y="0"/>
                      <a:pt x="185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4"/>
              <p:cNvSpPr/>
              <p:nvPr/>
            </p:nvSpPr>
            <p:spPr>
              <a:xfrm>
                <a:off x="1646950" y="4159725"/>
                <a:ext cx="6100" cy="46800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872" extrusionOk="0">
                    <a:moveTo>
                      <a:pt x="1" y="0"/>
                    </a:moveTo>
                    <a:lnTo>
                      <a:pt x="193" y="1871"/>
                    </a:lnTo>
                    <a:lnTo>
                      <a:pt x="244" y="1871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4"/>
              <p:cNvSpPr/>
              <p:nvPr/>
            </p:nvSpPr>
            <p:spPr>
              <a:xfrm>
                <a:off x="1569075" y="4010525"/>
                <a:ext cx="3872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022" extrusionOk="0">
                    <a:moveTo>
                      <a:pt x="173" y="0"/>
                    </a:moveTo>
                    <a:cubicBezTo>
                      <a:pt x="112" y="232"/>
                      <a:pt x="51" y="486"/>
                      <a:pt x="0" y="749"/>
                    </a:cubicBezTo>
                    <a:lnTo>
                      <a:pt x="1437" y="1021"/>
                    </a:lnTo>
                    <a:cubicBezTo>
                      <a:pt x="1477" y="920"/>
                      <a:pt x="1508" y="819"/>
                      <a:pt x="1548" y="718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4"/>
              <p:cNvSpPr/>
              <p:nvPr/>
            </p:nvSpPr>
            <p:spPr>
              <a:xfrm>
                <a:off x="1652775" y="38428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1" y="1"/>
                    </a:moveTo>
                    <a:lnTo>
                      <a:pt x="1" y="5989"/>
                    </a:lnTo>
                    <a:lnTo>
                      <a:pt x="2469" y="5989"/>
                    </a:lnTo>
                    <a:cubicBezTo>
                      <a:pt x="3248" y="3774"/>
                      <a:pt x="1377" y="3966"/>
                      <a:pt x="1700" y="2702"/>
                    </a:cubicBezTo>
                    <a:cubicBezTo>
                      <a:pt x="2013" y="1448"/>
                      <a:pt x="1801" y="1"/>
                      <a:pt x="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4"/>
              <p:cNvSpPr/>
              <p:nvPr/>
            </p:nvSpPr>
            <p:spPr>
              <a:xfrm>
                <a:off x="1573375" y="38428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3247" y="1"/>
                    </a:moveTo>
                    <a:cubicBezTo>
                      <a:pt x="1528" y="1"/>
                      <a:pt x="1235" y="1448"/>
                      <a:pt x="1558" y="2702"/>
                    </a:cubicBezTo>
                    <a:cubicBezTo>
                      <a:pt x="1872" y="3966"/>
                      <a:pt x="1" y="3774"/>
                      <a:pt x="790" y="5989"/>
                    </a:cubicBezTo>
                    <a:lnTo>
                      <a:pt x="3247" y="5989"/>
                    </a:lnTo>
                    <a:lnTo>
                      <a:pt x="324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4"/>
              <p:cNvSpPr/>
              <p:nvPr/>
            </p:nvSpPr>
            <p:spPr>
              <a:xfrm>
                <a:off x="1583500" y="3929825"/>
                <a:ext cx="137825" cy="96400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3856" extrusionOk="0">
                    <a:moveTo>
                      <a:pt x="2145" y="1"/>
                    </a:moveTo>
                    <a:lnTo>
                      <a:pt x="2023" y="598"/>
                    </a:lnTo>
                    <a:cubicBezTo>
                      <a:pt x="2013" y="679"/>
                      <a:pt x="1952" y="729"/>
                      <a:pt x="1871" y="740"/>
                    </a:cubicBezTo>
                    <a:cubicBezTo>
                      <a:pt x="516" y="962"/>
                      <a:pt x="0" y="2206"/>
                      <a:pt x="344" y="3481"/>
                    </a:cubicBezTo>
                    <a:lnTo>
                      <a:pt x="394" y="3622"/>
                    </a:lnTo>
                    <a:cubicBezTo>
                      <a:pt x="1325" y="3683"/>
                      <a:pt x="2256" y="3744"/>
                      <a:pt x="3176" y="3824"/>
                    </a:cubicBezTo>
                    <a:lnTo>
                      <a:pt x="3278" y="3824"/>
                    </a:lnTo>
                    <a:cubicBezTo>
                      <a:pt x="3338" y="3824"/>
                      <a:pt x="3399" y="3824"/>
                      <a:pt x="3469" y="3835"/>
                    </a:cubicBezTo>
                    <a:lnTo>
                      <a:pt x="3550" y="3835"/>
                    </a:lnTo>
                    <a:cubicBezTo>
                      <a:pt x="4067" y="3845"/>
                      <a:pt x="4582" y="3855"/>
                      <a:pt x="5108" y="3855"/>
                    </a:cubicBezTo>
                    <a:lnTo>
                      <a:pt x="5200" y="3430"/>
                    </a:lnTo>
                    <a:cubicBezTo>
                      <a:pt x="5513" y="2165"/>
                      <a:pt x="4906" y="931"/>
                      <a:pt x="3550" y="719"/>
                    </a:cubicBezTo>
                    <a:cubicBezTo>
                      <a:pt x="3469" y="709"/>
                      <a:pt x="3409" y="648"/>
                      <a:pt x="3399" y="578"/>
                    </a:cubicBezTo>
                    <a:lnTo>
                      <a:pt x="3287" y="1"/>
                    </a:lnTo>
                    <a:lnTo>
                      <a:pt x="2731" y="61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4"/>
              <p:cNvSpPr/>
              <p:nvPr/>
            </p:nvSpPr>
            <p:spPr>
              <a:xfrm>
                <a:off x="1570575" y="3951325"/>
                <a:ext cx="161875" cy="133575"/>
              </a:xfrm>
              <a:custGeom>
                <a:avLst/>
                <a:gdLst/>
                <a:ahLst/>
                <a:cxnLst/>
                <a:rect l="l" t="t" r="r" b="b"/>
                <a:pathLst>
                  <a:path w="6475" h="5343" extrusionOk="0">
                    <a:moveTo>
                      <a:pt x="1893" y="1"/>
                    </a:moveTo>
                    <a:cubicBezTo>
                      <a:pt x="1" y="790"/>
                      <a:pt x="436" y="2409"/>
                      <a:pt x="436" y="2409"/>
                    </a:cubicBezTo>
                    <a:lnTo>
                      <a:pt x="1367" y="2955"/>
                    </a:lnTo>
                    <a:lnTo>
                      <a:pt x="1610" y="5342"/>
                    </a:lnTo>
                    <a:lnTo>
                      <a:pt x="4887" y="5342"/>
                    </a:lnTo>
                    <a:lnTo>
                      <a:pt x="5200" y="2995"/>
                    </a:lnTo>
                    <a:lnTo>
                      <a:pt x="6030" y="2570"/>
                    </a:lnTo>
                    <a:cubicBezTo>
                      <a:pt x="6475" y="567"/>
                      <a:pt x="4593" y="1"/>
                      <a:pt x="4593" y="1"/>
                    </a:cubicBezTo>
                    <a:cubicBezTo>
                      <a:pt x="4593" y="1"/>
                      <a:pt x="4179" y="800"/>
                      <a:pt x="3258" y="800"/>
                    </a:cubicBezTo>
                    <a:cubicBezTo>
                      <a:pt x="2267" y="800"/>
                      <a:pt x="1893" y="1"/>
                      <a:pt x="1893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4"/>
              <p:cNvSpPr/>
              <p:nvPr/>
            </p:nvSpPr>
            <p:spPr>
              <a:xfrm>
                <a:off x="1608775" y="3953875"/>
                <a:ext cx="852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1022" extrusionOk="0">
                    <a:moveTo>
                      <a:pt x="3369" y="0"/>
                    </a:moveTo>
                    <a:lnTo>
                      <a:pt x="3359" y="20"/>
                    </a:lnTo>
                    <a:cubicBezTo>
                      <a:pt x="3349" y="30"/>
                      <a:pt x="2782" y="971"/>
                      <a:pt x="1730" y="971"/>
                    </a:cubicBezTo>
                    <a:cubicBezTo>
                      <a:pt x="668" y="971"/>
                      <a:pt x="61" y="61"/>
                      <a:pt x="51" y="50"/>
                    </a:cubicBezTo>
                    <a:lnTo>
                      <a:pt x="41" y="30"/>
                    </a:lnTo>
                    <a:lnTo>
                      <a:pt x="1" y="50"/>
                    </a:lnTo>
                    <a:lnTo>
                      <a:pt x="10" y="71"/>
                    </a:lnTo>
                    <a:cubicBezTo>
                      <a:pt x="21" y="81"/>
                      <a:pt x="648" y="1021"/>
                      <a:pt x="1730" y="1021"/>
                    </a:cubicBezTo>
                    <a:cubicBezTo>
                      <a:pt x="2813" y="1021"/>
                      <a:pt x="3389" y="50"/>
                      <a:pt x="3400" y="41"/>
                    </a:cubicBezTo>
                    <a:lnTo>
                      <a:pt x="3409" y="20"/>
                    </a:lnTo>
                    <a:lnTo>
                      <a:pt x="336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4"/>
              <p:cNvSpPr/>
              <p:nvPr/>
            </p:nvSpPr>
            <p:spPr>
              <a:xfrm>
                <a:off x="1495725" y="4010525"/>
                <a:ext cx="1120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553" extrusionOk="0">
                    <a:moveTo>
                      <a:pt x="436" y="0"/>
                    </a:moveTo>
                    <a:lnTo>
                      <a:pt x="1" y="779"/>
                    </a:lnTo>
                    <a:lnTo>
                      <a:pt x="2540" y="2994"/>
                    </a:lnTo>
                    <a:lnTo>
                      <a:pt x="2691" y="3125"/>
                    </a:lnTo>
                    <a:lnTo>
                      <a:pt x="2894" y="3307"/>
                    </a:lnTo>
                    <a:cubicBezTo>
                      <a:pt x="3045" y="3419"/>
                      <a:pt x="3242" y="3553"/>
                      <a:pt x="3420" y="3553"/>
                    </a:cubicBezTo>
                    <a:cubicBezTo>
                      <a:pt x="3565" y="3553"/>
                      <a:pt x="3698" y="3465"/>
                      <a:pt x="3784" y="3206"/>
                    </a:cubicBezTo>
                    <a:cubicBezTo>
                      <a:pt x="3804" y="3156"/>
                      <a:pt x="3815" y="3116"/>
                      <a:pt x="3824" y="3065"/>
                    </a:cubicBezTo>
                    <a:lnTo>
                      <a:pt x="4047" y="2195"/>
                    </a:lnTo>
                    <a:cubicBezTo>
                      <a:pt x="4179" y="1699"/>
                      <a:pt x="4300" y="1194"/>
                      <a:pt x="4482" y="718"/>
                    </a:cubicBezTo>
                    <a:lnTo>
                      <a:pt x="3107" y="0"/>
                    </a:lnTo>
                    <a:cubicBezTo>
                      <a:pt x="2995" y="435"/>
                      <a:pt x="2894" y="931"/>
                      <a:pt x="2793" y="1436"/>
                    </a:cubicBezTo>
                    <a:lnTo>
                      <a:pt x="436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4"/>
              <p:cNvSpPr/>
              <p:nvPr/>
            </p:nvSpPr>
            <p:spPr>
              <a:xfrm>
                <a:off x="1563000" y="40886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4"/>
              <p:cNvSpPr/>
              <p:nvPr/>
            </p:nvSpPr>
            <p:spPr>
              <a:xfrm>
                <a:off x="1569075" y="4010525"/>
                <a:ext cx="3872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022" extrusionOk="0">
                    <a:moveTo>
                      <a:pt x="173" y="0"/>
                    </a:moveTo>
                    <a:cubicBezTo>
                      <a:pt x="112" y="232"/>
                      <a:pt x="51" y="486"/>
                      <a:pt x="0" y="749"/>
                    </a:cubicBezTo>
                    <a:lnTo>
                      <a:pt x="1437" y="1021"/>
                    </a:lnTo>
                    <a:cubicBezTo>
                      <a:pt x="1477" y="920"/>
                      <a:pt x="1508" y="819"/>
                      <a:pt x="1548" y="718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4"/>
              <p:cNvSpPr/>
              <p:nvPr/>
            </p:nvSpPr>
            <p:spPr>
              <a:xfrm>
                <a:off x="1567825" y="3968525"/>
                <a:ext cx="417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661" extrusionOk="0">
                    <a:moveTo>
                      <a:pt x="1001" y="1"/>
                    </a:moveTo>
                    <a:cubicBezTo>
                      <a:pt x="252" y="891"/>
                      <a:pt x="0" y="1912"/>
                      <a:pt x="0" y="1912"/>
                    </a:cubicBezTo>
                    <a:lnTo>
                      <a:pt x="1669" y="266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4"/>
              <p:cNvSpPr/>
              <p:nvPr/>
            </p:nvSpPr>
            <p:spPr>
              <a:xfrm>
                <a:off x="1590575" y="3995350"/>
                <a:ext cx="22025" cy="34650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386" extrusionOk="0">
                    <a:moveTo>
                      <a:pt x="273" y="0"/>
                    </a:moveTo>
                    <a:lnTo>
                      <a:pt x="263" y="20"/>
                    </a:lnTo>
                    <a:cubicBezTo>
                      <a:pt x="263" y="30"/>
                      <a:pt x="0" y="1052"/>
                      <a:pt x="840" y="1376"/>
                    </a:cubicBezTo>
                    <a:lnTo>
                      <a:pt x="860" y="1386"/>
                    </a:lnTo>
                    <a:lnTo>
                      <a:pt x="880" y="1345"/>
                    </a:lnTo>
                    <a:lnTo>
                      <a:pt x="860" y="1335"/>
                    </a:lnTo>
                    <a:cubicBezTo>
                      <a:pt x="61" y="1021"/>
                      <a:pt x="304" y="71"/>
                      <a:pt x="314" y="30"/>
                    </a:cubicBezTo>
                    <a:lnTo>
                      <a:pt x="324" y="1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4"/>
              <p:cNvSpPr/>
              <p:nvPr/>
            </p:nvSpPr>
            <p:spPr>
              <a:xfrm>
                <a:off x="1603450" y="4024175"/>
                <a:ext cx="3850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739" extrusionOk="0">
                    <a:moveTo>
                      <a:pt x="52" y="0"/>
                    </a:moveTo>
                    <a:lnTo>
                      <a:pt x="1" y="10"/>
                    </a:lnTo>
                    <a:lnTo>
                      <a:pt x="102" y="738"/>
                    </a:lnTo>
                    <a:lnTo>
                      <a:pt x="153" y="729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4"/>
              <p:cNvSpPr/>
              <p:nvPr/>
            </p:nvSpPr>
            <p:spPr>
              <a:xfrm>
                <a:off x="1469925" y="3982700"/>
                <a:ext cx="38975" cy="47800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912" extrusionOk="0">
                    <a:moveTo>
                      <a:pt x="1160" y="0"/>
                    </a:moveTo>
                    <a:cubicBezTo>
                      <a:pt x="1030" y="0"/>
                      <a:pt x="942" y="416"/>
                      <a:pt x="942" y="496"/>
                    </a:cubicBezTo>
                    <a:cubicBezTo>
                      <a:pt x="942" y="496"/>
                      <a:pt x="861" y="385"/>
                      <a:pt x="618" y="334"/>
                    </a:cubicBezTo>
                    <a:cubicBezTo>
                      <a:pt x="557" y="322"/>
                      <a:pt x="501" y="315"/>
                      <a:pt x="453" y="315"/>
                    </a:cubicBezTo>
                    <a:cubicBezTo>
                      <a:pt x="305" y="315"/>
                      <a:pt x="233" y="376"/>
                      <a:pt x="295" y="506"/>
                    </a:cubicBezTo>
                    <a:cubicBezTo>
                      <a:pt x="295" y="506"/>
                      <a:pt x="92" y="536"/>
                      <a:pt x="223" y="718"/>
                    </a:cubicBezTo>
                    <a:cubicBezTo>
                      <a:pt x="223" y="718"/>
                      <a:pt x="11" y="769"/>
                      <a:pt x="203" y="961"/>
                    </a:cubicBezTo>
                    <a:cubicBezTo>
                      <a:pt x="203" y="961"/>
                      <a:pt x="1" y="1001"/>
                      <a:pt x="193" y="1285"/>
                    </a:cubicBezTo>
                    <a:cubicBezTo>
                      <a:pt x="385" y="1568"/>
                      <a:pt x="497" y="1629"/>
                      <a:pt x="760" y="1760"/>
                    </a:cubicBezTo>
                    <a:lnTo>
                      <a:pt x="1053" y="1912"/>
                    </a:lnTo>
                    <a:lnTo>
                      <a:pt x="1559" y="1163"/>
                    </a:lnTo>
                    <a:lnTo>
                      <a:pt x="1377" y="992"/>
                    </a:lnTo>
                    <a:cubicBezTo>
                      <a:pt x="1377" y="992"/>
                      <a:pt x="1275" y="830"/>
                      <a:pt x="1266" y="547"/>
                    </a:cubicBezTo>
                    <a:cubicBezTo>
                      <a:pt x="1255" y="263"/>
                      <a:pt x="1306" y="21"/>
                      <a:pt x="1165" y="0"/>
                    </a:cubicBezTo>
                    <a:cubicBezTo>
                      <a:pt x="1163" y="0"/>
                      <a:pt x="1161" y="0"/>
                      <a:pt x="1160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4"/>
              <p:cNvSpPr/>
              <p:nvPr/>
            </p:nvSpPr>
            <p:spPr>
              <a:xfrm>
                <a:off x="1478025" y="3955600"/>
                <a:ext cx="17725" cy="7517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3007" extrusionOk="0">
                    <a:moveTo>
                      <a:pt x="518" y="1"/>
                    </a:moveTo>
                    <a:cubicBezTo>
                      <a:pt x="433" y="1"/>
                      <a:pt x="354" y="60"/>
                      <a:pt x="344" y="154"/>
                    </a:cubicBezTo>
                    <a:lnTo>
                      <a:pt x="21" y="2804"/>
                    </a:lnTo>
                    <a:cubicBezTo>
                      <a:pt x="1" y="2905"/>
                      <a:pt x="72" y="2986"/>
                      <a:pt x="173" y="3006"/>
                    </a:cubicBezTo>
                    <a:lnTo>
                      <a:pt x="193" y="3006"/>
                    </a:lnTo>
                    <a:cubicBezTo>
                      <a:pt x="284" y="3006"/>
                      <a:pt x="355" y="2935"/>
                      <a:pt x="375" y="2844"/>
                    </a:cubicBezTo>
                    <a:lnTo>
                      <a:pt x="699" y="194"/>
                    </a:lnTo>
                    <a:cubicBezTo>
                      <a:pt x="709" y="103"/>
                      <a:pt x="638" y="12"/>
                      <a:pt x="537" y="2"/>
                    </a:cubicBezTo>
                    <a:cubicBezTo>
                      <a:pt x="531" y="1"/>
                      <a:pt x="524" y="1"/>
                      <a:pt x="5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1464625" y="3931400"/>
                <a:ext cx="549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081" extrusionOk="0">
                    <a:moveTo>
                      <a:pt x="1095" y="1"/>
                    </a:moveTo>
                    <a:cubicBezTo>
                      <a:pt x="581" y="1"/>
                      <a:pt x="137" y="387"/>
                      <a:pt x="71" y="919"/>
                    </a:cubicBezTo>
                    <a:cubicBezTo>
                      <a:pt x="1" y="1486"/>
                      <a:pt x="405" y="2001"/>
                      <a:pt x="972" y="2073"/>
                    </a:cubicBezTo>
                    <a:cubicBezTo>
                      <a:pt x="1015" y="2078"/>
                      <a:pt x="1058" y="2081"/>
                      <a:pt x="1100" y="2081"/>
                    </a:cubicBezTo>
                    <a:cubicBezTo>
                      <a:pt x="1614" y="2081"/>
                      <a:pt x="2059" y="1695"/>
                      <a:pt x="2125" y="1172"/>
                    </a:cubicBezTo>
                    <a:cubicBezTo>
                      <a:pt x="2196" y="596"/>
                      <a:pt x="1791" y="79"/>
                      <a:pt x="1224" y="9"/>
                    </a:cubicBezTo>
                    <a:cubicBezTo>
                      <a:pt x="1181" y="3"/>
                      <a:pt x="1138" y="1"/>
                      <a:pt x="10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4"/>
              <p:cNvSpPr/>
              <p:nvPr/>
            </p:nvSpPr>
            <p:spPr>
              <a:xfrm>
                <a:off x="1469925" y="3936475"/>
                <a:ext cx="44300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1772" h="1675" extrusionOk="0">
                    <a:moveTo>
                      <a:pt x="880" y="1"/>
                    </a:moveTo>
                    <a:cubicBezTo>
                      <a:pt x="462" y="1"/>
                      <a:pt x="108" y="309"/>
                      <a:pt x="52" y="737"/>
                    </a:cubicBezTo>
                    <a:cubicBezTo>
                      <a:pt x="1" y="1191"/>
                      <a:pt x="325" y="1616"/>
                      <a:pt x="780" y="1667"/>
                    </a:cubicBezTo>
                    <a:cubicBezTo>
                      <a:pt x="818" y="1672"/>
                      <a:pt x="855" y="1675"/>
                      <a:pt x="892" y="1675"/>
                    </a:cubicBezTo>
                    <a:cubicBezTo>
                      <a:pt x="1310" y="1675"/>
                      <a:pt x="1665" y="1367"/>
                      <a:pt x="1721" y="939"/>
                    </a:cubicBezTo>
                    <a:cubicBezTo>
                      <a:pt x="1771" y="483"/>
                      <a:pt x="1448" y="58"/>
                      <a:pt x="992" y="8"/>
                    </a:cubicBezTo>
                    <a:cubicBezTo>
                      <a:pt x="954" y="3"/>
                      <a:pt x="917" y="1"/>
                      <a:pt x="8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4"/>
              <p:cNvSpPr/>
              <p:nvPr/>
            </p:nvSpPr>
            <p:spPr>
              <a:xfrm>
                <a:off x="1474475" y="3990500"/>
                <a:ext cx="21275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120" extrusionOk="0">
                    <a:moveTo>
                      <a:pt x="283" y="0"/>
                    </a:moveTo>
                    <a:cubicBezTo>
                      <a:pt x="267" y="0"/>
                      <a:pt x="251" y="1"/>
                      <a:pt x="234" y="2"/>
                    </a:cubicBezTo>
                    <a:lnTo>
                      <a:pt x="153" y="214"/>
                    </a:lnTo>
                    <a:lnTo>
                      <a:pt x="153" y="689"/>
                    </a:lnTo>
                    <a:lnTo>
                      <a:pt x="1" y="862"/>
                    </a:lnTo>
                    <a:cubicBezTo>
                      <a:pt x="1" y="862"/>
                      <a:pt x="483" y="1120"/>
                      <a:pt x="589" y="1120"/>
                    </a:cubicBezTo>
                    <a:cubicBezTo>
                      <a:pt x="598" y="1120"/>
                      <a:pt x="605" y="1118"/>
                      <a:pt x="608" y="1114"/>
                    </a:cubicBezTo>
                    <a:cubicBezTo>
                      <a:pt x="659" y="1054"/>
                      <a:pt x="720" y="1044"/>
                      <a:pt x="608" y="871"/>
                    </a:cubicBezTo>
                    <a:lnTo>
                      <a:pt x="608" y="871"/>
                    </a:lnTo>
                    <a:cubicBezTo>
                      <a:pt x="608" y="871"/>
                      <a:pt x="657" y="889"/>
                      <a:pt x="706" y="889"/>
                    </a:cubicBezTo>
                    <a:cubicBezTo>
                      <a:pt x="740" y="889"/>
                      <a:pt x="773" y="881"/>
                      <a:pt x="790" y="851"/>
                    </a:cubicBezTo>
                    <a:cubicBezTo>
                      <a:pt x="830" y="781"/>
                      <a:pt x="729" y="639"/>
                      <a:pt x="729" y="639"/>
                    </a:cubicBezTo>
                    <a:cubicBezTo>
                      <a:pt x="729" y="639"/>
                      <a:pt x="851" y="619"/>
                      <a:pt x="851" y="548"/>
                    </a:cubicBezTo>
                    <a:cubicBezTo>
                      <a:pt x="851" y="477"/>
                      <a:pt x="770" y="406"/>
                      <a:pt x="709" y="366"/>
                    </a:cubicBezTo>
                    <a:cubicBezTo>
                      <a:pt x="709" y="366"/>
                      <a:pt x="800" y="356"/>
                      <a:pt x="800" y="305"/>
                    </a:cubicBezTo>
                    <a:cubicBezTo>
                      <a:pt x="800" y="255"/>
                      <a:pt x="760" y="184"/>
                      <a:pt x="760" y="184"/>
                    </a:cubicBezTo>
                    <a:cubicBezTo>
                      <a:pt x="760" y="184"/>
                      <a:pt x="604" y="0"/>
                      <a:pt x="283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4"/>
              <p:cNvSpPr/>
              <p:nvPr/>
            </p:nvSpPr>
            <p:spPr>
              <a:xfrm>
                <a:off x="1479300" y="3998875"/>
                <a:ext cx="169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780" extrusionOk="0">
                    <a:moveTo>
                      <a:pt x="506" y="1"/>
                    </a:moveTo>
                    <a:lnTo>
                      <a:pt x="496" y="21"/>
                    </a:lnTo>
                    <a:cubicBezTo>
                      <a:pt x="536" y="51"/>
                      <a:pt x="658" y="152"/>
                      <a:pt x="648" y="223"/>
                    </a:cubicBezTo>
                    <a:cubicBezTo>
                      <a:pt x="637" y="253"/>
                      <a:pt x="597" y="273"/>
                      <a:pt x="527" y="294"/>
                    </a:cubicBezTo>
                    <a:lnTo>
                      <a:pt x="506" y="294"/>
                    </a:lnTo>
                    <a:lnTo>
                      <a:pt x="516" y="304"/>
                    </a:lnTo>
                    <a:cubicBezTo>
                      <a:pt x="516" y="304"/>
                      <a:pt x="637" y="446"/>
                      <a:pt x="597" y="516"/>
                    </a:cubicBezTo>
                    <a:cubicBezTo>
                      <a:pt x="577" y="547"/>
                      <a:pt x="527" y="557"/>
                      <a:pt x="446" y="557"/>
                    </a:cubicBezTo>
                    <a:lnTo>
                      <a:pt x="435" y="547"/>
                    </a:lnTo>
                    <a:lnTo>
                      <a:pt x="435" y="567"/>
                    </a:lnTo>
                    <a:cubicBezTo>
                      <a:pt x="435" y="567"/>
                      <a:pt x="496" y="689"/>
                      <a:pt x="466" y="739"/>
                    </a:cubicBezTo>
                    <a:cubicBezTo>
                      <a:pt x="447" y="751"/>
                      <a:pt x="424" y="760"/>
                      <a:pt x="392" y="760"/>
                    </a:cubicBezTo>
                    <a:cubicBezTo>
                      <a:pt x="373" y="760"/>
                      <a:pt x="351" y="757"/>
                      <a:pt x="324" y="749"/>
                    </a:cubicBezTo>
                    <a:cubicBezTo>
                      <a:pt x="324" y="749"/>
                      <a:pt x="142" y="678"/>
                      <a:pt x="10" y="608"/>
                    </a:cubicBezTo>
                    <a:lnTo>
                      <a:pt x="1" y="628"/>
                    </a:lnTo>
                    <a:cubicBezTo>
                      <a:pt x="132" y="689"/>
                      <a:pt x="314" y="770"/>
                      <a:pt x="314" y="770"/>
                    </a:cubicBezTo>
                    <a:lnTo>
                      <a:pt x="334" y="770"/>
                    </a:lnTo>
                    <a:cubicBezTo>
                      <a:pt x="359" y="777"/>
                      <a:pt x="381" y="780"/>
                      <a:pt x="401" y="780"/>
                    </a:cubicBezTo>
                    <a:cubicBezTo>
                      <a:pt x="437" y="780"/>
                      <a:pt x="462" y="769"/>
                      <a:pt x="476" y="749"/>
                    </a:cubicBezTo>
                    <a:cubicBezTo>
                      <a:pt x="516" y="698"/>
                      <a:pt x="476" y="608"/>
                      <a:pt x="466" y="577"/>
                    </a:cubicBezTo>
                    <a:cubicBezTo>
                      <a:pt x="547" y="577"/>
                      <a:pt x="597" y="567"/>
                      <a:pt x="607" y="527"/>
                    </a:cubicBezTo>
                    <a:cubicBezTo>
                      <a:pt x="648" y="456"/>
                      <a:pt x="567" y="345"/>
                      <a:pt x="547" y="304"/>
                    </a:cubicBezTo>
                    <a:cubicBezTo>
                      <a:pt x="617" y="294"/>
                      <a:pt x="658" y="264"/>
                      <a:pt x="658" y="223"/>
                    </a:cubicBezTo>
                    <a:cubicBezTo>
                      <a:pt x="678" y="132"/>
                      <a:pt x="516" y="10"/>
                      <a:pt x="5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4"/>
              <p:cNvSpPr/>
              <p:nvPr/>
            </p:nvSpPr>
            <p:spPr>
              <a:xfrm>
                <a:off x="1479050" y="3998875"/>
                <a:ext cx="174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790" extrusionOk="0">
                    <a:moveTo>
                      <a:pt x="516" y="10"/>
                    </a:moveTo>
                    <a:cubicBezTo>
                      <a:pt x="546" y="31"/>
                      <a:pt x="688" y="142"/>
                      <a:pt x="668" y="223"/>
                    </a:cubicBezTo>
                    <a:cubicBezTo>
                      <a:pt x="658" y="264"/>
                      <a:pt x="617" y="284"/>
                      <a:pt x="546" y="304"/>
                    </a:cubicBezTo>
                    <a:lnTo>
                      <a:pt x="546" y="314"/>
                    </a:lnTo>
                    <a:cubicBezTo>
                      <a:pt x="577" y="345"/>
                      <a:pt x="647" y="456"/>
                      <a:pt x="617" y="527"/>
                    </a:cubicBezTo>
                    <a:cubicBezTo>
                      <a:pt x="601" y="552"/>
                      <a:pt x="563" y="570"/>
                      <a:pt x="510" y="570"/>
                    </a:cubicBezTo>
                    <a:cubicBezTo>
                      <a:pt x="500" y="570"/>
                      <a:pt x="488" y="569"/>
                      <a:pt x="476" y="567"/>
                    </a:cubicBezTo>
                    <a:lnTo>
                      <a:pt x="465" y="567"/>
                    </a:lnTo>
                    <a:lnTo>
                      <a:pt x="465" y="577"/>
                    </a:lnTo>
                    <a:cubicBezTo>
                      <a:pt x="486" y="608"/>
                      <a:pt x="516" y="698"/>
                      <a:pt x="486" y="739"/>
                    </a:cubicBezTo>
                    <a:cubicBezTo>
                      <a:pt x="463" y="762"/>
                      <a:pt x="435" y="773"/>
                      <a:pt x="391" y="773"/>
                    </a:cubicBezTo>
                    <a:cubicBezTo>
                      <a:pt x="377" y="773"/>
                      <a:pt x="362" y="772"/>
                      <a:pt x="344" y="770"/>
                    </a:cubicBezTo>
                    <a:cubicBezTo>
                      <a:pt x="344" y="770"/>
                      <a:pt x="334" y="759"/>
                      <a:pt x="324" y="759"/>
                    </a:cubicBezTo>
                    <a:cubicBezTo>
                      <a:pt x="283" y="739"/>
                      <a:pt x="132" y="678"/>
                      <a:pt x="20" y="617"/>
                    </a:cubicBezTo>
                    <a:lnTo>
                      <a:pt x="20" y="617"/>
                    </a:lnTo>
                    <a:cubicBezTo>
                      <a:pt x="91" y="648"/>
                      <a:pt x="202" y="698"/>
                      <a:pt x="324" y="749"/>
                    </a:cubicBezTo>
                    <a:lnTo>
                      <a:pt x="324" y="759"/>
                    </a:lnTo>
                    <a:lnTo>
                      <a:pt x="334" y="759"/>
                    </a:lnTo>
                    <a:cubicBezTo>
                      <a:pt x="360" y="763"/>
                      <a:pt x="384" y="765"/>
                      <a:pt x="404" y="765"/>
                    </a:cubicBezTo>
                    <a:cubicBezTo>
                      <a:pt x="438" y="765"/>
                      <a:pt x="463" y="758"/>
                      <a:pt x="476" y="739"/>
                    </a:cubicBezTo>
                    <a:cubicBezTo>
                      <a:pt x="516" y="689"/>
                      <a:pt x="465" y="577"/>
                      <a:pt x="456" y="567"/>
                    </a:cubicBezTo>
                    <a:lnTo>
                      <a:pt x="456" y="557"/>
                    </a:lnTo>
                    <a:cubicBezTo>
                      <a:pt x="475" y="559"/>
                      <a:pt x="492" y="560"/>
                      <a:pt x="508" y="560"/>
                    </a:cubicBezTo>
                    <a:cubicBezTo>
                      <a:pt x="559" y="560"/>
                      <a:pt x="592" y="547"/>
                      <a:pt x="607" y="516"/>
                    </a:cubicBezTo>
                    <a:cubicBezTo>
                      <a:pt x="647" y="446"/>
                      <a:pt x="537" y="304"/>
                      <a:pt x="537" y="304"/>
                    </a:cubicBezTo>
                    <a:lnTo>
                      <a:pt x="526" y="294"/>
                    </a:lnTo>
                    <a:lnTo>
                      <a:pt x="537" y="294"/>
                    </a:lnTo>
                    <a:cubicBezTo>
                      <a:pt x="607" y="284"/>
                      <a:pt x="647" y="253"/>
                      <a:pt x="658" y="223"/>
                    </a:cubicBezTo>
                    <a:cubicBezTo>
                      <a:pt x="678" y="142"/>
                      <a:pt x="537" y="41"/>
                      <a:pt x="516" y="21"/>
                    </a:cubicBezTo>
                    <a:lnTo>
                      <a:pt x="516" y="10"/>
                    </a:lnTo>
                    <a:close/>
                    <a:moveTo>
                      <a:pt x="516" y="1"/>
                    </a:moveTo>
                    <a:lnTo>
                      <a:pt x="496" y="21"/>
                    </a:lnTo>
                    <a:lnTo>
                      <a:pt x="496" y="31"/>
                    </a:lnTo>
                    <a:cubicBezTo>
                      <a:pt x="546" y="51"/>
                      <a:pt x="658" y="152"/>
                      <a:pt x="647" y="223"/>
                    </a:cubicBezTo>
                    <a:cubicBezTo>
                      <a:pt x="638" y="253"/>
                      <a:pt x="607" y="273"/>
                      <a:pt x="537" y="284"/>
                    </a:cubicBezTo>
                    <a:lnTo>
                      <a:pt x="506" y="284"/>
                    </a:lnTo>
                    <a:lnTo>
                      <a:pt x="526" y="304"/>
                    </a:lnTo>
                    <a:cubicBezTo>
                      <a:pt x="557" y="345"/>
                      <a:pt x="627" y="456"/>
                      <a:pt x="597" y="516"/>
                    </a:cubicBezTo>
                    <a:cubicBezTo>
                      <a:pt x="589" y="539"/>
                      <a:pt x="559" y="551"/>
                      <a:pt x="510" y="551"/>
                    </a:cubicBezTo>
                    <a:cubicBezTo>
                      <a:pt x="494" y="551"/>
                      <a:pt x="476" y="549"/>
                      <a:pt x="456" y="547"/>
                    </a:cubicBezTo>
                    <a:lnTo>
                      <a:pt x="435" y="547"/>
                    </a:lnTo>
                    <a:lnTo>
                      <a:pt x="445" y="567"/>
                    </a:lnTo>
                    <a:cubicBezTo>
                      <a:pt x="445" y="577"/>
                      <a:pt x="506" y="689"/>
                      <a:pt x="465" y="729"/>
                    </a:cubicBezTo>
                    <a:cubicBezTo>
                      <a:pt x="452" y="748"/>
                      <a:pt x="431" y="755"/>
                      <a:pt x="400" y="755"/>
                    </a:cubicBezTo>
                    <a:cubicBezTo>
                      <a:pt x="381" y="755"/>
                      <a:pt x="360" y="753"/>
                      <a:pt x="334" y="749"/>
                    </a:cubicBezTo>
                    <a:cubicBezTo>
                      <a:pt x="334" y="739"/>
                      <a:pt x="334" y="739"/>
                      <a:pt x="324" y="739"/>
                    </a:cubicBezTo>
                    <a:cubicBezTo>
                      <a:pt x="202" y="689"/>
                      <a:pt x="101" y="638"/>
                      <a:pt x="20" y="597"/>
                    </a:cubicBezTo>
                    <a:lnTo>
                      <a:pt x="0" y="628"/>
                    </a:lnTo>
                    <a:lnTo>
                      <a:pt x="11" y="628"/>
                    </a:lnTo>
                    <a:cubicBezTo>
                      <a:pt x="121" y="689"/>
                      <a:pt x="274" y="749"/>
                      <a:pt x="324" y="770"/>
                    </a:cubicBezTo>
                    <a:cubicBezTo>
                      <a:pt x="334" y="779"/>
                      <a:pt x="334" y="779"/>
                      <a:pt x="344" y="779"/>
                    </a:cubicBezTo>
                    <a:cubicBezTo>
                      <a:pt x="364" y="779"/>
                      <a:pt x="384" y="790"/>
                      <a:pt x="405" y="790"/>
                    </a:cubicBezTo>
                    <a:cubicBezTo>
                      <a:pt x="445" y="790"/>
                      <a:pt x="476" y="770"/>
                      <a:pt x="486" y="749"/>
                    </a:cubicBezTo>
                    <a:cubicBezTo>
                      <a:pt x="526" y="698"/>
                      <a:pt x="496" y="617"/>
                      <a:pt x="486" y="577"/>
                    </a:cubicBezTo>
                    <a:lnTo>
                      <a:pt x="486" y="577"/>
                    </a:lnTo>
                    <a:cubicBezTo>
                      <a:pt x="498" y="579"/>
                      <a:pt x="510" y="580"/>
                      <a:pt x="521" y="580"/>
                    </a:cubicBezTo>
                    <a:cubicBezTo>
                      <a:pt x="574" y="580"/>
                      <a:pt x="611" y="560"/>
                      <a:pt x="627" y="527"/>
                    </a:cubicBezTo>
                    <a:cubicBezTo>
                      <a:pt x="668" y="466"/>
                      <a:pt x="597" y="354"/>
                      <a:pt x="566" y="314"/>
                    </a:cubicBezTo>
                    <a:cubicBezTo>
                      <a:pt x="627" y="294"/>
                      <a:pt x="668" y="264"/>
                      <a:pt x="678" y="223"/>
                    </a:cubicBezTo>
                    <a:cubicBezTo>
                      <a:pt x="698" y="132"/>
                      <a:pt x="537" y="10"/>
                      <a:pt x="5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4"/>
              <p:cNvSpPr/>
              <p:nvPr/>
            </p:nvSpPr>
            <p:spPr>
              <a:xfrm>
                <a:off x="1491675" y="3994825"/>
                <a:ext cx="35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83" extrusionOk="0">
                    <a:moveTo>
                      <a:pt x="82" y="1"/>
                    </a:moveTo>
                    <a:lnTo>
                      <a:pt x="61" y="11"/>
                    </a:lnTo>
                    <a:cubicBezTo>
                      <a:pt x="82" y="31"/>
                      <a:pt x="122" y="102"/>
                      <a:pt x="102" y="132"/>
                    </a:cubicBezTo>
                    <a:cubicBezTo>
                      <a:pt x="92" y="152"/>
                      <a:pt x="52" y="163"/>
                      <a:pt x="1" y="163"/>
                    </a:cubicBezTo>
                    <a:lnTo>
                      <a:pt x="1" y="183"/>
                    </a:lnTo>
                    <a:cubicBezTo>
                      <a:pt x="61" y="183"/>
                      <a:pt x="102" y="172"/>
                      <a:pt x="112" y="142"/>
                    </a:cubicBezTo>
                    <a:cubicBezTo>
                      <a:pt x="142" y="92"/>
                      <a:pt x="82" y="11"/>
                      <a:pt x="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4"/>
              <p:cNvSpPr/>
              <p:nvPr/>
            </p:nvSpPr>
            <p:spPr>
              <a:xfrm>
                <a:off x="1491675" y="3994575"/>
                <a:ext cx="3825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03" extrusionOk="0">
                    <a:moveTo>
                      <a:pt x="82" y="21"/>
                    </a:moveTo>
                    <a:cubicBezTo>
                      <a:pt x="92" y="41"/>
                      <a:pt x="133" y="112"/>
                      <a:pt x="112" y="152"/>
                    </a:cubicBezTo>
                    <a:cubicBezTo>
                      <a:pt x="92" y="173"/>
                      <a:pt x="61" y="193"/>
                      <a:pt x="11" y="193"/>
                    </a:cubicBezTo>
                    <a:lnTo>
                      <a:pt x="11" y="182"/>
                    </a:lnTo>
                    <a:cubicBezTo>
                      <a:pt x="61" y="182"/>
                      <a:pt x="92" y="173"/>
                      <a:pt x="102" y="152"/>
                    </a:cubicBezTo>
                    <a:cubicBezTo>
                      <a:pt x="122" y="112"/>
                      <a:pt x="82" y="41"/>
                      <a:pt x="72" y="21"/>
                    </a:cubicBezTo>
                    <a:close/>
                    <a:moveTo>
                      <a:pt x="82" y="0"/>
                    </a:moveTo>
                    <a:lnTo>
                      <a:pt x="61" y="21"/>
                    </a:lnTo>
                    <a:lnTo>
                      <a:pt x="61" y="31"/>
                    </a:lnTo>
                    <a:cubicBezTo>
                      <a:pt x="72" y="51"/>
                      <a:pt x="112" y="112"/>
                      <a:pt x="92" y="142"/>
                    </a:cubicBezTo>
                    <a:cubicBezTo>
                      <a:pt x="82" y="162"/>
                      <a:pt x="52" y="173"/>
                      <a:pt x="1" y="173"/>
                    </a:cubicBezTo>
                    <a:lnTo>
                      <a:pt x="1" y="203"/>
                    </a:lnTo>
                    <a:lnTo>
                      <a:pt x="21" y="203"/>
                    </a:lnTo>
                    <a:cubicBezTo>
                      <a:pt x="72" y="203"/>
                      <a:pt x="102" y="182"/>
                      <a:pt x="122" y="152"/>
                    </a:cubicBezTo>
                    <a:cubicBezTo>
                      <a:pt x="153" y="102"/>
                      <a:pt x="92" y="21"/>
                      <a:pt x="82" y="11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4"/>
              <p:cNvSpPr/>
              <p:nvPr/>
            </p:nvSpPr>
            <p:spPr>
              <a:xfrm>
                <a:off x="1479050" y="3995075"/>
                <a:ext cx="12925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73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0" y="21"/>
                      <a:pt x="233" y="41"/>
                      <a:pt x="506" y="173"/>
                    </a:cubicBezTo>
                    <a:lnTo>
                      <a:pt x="516" y="153"/>
                    </a:lnTo>
                    <a:cubicBezTo>
                      <a:pt x="243" y="21"/>
                      <a:pt x="11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4"/>
              <p:cNvSpPr/>
              <p:nvPr/>
            </p:nvSpPr>
            <p:spPr>
              <a:xfrm>
                <a:off x="1479050" y="3995075"/>
                <a:ext cx="129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3" extrusionOk="0">
                    <a:moveTo>
                      <a:pt x="11" y="11"/>
                    </a:moveTo>
                    <a:cubicBezTo>
                      <a:pt x="51" y="11"/>
                      <a:pt x="263" y="41"/>
                      <a:pt x="506" y="162"/>
                    </a:cubicBezTo>
                    <a:cubicBezTo>
                      <a:pt x="253" y="41"/>
                      <a:pt x="51" y="21"/>
                      <a:pt x="11" y="21"/>
                    </a:cubicBezTo>
                    <a:lnTo>
                      <a:pt x="11" y="11"/>
                    </a:lnTo>
                    <a:close/>
                    <a:moveTo>
                      <a:pt x="0" y="1"/>
                    </a:moveTo>
                    <a:lnTo>
                      <a:pt x="0" y="31"/>
                    </a:lnTo>
                    <a:cubicBezTo>
                      <a:pt x="0" y="31"/>
                      <a:pt x="233" y="52"/>
                      <a:pt x="506" y="183"/>
                    </a:cubicBezTo>
                    <a:lnTo>
                      <a:pt x="516" y="153"/>
                    </a:lnTo>
                    <a:cubicBezTo>
                      <a:pt x="253" y="21"/>
                      <a:pt x="11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1479050" y="4000900"/>
                <a:ext cx="136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24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253" y="41"/>
                      <a:pt x="526" y="223"/>
                      <a:pt x="526" y="223"/>
                    </a:cubicBezTo>
                    <a:lnTo>
                      <a:pt x="546" y="213"/>
                    </a:lnTo>
                    <a:cubicBezTo>
                      <a:pt x="537" y="203"/>
                      <a:pt x="253" y="2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1479050" y="4000900"/>
                <a:ext cx="136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3" extrusionOk="0">
                    <a:moveTo>
                      <a:pt x="11" y="10"/>
                    </a:moveTo>
                    <a:cubicBezTo>
                      <a:pt x="243" y="31"/>
                      <a:pt x="496" y="183"/>
                      <a:pt x="537" y="213"/>
                    </a:cubicBezTo>
                    <a:lnTo>
                      <a:pt x="526" y="213"/>
                    </a:lnTo>
                    <a:cubicBezTo>
                      <a:pt x="496" y="192"/>
                      <a:pt x="243" y="31"/>
                      <a:pt x="11" y="21"/>
                    </a:cubicBezTo>
                    <a:lnTo>
                      <a:pt x="11" y="10"/>
                    </a:lnTo>
                    <a:close/>
                    <a:moveTo>
                      <a:pt x="0" y="1"/>
                    </a:moveTo>
                    <a:lnTo>
                      <a:pt x="0" y="31"/>
                    </a:lnTo>
                    <a:cubicBezTo>
                      <a:pt x="253" y="41"/>
                      <a:pt x="526" y="233"/>
                      <a:pt x="526" y="233"/>
                    </a:cubicBezTo>
                    <a:lnTo>
                      <a:pt x="537" y="233"/>
                    </a:lnTo>
                    <a:lnTo>
                      <a:pt x="546" y="203"/>
                    </a:lnTo>
                    <a:cubicBezTo>
                      <a:pt x="546" y="203"/>
                      <a:pt x="263" y="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4"/>
              <p:cNvSpPr/>
              <p:nvPr/>
            </p:nvSpPr>
            <p:spPr>
              <a:xfrm>
                <a:off x="1480050" y="4007225"/>
                <a:ext cx="106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34" extrusionOk="0">
                    <a:moveTo>
                      <a:pt x="0" y="0"/>
                    </a:moveTo>
                    <a:lnTo>
                      <a:pt x="0" y="20"/>
                    </a:lnTo>
                    <a:cubicBezTo>
                      <a:pt x="234" y="71"/>
                      <a:pt x="416" y="233"/>
                      <a:pt x="416" y="233"/>
                    </a:cubicBezTo>
                    <a:lnTo>
                      <a:pt x="425" y="223"/>
                    </a:lnTo>
                    <a:cubicBezTo>
                      <a:pt x="425" y="223"/>
                      <a:pt x="243" y="5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4"/>
              <p:cNvSpPr/>
              <p:nvPr/>
            </p:nvSpPr>
            <p:spPr>
              <a:xfrm>
                <a:off x="1479800" y="4006975"/>
                <a:ext cx="1115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53" extrusionOk="0">
                    <a:moveTo>
                      <a:pt x="21" y="21"/>
                    </a:moveTo>
                    <a:cubicBezTo>
                      <a:pt x="233" y="61"/>
                      <a:pt x="395" y="203"/>
                      <a:pt x="426" y="233"/>
                    </a:cubicBezTo>
                    <a:cubicBezTo>
                      <a:pt x="395" y="212"/>
                      <a:pt x="233" y="71"/>
                      <a:pt x="10" y="21"/>
                    </a:cubicBezTo>
                    <a:close/>
                    <a:moveTo>
                      <a:pt x="10" y="0"/>
                    </a:moveTo>
                    <a:lnTo>
                      <a:pt x="1" y="30"/>
                    </a:lnTo>
                    <a:lnTo>
                      <a:pt x="10" y="30"/>
                    </a:lnTo>
                    <a:cubicBezTo>
                      <a:pt x="244" y="81"/>
                      <a:pt x="415" y="243"/>
                      <a:pt x="415" y="253"/>
                    </a:cubicBezTo>
                    <a:lnTo>
                      <a:pt x="426" y="253"/>
                    </a:lnTo>
                    <a:lnTo>
                      <a:pt x="446" y="233"/>
                    </a:lnTo>
                    <a:lnTo>
                      <a:pt x="435" y="223"/>
                    </a:lnTo>
                    <a:cubicBezTo>
                      <a:pt x="435" y="223"/>
                      <a:pt x="253" y="51"/>
                      <a:pt x="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1638875" y="4157700"/>
                <a:ext cx="174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63" extrusionOk="0">
                    <a:moveTo>
                      <a:pt x="688" y="0"/>
                    </a:moveTo>
                    <a:lnTo>
                      <a:pt x="0" y="111"/>
                    </a:lnTo>
                    <a:lnTo>
                      <a:pt x="0" y="162"/>
                    </a:lnTo>
                    <a:lnTo>
                      <a:pt x="698" y="51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1680100" y="4090425"/>
                <a:ext cx="23800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739" extrusionOk="0">
                    <a:moveTo>
                      <a:pt x="51" y="1"/>
                    </a:moveTo>
                    <a:lnTo>
                      <a:pt x="0" y="10"/>
                    </a:lnTo>
                    <a:cubicBezTo>
                      <a:pt x="0" y="21"/>
                      <a:pt x="41" y="425"/>
                      <a:pt x="324" y="628"/>
                    </a:cubicBezTo>
                    <a:cubicBezTo>
                      <a:pt x="425" y="698"/>
                      <a:pt x="547" y="739"/>
                      <a:pt x="688" y="739"/>
                    </a:cubicBezTo>
                    <a:cubicBezTo>
                      <a:pt x="769" y="739"/>
                      <a:pt x="860" y="718"/>
                      <a:pt x="951" y="698"/>
                    </a:cubicBezTo>
                    <a:lnTo>
                      <a:pt x="941" y="648"/>
                    </a:lnTo>
                    <a:cubicBezTo>
                      <a:pt x="852" y="670"/>
                      <a:pt x="768" y="682"/>
                      <a:pt x="691" y="682"/>
                    </a:cubicBezTo>
                    <a:cubicBezTo>
                      <a:pt x="557" y="682"/>
                      <a:pt x="440" y="648"/>
                      <a:pt x="344" y="577"/>
                    </a:cubicBezTo>
                    <a:cubicBezTo>
                      <a:pt x="81" y="395"/>
                      <a:pt x="51" y="10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1605250" y="4092450"/>
                <a:ext cx="212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850" h="658" extrusionOk="0">
                    <a:moveTo>
                      <a:pt x="799" y="1"/>
                    </a:moveTo>
                    <a:cubicBezTo>
                      <a:pt x="799" y="10"/>
                      <a:pt x="769" y="344"/>
                      <a:pt x="546" y="516"/>
                    </a:cubicBezTo>
                    <a:cubicBezTo>
                      <a:pt x="459" y="572"/>
                      <a:pt x="360" y="602"/>
                      <a:pt x="245" y="602"/>
                    </a:cubicBezTo>
                    <a:cubicBezTo>
                      <a:pt x="173" y="602"/>
                      <a:pt x="95" y="590"/>
                      <a:pt x="10" y="567"/>
                    </a:cubicBezTo>
                    <a:lnTo>
                      <a:pt x="0" y="617"/>
                    </a:lnTo>
                    <a:cubicBezTo>
                      <a:pt x="81" y="637"/>
                      <a:pt x="162" y="658"/>
                      <a:pt x="232" y="658"/>
                    </a:cubicBezTo>
                    <a:cubicBezTo>
                      <a:pt x="364" y="658"/>
                      <a:pt x="475" y="617"/>
                      <a:pt x="576" y="556"/>
                    </a:cubicBezTo>
                    <a:cubicBezTo>
                      <a:pt x="819" y="374"/>
                      <a:pt x="850" y="21"/>
                      <a:pt x="850" y="10"/>
                    </a:cubicBezTo>
                    <a:lnTo>
                      <a:pt x="79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4"/>
              <p:cNvSpPr/>
              <p:nvPr/>
            </p:nvSpPr>
            <p:spPr>
              <a:xfrm>
                <a:off x="1618400" y="4016325"/>
                <a:ext cx="8095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825" extrusionOk="0">
                    <a:moveTo>
                      <a:pt x="3015" y="0"/>
                    </a:moveTo>
                    <a:lnTo>
                      <a:pt x="0" y="182"/>
                    </a:lnTo>
                    <a:lnTo>
                      <a:pt x="223" y="3824"/>
                    </a:lnTo>
                    <a:lnTo>
                      <a:pt x="3237" y="3652"/>
                    </a:lnTo>
                    <a:lnTo>
                      <a:pt x="30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4"/>
              <p:cNvSpPr/>
              <p:nvPr/>
            </p:nvSpPr>
            <p:spPr>
              <a:xfrm>
                <a:off x="1614350" y="4020625"/>
                <a:ext cx="80675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3227" h="3825" extrusionOk="0">
                    <a:moveTo>
                      <a:pt x="3015" y="1"/>
                    </a:moveTo>
                    <a:lnTo>
                      <a:pt x="0" y="183"/>
                    </a:lnTo>
                    <a:lnTo>
                      <a:pt x="223" y="3824"/>
                    </a:lnTo>
                    <a:lnTo>
                      <a:pt x="3227" y="3652"/>
                    </a:lnTo>
                    <a:lnTo>
                      <a:pt x="3015" y="1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4"/>
              <p:cNvSpPr/>
              <p:nvPr/>
            </p:nvSpPr>
            <p:spPr>
              <a:xfrm>
                <a:off x="1654550" y="4015075"/>
                <a:ext cx="108250" cy="7765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3106" extrusionOk="0">
                    <a:moveTo>
                      <a:pt x="3237" y="0"/>
                    </a:moveTo>
                    <a:lnTo>
                      <a:pt x="1751" y="364"/>
                    </a:lnTo>
                    <a:cubicBezTo>
                      <a:pt x="1922" y="789"/>
                      <a:pt x="2074" y="1194"/>
                      <a:pt x="2297" y="1659"/>
                    </a:cubicBezTo>
                    <a:lnTo>
                      <a:pt x="0" y="1902"/>
                    </a:lnTo>
                    <a:lnTo>
                      <a:pt x="122" y="2792"/>
                    </a:lnTo>
                    <a:lnTo>
                      <a:pt x="3025" y="3065"/>
                    </a:lnTo>
                    <a:lnTo>
                      <a:pt x="3217" y="3075"/>
                    </a:lnTo>
                    <a:lnTo>
                      <a:pt x="3491" y="3105"/>
                    </a:lnTo>
                    <a:cubicBezTo>
                      <a:pt x="3835" y="3105"/>
                      <a:pt x="4330" y="3075"/>
                      <a:pt x="4148" y="2489"/>
                    </a:cubicBezTo>
                    <a:cubicBezTo>
                      <a:pt x="4138" y="2448"/>
                      <a:pt x="4118" y="2408"/>
                      <a:pt x="4098" y="2357"/>
                    </a:cubicBezTo>
                    <a:lnTo>
                      <a:pt x="3754" y="1517"/>
                    </a:lnTo>
                    <a:cubicBezTo>
                      <a:pt x="3571" y="1042"/>
                      <a:pt x="3369" y="486"/>
                      <a:pt x="3237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4"/>
              <p:cNvSpPr/>
              <p:nvPr/>
            </p:nvSpPr>
            <p:spPr>
              <a:xfrm>
                <a:off x="1734975" y="409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4"/>
              <p:cNvSpPr/>
              <p:nvPr/>
            </p:nvSpPr>
            <p:spPr>
              <a:xfrm>
                <a:off x="1613075" y="4058000"/>
                <a:ext cx="48575" cy="3260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304" extrusionOk="0">
                    <a:moveTo>
                      <a:pt x="844" y="1"/>
                    </a:moveTo>
                    <a:cubicBezTo>
                      <a:pt x="758" y="1"/>
                      <a:pt x="695" y="18"/>
                      <a:pt x="678" y="63"/>
                    </a:cubicBezTo>
                    <a:cubicBezTo>
                      <a:pt x="627" y="205"/>
                      <a:pt x="951" y="336"/>
                      <a:pt x="951" y="336"/>
                    </a:cubicBezTo>
                    <a:cubicBezTo>
                      <a:pt x="780" y="315"/>
                      <a:pt x="597" y="301"/>
                      <a:pt x="442" y="301"/>
                    </a:cubicBezTo>
                    <a:cubicBezTo>
                      <a:pt x="230" y="301"/>
                      <a:pt x="69" y="327"/>
                      <a:pt x="51" y="397"/>
                    </a:cubicBezTo>
                    <a:cubicBezTo>
                      <a:pt x="41" y="498"/>
                      <a:pt x="233" y="579"/>
                      <a:pt x="233" y="579"/>
                    </a:cubicBezTo>
                    <a:cubicBezTo>
                      <a:pt x="233" y="579"/>
                      <a:pt x="132" y="599"/>
                      <a:pt x="112" y="660"/>
                    </a:cubicBezTo>
                    <a:cubicBezTo>
                      <a:pt x="81" y="751"/>
                      <a:pt x="243" y="822"/>
                      <a:pt x="243" y="822"/>
                    </a:cubicBezTo>
                    <a:cubicBezTo>
                      <a:pt x="0" y="862"/>
                      <a:pt x="233" y="1024"/>
                      <a:pt x="233" y="1024"/>
                    </a:cubicBezTo>
                    <a:cubicBezTo>
                      <a:pt x="31" y="1065"/>
                      <a:pt x="324" y="1247"/>
                      <a:pt x="870" y="1298"/>
                    </a:cubicBezTo>
                    <a:cubicBezTo>
                      <a:pt x="914" y="1301"/>
                      <a:pt x="958" y="1303"/>
                      <a:pt x="1001" y="1303"/>
                    </a:cubicBezTo>
                    <a:cubicBezTo>
                      <a:pt x="1520" y="1303"/>
                      <a:pt x="1943" y="1044"/>
                      <a:pt x="1943" y="1044"/>
                    </a:cubicBezTo>
                    <a:lnTo>
                      <a:pt x="1659" y="185"/>
                    </a:lnTo>
                    <a:cubicBezTo>
                      <a:pt x="1659" y="185"/>
                      <a:pt x="1126" y="1"/>
                      <a:pt x="84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4"/>
              <p:cNvSpPr/>
              <p:nvPr/>
            </p:nvSpPr>
            <p:spPr>
              <a:xfrm>
                <a:off x="1618625" y="4083075"/>
                <a:ext cx="116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467" h="163" extrusionOk="0">
                    <a:moveTo>
                      <a:pt x="11" y="1"/>
                    </a:moveTo>
                    <a:lnTo>
                      <a:pt x="1" y="32"/>
                    </a:lnTo>
                    <a:cubicBezTo>
                      <a:pt x="11" y="32"/>
                      <a:pt x="264" y="133"/>
                      <a:pt x="456" y="163"/>
                    </a:cubicBezTo>
                    <a:lnTo>
                      <a:pt x="466" y="133"/>
                    </a:lnTo>
                    <a:cubicBezTo>
                      <a:pt x="274" y="102"/>
                      <a:pt x="21" y="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4"/>
              <p:cNvSpPr/>
              <p:nvPr/>
            </p:nvSpPr>
            <p:spPr>
              <a:xfrm>
                <a:off x="1618900" y="4078025"/>
                <a:ext cx="111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22" extrusionOk="0">
                    <a:moveTo>
                      <a:pt x="10" y="1"/>
                    </a:moveTo>
                    <a:lnTo>
                      <a:pt x="0" y="31"/>
                    </a:lnTo>
                    <a:cubicBezTo>
                      <a:pt x="0" y="31"/>
                      <a:pt x="233" y="102"/>
                      <a:pt x="435" y="122"/>
                    </a:cubicBezTo>
                    <a:lnTo>
                      <a:pt x="445" y="92"/>
                    </a:lnTo>
                    <a:cubicBezTo>
                      <a:pt x="243" y="61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4"/>
              <p:cNvSpPr/>
              <p:nvPr/>
            </p:nvSpPr>
            <p:spPr>
              <a:xfrm>
                <a:off x="1618625" y="4071950"/>
                <a:ext cx="13700" cy="43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74" extrusionOk="0">
                    <a:moveTo>
                      <a:pt x="11" y="1"/>
                    </a:moveTo>
                    <a:lnTo>
                      <a:pt x="1" y="41"/>
                    </a:lnTo>
                    <a:cubicBezTo>
                      <a:pt x="1" y="41"/>
                      <a:pt x="274" y="122"/>
                      <a:pt x="537" y="173"/>
                    </a:cubicBezTo>
                    <a:lnTo>
                      <a:pt x="547" y="133"/>
                    </a:lnTo>
                    <a:cubicBezTo>
                      <a:pt x="274" y="92"/>
                      <a:pt x="11" y="1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4"/>
              <p:cNvSpPr/>
              <p:nvPr/>
            </p:nvSpPr>
            <p:spPr>
              <a:xfrm>
                <a:off x="1636325" y="4065875"/>
                <a:ext cx="6100" cy="257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03" extrusionOk="0">
                    <a:moveTo>
                      <a:pt x="11" y="1"/>
                    </a:moveTo>
                    <a:lnTo>
                      <a:pt x="1" y="32"/>
                    </a:lnTo>
                    <a:cubicBezTo>
                      <a:pt x="1" y="32"/>
                      <a:pt x="133" y="82"/>
                      <a:pt x="244" y="102"/>
                    </a:cubicBezTo>
                    <a:lnTo>
                      <a:pt x="244" y="72"/>
                    </a:lnTo>
                    <a:cubicBezTo>
                      <a:pt x="143" y="41"/>
                      <a:pt x="11" y="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4"/>
              <p:cNvSpPr/>
              <p:nvPr/>
            </p:nvSpPr>
            <p:spPr>
              <a:xfrm>
                <a:off x="1699825" y="4010525"/>
                <a:ext cx="3997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012" extrusionOk="0">
                    <a:moveTo>
                      <a:pt x="1376" y="0"/>
                    </a:moveTo>
                    <a:lnTo>
                      <a:pt x="0" y="718"/>
                    </a:lnTo>
                    <a:cubicBezTo>
                      <a:pt x="41" y="819"/>
                      <a:pt x="91" y="910"/>
                      <a:pt x="122" y="1012"/>
                    </a:cubicBezTo>
                    <a:lnTo>
                      <a:pt x="1599" y="738"/>
                    </a:lnTo>
                    <a:cubicBezTo>
                      <a:pt x="1518" y="475"/>
                      <a:pt x="1437" y="232"/>
                      <a:pt x="1376" y="0"/>
                    </a:cubicBez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4"/>
              <p:cNvSpPr/>
              <p:nvPr/>
            </p:nvSpPr>
            <p:spPr>
              <a:xfrm>
                <a:off x="1696025" y="3968525"/>
                <a:ext cx="41250" cy="65775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2631" extrusionOk="0">
                    <a:moveTo>
                      <a:pt x="607" y="1"/>
                    </a:moveTo>
                    <a:lnTo>
                      <a:pt x="0" y="2631"/>
                    </a:lnTo>
                    <a:lnTo>
                      <a:pt x="1649" y="1933"/>
                    </a:lnTo>
                    <a:cubicBezTo>
                      <a:pt x="1649" y="1933"/>
                      <a:pt x="1437" y="1033"/>
                      <a:pt x="607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4"/>
              <p:cNvSpPr/>
              <p:nvPr/>
            </p:nvSpPr>
            <p:spPr>
              <a:xfrm>
                <a:off x="1695275" y="4014800"/>
                <a:ext cx="53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29" extrusionOk="0">
                    <a:moveTo>
                      <a:pt x="50" y="1"/>
                    </a:moveTo>
                    <a:lnTo>
                      <a:pt x="0" y="21"/>
                    </a:lnTo>
                    <a:lnTo>
                      <a:pt x="162" y="729"/>
                    </a:lnTo>
                    <a:lnTo>
                      <a:pt x="212" y="71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4"/>
              <p:cNvSpPr/>
              <p:nvPr/>
            </p:nvSpPr>
            <p:spPr>
              <a:xfrm>
                <a:off x="1636600" y="3930325"/>
                <a:ext cx="31125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435" extrusionOk="0">
                    <a:moveTo>
                      <a:pt x="1184" y="1"/>
                    </a:moveTo>
                    <a:lnTo>
                      <a:pt x="0" y="72"/>
                    </a:lnTo>
                    <a:cubicBezTo>
                      <a:pt x="0" y="72"/>
                      <a:pt x="260" y="434"/>
                      <a:pt x="830" y="434"/>
                    </a:cubicBezTo>
                    <a:cubicBezTo>
                      <a:pt x="953" y="434"/>
                      <a:pt x="1091" y="417"/>
                      <a:pt x="1244" y="376"/>
                    </a:cubicBezTo>
                    <a:lnTo>
                      <a:pt x="1184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4"/>
              <p:cNvSpPr/>
              <p:nvPr/>
            </p:nvSpPr>
            <p:spPr>
              <a:xfrm>
                <a:off x="1672250" y="3891125"/>
                <a:ext cx="17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7" extrusionOk="0">
                    <a:moveTo>
                      <a:pt x="384" y="0"/>
                    </a:moveTo>
                    <a:cubicBezTo>
                      <a:pt x="254" y="0"/>
                      <a:pt x="127" y="102"/>
                      <a:pt x="72" y="254"/>
                    </a:cubicBezTo>
                    <a:cubicBezTo>
                      <a:pt x="0" y="456"/>
                      <a:pt x="72" y="669"/>
                      <a:pt x="233" y="730"/>
                    </a:cubicBezTo>
                    <a:cubicBezTo>
                      <a:pt x="261" y="741"/>
                      <a:pt x="291" y="746"/>
                      <a:pt x="321" y="746"/>
                    </a:cubicBezTo>
                    <a:cubicBezTo>
                      <a:pt x="452" y="746"/>
                      <a:pt x="590" y="643"/>
                      <a:pt x="648" y="487"/>
                    </a:cubicBezTo>
                    <a:cubicBezTo>
                      <a:pt x="719" y="294"/>
                      <a:pt x="638" y="82"/>
                      <a:pt x="486" y="22"/>
                    </a:cubicBezTo>
                    <a:cubicBezTo>
                      <a:pt x="452" y="7"/>
                      <a:pt x="418" y="0"/>
                      <a:pt x="384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4"/>
              <p:cNvSpPr/>
              <p:nvPr/>
            </p:nvSpPr>
            <p:spPr>
              <a:xfrm>
                <a:off x="1682350" y="3894925"/>
                <a:ext cx="5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5" extrusionOk="0">
                    <a:moveTo>
                      <a:pt x="32" y="1"/>
                    </a:moveTo>
                    <a:lnTo>
                      <a:pt x="1" y="41"/>
                    </a:lnTo>
                    <a:cubicBezTo>
                      <a:pt x="143" y="142"/>
                      <a:pt x="82" y="345"/>
                      <a:pt x="82" y="355"/>
                    </a:cubicBezTo>
                    <a:lnTo>
                      <a:pt x="133" y="365"/>
                    </a:lnTo>
                    <a:cubicBezTo>
                      <a:pt x="133" y="355"/>
                      <a:pt x="203" y="133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4"/>
              <p:cNvSpPr/>
              <p:nvPr/>
            </p:nvSpPr>
            <p:spPr>
              <a:xfrm>
                <a:off x="1617875" y="3891125"/>
                <a:ext cx="17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7" extrusionOk="0">
                    <a:moveTo>
                      <a:pt x="331" y="0"/>
                    </a:moveTo>
                    <a:cubicBezTo>
                      <a:pt x="298" y="0"/>
                      <a:pt x="265" y="7"/>
                      <a:pt x="233" y="22"/>
                    </a:cubicBezTo>
                    <a:cubicBezTo>
                      <a:pt x="71" y="82"/>
                      <a:pt x="1" y="294"/>
                      <a:pt x="71" y="487"/>
                    </a:cubicBezTo>
                    <a:cubicBezTo>
                      <a:pt x="129" y="643"/>
                      <a:pt x="261" y="746"/>
                      <a:pt x="395" y="746"/>
                    </a:cubicBezTo>
                    <a:cubicBezTo>
                      <a:pt x="426" y="746"/>
                      <a:pt x="456" y="741"/>
                      <a:pt x="486" y="730"/>
                    </a:cubicBezTo>
                    <a:cubicBezTo>
                      <a:pt x="648" y="669"/>
                      <a:pt x="719" y="456"/>
                      <a:pt x="648" y="254"/>
                    </a:cubicBezTo>
                    <a:cubicBezTo>
                      <a:pt x="592" y="102"/>
                      <a:pt x="459" y="0"/>
                      <a:pt x="33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4"/>
              <p:cNvSpPr/>
              <p:nvPr/>
            </p:nvSpPr>
            <p:spPr>
              <a:xfrm>
                <a:off x="1621425" y="3848900"/>
                <a:ext cx="60725" cy="890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3562" extrusionOk="0">
                    <a:moveTo>
                      <a:pt x="1214" y="1"/>
                    </a:moveTo>
                    <a:cubicBezTo>
                      <a:pt x="547" y="1"/>
                      <a:pt x="1" y="578"/>
                      <a:pt x="1" y="1286"/>
                    </a:cubicBezTo>
                    <a:cubicBezTo>
                      <a:pt x="1" y="1326"/>
                      <a:pt x="1" y="1367"/>
                      <a:pt x="10" y="1417"/>
                    </a:cubicBezTo>
                    <a:lnTo>
                      <a:pt x="10" y="1427"/>
                    </a:lnTo>
                    <a:lnTo>
                      <a:pt x="132" y="2530"/>
                    </a:lnTo>
                    <a:cubicBezTo>
                      <a:pt x="132" y="2540"/>
                      <a:pt x="142" y="2540"/>
                      <a:pt x="142" y="2540"/>
                    </a:cubicBezTo>
                    <a:lnTo>
                      <a:pt x="142" y="2570"/>
                    </a:lnTo>
                    <a:cubicBezTo>
                      <a:pt x="213" y="3127"/>
                      <a:pt x="790" y="3561"/>
                      <a:pt x="1214" y="3561"/>
                    </a:cubicBezTo>
                    <a:cubicBezTo>
                      <a:pt x="1629" y="3561"/>
                      <a:pt x="2215" y="3137"/>
                      <a:pt x="2287" y="2581"/>
                    </a:cubicBezTo>
                    <a:lnTo>
                      <a:pt x="2287" y="2570"/>
                    </a:lnTo>
                    <a:cubicBezTo>
                      <a:pt x="2287" y="2560"/>
                      <a:pt x="2296" y="2540"/>
                      <a:pt x="2296" y="2530"/>
                    </a:cubicBezTo>
                    <a:lnTo>
                      <a:pt x="2418" y="1427"/>
                    </a:lnTo>
                    <a:lnTo>
                      <a:pt x="2418" y="1417"/>
                    </a:lnTo>
                    <a:cubicBezTo>
                      <a:pt x="2428" y="1367"/>
                      <a:pt x="2428" y="1326"/>
                      <a:pt x="2428" y="1286"/>
                    </a:cubicBezTo>
                    <a:cubicBezTo>
                      <a:pt x="2428" y="578"/>
                      <a:pt x="1882" y="1"/>
                      <a:pt x="121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4"/>
              <p:cNvSpPr/>
              <p:nvPr/>
            </p:nvSpPr>
            <p:spPr>
              <a:xfrm>
                <a:off x="1601950" y="3847400"/>
                <a:ext cx="9285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206" extrusionOk="0">
                    <a:moveTo>
                      <a:pt x="2023" y="0"/>
                    </a:moveTo>
                    <a:cubicBezTo>
                      <a:pt x="0" y="0"/>
                      <a:pt x="870" y="2185"/>
                      <a:pt x="870" y="2185"/>
                    </a:cubicBezTo>
                    <a:cubicBezTo>
                      <a:pt x="962" y="1861"/>
                      <a:pt x="941" y="1416"/>
                      <a:pt x="941" y="1416"/>
                    </a:cubicBezTo>
                    <a:cubicBezTo>
                      <a:pt x="1265" y="1184"/>
                      <a:pt x="1447" y="961"/>
                      <a:pt x="1447" y="961"/>
                    </a:cubicBezTo>
                    <a:cubicBezTo>
                      <a:pt x="2023" y="1315"/>
                      <a:pt x="2965" y="1487"/>
                      <a:pt x="2965" y="1487"/>
                    </a:cubicBezTo>
                    <a:cubicBezTo>
                      <a:pt x="2954" y="2043"/>
                      <a:pt x="3116" y="2205"/>
                      <a:pt x="3116" y="2205"/>
                    </a:cubicBezTo>
                    <a:lnTo>
                      <a:pt x="3278" y="1750"/>
                    </a:lnTo>
                    <a:cubicBezTo>
                      <a:pt x="3278" y="1750"/>
                      <a:pt x="3713" y="0"/>
                      <a:pt x="202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4"/>
              <p:cNvSpPr/>
              <p:nvPr/>
            </p:nvSpPr>
            <p:spPr>
              <a:xfrm>
                <a:off x="1640650" y="3899750"/>
                <a:ext cx="55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456" extrusionOk="0">
                    <a:moveTo>
                      <a:pt x="172" y="0"/>
                    </a:moveTo>
                    <a:cubicBezTo>
                      <a:pt x="162" y="10"/>
                      <a:pt x="0" y="233"/>
                      <a:pt x="61" y="365"/>
                    </a:cubicBezTo>
                    <a:cubicBezTo>
                      <a:pt x="81" y="415"/>
                      <a:pt x="142" y="445"/>
                      <a:pt x="223" y="455"/>
                    </a:cubicBezTo>
                    <a:lnTo>
                      <a:pt x="223" y="405"/>
                    </a:lnTo>
                    <a:cubicBezTo>
                      <a:pt x="162" y="394"/>
                      <a:pt x="122" y="374"/>
                      <a:pt x="101" y="344"/>
                    </a:cubicBezTo>
                    <a:cubicBezTo>
                      <a:pt x="61" y="253"/>
                      <a:pt x="172" y="81"/>
                      <a:pt x="212" y="30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4"/>
              <p:cNvSpPr/>
              <p:nvPr/>
            </p:nvSpPr>
            <p:spPr>
              <a:xfrm>
                <a:off x="1653800" y="3888350"/>
                <a:ext cx="1190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4" extrusionOk="0">
                    <a:moveTo>
                      <a:pt x="30" y="1"/>
                    </a:moveTo>
                    <a:lnTo>
                      <a:pt x="0" y="133"/>
                    </a:lnTo>
                    <a:lnTo>
                      <a:pt x="445" y="234"/>
                    </a:lnTo>
                    <a:lnTo>
                      <a:pt x="475" y="102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4"/>
              <p:cNvSpPr/>
              <p:nvPr/>
            </p:nvSpPr>
            <p:spPr>
              <a:xfrm>
                <a:off x="1626725" y="3887600"/>
                <a:ext cx="121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34" extrusionOk="0">
                    <a:moveTo>
                      <a:pt x="456" y="1"/>
                    </a:moveTo>
                    <a:lnTo>
                      <a:pt x="1" y="102"/>
                    </a:lnTo>
                    <a:lnTo>
                      <a:pt x="31" y="233"/>
                    </a:lnTo>
                    <a:lnTo>
                      <a:pt x="486" y="132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4"/>
              <p:cNvSpPr/>
              <p:nvPr/>
            </p:nvSpPr>
            <p:spPr>
              <a:xfrm>
                <a:off x="1631550" y="3896700"/>
                <a:ext cx="40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63" extrusionOk="0">
                    <a:moveTo>
                      <a:pt x="81" y="1"/>
                    </a:moveTo>
                    <a:cubicBezTo>
                      <a:pt x="30" y="1"/>
                      <a:pt x="0" y="41"/>
                      <a:pt x="0" y="82"/>
                    </a:cubicBezTo>
                    <a:cubicBezTo>
                      <a:pt x="0" y="122"/>
                      <a:pt x="30" y="163"/>
                      <a:pt x="81" y="163"/>
                    </a:cubicBezTo>
                    <a:cubicBezTo>
                      <a:pt x="122" y="163"/>
                      <a:pt x="162" y="122"/>
                      <a:pt x="162" y="82"/>
                    </a:cubicBezTo>
                    <a:cubicBezTo>
                      <a:pt x="162" y="41"/>
                      <a:pt x="12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4"/>
              <p:cNvSpPr/>
              <p:nvPr/>
            </p:nvSpPr>
            <p:spPr>
              <a:xfrm>
                <a:off x="1655825" y="3896700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1" y="1"/>
                    </a:moveTo>
                    <a:cubicBezTo>
                      <a:pt x="30" y="1"/>
                      <a:pt x="0" y="41"/>
                      <a:pt x="0" y="82"/>
                    </a:cubicBezTo>
                    <a:cubicBezTo>
                      <a:pt x="0" y="122"/>
                      <a:pt x="30" y="163"/>
                      <a:pt x="81" y="163"/>
                    </a:cubicBezTo>
                    <a:cubicBezTo>
                      <a:pt x="122" y="163"/>
                      <a:pt x="162" y="122"/>
                      <a:pt x="162" y="82"/>
                    </a:cubicBezTo>
                    <a:cubicBezTo>
                      <a:pt x="162" y="41"/>
                      <a:pt x="12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4"/>
              <p:cNvSpPr/>
              <p:nvPr/>
            </p:nvSpPr>
            <p:spPr>
              <a:xfrm>
                <a:off x="1638875" y="3918975"/>
                <a:ext cx="12925" cy="32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29" extrusionOk="0">
                    <a:moveTo>
                      <a:pt x="31" y="0"/>
                    </a:moveTo>
                    <a:lnTo>
                      <a:pt x="0" y="41"/>
                    </a:lnTo>
                    <a:cubicBezTo>
                      <a:pt x="11" y="50"/>
                      <a:pt x="51" y="81"/>
                      <a:pt x="121" y="101"/>
                    </a:cubicBezTo>
                    <a:cubicBezTo>
                      <a:pt x="162" y="116"/>
                      <a:pt x="218" y="129"/>
                      <a:pt x="285" y="129"/>
                    </a:cubicBezTo>
                    <a:cubicBezTo>
                      <a:pt x="352" y="129"/>
                      <a:pt x="430" y="116"/>
                      <a:pt x="516" y="81"/>
                    </a:cubicBezTo>
                    <a:lnTo>
                      <a:pt x="496" y="30"/>
                    </a:lnTo>
                    <a:cubicBezTo>
                      <a:pt x="415" y="66"/>
                      <a:pt x="342" y="79"/>
                      <a:pt x="279" y="79"/>
                    </a:cubicBezTo>
                    <a:cubicBezTo>
                      <a:pt x="130" y="79"/>
                      <a:pt x="38" y="7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4"/>
              <p:cNvSpPr/>
              <p:nvPr/>
            </p:nvSpPr>
            <p:spPr>
              <a:xfrm>
                <a:off x="1973950" y="4019850"/>
                <a:ext cx="81700" cy="141650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5666" extrusionOk="0">
                    <a:moveTo>
                      <a:pt x="1" y="1"/>
                    </a:moveTo>
                    <a:lnTo>
                      <a:pt x="1" y="5666"/>
                    </a:lnTo>
                    <a:lnTo>
                      <a:pt x="2479" y="5666"/>
                    </a:lnTo>
                    <a:cubicBezTo>
                      <a:pt x="3268" y="3572"/>
                      <a:pt x="1397" y="3754"/>
                      <a:pt x="1710" y="2561"/>
                    </a:cubicBezTo>
                    <a:cubicBezTo>
                      <a:pt x="2024" y="1377"/>
                      <a:pt x="1822" y="1"/>
                      <a:pt x="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4"/>
              <p:cNvSpPr/>
              <p:nvPr/>
            </p:nvSpPr>
            <p:spPr>
              <a:xfrm>
                <a:off x="1894275" y="4019850"/>
                <a:ext cx="81725" cy="141650"/>
              </a:xfrm>
              <a:custGeom>
                <a:avLst/>
                <a:gdLst/>
                <a:ahLst/>
                <a:cxnLst/>
                <a:rect l="l" t="t" r="r" b="b"/>
                <a:pathLst>
                  <a:path w="3269" h="5666" extrusionOk="0">
                    <a:moveTo>
                      <a:pt x="3269" y="1"/>
                    </a:moveTo>
                    <a:cubicBezTo>
                      <a:pt x="1538" y="1"/>
                      <a:pt x="1246" y="1377"/>
                      <a:pt x="1559" y="2561"/>
                    </a:cubicBezTo>
                    <a:cubicBezTo>
                      <a:pt x="1882" y="3754"/>
                      <a:pt x="1" y="3572"/>
                      <a:pt x="790" y="5666"/>
                    </a:cubicBezTo>
                    <a:lnTo>
                      <a:pt x="3269" y="5666"/>
                    </a:lnTo>
                    <a:lnTo>
                      <a:pt x="326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4"/>
              <p:cNvSpPr/>
              <p:nvPr/>
            </p:nvSpPr>
            <p:spPr>
              <a:xfrm>
                <a:off x="1943100" y="4091175"/>
                <a:ext cx="63000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2520" h="2692" extrusionOk="0">
                    <a:moveTo>
                      <a:pt x="567" y="1"/>
                    </a:moveTo>
                    <a:lnTo>
                      <a:pt x="506" y="810"/>
                    </a:lnTo>
                    <a:cubicBezTo>
                      <a:pt x="496" y="901"/>
                      <a:pt x="435" y="992"/>
                      <a:pt x="334" y="1012"/>
                    </a:cubicBezTo>
                    <a:lnTo>
                      <a:pt x="1" y="1093"/>
                    </a:lnTo>
                    <a:cubicBezTo>
                      <a:pt x="223" y="2216"/>
                      <a:pt x="1235" y="2691"/>
                      <a:pt x="1235" y="2691"/>
                    </a:cubicBezTo>
                    <a:cubicBezTo>
                      <a:pt x="2114" y="2206"/>
                      <a:pt x="2519" y="1083"/>
                      <a:pt x="2519" y="1083"/>
                    </a:cubicBezTo>
                    <a:lnTo>
                      <a:pt x="2145" y="1002"/>
                    </a:lnTo>
                    <a:cubicBezTo>
                      <a:pt x="2044" y="982"/>
                      <a:pt x="1973" y="901"/>
                      <a:pt x="1963" y="800"/>
                    </a:cubicBezTo>
                    <a:lnTo>
                      <a:pt x="1902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4"/>
              <p:cNvSpPr/>
              <p:nvPr/>
            </p:nvSpPr>
            <p:spPr>
              <a:xfrm>
                <a:off x="1888475" y="4272500"/>
                <a:ext cx="170975" cy="78175"/>
              </a:xfrm>
              <a:custGeom>
                <a:avLst/>
                <a:gdLst/>
                <a:ahLst/>
                <a:cxnLst/>
                <a:rect l="l" t="t" r="r" b="b"/>
                <a:pathLst>
                  <a:path w="6839" h="3127" extrusionOk="0">
                    <a:moveTo>
                      <a:pt x="1103" y="1"/>
                    </a:moveTo>
                    <a:lnTo>
                      <a:pt x="689" y="253"/>
                    </a:lnTo>
                    <a:cubicBezTo>
                      <a:pt x="132" y="597"/>
                      <a:pt x="1" y="1215"/>
                      <a:pt x="51" y="1852"/>
                    </a:cubicBezTo>
                    <a:lnTo>
                      <a:pt x="203" y="3126"/>
                    </a:lnTo>
                    <a:lnTo>
                      <a:pt x="3420" y="2823"/>
                    </a:lnTo>
                    <a:lnTo>
                      <a:pt x="3440" y="2823"/>
                    </a:lnTo>
                    <a:lnTo>
                      <a:pt x="6697" y="3126"/>
                    </a:lnTo>
                    <a:lnTo>
                      <a:pt x="6788" y="1852"/>
                    </a:lnTo>
                    <a:cubicBezTo>
                      <a:pt x="6839" y="1215"/>
                      <a:pt x="6738" y="597"/>
                      <a:pt x="6171" y="253"/>
                    </a:cubicBezTo>
                    <a:lnTo>
                      <a:pt x="5767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4"/>
              <p:cNvSpPr/>
              <p:nvPr/>
            </p:nvSpPr>
            <p:spPr>
              <a:xfrm>
                <a:off x="1935250" y="4059375"/>
                <a:ext cx="17500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04" extrusionOk="0">
                    <a:moveTo>
                      <a:pt x="320" y="1"/>
                    </a:moveTo>
                    <a:cubicBezTo>
                      <a:pt x="287" y="1"/>
                      <a:pt x="255" y="6"/>
                      <a:pt x="223" y="18"/>
                    </a:cubicBezTo>
                    <a:cubicBezTo>
                      <a:pt x="72" y="79"/>
                      <a:pt x="1" y="271"/>
                      <a:pt x="72" y="463"/>
                    </a:cubicBezTo>
                    <a:cubicBezTo>
                      <a:pt x="128" y="609"/>
                      <a:pt x="257" y="703"/>
                      <a:pt x="384" y="703"/>
                    </a:cubicBezTo>
                    <a:cubicBezTo>
                      <a:pt x="415" y="703"/>
                      <a:pt x="446" y="698"/>
                      <a:pt x="476" y="686"/>
                    </a:cubicBezTo>
                    <a:cubicBezTo>
                      <a:pt x="628" y="625"/>
                      <a:pt x="699" y="433"/>
                      <a:pt x="628" y="251"/>
                    </a:cubicBezTo>
                    <a:cubicBezTo>
                      <a:pt x="579" y="96"/>
                      <a:pt x="452" y="1"/>
                      <a:pt x="320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>
                <a:off x="1938300" y="4063125"/>
                <a:ext cx="4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334" extrusionOk="0">
                    <a:moveTo>
                      <a:pt x="152" y="0"/>
                    </a:moveTo>
                    <a:cubicBezTo>
                      <a:pt x="0" y="121"/>
                      <a:pt x="61" y="334"/>
                      <a:pt x="61" y="334"/>
                    </a:cubicBezTo>
                    <a:lnTo>
                      <a:pt x="91" y="324"/>
                    </a:lnTo>
                    <a:cubicBezTo>
                      <a:pt x="91" y="324"/>
                      <a:pt x="31" y="131"/>
                      <a:pt x="172" y="30"/>
                    </a:cubicBez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>
                <a:off x="1995700" y="4059375"/>
                <a:ext cx="17475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704" extrusionOk="0">
                    <a:moveTo>
                      <a:pt x="374" y="1"/>
                    </a:moveTo>
                    <a:cubicBezTo>
                      <a:pt x="247" y="1"/>
                      <a:pt x="118" y="96"/>
                      <a:pt x="61" y="251"/>
                    </a:cubicBezTo>
                    <a:cubicBezTo>
                      <a:pt x="1" y="433"/>
                      <a:pt x="71" y="625"/>
                      <a:pt x="223" y="686"/>
                    </a:cubicBezTo>
                    <a:cubicBezTo>
                      <a:pt x="253" y="698"/>
                      <a:pt x="284" y="703"/>
                      <a:pt x="315" y="703"/>
                    </a:cubicBezTo>
                    <a:cubicBezTo>
                      <a:pt x="442" y="703"/>
                      <a:pt x="571" y="609"/>
                      <a:pt x="628" y="463"/>
                    </a:cubicBezTo>
                    <a:cubicBezTo>
                      <a:pt x="698" y="271"/>
                      <a:pt x="628" y="79"/>
                      <a:pt x="466" y="18"/>
                    </a:cubicBezTo>
                    <a:cubicBezTo>
                      <a:pt x="436" y="6"/>
                      <a:pt x="405" y="1"/>
                      <a:pt x="37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4"/>
              <p:cNvSpPr/>
              <p:nvPr/>
            </p:nvSpPr>
            <p:spPr>
              <a:xfrm>
                <a:off x="2006325" y="4063125"/>
                <a:ext cx="4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334" extrusionOk="0">
                    <a:moveTo>
                      <a:pt x="21" y="0"/>
                    </a:moveTo>
                    <a:lnTo>
                      <a:pt x="1" y="30"/>
                    </a:lnTo>
                    <a:cubicBezTo>
                      <a:pt x="142" y="131"/>
                      <a:pt x="81" y="324"/>
                      <a:pt x="81" y="324"/>
                    </a:cubicBezTo>
                    <a:lnTo>
                      <a:pt x="111" y="334"/>
                    </a:lnTo>
                    <a:cubicBezTo>
                      <a:pt x="111" y="334"/>
                      <a:pt x="172" y="121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4"/>
              <p:cNvSpPr/>
              <p:nvPr/>
            </p:nvSpPr>
            <p:spPr>
              <a:xfrm>
                <a:off x="1957275" y="4094975"/>
                <a:ext cx="33650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759" extrusionOk="0">
                    <a:moveTo>
                      <a:pt x="0" y="1"/>
                    </a:moveTo>
                    <a:lnTo>
                      <a:pt x="0" y="334"/>
                    </a:lnTo>
                    <a:cubicBezTo>
                      <a:pt x="0" y="334"/>
                      <a:pt x="263" y="759"/>
                      <a:pt x="677" y="759"/>
                    </a:cubicBezTo>
                    <a:cubicBezTo>
                      <a:pt x="1093" y="759"/>
                      <a:pt x="1345" y="334"/>
                      <a:pt x="1345" y="334"/>
                    </a:cubicBezTo>
                    <a:lnTo>
                      <a:pt x="1345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4"/>
              <p:cNvSpPr/>
              <p:nvPr/>
            </p:nvSpPr>
            <p:spPr>
              <a:xfrm>
                <a:off x="1942850" y="4024925"/>
                <a:ext cx="62500" cy="8397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359" extrusionOk="0">
                    <a:moveTo>
                      <a:pt x="1245" y="0"/>
                    </a:moveTo>
                    <a:cubicBezTo>
                      <a:pt x="557" y="0"/>
                      <a:pt x="0" y="537"/>
                      <a:pt x="0" y="1204"/>
                    </a:cubicBezTo>
                    <a:cubicBezTo>
                      <a:pt x="0" y="1245"/>
                      <a:pt x="0" y="1285"/>
                      <a:pt x="11" y="1326"/>
                    </a:cubicBezTo>
                    <a:lnTo>
                      <a:pt x="11" y="1346"/>
                    </a:lnTo>
                    <a:lnTo>
                      <a:pt x="142" y="2378"/>
                    </a:lnTo>
                    <a:lnTo>
                      <a:pt x="142" y="2418"/>
                    </a:lnTo>
                    <a:lnTo>
                      <a:pt x="142" y="2428"/>
                    </a:lnTo>
                    <a:cubicBezTo>
                      <a:pt x="223" y="2954"/>
                      <a:pt x="688" y="3359"/>
                      <a:pt x="1245" y="3359"/>
                    </a:cubicBezTo>
                    <a:cubicBezTo>
                      <a:pt x="1821" y="3359"/>
                      <a:pt x="2286" y="2944"/>
                      <a:pt x="2357" y="2418"/>
                    </a:cubicBezTo>
                    <a:lnTo>
                      <a:pt x="2357" y="2388"/>
                    </a:lnTo>
                    <a:lnTo>
                      <a:pt x="2489" y="1346"/>
                    </a:lnTo>
                    <a:lnTo>
                      <a:pt x="2489" y="1326"/>
                    </a:lnTo>
                    <a:cubicBezTo>
                      <a:pt x="2499" y="1285"/>
                      <a:pt x="2499" y="1245"/>
                      <a:pt x="2499" y="1204"/>
                    </a:cubicBezTo>
                    <a:cubicBezTo>
                      <a:pt x="2499" y="537"/>
                      <a:pt x="1942" y="0"/>
                      <a:pt x="1245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4"/>
              <p:cNvSpPr/>
              <p:nvPr/>
            </p:nvSpPr>
            <p:spPr>
              <a:xfrm>
                <a:off x="1941325" y="4024400"/>
                <a:ext cx="65025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2601" h="1802" extrusionOk="0">
                    <a:moveTo>
                      <a:pt x="1291" y="1"/>
                    </a:moveTo>
                    <a:cubicBezTo>
                      <a:pt x="1151" y="1"/>
                      <a:pt x="49" y="36"/>
                      <a:pt x="11" y="1154"/>
                    </a:cubicBezTo>
                    <a:cubicBezTo>
                      <a:pt x="0" y="1266"/>
                      <a:pt x="61" y="1397"/>
                      <a:pt x="81" y="1509"/>
                    </a:cubicBezTo>
                    <a:lnTo>
                      <a:pt x="122" y="1802"/>
                    </a:lnTo>
                    <a:cubicBezTo>
                      <a:pt x="122" y="1802"/>
                      <a:pt x="436" y="1327"/>
                      <a:pt x="577" y="902"/>
                    </a:cubicBezTo>
                    <a:lnTo>
                      <a:pt x="1306" y="861"/>
                    </a:lnTo>
                    <a:lnTo>
                      <a:pt x="2064" y="1104"/>
                    </a:lnTo>
                    <a:cubicBezTo>
                      <a:pt x="2206" y="1539"/>
                      <a:pt x="2489" y="1802"/>
                      <a:pt x="2489" y="1802"/>
                    </a:cubicBezTo>
                    <a:lnTo>
                      <a:pt x="2540" y="1509"/>
                    </a:lnTo>
                    <a:cubicBezTo>
                      <a:pt x="2550" y="1397"/>
                      <a:pt x="2601" y="1266"/>
                      <a:pt x="2601" y="1154"/>
                    </a:cubicBezTo>
                    <a:cubicBezTo>
                      <a:pt x="2563" y="36"/>
                      <a:pt x="1460" y="1"/>
                      <a:pt x="1320" y="1"/>
                    </a:cubicBezTo>
                    <a:cubicBezTo>
                      <a:pt x="1311" y="1"/>
                      <a:pt x="1306" y="1"/>
                      <a:pt x="1306" y="1"/>
                    </a:cubicBezTo>
                    <a:cubicBezTo>
                      <a:pt x="1306" y="1"/>
                      <a:pt x="1301" y="1"/>
                      <a:pt x="129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4"/>
              <p:cNvSpPr/>
              <p:nvPr/>
            </p:nvSpPr>
            <p:spPr>
              <a:xfrm>
                <a:off x="1973450" y="4074250"/>
                <a:ext cx="5075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395" extrusionOk="0">
                    <a:moveTo>
                      <a:pt x="51" y="0"/>
                    </a:moveTo>
                    <a:lnTo>
                      <a:pt x="21" y="30"/>
                    </a:lnTo>
                    <a:cubicBezTo>
                      <a:pt x="51" y="81"/>
                      <a:pt x="142" y="223"/>
                      <a:pt x="111" y="293"/>
                    </a:cubicBezTo>
                    <a:cubicBezTo>
                      <a:pt x="102" y="324"/>
                      <a:pt x="61" y="344"/>
                      <a:pt x="1" y="344"/>
                    </a:cubicBezTo>
                    <a:lnTo>
                      <a:pt x="10" y="394"/>
                    </a:lnTo>
                    <a:cubicBezTo>
                      <a:pt x="81" y="385"/>
                      <a:pt x="132" y="364"/>
                      <a:pt x="152" y="313"/>
                    </a:cubicBezTo>
                    <a:cubicBezTo>
                      <a:pt x="203" y="203"/>
                      <a:pt x="71" y="20"/>
                      <a:pt x="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1953225" y="4060075"/>
                <a:ext cx="11400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24" extrusionOk="0">
                    <a:moveTo>
                      <a:pt x="425" y="1"/>
                    </a:moveTo>
                    <a:lnTo>
                      <a:pt x="0" y="91"/>
                    </a:lnTo>
                    <a:lnTo>
                      <a:pt x="20" y="223"/>
                    </a:lnTo>
                    <a:lnTo>
                      <a:pt x="455" y="122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4"/>
              <p:cNvSpPr/>
              <p:nvPr/>
            </p:nvSpPr>
            <p:spPr>
              <a:xfrm>
                <a:off x="1983575" y="4060075"/>
                <a:ext cx="113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455" h="224" extrusionOk="0">
                    <a:moveTo>
                      <a:pt x="20" y="1"/>
                    </a:moveTo>
                    <a:lnTo>
                      <a:pt x="0" y="122"/>
                    </a:lnTo>
                    <a:lnTo>
                      <a:pt x="425" y="223"/>
                    </a:lnTo>
                    <a:lnTo>
                      <a:pt x="455" y="91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4"/>
              <p:cNvSpPr/>
              <p:nvPr/>
            </p:nvSpPr>
            <p:spPr>
              <a:xfrm>
                <a:off x="1965600" y="4088150"/>
                <a:ext cx="11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466" h="173" extrusionOk="0">
                    <a:moveTo>
                      <a:pt x="31" y="0"/>
                    </a:moveTo>
                    <a:lnTo>
                      <a:pt x="1" y="31"/>
                    </a:lnTo>
                    <a:cubicBezTo>
                      <a:pt x="122" y="152"/>
                      <a:pt x="254" y="173"/>
                      <a:pt x="344" y="173"/>
                    </a:cubicBezTo>
                    <a:cubicBezTo>
                      <a:pt x="416" y="173"/>
                      <a:pt x="456" y="162"/>
                      <a:pt x="466" y="162"/>
                    </a:cubicBezTo>
                    <a:lnTo>
                      <a:pt x="446" y="112"/>
                    </a:lnTo>
                    <a:cubicBezTo>
                      <a:pt x="441" y="116"/>
                      <a:pt x="403" y="129"/>
                      <a:pt x="344" y="129"/>
                    </a:cubicBezTo>
                    <a:cubicBezTo>
                      <a:pt x="264" y="129"/>
                      <a:pt x="148" y="105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1906175" y="4256575"/>
                <a:ext cx="137850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911" extrusionOk="0">
                    <a:moveTo>
                      <a:pt x="223" y="0"/>
                    </a:moveTo>
                    <a:cubicBezTo>
                      <a:pt x="1" y="385"/>
                      <a:pt x="273" y="719"/>
                      <a:pt x="273" y="719"/>
                    </a:cubicBezTo>
                    <a:cubicBezTo>
                      <a:pt x="273" y="719"/>
                      <a:pt x="1113" y="911"/>
                      <a:pt x="2712" y="911"/>
                    </a:cubicBezTo>
                    <a:cubicBezTo>
                      <a:pt x="4320" y="911"/>
                      <a:pt x="5210" y="719"/>
                      <a:pt x="5210" y="719"/>
                    </a:cubicBezTo>
                    <a:cubicBezTo>
                      <a:pt x="5513" y="324"/>
                      <a:pt x="5261" y="0"/>
                      <a:pt x="52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2010100" y="4121275"/>
                <a:ext cx="66300" cy="137450"/>
              </a:xfrm>
              <a:custGeom>
                <a:avLst/>
                <a:gdLst/>
                <a:ahLst/>
                <a:cxnLst/>
                <a:rect l="l" t="t" r="r" b="b"/>
                <a:pathLst>
                  <a:path w="2652" h="5498" extrusionOk="0">
                    <a:moveTo>
                      <a:pt x="214" y="1"/>
                    </a:moveTo>
                    <a:lnTo>
                      <a:pt x="1" y="1669"/>
                    </a:lnTo>
                    <a:cubicBezTo>
                      <a:pt x="345" y="3035"/>
                      <a:pt x="881" y="4937"/>
                      <a:pt x="932" y="5362"/>
                    </a:cubicBezTo>
                    <a:cubicBezTo>
                      <a:pt x="941" y="5441"/>
                      <a:pt x="1018" y="5497"/>
                      <a:pt x="1105" y="5497"/>
                    </a:cubicBezTo>
                    <a:cubicBezTo>
                      <a:pt x="1118" y="5497"/>
                      <a:pt x="1131" y="5496"/>
                      <a:pt x="1144" y="5493"/>
                    </a:cubicBezTo>
                    <a:lnTo>
                      <a:pt x="1154" y="5493"/>
                    </a:lnTo>
                    <a:cubicBezTo>
                      <a:pt x="2095" y="5261"/>
                      <a:pt x="2651" y="4411"/>
                      <a:pt x="2399" y="3591"/>
                    </a:cubicBezTo>
                    <a:cubicBezTo>
                      <a:pt x="2298" y="3247"/>
                      <a:pt x="2186" y="2944"/>
                      <a:pt x="2136" y="2813"/>
                    </a:cubicBezTo>
                    <a:cubicBezTo>
                      <a:pt x="1943" y="2317"/>
                      <a:pt x="942" y="354"/>
                      <a:pt x="21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4"/>
              <p:cNvSpPr/>
              <p:nvPr/>
            </p:nvSpPr>
            <p:spPr>
              <a:xfrm>
                <a:off x="1873050" y="4122025"/>
                <a:ext cx="63750" cy="136700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5468" extrusionOk="0">
                    <a:moveTo>
                      <a:pt x="2468" y="1"/>
                    </a:moveTo>
                    <a:cubicBezTo>
                      <a:pt x="1740" y="355"/>
                      <a:pt x="708" y="2287"/>
                      <a:pt x="516" y="2783"/>
                    </a:cubicBezTo>
                    <a:cubicBezTo>
                      <a:pt x="466" y="2914"/>
                      <a:pt x="364" y="3217"/>
                      <a:pt x="253" y="3561"/>
                    </a:cubicBezTo>
                    <a:cubicBezTo>
                      <a:pt x="0" y="4381"/>
                      <a:pt x="557" y="5231"/>
                      <a:pt x="1497" y="5463"/>
                    </a:cubicBezTo>
                    <a:lnTo>
                      <a:pt x="1508" y="5463"/>
                    </a:lnTo>
                    <a:cubicBezTo>
                      <a:pt x="1521" y="5466"/>
                      <a:pt x="1534" y="5467"/>
                      <a:pt x="1547" y="5467"/>
                    </a:cubicBezTo>
                    <a:cubicBezTo>
                      <a:pt x="1634" y="5467"/>
                      <a:pt x="1711" y="5411"/>
                      <a:pt x="1720" y="5332"/>
                    </a:cubicBezTo>
                    <a:cubicBezTo>
                      <a:pt x="1771" y="4907"/>
                      <a:pt x="2205" y="3056"/>
                      <a:pt x="2549" y="1680"/>
                    </a:cubicBezTo>
                    <a:lnTo>
                      <a:pt x="2468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4"/>
              <p:cNvSpPr/>
              <p:nvPr/>
            </p:nvSpPr>
            <p:spPr>
              <a:xfrm>
                <a:off x="1915275" y="4117750"/>
                <a:ext cx="1189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6272" extrusionOk="0">
                    <a:moveTo>
                      <a:pt x="3582" y="0"/>
                    </a:moveTo>
                    <a:cubicBezTo>
                      <a:pt x="3409" y="232"/>
                      <a:pt x="2742" y="587"/>
                      <a:pt x="2429" y="587"/>
                    </a:cubicBezTo>
                    <a:cubicBezTo>
                      <a:pt x="1963" y="587"/>
                      <a:pt x="1458" y="364"/>
                      <a:pt x="1204" y="10"/>
                    </a:cubicBezTo>
                    <a:lnTo>
                      <a:pt x="1114" y="30"/>
                    </a:lnTo>
                    <a:cubicBezTo>
                      <a:pt x="1114" y="41"/>
                      <a:pt x="658" y="384"/>
                      <a:pt x="658" y="384"/>
                    </a:cubicBezTo>
                    <a:cubicBezTo>
                      <a:pt x="678" y="526"/>
                      <a:pt x="729" y="657"/>
                      <a:pt x="739" y="809"/>
                    </a:cubicBezTo>
                    <a:cubicBezTo>
                      <a:pt x="739" y="961"/>
                      <a:pt x="729" y="1123"/>
                      <a:pt x="698" y="1275"/>
                    </a:cubicBezTo>
                    <a:cubicBezTo>
                      <a:pt x="689" y="1376"/>
                      <a:pt x="678" y="1457"/>
                      <a:pt x="658" y="1558"/>
                    </a:cubicBezTo>
                    <a:cubicBezTo>
                      <a:pt x="658" y="1558"/>
                      <a:pt x="476" y="2862"/>
                      <a:pt x="244" y="3651"/>
                    </a:cubicBezTo>
                    <a:lnTo>
                      <a:pt x="1" y="4390"/>
                    </a:lnTo>
                    <a:lnTo>
                      <a:pt x="1336" y="6272"/>
                    </a:lnTo>
                    <a:lnTo>
                      <a:pt x="3430" y="6272"/>
                    </a:lnTo>
                    <a:lnTo>
                      <a:pt x="4755" y="4390"/>
                    </a:lnTo>
                    <a:lnTo>
                      <a:pt x="4522" y="3651"/>
                    </a:lnTo>
                    <a:cubicBezTo>
                      <a:pt x="4290" y="2862"/>
                      <a:pt x="4108" y="1558"/>
                      <a:pt x="4108" y="1558"/>
                    </a:cubicBezTo>
                    <a:lnTo>
                      <a:pt x="4118" y="1558"/>
                    </a:lnTo>
                    <a:cubicBezTo>
                      <a:pt x="4118" y="1547"/>
                      <a:pt x="4108" y="1527"/>
                      <a:pt x="4108" y="1507"/>
                    </a:cubicBezTo>
                    <a:lnTo>
                      <a:pt x="4108" y="1527"/>
                    </a:lnTo>
                    <a:cubicBezTo>
                      <a:pt x="4108" y="1527"/>
                      <a:pt x="4097" y="1517"/>
                      <a:pt x="4097" y="1497"/>
                    </a:cubicBezTo>
                    <a:cubicBezTo>
                      <a:pt x="4088" y="1466"/>
                      <a:pt x="4077" y="1446"/>
                      <a:pt x="4077" y="1416"/>
                    </a:cubicBezTo>
                    <a:cubicBezTo>
                      <a:pt x="4077" y="1406"/>
                      <a:pt x="4067" y="1376"/>
                      <a:pt x="4067" y="1365"/>
                    </a:cubicBezTo>
                    <a:cubicBezTo>
                      <a:pt x="4027" y="1194"/>
                      <a:pt x="4057" y="1012"/>
                      <a:pt x="4037" y="850"/>
                    </a:cubicBezTo>
                    <a:cubicBezTo>
                      <a:pt x="4027" y="698"/>
                      <a:pt x="3632" y="182"/>
                      <a:pt x="3683" y="30"/>
                    </a:cubicBezTo>
                    <a:lnTo>
                      <a:pt x="358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2017950" y="4155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F742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4"/>
              <p:cNvSpPr/>
              <p:nvPr/>
            </p:nvSpPr>
            <p:spPr>
              <a:xfrm>
                <a:off x="1960800" y="4038575"/>
                <a:ext cx="374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790" extrusionOk="0">
                    <a:moveTo>
                      <a:pt x="648" y="0"/>
                    </a:moveTo>
                    <a:lnTo>
                      <a:pt x="1" y="81"/>
                    </a:lnTo>
                    <a:cubicBezTo>
                      <a:pt x="1" y="81"/>
                      <a:pt x="314" y="688"/>
                      <a:pt x="1498" y="790"/>
                    </a:cubicBezTo>
                    <a:lnTo>
                      <a:pt x="1447" y="375"/>
                    </a:lnTo>
                    <a:lnTo>
                      <a:pt x="6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4"/>
              <p:cNvSpPr/>
              <p:nvPr/>
            </p:nvSpPr>
            <p:spPr>
              <a:xfrm>
                <a:off x="1918575" y="4446750"/>
                <a:ext cx="29850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205" extrusionOk="0">
                    <a:moveTo>
                      <a:pt x="0" y="0"/>
                    </a:moveTo>
                    <a:lnTo>
                      <a:pt x="0" y="1204"/>
                    </a:lnTo>
                    <a:lnTo>
                      <a:pt x="1194" y="1204"/>
                    </a:lnTo>
                    <a:lnTo>
                      <a:pt x="1194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1903150" y="4470275"/>
                <a:ext cx="60725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224" extrusionOk="0">
                    <a:moveTo>
                      <a:pt x="365" y="0"/>
                    </a:moveTo>
                    <a:lnTo>
                      <a:pt x="0" y="961"/>
                    </a:lnTo>
                    <a:lnTo>
                      <a:pt x="1154" y="1224"/>
                    </a:lnTo>
                    <a:lnTo>
                      <a:pt x="2428" y="961"/>
                    </a:lnTo>
                    <a:lnTo>
                      <a:pt x="206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1903150" y="4494275"/>
                <a:ext cx="607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518" extrusionOk="0">
                    <a:moveTo>
                      <a:pt x="0" y="1"/>
                    </a:moveTo>
                    <a:lnTo>
                      <a:pt x="0" y="517"/>
                    </a:lnTo>
                    <a:lnTo>
                      <a:pt x="2428" y="517"/>
                    </a:lnTo>
                    <a:lnTo>
                      <a:pt x="24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4"/>
              <p:cNvSpPr/>
              <p:nvPr/>
            </p:nvSpPr>
            <p:spPr>
              <a:xfrm>
                <a:off x="1893525" y="4327375"/>
                <a:ext cx="73875" cy="1285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5140" extrusionOk="0">
                    <a:moveTo>
                      <a:pt x="2955" y="1"/>
                    </a:moveTo>
                    <a:lnTo>
                      <a:pt x="1" y="931"/>
                    </a:lnTo>
                    <a:lnTo>
                      <a:pt x="588" y="5139"/>
                    </a:lnTo>
                    <a:lnTo>
                      <a:pt x="2580" y="5130"/>
                    </a:lnTo>
                    <a:lnTo>
                      <a:pt x="2955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4"/>
              <p:cNvSpPr/>
              <p:nvPr/>
            </p:nvSpPr>
            <p:spPr>
              <a:xfrm>
                <a:off x="1900850" y="4434100"/>
                <a:ext cx="6527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932" extrusionOk="0">
                    <a:moveTo>
                      <a:pt x="11" y="0"/>
                    </a:moveTo>
                    <a:cubicBezTo>
                      <a:pt x="11" y="0"/>
                      <a:pt x="1" y="11"/>
                      <a:pt x="1" y="21"/>
                    </a:cubicBezTo>
                    <a:lnTo>
                      <a:pt x="1" y="921"/>
                    </a:lnTo>
                    <a:cubicBezTo>
                      <a:pt x="1" y="931"/>
                      <a:pt x="11" y="931"/>
                      <a:pt x="11" y="931"/>
                    </a:cubicBezTo>
                    <a:lnTo>
                      <a:pt x="2601" y="931"/>
                    </a:lnTo>
                    <a:cubicBezTo>
                      <a:pt x="2601" y="931"/>
                      <a:pt x="2611" y="931"/>
                      <a:pt x="2611" y="921"/>
                    </a:cubicBezTo>
                    <a:lnTo>
                      <a:pt x="2611" y="21"/>
                    </a:lnTo>
                    <a:cubicBezTo>
                      <a:pt x="2611" y="11"/>
                      <a:pt x="2601" y="0"/>
                      <a:pt x="26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4"/>
              <p:cNvSpPr/>
              <p:nvPr/>
            </p:nvSpPr>
            <p:spPr>
              <a:xfrm>
                <a:off x="1919325" y="4464200"/>
                <a:ext cx="142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28" extrusionOk="0">
                    <a:moveTo>
                      <a:pt x="567" y="1"/>
                    </a:moveTo>
                    <a:cubicBezTo>
                      <a:pt x="476" y="1"/>
                      <a:pt x="1" y="31"/>
                      <a:pt x="1" y="31"/>
                    </a:cubicBezTo>
                    <a:lnTo>
                      <a:pt x="132" y="628"/>
                    </a:lnTo>
                    <a:lnTo>
                      <a:pt x="567" y="628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4"/>
              <p:cNvSpPr/>
              <p:nvPr/>
            </p:nvSpPr>
            <p:spPr>
              <a:xfrm>
                <a:off x="1933500" y="4464200"/>
                <a:ext cx="1417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7" h="628" extrusionOk="0">
                    <a:moveTo>
                      <a:pt x="0" y="1"/>
                    </a:moveTo>
                    <a:lnTo>
                      <a:pt x="0" y="628"/>
                    </a:lnTo>
                    <a:lnTo>
                      <a:pt x="435" y="628"/>
                    </a:lnTo>
                    <a:lnTo>
                      <a:pt x="567" y="31"/>
                    </a:lnTo>
                    <a:cubicBezTo>
                      <a:pt x="567" y="31"/>
                      <a:pt x="91" y="1"/>
                      <a:pt x="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4"/>
              <p:cNvSpPr/>
              <p:nvPr/>
            </p:nvSpPr>
            <p:spPr>
              <a:xfrm>
                <a:off x="2001000" y="4446750"/>
                <a:ext cx="30125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205" extrusionOk="0">
                    <a:moveTo>
                      <a:pt x="1" y="0"/>
                    </a:moveTo>
                    <a:lnTo>
                      <a:pt x="1" y="1204"/>
                    </a:lnTo>
                    <a:lnTo>
                      <a:pt x="1205" y="1204"/>
                    </a:lnTo>
                    <a:lnTo>
                      <a:pt x="1205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4"/>
              <p:cNvSpPr/>
              <p:nvPr/>
            </p:nvSpPr>
            <p:spPr>
              <a:xfrm>
                <a:off x="1985600" y="4470275"/>
                <a:ext cx="607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1224" extrusionOk="0">
                    <a:moveTo>
                      <a:pt x="364" y="0"/>
                    </a:moveTo>
                    <a:lnTo>
                      <a:pt x="0" y="961"/>
                    </a:lnTo>
                    <a:lnTo>
                      <a:pt x="1275" y="1224"/>
                    </a:lnTo>
                    <a:lnTo>
                      <a:pt x="2428" y="961"/>
                    </a:lnTo>
                    <a:lnTo>
                      <a:pt x="2073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4"/>
              <p:cNvSpPr/>
              <p:nvPr/>
            </p:nvSpPr>
            <p:spPr>
              <a:xfrm>
                <a:off x="1985600" y="4494275"/>
                <a:ext cx="607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518" extrusionOk="0">
                    <a:moveTo>
                      <a:pt x="0" y="1"/>
                    </a:moveTo>
                    <a:lnTo>
                      <a:pt x="0" y="517"/>
                    </a:lnTo>
                    <a:lnTo>
                      <a:pt x="2428" y="517"/>
                    </a:lnTo>
                    <a:lnTo>
                      <a:pt x="24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4"/>
              <p:cNvSpPr/>
              <p:nvPr/>
            </p:nvSpPr>
            <p:spPr>
              <a:xfrm>
                <a:off x="1982050" y="4327375"/>
                <a:ext cx="73875" cy="1285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5140" extrusionOk="0">
                    <a:moveTo>
                      <a:pt x="0" y="1"/>
                    </a:moveTo>
                    <a:lnTo>
                      <a:pt x="385" y="5130"/>
                    </a:lnTo>
                    <a:lnTo>
                      <a:pt x="2377" y="5139"/>
                    </a:lnTo>
                    <a:lnTo>
                      <a:pt x="2954" y="93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4"/>
              <p:cNvSpPr/>
              <p:nvPr/>
            </p:nvSpPr>
            <p:spPr>
              <a:xfrm>
                <a:off x="1983300" y="4434100"/>
                <a:ext cx="6527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932" extrusionOk="0">
                    <a:moveTo>
                      <a:pt x="21" y="0"/>
                    </a:moveTo>
                    <a:cubicBezTo>
                      <a:pt x="11" y="0"/>
                      <a:pt x="1" y="11"/>
                      <a:pt x="1" y="21"/>
                    </a:cubicBezTo>
                    <a:lnTo>
                      <a:pt x="1" y="921"/>
                    </a:lnTo>
                    <a:cubicBezTo>
                      <a:pt x="1" y="931"/>
                      <a:pt x="11" y="931"/>
                      <a:pt x="21" y="931"/>
                    </a:cubicBezTo>
                    <a:lnTo>
                      <a:pt x="2601" y="931"/>
                    </a:lnTo>
                    <a:cubicBezTo>
                      <a:pt x="2610" y="931"/>
                      <a:pt x="2610" y="931"/>
                      <a:pt x="2610" y="921"/>
                    </a:cubicBezTo>
                    <a:lnTo>
                      <a:pt x="2610" y="21"/>
                    </a:lnTo>
                    <a:cubicBezTo>
                      <a:pt x="2610" y="11"/>
                      <a:pt x="2610" y="0"/>
                      <a:pt x="26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4"/>
              <p:cNvSpPr/>
              <p:nvPr/>
            </p:nvSpPr>
            <p:spPr>
              <a:xfrm>
                <a:off x="2015925" y="4464200"/>
                <a:ext cx="142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28" extrusionOk="0">
                    <a:moveTo>
                      <a:pt x="1" y="1"/>
                    </a:moveTo>
                    <a:lnTo>
                      <a:pt x="1" y="628"/>
                    </a:lnTo>
                    <a:lnTo>
                      <a:pt x="435" y="628"/>
                    </a:lnTo>
                    <a:lnTo>
                      <a:pt x="567" y="31"/>
                    </a:lnTo>
                    <a:cubicBezTo>
                      <a:pt x="567" y="31"/>
                      <a:pt x="92" y="1"/>
                      <a:pt x="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4"/>
              <p:cNvSpPr/>
              <p:nvPr/>
            </p:nvSpPr>
            <p:spPr>
              <a:xfrm>
                <a:off x="2002025" y="4464200"/>
                <a:ext cx="1392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57" h="628" extrusionOk="0">
                    <a:moveTo>
                      <a:pt x="557" y="1"/>
                    </a:moveTo>
                    <a:cubicBezTo>
                      <a:pt x="465" y="1"/>
                      <a:pt x="0" y="31"/>
                      <a:pt x="0" y="31"/>
                    </a:cubicBezTo>
                    <a:lnTo>
                      <a:pt x="132" y="628"/>
                    </a:lnTo>
                    <a:lnTo>
                      <a:pt x="557" y="628"/>
                    </a:lnTo>
                    <a:lnTo>
                      <a:pt x="557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4"/>
              <p:cNvSpPr/>
              <p:nvPr/>
            </p:nvSpPr>
            <p:spPr>
              <a:xfrm>
                <a:off x="1898600" y="4118500"/>
                <a:ext cx="44525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772" extrusionOk="0">
                    <a:moveTo>
                      <a:pt x="1781" y="0"/>
                    </a:moveTo>
                    <a:cubicBezTo>
                      <a:pt x="405" y="334"/>
                      <a:pt x="0" y="1780"/>
                      <a:pt x="0" y="1780"/>
                    </a:cubicBezTo>
                    <a:lnTo>
                      <a:pt x="1538" y="2772"/>
                    </a:lnTo>
                    <a:lnTo>
                      <a:pt x="1781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4"/>
              <p:cNvSpPr/>
              <p:nvPr/>
            </p:nvSpPr>
            <p:spPr>
              <a:xfrm>
                <a:off x="2006075" y="4118250"/>
                <a:ext cx="44525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782" extrusionOk="0">
                    <a:moveTo>
                      <a:pt x="0" y="0"/>
                    </a:moveTo>
                    <a:lnTo>
                      <a:pt x="243" y="2782"/>
                    </a:lnTo>
                    <a:lnTo>
                      <a:pt x="1780" y="1790"/>
                    </a:lnTo>
                    <a:cubicBezTo>
                      <a:pt x="1780" y="1790"/>
                      <a:pt x="1366" y="324"/>
                      <a:pt x="0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4"/>
              <p:cNvSpPr/>
              <p:nvPr/>
            </p:nvSpPr>
            <p:spPr>
              <a:xfrm>
                <a:off x="1938050" y="4157700"/>
                <a:ext cx="5825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042" extrusionOk="0">
                    <a:moveTo>
                      <a:pt x="182" y="0"/>
                    </a:moveTo>
                    <a:lnTo>
                      <a:pt x="0" y="1032"/>
                    </a:lnTo>
                    <a:lnTo>
                      <a:pt x="50" y="1042"/>
                    </a:lnTo>
                    <a:lnTo>
                      <a:pt x="233" y="10"/>
                    </a:lnTo>
                    <a:lnTo>
                      <a:pt x="18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4"/>
              <p:cNvSpPr/>
              <p:nvPr/>
            </p:nvSpPr>
            <p:spPr>
              <a:xfrm>
                <a:off x="2010625" y="4157700"/>
                <a:ext cx="5850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1042" extrusionOk="0">
                    <a:moveTo>
                      <a:pt x="51" y="0"/>
                    </a:moveTo>
                    <a:lnTo>
                      <a:pt x="0" y="10"/>
                    </a:lnTo>
                    <a:lnTo>
                      <a:pt x="182" y="1042"/>
                    </a:lnTo>
                    <a:lnTo>
                      <a:pt x="233" y="1032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4"/>
              <p:cNvSpPr/>
              <p:nvPr/>
            </p:nvSpPr>
            <p:spPr>
              <a:xfrm>
                <a:off x="1884675" y="4258600"/>
                <a:ext cx="176800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405" extrusionOk="0">
                    <a:moveTo>
                      <a:pt x="203" y="0"/>
                    </a:moveTo>
                    <a:cubicBezTo>
                      <a:pt x="92" y="0"/>
                      <a:pt x="1" y="92"/>
                      <a:pt x="1" y="202"/>
                    </a:cubicBezTo>
                    <a:cubicBezTo>
                      <a:pt x="1" y="314"/>
                      <a:pt x="92" y="405"/>
                      <a:pt x="203" y="405"/>
                    </a:cubicBezTo>
                    <a:lnTo>
                      <a:pt x="6869" y="405"/>
                    </a:lnTo>
                    <a:cubicBezTo>
                      <a:pt x="6980" y="405"/>
                      <a:pt x="7072" y="314"/>
                      <a:pt x="7072" y="202"/>
                    </a:cubicBezTo>
                    <a:cubicBezTo>
                      <a:pt x="7072" y="92"/>
                      <a:pt x="6980" y="0"/>
                      <a:pt x="68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4"/>
              <p:cNvSpPr/>
              <p:nvPr/>
            </p:nvSpPr>
            <p:spPr>
              <a:xfrm>
                <a:off x="1896825" y="4165275"/>
                <a:ext cx="152250" cy="103450"/>
              </a:xfrm>
              <a:custGeom>
                <a:avLst/>
                <a:gdLst/>
                <a:ahLst/>
                <a:cxnLst/>
                <a:rect l="l" t="t" r="r" b="b"/>
                <a:pathLst>
                  <a:path w="6090" h="4138" extrusionOk="0">
                    <a:moveTo>
                      <a:pt x="20" y="1"/>
                    </a:moveTo>
                    <a:cubicBezTo>
                      <a:pt x="11" y="1"/>
                      <a:pt x="0" y="11"/>
                      <a:pt x="0" y="21"/>
                    </a:cubicBezTo>
                    <a:lnTo>
                      <a:pt x="0" y="4118"/>
                    </a:lnTo>
                    <a:cubicBezTo>
                      <a:pt x="0" y="4128"/>
                      <a:pt x="11" y="4138"/>
                      <a:pt x="20" y="4138"/>
                    </a:cubicBezTo>
                    <a:lnTo>
                      <a:pt x="6069" y="4138"/>
                    </a:lnTo>
                    <a:cubicBezTo>
                      <a:pt x="6080" y="4138"/>
                      <a:pt x="6090" y="4128"/>
                      <a:pt x="6090" y="4118"/>
                    </a:cubicBezTo>
                    <a:lnTo>
                      <a:pt x="6090" y="21"/>
                    </a:lnTo>
                    <a:cubicBezTo>
                      <a:pt x="6090" y="11"/>
                      <a:pt x="6080" y="1"/>
                      <a:pt x="60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4"/>
              <p:cNvSpPr/>
              <p:nvPr/>
            </p:nvSpPr>
            <p:spPr>
              <a:xfrm>
                <a:off x="1962050" y="4206250"/>
                <a:ext cx="21775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871" h="860" extrusionOk="0">
                    <a:moveTo>
                      <a:pt x="21" y="1"/>
                    </a:moveTo>
                    <a:cubicBezTo>
                      <a:pt x="11" y="1"/>
                      <a:pt x="1" y="10"/>
                      <a:pt x="1" y="10"/>
                    </a:cubicBezTo>
                    <a:lnTo>
                      <a:pt x="1" y="850"/>
                    </a:lnTo>
                    <a:cubicBezTo>
                      <a:pt x="1" y="860"/>
                      <a:pt x="11" y="860"/>
                      <a:pt x="21" y="860"/>
                    </a:cubicBezTo>
                    <a:lnTo>
                      <a:pt x="851" y="860"/>
                    </a:lnTo>
                    <a:cubicBezTo>
                      <a:pt x="861" y="860"/>
                      <a:pt x="871" y="860"/>
                      <a:pt x="871" y="850"/>
                    </a:cubicBezTo>
                    <a:lnTo>
                      <a:pt x="871" y="10"/>
                    </a:lnTo>
                    <a:cubicBezTo>
                      <a:pt x="871" y="10"/>
                      <a:pt x="861" y="1"/>
                      <a:pt x="85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4"/>
              <p:cNvSpPr/>
              <p:nvPr/>
            </p:nvSpPr>
            <p:spPr>
              <a:xfrm>
                <a:off x="1948675" y="4044150"/>
                <a:ext cx="22000" cy="15175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07" extrusionOk="0">
                    <a:moveTo>
                      <a:pt x="0" y="0"/>
                    </a:moveTo>
                    <a:lnTo>
                      <a:pt x="50" y="607"/>
                    </a:lnTo>
                    <a:cubicBezTo>
                      <a:pt x="50" y="607"/>
                      <a:pt x="637" y="405"/>
                      <a:pt x="880" y="7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4"/>
              <p:cNvSpPr/>
              <p:nvPr/>
            </p:nvSpPr>
            <p:spPr>
              <a:xfrm>
                <a:off x="1772150" y="4268700"/>
                <a:ext cx="4064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6256" h="1094" extrusionOk="0">
                    <a:moveTo>
                      <a:pt x="30" y="1"/>
                    </a:moveTo>
                    <a:cubicBezTo>
                      <a:pt x="10" y="1"/>
                      <a:pt x="0" y="21"/>
                      <a:pt x="0" y="41"/>
                    </a:cubicBezTo>
                    <a:lnTo>
                      <a:pt x="0" y="1053"/>
                    </a:lnTo>
                    <a:cubicBezTo>
                      <a:pt x="0" y="1073"/>
                      <a:pt x="10" y="1093"/>
                      <a:pt x="30" y="1093"/>
                    </a:cubicBezTo>
                    <a:lnTo>
                      <a:pt x="16226" y="1093"/>
                    </a:lnTo>
                    <a:cubicBezTo>
                      <a:pt x="16246" y="1093"/>
                      <a:pt x="16256" y="1073"/>
                      <a:pt x="16256" y="1053"/>
                    </a:cubicBezTo>
                    <a:lnTo>
                      <a:pt x="16256" y="41"/>
                    </a:lnTo>
                    <a:cubicBezTo>
                      <a:pt x="16256" y="21"/>
                      <a:pt x="16246" y="1"/>
                      <a:pt x="162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4"/>
              <p:cNvSpPr/>
              <p:nvPr/>
            </p:nvSpPr>
            <p:spPr>
              <a:xfrm>
                <a:off x="1935750" y="4120000"/>
                <a:ext cx="78175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831" extrusionOk="0">
                    <a:moveTo>
                      <a:pt x="3096" y="1"/>
                    </a:moveTo>
                    <a:cubicBezTo>
                      <a:pt x="2577" y="520"/>
                      <a:pt x="2049" y="784"/>
                      <a:pt x="1521" y="784"/>
                    </a:cubicBezTo>
                    <a:cubicBezTo>
                      <a:pt x="1483" y="784"/>
                      <a:pt x="1445" y="783"/>
                      <a:pt x="1407" y="780"/>
                    </a:cubicBezTo>
                    <a:cubicBezTo>
                      <a:pt x="588" y="719"/>
                      <a:pt x="52" y="21"/>
                      <a:pt x="41" y="11"/>
                    </a:cubicBezTo>
                    <a:lnTo>
                      <a:pt x="1" y="41"/>
                    </a:lnTo>
                    <a:cubicBezTo>
                      <a:pt x="11" y="52"/>
                      <a:pt x="558" y="760"/>
                      <a:pt x="1407" y="830"/>
                    </a:cubicBezTo>
                    <a:lnTo>
                      <a:pt x="1529" y="830"/>
                    </a:lnTo>
                    <a:cubicBezTo>
                      <a:pt x="2064" y="830"/>
                      <a:pt x="2601" y="567"/>
                      <a:pt x="3127" y="41"/>
                    </a:cubicBezTo>
                    <a:lnTo>
                      <a:pt x="309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4"/>
              <p:cNvSpPr/>
              <p:nvPr/>
            </p:nvSpPr>
            <p:spPr>
              <a:xfrm>
                <a:off x="1958275" y="4069425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1" y="1"/>
                    </a:moveTo>
                    <a:cubicBezTo>
                      <a:pt x="41" y="1"/>
                      <a:pt x="1" y="41"/>
                      <a:pt x="1" y="82"/>
                    </a:cubicBezTo>
                    <a:cubicBezTo>
                      <a:pt x="1" y="133"/>
                      <a:pt x="41" y="162"/>
                      <a:pt x="81" y="162"/>
                    </a:cubicBezTo>
                    <a:cubicBezTo>
                      <a:pt x="132" y="162"/>
                      <a:pt x="162" y="133"/>
                      <a:pt x="162" y="82"/>
                    </a:cubicBezTo>
                    <a:cubicBezTo>
                      <a:pt x="162" y="41"/>
                      <a:pt x="13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4"/>
              <p:cNvSpPr/>
              <p:nvPr/>
            </p:nvSpPr>
            <p:spPr>
              <a:xfrm>
                <a:off x="1985825" y="4069425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2" y="1"/>
                    </a:moveTo>
                    <a:cubicBezTo>
                      <a:pt x="41" y="1"/>
                      <a:pt x="1" y="41"/>
                      <a:pt x="1" y="82"/>
                    </a:cubicBezTo>
                    <a:cubicBezTo>
                      <a:pt x="1" y="133"/>
                      <a:pt x="41" y="162"/>
                      <a:pt x="82" y="162"/>
                    </a:cubicBezTo>
                    <a:cubicBezTo>
                      <a:pt x="133" y="162"/>
                      <a:pt x="163" y="133"/>
                      <a:pt x="163" y="82"/>
                    </a:cubicBezTo>
                    <a:cubicBezTo>
                      <a:pt x="163" y="41"/>
                      <a:pt x="133" y="1"/>
                      <a:pt x="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4"/>
              <p:cNvSpPr/>
              <p:nvPr/>
            </p:nvSpPr>
            <p:spPr>
              <a:xfrm>
                <a:off x="1835100" y="4273775"/>
                <a:ext cx="46325" cy="23395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9358" extrusionOk="0">
                    <a:moveTo>
                      <a:pt x="760" y="0"/>
                    </a:moveTo>
                    <a:lnTo>
                      <a:pt x="1" y="9317"/>
                    </a:lnTo>
                    <a:lnTo>
                      <a:pt x="1" y="9357"/>
                    </a:lnTo>
                    <a:lnTo>
                      <a:pt x="284" y="9357"/>
                    </a:lnTo>
                    <a:lnTo>
                      <a:pt x="1852" y="142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4"/>
              <p:cNvSpPr/>
              <p:nvPr/>
            </p:nvSpPr>
            <p:spPr>
              <a:xfrm>
                <a:off x="2069275" y="4273775"/>
                <a:ext cx="46325" cy="23395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9358" extrusionOk="0">
                    <a:moveTo>
                      <a:pt x="1093" y="0"/>
                    </a:moveTo>
                    <a:lnTo>
                      <a:pt x="1" y="142"/>
                    </a:lnTo>
                    <a:lnTo>
                      <a:pt x="1569" y="9357"/>
                    </a:lnTo>
                    <a:lnTo>
                      <a:pt x="1852" y="9357"/>
                    </a:lnTo>
                    <a:lnTo>
                      <a:pt x="1852" y="9317"/>
                    </a:lnTo>
                    <a:lnTo>
                      <a:pt x="10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4"/>
              <p:cNvSpPr/>
              <p:nvPr/>
            </p:nvSpPr>
            <p:spPr>
              <a:xfrm>
                <a:off x="1418350" y="4191075"/>
                <a:ext cx="14450" cy="2165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866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2" y="354"/>
                      <a:pt x="152" y="709"/>
                      <a:pt x="203" y="1062"/>
                    </a:cubicBezTo>
                    <a:cubicBezTo>
                      <a:pt x="254" y="1427"/>
                      <a:pt x="294" y="1781"/>
                      <a:pt x="314" y="2145"/>
                    </a:cubicBezTo>
                    <a:cubicBezTo>
                      <a:pt x="375" y="2863"/>
                      <a:pt x="395" y="3591"/>
                      <a:pt x="395" y="4310"/>
                    </a:cubicBezTo>
                    <a:cubicBezTo>
                      <a:pt x="405" y="5038"/>
                      <a:pt x="395" y="5756"/>
                      <a:pt x="375" y="6484"/>
                    </a:cubicBezTo>
                    <a:cubicBezTo>
                      <a:pt x="364" y="6849"/>
                      <a:pt x="344" y="7203"/>
                      <a:pt x="334" y="7567"/>
                    </a:cubicBezTo>
                    <a:cubicBezTo>
                      <a:pt x="314" y="7931"/>
                      <a:pt x="294" y="8296"/>
                      <a:pt x="283" y="8660"/>
                    </a:cubicBezTo>
                    <a:cubicBezTo>
                      <a:pt x="334" y="8296"/>
                      <a:pt x="375" y="7931"/>
                      <a:pt x="415" y="7577"/>
                    </a:cubicBezTo>
                    <a:lnTo>
                      <a:pt x="506" y="6484"/>
                    </a:lnTo>
                    <a:cubicBezTo>
                      <a:pt x="557" y="5767"/>
                      <a:pt x="577" y="5038"/>
                      <a:pt x="567" y="4310"/>
                    </a:cubicBezTo>
                    <a:cubicBezTo>
                      <a:pt x="567" y="3582"/>
                      <a:pt x="537" y="2853"/>
                      <a:pt x="445" y="2135"/>
                    </a:cubicBezTo>
                    <a:cubicBezTo>
                      <a:pt x="405" y="1770"/>
                      <a:pt x="355" y="1406"/>
                      <a:pt x="283" y="1053"/>
                    </a:cubicBezTo>
                    <a:cubicBezTo>
                      <a:pt x="213" y="698"/>
                      <a:pt x="122" y="345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4"/>
              <p:cNvSpPr/>
              <p:nvPr/>
            </p:nvSpPr>
            <p:spPr>
              <a:xfrm>
                <a:off x="1404700" y="4214075"/>
                <a:ext cx="30125" cy="19475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779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3" y="628"/>
                      <a:pt x="384" y="1266"/>
                      <a:pt x="526" y="1903"/>
                    </a:cubicBezTo>
                    <a:cubicBezTo>
                      <a:pt x="658" y="2550"/>
                      <a:pt x="759" y="3197"/>
                      <a:pt x="840" y="3855"/>
                    </a:cubicBezTo>
                    <a:cubicBezTo>
                      <a:pt x="921" y="4503"/>
                      <a:pt x="991" y="5160"/>
                      <a:pt x="1042" y="5818"/>
                    </a:cubicBezTo>
                    <a:cubicBezTo>
                      <a:pt x="1093" y="6465"/>
                      <a:pt x="1143" y="7122"/>
                      <a:pt x="1173" y="7790"/>
                    </a:cubicBezTo>
                    <a:cubicBezTo>
                      <a:pt x="1204" y="7122"/>
                      <a:pt x="1204" y="6465"/>
                      <a:pt x="1173" y="5807"/>
                    </a:cubicBezTo>
                    <a:cubicBezTo>
                      <a:pt x="1143" y="5150"/>
                      <a:pt x="1093" y="4482"/>
                      <a:pt x="1012" y="3824"/>
                    </a:cubicBezTo>
                    <a:cubicBezTo>
                      <a:pt x="921" y="3177"/>
                      <a:pt x="809" y="2520"/>
                      <a:pt x="658" y="1873"/>
                    </a:cubicBezTo>
                    <a:cubicBezTo>
                      <a:pt x="496" y="1235"/>
                      <a:pt x="294" y="598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4"/>
              <p:cNvSpPr/>
              <p:nvPr/>
            </p:nvSpPr>
            <p:spPr>
              <a:xfrm>
                <a:off x="1427950" y="4216875"/>
                <a:ext cx="33925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7779" extrusionOk="0">
                    <a:moveTo>
                      <a:pt x="1356" y="0"/>
                    </a:moveTo>
                    <a:cubicBezTo>
                      <a:pt x="1063" y="597"/>
                      <a:pt x="850" y="1224"/>
                      <a:pt x="689" y="1871"/>
                    </a:cubicBezTo>
                    <a:cubicBezTo>
                      <a:pt x="517" y="2509"/>
                      <a:pt x="396" y="3166"/>
                      <a:pt x="294" y="3814"/>
                    </a:cubicBezTo>
                    <a:cubicBezTo>
                      <a:pt x="193" y="4472"/>
                      <a:pt x="122" y="5129"/>
                      <a:pt x="72" y="5796"/>
                    </a:cubicBezTo>
                    <a:cubicBezTo>
                      <a:pt x="21" y="6454"/>
                      <a:pt x="1" y="7122"/>
                      <a:pt x="11" y="7779"/>
                    </a:cubicBezTo>
                    <a:cubicBezTo>
                      <a:pt x="61" y="7122"/>
                      <a:pt x="133" y="6464"/>
                      <a:pt x="203" y="5807"/>
                    </a:cubicBezTo>
                    <a:cubicBezTo>
                      <a:pt x="274" y="5149"/>
                      <a:pt x="355" y="4492"/>
                      <a:pt x="456" y="3844"/>
                    </a:cubicBezTo>
                    <a:cubicBezTo>
                      <a:pt x="557" y="3197"/>
                      <a:pt x="679" y="2539"/>
                      <a:pt x="820" y="1902"/>
                    </a:cubicBezTo>
                    <a:cubicBezTo>
                      <a:pt x="962" y="1255"/>
                      <a:pt x="1124" y="617"/>
                      <a:pt x="1356" y="0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4"/>
              <p:cNvSpPr/>
              <p:nvPr/>
            </p:nvSpPr>
            <p:spPr>
              <a:xfrm>
                <a:off x="1418350" y="4163000"/>
                <a:ext cx="24050" cy="2463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9854" extrusionOk="0">
                    <a:moveTo>
                      <a:pt x="901" y="0"/>
                    </a:moveTo>
                    <a:cubicBezTo>
                      <a:pt x="911" y="416"/>
                      <a:pt x="901" y="820"/>
                      <a:pt x="881" y="1235"/>
                    </a:cubicBezTo>
                    <a:cubicBezTo>
                      <a:pt x="860" y="1650"/>
                      <a:pt x="840" y="2054"/>
                      <a:pt x="810" y="2469"/>
                    </a:cubicBezTo>
                    <a:cubicBezTo>
                      <a:pt x="739" y="3288"/>
                      <a:pt x="668" y="4107"/>
                      <a:pt x="577" y="4937"/>
                    </a:cubicBezTo>
                    <a:cubicBezTo>
                      <a:pt x="496" y="5757"/>
                      <a:pt x="395" y="6576"/>
                      <a:pt x="294" y="7395"/>
                    </a:cubicBezTo>
                    <a:lnTo>
                      <a:pt x="0" y="9853"/>
                    </a:lnTo>
                    <a:cubicBezTo>
                      <a:pt x="81" y="9448"/>
                      <a:pt x="152" y="9044"/>
                      <a:pt x="233" y="8629"/>
                    </a:cubicBezTo>
                    <a:cubicBezTo>
                      <a:pt x="294" y="8225"/>
                      <a:pt x="364" y="7820"/>
                      <a:pt x="425" y="7405"/>
                    </a:cubicBezTo>
                    <a:cubicBezTo>
                      <a:pt x="557" y="6596"/>
                      <a:pt x="658" y="5777"/>
                      <a:pt x="749" y="4947"/>
                    </a:cubicBezTo>
                    <a:cubicBezTo>
                      <a:pt x="830" y="4128"/>
                      <a:pt x="901" y="3309"/>
                      <a:pt x="941" y="2479"/>
                    </a:cubicBezTo>
                    <a:cubicBezTo>
                      <a:pt x="951" y="2064"/>
                      <a:pt x="962" y="1650"/>
                      <a:pt x="962" y="1235"/>
                    </a:cubicBezTo>
                    <a:cubicBezTo>
                      <a:pt x="962" y="820"/>
                      <a:pt x="951" y="405"/>
                      <a:pt x="901" y="0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4"/>
              <p:cNvSpPr/>
              <p:nvPr/>
            </p:nvSpPr>
            <p:spPr>
              <a:xfrm>
                <a:off x="1350125" y="4249875"/>
                <a:ext cx="106175" cy="158450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6338" extrusionOk="0">
                    <a:moveTo>
                      <a:pt x="1350" y="0"/>
                    </a:moveTo>
                    <a:cubicBezTo>
                      <a:pt x="0" y="0"/>
                      <a:pt x="1198" y="6059"/>
                      <a:pt x="2396" y="6338"/>
                    </a:cubicBezTo>
                    <a:lnTo>
                      <a:pt x="2922" y="6257"/>
                    </a:lnTo>
                    <a:cubicBezTo>
                      <a:pt x="2922" y="6257"/>
                      <a:pt x="4247" y="2190"/>
                      <a:pt x="1971" y="299"/>
                    </a:cubicBezTo>
                    <a:cubicBezTo>
                      <a:pt x="1722" y="92"/>
                      <a:pt x="1517" y="0"/>
                      <a:pt x="1350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4"/>
              <p:cNvSpPr/>
              <p:nvPr/>
            </p:nvSpPr>
            <p:spPr>
              <a:xfrm>
                <a:off x="1384225" y="4264425"/>
                <a:ext cx="31625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726" extrusionOk="0">
                    <a:moveTo>
                      <a:pt x="0" y="0"/>
                    </a:moveTo>
                    <a:cubicBezTo>
                      <a:pt x="101" y="223"/>
                      <a:pt x="192" y="455"/>
                      <a:pt x="273" y="688"/>
                    </a:cubicBezTo>
                    <a:cubicBezTo>
                      <a:pt x="354" y="920"/>
                      <a:pt x="425" y="1153"/>
                      <a:pt x="495" y="1386"/>
                    </a:cubicBezTo>
                    <a:cubicBezTo>
                      <a:pt x="637" y="1851"/>
                      <a:pt x="749" y="2327"/>
                      <a:pt x="850" y="2812"/>
                    </a:cubicBezTo>
                    <a:cubicBezTo>
                      <a:pt x="951" y="3287"/>
                      <a:pt x="1032" y="3773"/>
                      <a:pt x="1093" y="4258"/>
                    </a:cubicBezTo>
                    <a:cubicBezTo>
                      <a:pt x="1133" y="4501"/>
                      <a:pt x="1163" y="4744"/>
                      <a:pt x="1183" y="4987"/>
                    </a:cubicBezTo>
                    <a:cubicBezTo>
                      <a:pt x="1214" y="5230"/>
                      <a:pt x="1234" y="5472"/>
                      <a:pt x="1254" y="5726"/>
                    </a:cubicBezTo>
                    <a:cubicBezTo>
                      <a:pt x="1264" y="5230"/>
                      <a:pt x="1244" y="4734"/>
                      <a:pt x="1194" y="4249"/>
                    </a:cubicBezTo>
                    <a:cubicBezTo>
                      <a:pt x="1143" y="3753"/>
                      <a:pt x="1072" y="3267"/>
                      <a:pt x="971" y="2782"/>
                    </a:cubicBezTo>
                    <a:cubicBezTo>
                      <a:pt x="870" y="2296"/>
                      <a:pt x="749" y="1821"/>
                      <a:pt x="587" y="1356"/>
                    </a:cubicBezTo>
                    <a:cubicBezTo>
                      <a:pt x="516" y="1123"/>
                      <a:pt x="425" y="890"/>
                      <a:pt x="324" y="668"/>
                    </a:cubicBezTo>
                    <a:cubicBezTo>
                      <a:pt x="232" y="435"/>
                      <a:pt x="121" y="212"/>
                      <a:pt x="0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4"/>
              <p:cNvSpPr/>
              <p:nvPr/>
            </p:nvSpPr>
            <p:spPr>
              <a:xfrm>
                <a:off x="1387750" y="4249550"/>
                <a:ext cx="116600" cy="15927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6371" extrusionOk="0">
                    <a:moveTo>
                      <a:pt x="3421" y="0"/>
                    </a:moveTo>
                    <a:cubicBezTo>
                      <a:pt x="3331" y="0"/>
                      <a:pt x="3256" y="92"/>
                      <a:pt x="3217" y="312"/>
                    </a:cubicBezTo>
                    <a:cubicBezTo>
                      <a:pt x="3045" y="1232"/>
                      <a:pt x="2691" y="1141"/>
                      <a:pt x="1963" y="1748"/>
                    </a:cubicBezTo>
                    <a:cubicBezTo>
                      <a:pt x="1235" y="2365"/>
                      <a:pt x="1437" y="2709"/>
                      <a:pt x="1619" y="3509"/>
                    </a:cubicBezTo>
                    <a:cubicBezTo>
                      <a:pt x="1791" y="4307"/>
                      <a:pt x="1397" y="3954"/>
                      <a:pt x="698" y="4712"/>
                    </a:cubicBezTo>
                    <a:cubicBezTo>
                      <a:pt x="1" y="5471"/>
                      <a:pt x="1588" y="6371"/>
                      <a:pt x="1588" y="6371"/>
                    </a:cubicBezTo>
                    <a:lnTo>
                      <a:pt x="2267" y="6199"/>
                    </a:lnTo>
                    <a:cubicBezTo>
                      <a:pt x="4391" y="5683"/>
                      <a:pt x="2064" y="3569"/>
                      <a:pt x="3359" y="3437"/>
                    </a:cubicBezTo>
                    <a:cubicBezTo>
                      <a:pt x="4664" y="3296"/>
                      <a:pt x="3713" y="2558"/>
                      <a:pt x="3955" y="1647"/>
                    </a:cubicBezTo>
                    <a:cubicBezTo>
                      <a:pt x="4149" y="959"/>
                      <a:pt x="3711" y="0"/>
                      <a:pt x="342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4"/>
              <p:cNvSpPr/>
              <p:nvPr/>
            </p:nvSpPr>
            <p:spPr>
              <a:xfrm>
                <a:off x="1429975" y="4278075"/>
                <a:ext cx="44025" cy="123675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947" extrusionOk="0">
                    <a:moveTo>
                      <a:pt x="1761" y="0"/>
                    </a:moveTo>
                    <a:cubicBezTo>
                      <a:pt x="1477" y="344"/>
                      <a:pt x="1235" y="718"/>
                      <a:pt x="1032" y="1113"/>
                    </a:cubicBezTo>
                    <a:cubicBezTo>
                      <a:pt x="830" y="1507"/>
                      <a:pt x="659" y="1922"/>
                      <a:pt x="517" y="2337"/>
                    </a:cubicBezTo>
                    <a:cubicBezTo>
                      <a:pt x="375" y="2762"/>
                      <a:pt x="254" y="3197"/>
                      <a:pt x="162" y="3632"/>
                    </a:cubicBezTo>
                    <a:cubicBezTo>
                      <a:pt x="72" y="4067"/>
                      <a:pt x="11" y="4502"/>
                      <a:pt x="1" y="4947"/>
                    </a:cubicBezTo>
                    <a:cubicBezTo>
                      <a:pt x="72" y="4512"/>
                      <a:pt x="173" y="4077"/>
                      <a:pt x="284" y="3652"/>
                    </a:cubicBezTo>
                    <a:cubicBezTo>
                      <a:pt x="395" y="3227"/>
                      <a:pt x="517" y="2802"/>
                      <a:pt x="659" y="2388"/>
                    </a:cubicBezTo>
                    <a:cubicBezTo>
                      <a:pt x="942" y="1558"/>
                      <a:pt x="1306" y="759"/>
                      <a:pt x="1761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4"/>
              <p:cNvSpPr/>
              <p:nvPr/>
            </p:nvSpPr>
            <p:spPr>
              <a:xfrm>
                <a:off x="1385975" y="4401225"/>
                <a:ext cx="86275" cy="10167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4067" extrusionOk="0">
                    <a:moveTo>
                      <a:pt x="0" y="0"/>
                    </a:moveTo>
                    <a:lnTo>
                      <a:pt x="344" y="3197"/>
                    </a:lnTo>
                    <a:cubicBezTo>
                      <a:pt x="395" y="3693"/>
                      <a:pt x="810" y="4067"/>
                      <a:pt x="1306" y="4067"/>
                    </a:cubicBezTo>
                    <a:lnTo>
                      <a:pt x="2054" y="4067"/>
                    </a:lnTo>
                    <a:cubicBezTo>
                      <a:pt x="2540" y="4067"/>
                      <a:pt x="2954" y="3703"/>
                      <a:pt x="3015" y="3228"/>
                    </a:cubicBez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4"/>
              <p:cNvSpPr/>
              <p:nvPr/>
            </p:nvSpPr>
            <p:spPr>
              <a:xfrm>
                <a:off x="1381675" y="4396425"/>
                <a:ext cx="933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96" extrusionOk="0">
                    <a:moveTo>
                      <a:pt x="31" y="1"/>
                    </a:moveTo>
                    <a:cubicBezTo>
                      <a:pt x="21" y="1"/>
                      <a:pt x="1" y="21"/>
                      <a:pt x="1" y="31"/>
                    </a:cubicBezTo>
                    <a:lnTo>
                      <a:pt x="1" y="476"/>
                    </a:lnTo>
                    <a:cubicBezTo>
                      <a:pt x="1" y="486"/>
                      <a:pt x="21" y="496"/>
                      <a:pt x="31" y="496"/>
                    </a:cubicBezTo>
                    <a:lnTo>
                      <a:pt x="3713" y="496"/>
                    </a:lnTo>
                    <a:cubicBezTo>
                      <a:pt x="3723" y="496"/>
                      <a:pt x="3733" y="486"/>
                      <a:pt x="3733" y="476"/>
                    </a:cubicBezTo>
                    <a:lnTo>
                      <a:pt x="3733" y="31"/>
                    </a:lnTo>
                    <a:cubicBezTo>
                      <a:pt x="3733" y="21"/>
                      <a:pt x="3723" y="1"/>
                      <a:pt x="37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4"/>
              <p:cNvSpPr/>
              <p:nvPr/>
            </p:nvSpPr>
            <p:spPr>
              <a:xfrm>
                <a:off x="1437325" y="4399975"/>
                <a:ext cx="38450" cy="10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4117" extrusionOk="0">
                    <a:moveTo>
                      <a:pt x="1507" y="0"/>
                    </a:moveTo>
                    <a:lnTo>
                      <a:pt x="1507" y="223"/>
                    </a:lnTo>
                    <a:cubicBezTo>
                      <a:pt x="1527" y="192"/>
                      <a:pt x="1538" y="152"/>
                      <a:pt x="1538" y="111"/>
                    </a:cubicBezTo>
                    <a:cubicBezTo>
                      <a:pt x="1538" y="71"/>
                      <a:pt x="1527" y="30"/>
                      <a:pt x="1507" y="0"/>
                    </a:cubicBezTo>
                    <a:close/>
                    <a:moveTo>
                      <a:pt x="1356" y="354"/>
                    </a:moveTo>
                    <a:lnTo>
                      <a:pt x="961" y="3278"/>
                    </a:lnTo>
                    <a:cubicBezTo>
                      <a:pt x="900" y="3753"/>
                      <a:pt x="486" y="4117"/>
                      <a:pt x="0" y="4117"/>
                    </a:cubicBezTo>
                    <a:lnTo>
                      <a:pt x="30" y="4117"/>
                    </a:lnTo>
                    <a:cubicBezTo>
                      <a:pt x="516" y="4117"/>
                      <a:pt x="931" y="3753"/>
                      <a:pt x="992" y="3278"/>
                    </a:cubicBezTo>
                    <a:lnTo>
                      <a:pt x="1386" y="354"/>
                    </a:lnTo>
                    <a:close/>
                  </a:path>
                </a:pathLst>
              </a:custGeom>
              <a:solidFill>
                <a:srgbClr val="E9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4"/>
              <p:cNvSpPr/>
              <p:nvPr/>
            </p:nvSpPr>
            <p:spPr>
              <a:xfrm>
                <a:off x="1416575" y="4408800"/>
                <a:ext cx="54650" cy="94100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3764" extrusionOk="0">
                    <a:moveTo>
                      <a:pt x="1245" y="1"/>
                    </a:moveTo>
                    <a:lnTo>
                      <a:pt x="851" y="2925"/>
                    </a:lnTo>
                    <a:cubicBezTo>
                      <a:pt x="790" y="3370"/>
                      <a:pt x="435" y="3703"/>
                      <a:pt x="1" y="3754"/>
                    </a:cubicBezTo>
                    <a:cubicBezTo>
                      <a:pt x="31" y="3764"/>
                      <a:pt x="71" y="3764"/>
                      <a:pt x="112" y="3764"/>
                    </a:cubicBezTo>
                    <a:lnTo>
                      <a:pt x="830" y="3764"/>
                    </a:lnTo>
                    <a:cubicBezTo>
                      <a:pt x="1316" y="3764"/>
                      <a:pt x="1730" y="3400"/>
                      <a:pt x="1791" y="2925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4"/>
              <p:cNvSpPr/>
              <p:nvPr/>
            </p:nvSpPr>
            <p:spPr>
              <a:xfrm>
                <a:off x="1445150" y="4396425"/>
                <a:ext cx="29875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496" extrusionOk="0">
                    <a:moveTo>
                      <a:pt x="1" y="1"/>
                    </a:moveTo>
                    <a:cubicBezTo>
                      <a:pt x="142" y="1"/>
                      <a:pt x="254" y="111"/>
                      <a:pt x="254" y="253"/>
                    </a:cubicBezTo>
                    <a:cubicBezTo>
                      <a:pt x="254" y="354"/>
                      <a:pt x="193" y="435"/>
                      <a:pt x="102" y="476"/>
                    </a:cubicBezTo>
                    <a:lnTo>
                      <a:pt x="102" y="496"/>
                    </a:lnTo>
                    <a:lnTo>
                      <a:pt x="1073" y="496"/>
                    </a:lnTo>
                    <a:lnTo>
                      <a:pt x="1073" y="476"/>
                    </a:lnTo>
                    <a:cubicBezTo>
                      <a:pt x="1124" y="455"/>
                      <a:pt x="1174" y="415"/>
                      <a:pt x="1194" y="365"/>
                    </a:cubicBezTo>
                    <a:lnTo>
                      <a:pt x="1194" y="142"/>
                    </a:lnTo>
                    <a:cubicBezTo>
                      <a:pt x="1154" y="61"/>
                      <a:pt x="1073" y="1"/>
                      <a:pt x="982" y="1"/>
                    </a:cubicBezTo>
                    <a:close/>
                  </a:path>
                </a:pathLst>
              </a:custGeom>
              <a:solidFill>
                <a:srgbClr val="E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4"/>
              <p:cNvSpPr/>
              <p:nvPr/>
            </p:nvSpPr>
            <p:spPr>
              <a:xfrm>
                <a:off x="2496675" y="4194850"/>
                <a:ext cx="14450" cy="2165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8660" extrusionOk="0">
                    <a:moveTo>
                      <a:pt x="0" y="1"/>
                    </a:moveTo>
                    <a:cubicBezTo>
                      <a:pt x="81" y="355"/>
                      <a:pt x="152" y="709"/>
                      <a:pt x="203" y="1064"/>
                    </a:cubicBezTo>
                    <a:cubicBezTo>
                      <a:pt x="254" y="1428"/>
                      <a:pt x="294" y="1781"/>
                      <a:pt x="314" y="2145"/>
                    </a:cubicBezTo>
                    <a:cubicBezTo>
                      <a:pt x="375" y="2864"/>
                      <a:pt x="395" y="3592"/>
                      <a:pt x="395" y="4310"/>
                    </a:cubicBezTo>
                    <a:cubicBezTo>
                      <a:pt x="405" y="5039"/>
                      <a:pt x="395" y="5757"/>
                      <a:pt x="375" y="6486"/>
                    </a:cubicBezTo>
                    <a:cubicBezTo>
                      <a:pt x="365" y="6850"/>
                      <a:pt x="344" y="7203"/>
                      <a:pt x="335" y="7568"/>
                    </a:cubicBezTo>
                    <a:lnTo>
                      <a:pt x="274" y="8660"/>
                    </a:lnTo>
                    <a:cubicBezTo>
                      <a:pt x="335" y="8296"/>
                      <a:pt x="375" y="7932"/>
                      <a:pt x="416" y="7578"/>
                    </a:cubicBezTo>
                    <a:lnTo>
                      <a:pt x="506" y="6486"/>
                    </a:lnTo>
                    <a:cubicBezTo>
                      <a:pt x="557" y="5767"/>
                      <a:pt x="577" y="5039"/>
                      <a:pt x="567" y="4310"/>
                    </a:cubicBezTo>
                    <a:cubicBezTo>
                      <a:pt x="567" y="3582"/>
                      <a:pt x="537" y="2854"/>
                      <a:pt x="445" y="2136"/>
                    </a:cubicBezTo>
                    <a:cubicBezTo>
                      <a:pt x="405" y="1772"/>
                      <a:pt x="355" y="1407"/>
                      <a:pt x="284" y="1053"/>
                    </a:cubicBezTo>
                    <a:cubicBezTo>
                      <a:pt x="213" y="699"/>
                      <a:pt x="122" y="345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4"/>
              <p:cNvSpPr/>
              <p:nvPr/>
            </p:nvSpPr>
            <p:spPr>
              <a:xfrm>
                <a:off x="2483025" y="4217875"/>
                <a:ext cx="30125" cy="19475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779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3" y="628"/>
                      <a:pt x="385" y="1265"/>
                      <a:pt x="526" y="1903"/>
                    </a:cubicBezTo>
                    <a:cubicBezTo>
                      <a:pt x="658" y="2550"/>
                      <a:pt x="759" y="3197"/>
                      <a:pt x="840" y="3855"/>
                    </a:cubicBezTo>
                    <a:cubicBezTo>
                      <a:pt x="921" y="4502"/>
                      <a:pt x="991" y="5160"/>
                      <a:pt x="1042" y="5817"/>
                    </a:cubicBezTo>
                    <a:cubicBezTo>
                      <a:pt x="1093" y="6475"/>
                      <a:pt x="1144" y="7132"/>
                      <a:pt x="1174" y="7790"/>
                    </a:cubicBezTo>
                    <a:cubicBezTo>
                      <a:pt x="1204" y="7122"/>
                      <a:pt x="1204" y="6464"/>
                      <a:pt x="1174" y="5807"/>
                    </a:cubicBezTo>
                    <a:cubicBezTo>
                      <a:pt x="1144" y="5149"/>
                      <a:pt x="1093" y="4482"/>
                      <a:pt x="1012" y="3825"/>
                    </a:cubicBezTo>
                    <a:cubicBezTo>
                      <a:pt x="921" y="3177"/>
                      <a:pt x="809" y="2519"/>
                      <a:pt x="648" y="1872"/>
                    </a:cubicBezTo>
                    <a:cubicBezTo>
                      <a:pt x="496" y="1235"/>
                      <a:pt x="294" y="597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4"/>
              <p:cNvSpPr/>
              <p:nvPr/>
            </p:nvSpPr>
            <p:spPr>
              <a:xfrm>
                <a:off x="2506275" y="4220650"/>
                <a:ext cx="33925" cy="194525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7781" extrusionOk="0">
                    <a:moveTo>
                      <a:pt x="1356" y="1"/>
                    </a:moveTo>
                    <a:lnTo>
                      <a:pt x="1356" y="1"/>
                    </a:lnTo>
                    <a:cubicBezTo>
                      <a:pt x="1063" y="598"/>
                      <a:pt x="850" y="1225"/>
                      <a:pt x="689" y="1873"/>
                    </a:cubicBezTo>
                    <a:cubicBezTo>
                      <a:pt x="517" y="2509"/>
                      <a:pt x="396" y="3167"/>
                      <a:pt x="295" y="3825"/>
                    </a:cubicBezTo>
                    <a:cubicBezTo>
                      <a:pt x="193" y="4472"/>
                      <a:pt x="122" y="5140"/>
                      <a:pt x="72" y="5797"/>
                    </a:cubicBezTo>
                    <a:cubicBezTo>
                      <a:pt x="21" y="6455"/>
                      <a:pt x="1" y="7122"/>
                      <a:pt x="11" y="7780"/>
                    </a:cubicBezTo>
                    <a:cubicBezTo>
                      <a:pt x="61" y="7122"/>
                      <a:pt x="133" y="6465"/>
                      <a:pt x="203" y="5807"/>
                    </a:cubicBezTo>
                    <a:cubicBezTo>
                      <a:pt x="274" y="5150"/>
                      <a:pt x="355" y="4492"/>
                      <a:pt x="456" y="3845"/>
                    </a:cubicBezTo>
                    <a:cubicBezTo>
                      <a:pt x="558" y="3197"/>
                      <a:pt x="668" y="2540"/>
                      <a:pt x="810" y="1903"/>
                    </a:cubicBezTo>
                    <a:cubicBezTo>
                      <a:pt x="962" y="1255"/>
                      <a:pt x="1124" y="618"/>
                      <a:pt x="1356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4"/>
              <p:cNvSpPr/>
              <p:nvPr/>
            </p:nvSpPr>
            <p:spPr>
              <a:xfrm>
                <a:off x="2496675" y="4166800"/>
                <a:ext cx="24050" cy="2463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9854" extrusionOk="0">
                    <a:moveTo>
                      <a:pt x="901" y="1"/>
                    </a:moveTo>
                    <a:lnTo>
                      <a:pt x="901" y="1"/>
                    </a:lnTo>
                    <a:cubicBezTo>
                      <a:pt x="911" y="415"/>
                      <a:pt x="901" y="820"/>
                      <a:pt x="881" y="1235"/>
                    </a:cubicBezTo>
                    <a:cubicBezTo>
                      <a:pt x="861" y="1649"/>
                      <a:pt x="840" y="2054"/>
                      <a:pt x="810" y="2469"/>
                    </a:cubicBezTo>
                    <a:cubicBezTo>
                      <a:pt x="739" y="3288"/>
                      <a:pt x="668" y="4117"/>
                      <a:pt x="577" y="4937"/>
                    </a:cubicBezTo>
                    <a:cubicBezTo>
                      <a:pt x="486" y="5756"/>
                      <a:pt x="395" y="6576"/>
                      <a:pt x="294" y="7395"/>
                    </a:cubicBezTo>
                    <a:lnTo>
                      <a:pt x="0" y="9853"/>
                    </a:lnTo>
                    <a:cubicBezTo>
                      <a:pt x="81" y="9449"/>
                      <a:pt x="152" y="9044"/>
                      <a:pt x="233" y="8629"/>
                    </a:cubicBezTo>
                    <a:cubicBezTo>
                      <a:pt x="294" y="8224"/>
                      <a:pt x="365" y="7820"/>
                      <a:pt x="425" y="7405"/>
                    </a:cubicBezTo>
                    <a:cubicBezTo>
                      <a:pt x="557" y="6596"/>
                      <a:pt x="658" y="5776"/>
                      <a:pt x="749" y="4947"/>
                    </a:cubicBezTo>
                    <a:cubicBezTo>
                      <a:pt x="830" y="4128"/>
                      <a:pt x="901" y="3308"/>
                      <a:pt x="942" y="2478"/>
                    </a:cubicBezTo>
                    <a:cubicBezTo>
                      <a:pt x="951" y="2064"/>
                      <a:pt x="962" y="1649"/>
                      <a:pt x="962" y="1235"/>
                    </a:cubicBezTo>
                    <a:cubicBezTo>
                      <a:pt x="962" y="820"/>
                      <a:pt x="951" y="405"/>
                      <a:pt x="901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4"/>
              <p:cNvSpPr/>
              <p:nvPr/>
            </p:nvSpPr>
            <p:spPr>
              <a:xfrm>
                <a:off x="2428400" y="4253650"/>
                <a:ext cx="105975" cy="158475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6339" extrusionOk="0">
                    <a:moveTo>
                      <a:pt x="1352" y="0"/>
                    </a:moveTo>
                    <a:cubicBezTo>
                      <a:pt x="1" y="0"/>
                      <a:pt x="1191" y="6059"/>
                      <a:pt x="2398" y="6339"/>
                    </a:cubicBezTo>
                    <a:lnTo>
                      <a:pt x="2924" y="6258"/>
                    </a:lnTo>
                    <a:cubicBezTo>
                      <a:pt x="2924" y="6258"/>
                      <a:pt x="4239" y="2191"/>
                      <a:pt x="1973" y="299"/>
                    </a:cubicBezTo>
                    <a:cubicBezTo>
                      <a:pt x="1724" y="93"/>
                      <a:pt x="1519" y="0"/>
                      <a:pt x="1352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4"/>
              <p:cNvSpPr/>
              <p:nvPr/>
            </p:nvSpPr>
            <p:spPr>
              <a:xfrm>
                <a:off x="2462550" y="4268200"/>
                <a:ext cx="31625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72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01" y="223"/>
                      <a:pt x="192" y="456"/>
                      <a:pt x="273" y="688"/>
                    </a:cubicBezTo>
                    <a:cubicBezTo>
                      <a:pt x="354" y="921"/>
                      <a:pt x="425" y="1154"/>
                      <a:pt x="495" y="1387"/>
                    </a:cubicBezTo>
                    <a:cubicBezTo>
                      <a:pt x="637" y="1852"/>
                      <a:pt x="749" y="2327"/>
                      <a:pt x="850" y="2813"/>
                    </a:cubicBezTo>
                    <a:cubicBezTo>
                      <a:pt x="951" y="3289"/>
                      <a:pt x="1021" y="3774"/>
                      <a:pt x="1093" y="4260"/>
                    </a:cubicBezTo>
                    <a:cubicBezTo>
                      <a:pt x="1133" y="4502"/>
                      <a:pt x="1163" y="4745"/>
                      <a:pt x="1183" y="4988"/>
                    </a:cubicBezTo>
                    <a:cubicBezTo>
                      <a:pt x="1214" y="5231"/>
                      <a:pt x="1234" y="5474"/>
                      <a:pt x="1254" y="5726"/>
                    </a:cubicBezTo>
                    <a:cubicBezTo>
                      <a:pt x="1264" y="5231"/>
                      <a:pt x="1234" y="4735"/>
                      <a:pt x="1194" y="4249"/>
                    </a:cubicBezTo>
                    <a:cubicBezTo>
                      <a:pt x="1143" y="3754"/>
                      <a:pt x="1072" y="3268"/>
                      <a:pt x="971" y="2783"/>
                    </a:cubicBezTo>
                    <a:cubicBezTo>
                      <a:pt x="870" y="2297"/>
                      <a:pt x="749" y="1821"/>
                      <a:pt x="587" y="1356"/>
                    </a:cubicBezTo>
                    <a:cubicBezTo>
                      <a:pt x="506" y="1124"/>
                      <a:pt x="425" y="891"/>
                      <a:pt x="324" y="668"/>
                    </a:cubicBezTo>
                    <a:cubicBezTo>
                      <a:pt x="232" y="436"/>
                      <a:pt x="122" y="213"/>
                      <a:pt x="0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4"/>
              <p:cNvSpPr/>
              <p:nvPr/>
            </p:nvSpPr>
            <p:spPr>
              <a:xfrm>
                <a:off x="2466075" y="4253325"/>
                <a:ext cx="116350" cy="159300"/>
              </a:xfrm>
              <a:custGeom>
                <a:avLst/>
                <a:gdLst/>
                <a:ahLst/>
                <a:cxnLst/>
                <a:rect l="l" t="t" r="r" b="b"/>
                <a:pathLst>
                  <a:path w="4654" h="6372" extrusionOk="0">
                    <a:moveTo>
                      <a:pt x="3420" y="1"/>
                    </a:moveTo>
                    <a:cubicBezTo>
                      <a:pt x="3331" y="1"/>
                      <a:pt x="3256" y="93"/>
                      <a:pt x="3218" y="312"/>
                    </a:cubicBezTo>
                    <a:cubicBezTo>
                      <a:pt x="3045" y="1233"/>
                      <a:pt x="2692" y="1142"/>
                      <a:pt x="1963" y="1759"/>
                    </a:cubicBezTo>
                    <a:cubicBezTo>
                      <a:pt x="1235" y="2366"/>
                      <a:pt x="1437" y="2710"/>
                      <a:pt x="1609" y="3509"/>
                    </a:cubicBezTo>
                    <a:cubicBezTo>
                      <a:pt x="1791" y="4308"/>
                      <a:pt x="1386" y="3954"/>
                      <a:pt x="698" y="4713"/>
                    </a:cubicBezTo>
                    <a:cubicBezTo>
                      <a:pt x="1" y="5471"/>
                      <a:pt x="1589" y="6372"/>
                      <a:pt x="1589" y="6372"/>
                    </a:cubicBezTo>
                    <a:lnTo>
                      <a:pt x="2267" y="6200"/>
                    </a:lnTo>
                    <a:cubicBezTo>
                      <a:pt x="4391" y="5684"/>
                      <a:pt x="2064" y="3570"/>
                      <a:pt x="3359" y="3438"/>
                    </a:cubicBezTo>
                    <a:cubicBezTo>
                      <a:pt x="4654" y="3297"/>
                      <a:pt x="3713" y="2558"/>
                      <a:pt x="3956" y="1648"/>
                    </a:cubicBezTo>
                    <a:cubicBezTo>
                      <a:pt x="4141" y="960"/>
                      <a:pt x="3707" y="1"/>
                      <a:pt x="3420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4"/>
              <p:cNvSpPr/>
              <p:nvPr/>
            </p:nvSpPr>
            <p:spPr>
              <a:xfrm>
                <a:off x="2508300" y="4281850"/>
                <a:ext cx="43800" cy="1237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4948" extrusionOk="0">
                    <a:moveTo>
                      <a:pt x="1751" y="1"/>
                    </a:moveTo>
                    <a:lnTo>
                      <a:pt x="1751" y="1"/>
                    </a:lnTo>
                    <a:cubicBezTo>
                      <a:pt x="1478" y="345"/>
                      <a:pt x="1235" y="719"/>
                      <a:pt x="1032" y="1113"/>
                    </a:cubicBezTo>
                    <a:cubicBezTo>
                      <a:pt x="830" y="1508"/>
                      <a:pt x="659" y="1923"/>
                      <a:pt x="517" y="2338"/>
                    </a:cubicBezTo>
                    <a:cubicBezTo>
                      <a:pt x="375" y="2763"/>
                      <a:pt x="254" y="3197"/>
                      <a:pt x="163" y="3633"/>
                    </a:cubicBezTo>
                    <a:cubicBezTo>
                      <a:pt x="72" y="4067"/>
                      <a:pt x="11" y="4503"/>
                      <a:pt x="1" y="4948"/>
                    </a:cubicBezTo>
                    <a:cubicBezTo>
                      <a:pt x="72" y="4512"/>
                      <a:pt x="173" y="4078"/>
                      <a:pt x="284" y="3653"/>
                    </a:cubicBezTo>
                    <a:cubicBezTo>
                      <a:pt x="396" y="3228"/>
                      <a:pt x="517" y="2803"/>
                      <a:pt x="659" y="2388"/>
                    </a:cubicBezTo>
                    <a:cubicBezTo>
                      <a:pt x="942" y="1559"/>
                      <a:pt x="1295" y="760"/>
                      <a:pt x="175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4"/>
              <p:cNvSpPr/>
              <p:nvPr/>
            </p:nvSpPr>
            <p:spPr>
              <a:xfrm>
                <a:off x="2464300" y="4405275"/>
                <a:ext cx="86275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4057" extrusionOk="0">
                    <a:moveTo>
                      <a:pt x="1" y="0"/>
                    </a:moveTo>
                    <a:lnTo>
                      <a:pt x="344" y="3187"/>
                    </a:lnTo>
                    <a:cubicBezTo>
                      <a:pt x="395" y="3682"/>
                      <a:pt x="810" y="4057"/>
                      <a:pt x="1306" y="4057"/>
                    </a:cubicBezTo>
                    <a:lnTo>
                      <a:pt x="2054" y="4057"/>
                    </a:lnTo>
                    <a:cubicBezTo>
                      <a:pt x="2540" y="4057"/>
                      <a:pt x="2954" y="3693"/>
                      <a:pt x="3015" y="3217"/>
                    </a:cubicBez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4"/>
              <p:cNvSpPr/>
              <p:nvPr/>
            </p:nvSpPr>
            <p:spPr>
              <a:xfrm>
                <a:off x="2460000" y="4400200"/>
                <a:ext cx="9335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97" extrusionOk="0">
                    <a:moveTo>
                      <a:pt x="31" y="1"/>
                    </a:moveTo>
                    <a:cubicBezTo>
                      <a:pt x="21" y="1"/>
                      <a:pt x="1" y="21"/>
                      <a:pt x="1" y="32"/>
                    </a:cubicBezTo>
                    <a:lnTo>
                      <a:pt x="1" y="477"/>
                    </a:lnTo>
                    <a:cubicBezTo>
                      <a:pt x="1" y="486"/>
                      <a:pt x="21" y="497"/>
                      <a:pt x="31" y="497"/>
                    </a:cubicBezTo>
                    <a:lnTo>
                      <a:pt x="3713" y="497"/>
                    </a:lnTo>
                    <a:cubicBezTo>
                      <a:pt x="3724" y="497"/>
                      <a:pt x="3733" y="486"/>
                      <a:pt x="3733" y="477"/>
                    </a:cubicBezTo>
                    <a:lnTo>
                      <a:pt x="3733" y="32"/>
                    </a:lnTo>
                    <a:cubicBezTo>
                      <a:pt x="3733" y="21"/>
                      <a:pt x="3724" y="1"/>
                      <a:pt x="37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4"/>
              <p:cNvSpPr/>
              <p:nvPr/>
            </p:nvSpPr>
            <p:spPr>
              <a:xfrm>
                <a:off x="2515650" y="4403750"/>
                <a:ext cx="38475" cy="10295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4118" extrusionOk="0">
                    <a:moveTo>
                      <a:pt x="1507" y="1"/>
                    </a:moveTo>
                    <a:lnTo>
                      <a:pt x="1507" y="223"/>
                    </a:lnTo>
                    <a:cubicBezTo>
                      <a:pt x="1527" y="193"/>
                      <a:pt x="1538" y="153"/>
                      <a:pt x="1538" y="112"/>
                    </a:cubicBezTo>
                    <a:cubicBezTo>
                      <a:pt x="1538" y="72"/>
                      <a:pt x="1527" y="31"/>
                      <a:pt x="1507" y="1"/>
                    </a:cubicBezTo>
                    <a:close/>
                    <a:moveTo>
                      <a:pt x="1356" y="355"/>
                    </a:moveTo>
                    <a:lnTo>
                      <a:pt x="961" y="3278"/>
                    </a:lnTo>
                    <a:cubicBezTo>
                      <a:pt x="900" y="3754"/>
                      <a:pt x="486" y="4118"/>
                      <a:pt x="0" y="4118"/>
                    </a:cubicBezTo>
                    <a:lnTo>
                      <a:pt x="30" y="4118"/>
                    </a:lnTo>
                    <a:cubicBezTo>
                      <a:pt x="516" y="4118"/>
                      <a:pt x="931" y="3754"/>
                      <a:pt x="992" y="3278"/>
                    </a:cubicBezTo>
                    <a:lnTo>
                      <a:pt x="1386" y="355"/>
                    </a:lnTo>
                    <a:close/>
                  </a:path>
                </a:pathLst>
              </a:custGeom>
              <a:solidFill>
                <a:srgbClr val="E9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4"/>
              <p:cNvSpPr/>
              <p:nvPr/>
            </p:nvSpPr>
            <p:spPr>
              <a:xfrm>
                <a:off x="2494900" y="4412600"/>
                <a:ext cx="54650" cy="94100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3764" extrusionOk="0">
                    <a:moveTo>
                      <a:pt x="1245" y="1"/>
                    </a:moveTo>
                    <a:lnTo>
                      <a:pt x="851" y="2924"/>
                    </a:lnTo>
                    <a:cubicBezTo>
                      <a:pt x="790" y="3369"/>
                      <a:pt x="436" y="3703"/>
                      <a:pt x="1" y="3753"/>
                    </a:cubicBezTo>
                    <a:cubicBezTo>
                      <a:pt x="31" y="3764"/>
                      <a:pt x="71" y="3764"/>
                      <a:pt x="112" y="3764"/>
                    </a:cubicBezTo>
                    <a:lnTo>
                      <a:pt x="830" y="3764"/>
                    </a:lnTo>
                    <a:cubicBezTo>
                      <a:pt x="1316" y="3764"/>
                      <a:pt x="1730" y="3400"/>
                      <a:pt x="1791" y="2924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2523475" y="4400200"/>
                <a:ext cx="29875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497" extrusionOk="0">
                    <a:moveTo>
                      <a:pt x="1" y="1"/>
                    </a:moveTo>
                    <a:cubicBezTo>
                      <a:pt x="142" y="1"/>
                      <a:pt x="254" y="113"/>
                      <a:pt x="254" y="254"/>
                    </a:cubicBezTo>
                    <a:cubicBezTo>
                      <a:pt x="254" y="355"/>
                      <a:pt x="193" y="436"/>
                      <a:pt x="102" y="477"/>
                    </a:cubicBezTo>
                    <a:lnTo>
                      <a:pt x="102" y="497"/>
                    </a:lnTo>
                    <a:lnTo>
                      <a:pt x="1073" y="497"/>
                    </a:lnTo>
                    <a:lnTo>
                      <a:pt x="1073" y="477"/>
                    </a:lnTo>
                    <a:cubicBezTo>
                      <a:pt x="1124" y="457"/>
                      <a:pt x="1174" y="416"/>
                      <a:pt x="1194" y="365"/>
                    </a:cubicBezTo>
                    <a:lnTo>
                      <a:pt x="1194" y="143"/>
                    </a:lnTo>
                    <a:cubicBezTo>
                      <a:pt x="1154" y="62"/>
                      <a:pt x="1073" y="1"/>
                      <a:pt x="972" y="1"/>
                    </a:cubicBezTo>
                    <a:close/>
                  </a:path>
                </a:pathLst>
              </a:custGeom>
              <a:solidFill>
                <a:srgbClr val="E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2364925" y="4443700"/>
                <a:ext cx="2910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1256" extrusionOk="0">
                    <a:moveTo>
                      <a:pt x="41" y="1"/>
                    </a:moveTo>
                    <a:lnTo>
                      <a:pt x="1" y="1255"/>
                    </a:lnTo>
                    <a:lnTo>
                      <a:pt x="1082" y="1255"/>
                    </a:lnTo>
                    <a:lnTo>
                      <a:pt x="1163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2359875" y="4473550"/>
                <a:ext cx="84725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205" extrusionOk="0">
                    <a:moveTo>
                      <a:pt x="1284" y="0"/>
                    </a:moveTo>
                    <a:lnTo>
                      <a:pt x="122" y="11"/>
                    </a:lnTo>
                    <a:lnTo>
                      <a:pt x="0" y="1205"/>
                    </a:lnTo>
                    <a:lnTo>
                      <a:pt x="3389" y="1205"/>
                    </a:lnTo>
                    <a:lnTo>
                      <a:pt x="3186" y="517"/>
                    </a:lnTo>
                    <a:lnTo>
                      <a:pt x="128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2358850" y="4482400"/>
                <a:ext cx="961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972" extrusionOk="0">
                    <a:moveTo>
                      <a:pt x="3197" y="1"/>
                    </a:moveTo>
                    <a:cubicBezTo>
                      <a:pt x="2721" y="1"/>
                      <a:pt x="2590" y="406"/>
                      <a:pt x="2590" y="406"/>
                    </a:cubicBezTo>
                    <a:lnTo>
                      <a:pt x="21" y="395"/>
                    </a:lnTo>
                    <a:lnTo>
                      <a:pt x="1" y="972"/>
                    </a:lnTo>
                    <a:lnTo>
                      <a:pt x="3845" y="972"/>
                    </a:lnTo>
                    <a:cubicBezTo>
                      <a:pt x="3845" y="972"/>
                      <a:pt x="3753" y="1"/>
                      <a:pt x="31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2366950" y="4478875"/>
                <a:ext cx="9625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85" extrusionOk="0">
                    <a:moveTo>
                      <a:pt x="192" y="0"/>
                    </a:moveTo>
                    <a:cubicBezTo>
                      <a:pt x="81" y="0"/>
                      <a:pt x="0" y="81"/>
                      <a:pt x="0" y="192"/>
                    </a:cubicBezTo>
                    <a:cubicBezTo>
                      <a:pt x="0" y="293"/>
                      <a:pt x="81" y="385"/>
                      <a:pt x="192" y="385"/>
                    </a:cubicBezTo>
                    <a:cubicBezTo>
                      <a:pt x="293" y="385"/>
                      <a:pt x="385" y="293"/>
                      <a:pt x="385" y="192"/>
                    </a:cubicBezTo>
                    <a:cubicBezTo>
                      <a:pt x="385" y="81"/>
                      <a:pt x="293" y="0"/>
                      <a:pt x="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2384650" y="4466975"/>
                <a:ext cx="152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06" extrusionOk="0">
                    <a:moveTo>
                      <a:pt x="1" y="0"/>
                    </a:moveTo>
                    <a:lnTo>
                      <a:pt x="41" y="344"/>
                    </a:lnTo>
                    <a:lnTo>
                      <a:pt x="61" y="405"/>
                    </a:lnTo>
                    <a:lnTo>
                      <a:pt x="547" y="405"/>
                    </a:lnTo>
                    <a:lnTo>
                      <a:pt x="607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2308275" y="4201425"/>
                <a:ext cx="230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921" h="133" extrusionOk="0">
                    <a:moveTo>
                      <a:pt x="921" y="1"/>
                    </a:moveTo>
                    <a:lnTo>
                      <a:pt x="1" y="72"/>
                    </a:lnTo>
                    <a:lnTo>
                      <a:pt x="1" y="133"/>
                    </a:lnTo>
                    <a:lnTo>
                      <a:pt x="921" y="52"/>
                    </a:lnTo>
                    <a:lnTo>
                      <a:pt x="92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2267050" y="4100775"/>
                <a:ext cx="2052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932" extrusionOk="0">
                    <a:moveTo>
                      <a:pt x="769" y="1"/>
                    </a:moveTo>
                    <a:cubicBezTo>
                      <a:pt x="769" y="11"/>
                      <a:pt x="668" y="720"/>
                      <a:pt x="0" y="881"/>
                    </a:cubicBezTo>
                    <a:lnTo>
                      <a:pt x="11" y="932"/>
                    </a:lnTo>
                    <a:cubicBezTo>
                      <a:pt x="719" y="760"/>
                      <a:pt x="820" y="21"/>
                      <a:pt x="820" y="11"/>
                    </a:cubicBezTo>
                    <a:lnTo>
                      <a:pt x="76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349500" y="4100775"/>
                <a:ext cx="205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32" extrusionOk="0">
                    <a:moveTo>
                      <a:pt x="51" y="1"/>
                    </a:moveTo>
                    <a:lnTo>
                      <a:pt x="0" y="11"/>
                    </a:lnTo>
                    <a:cubicBezTo>
                      <a:pt x="0" y="21"/>
                      <a:pt x="101" y="760"/>
                      <a:pt x="809" y="932"/>
                    </a:cubicBezTo>
                    <a:lnTo>
                      <a:pt x="820" y="881"/>
                    </a:lnTo>
                    <a:cubicBezTo>
                      <a:pt x="152" y="720"/>
                      <a:pt x="51" y="11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312825" y="4088150"/>
                <a:ext cx="90050" cy="356850"/>
              </a:xfrm>
              <a:custGeom>
                <a:avLst/>
                <a:gdLst/>
                <a:ahLst/>
                <a:cxnLst/>
                <a:rect l="l" t="t" r="r" b="b"/>
                <a:pathLst>
                  <a:path w="3602" h="14274" extrusionOk="0">
                    <a:moveTo>
                      <a:pt x="1" y="0"/>
                    </a:moveTo>
                    <a:lnTo>
                      <a:pt x="1" y="3702"/>
                    </a:lnTo>
                    <a:lnTo>
                      <a:pt x="1579" y="8841"/>
                    </a:lnTo>
                    <a:lnTo>
                      <a:pt x="1872" y="14274"/>
                    </a:lnTo>
                    <a:lnTo>
                      <a:pt x="3349" y="14223"/>
                    </a:lnTo>
                    <a:lnTo>
                      <a:pt x="3602" y="8771"/>
                    </a:lnTo>
                    <a:cubicBezTo>
                      <a:pt x="3602" y="3075"/>
                      <a:pt x="1892" y="0"/>
                      <a:pt x="1892" y="0"/>
                    </a:cubicBez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180550" y="4088150"/>
                <a:ext cx="148225" cy="338900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13556" extrusionOk="0">
                    <a:moveTo>
                      <a:pt x="3896" y="0"/>
                    </a:moveTo>
                    <a:cubicBezTo>
                      <a:pt x="3896" y="0"/>
                      <a:pt x="2682" y="921"/>
                      <a:pt x="2692" y="3500"/>
                    </a:cubicBezTo>
                    <a:cubicBezTo>
                      <a:pt x="2702" y="6080"/>
                      <a:pt x="2803" y="8700"/>
                      <a:pt x="2803" y="8700"/>
                    </a:cubicBezTo>
                    <a:lnTo>
                      <a:pt x="1" y="12473"/>
                    </a:lnTo>
                    <a:lnTo>
                      <a:pt x="1023" y="13555"/>
                    </a:lnTo>
                    <a:lnTo>
                      <a:pt x="4725" y="9934"/>
                    </a:lnTo>
                    <a:cubicBezTo>
                      <a:pt x="4968" y="9691"/>
                      <a:pt x="5130" y="9367"/>
                      <a:pt x="5180" y="9023"/>
                    </a:cubicBezTo>
                    <a:lnTo>
                      <a:pt x="5929" y="3794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355050" y="4434600"/>
                <a:ext cx="47825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882" extrusionOk="0">
                    <a:moveTo>
                      <a:pt x="82" y="1"/>
                    </a:moveTo>
                    <a:cubicBezTo>
                      <a:pt x="31" y="1"/>
                      <a:pt x="1" y="41"/>
                      <a:pt x="1" y="82"/>
                    </a:cubicBezTo>
                    <a:lnTo>
                      <a:pt x="31" y="800"/>
                    </a:lnTo>
                    <a:cubicBezTo>
                      <a:pt x="31" y="850"/>
                      <a:pt x="72" y="881"/>
                      <a:pt x="112" y="881"/>
                    </a:cubicBezTo>
                    <a:lnTo>
                      <a:pt x="1791" y="881"/>
                    </a:lnTo>
                    <a:cubicBezTo>
                      <a:pt x="1832" y="881"/>
                      <a:pt x="1872" y="850"/>
                      <a:pt x="1872" y="800"/>
                    </a:cubicBezTo>
                    <a:lnTo>
                      <a:pt x="1913" y="82"/>
                    </a:lnTo>
                    <a:cubicBezTo>
                      <a:pt x="1913" y="41"/>
                      <a:pt x="1882" y="1"/>
                      <a:pt x="183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167175" y="4399975"/>
                <a:ext cx="4300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1619" extrusionOk="0">
                    <a:moveTo>
                      <a:pt x="940" y="0"/>
                    </a:moveTo>
                    <a:lnTo>
                      <a:pt x="0" y="839"/>
                    </a:lnTo>
                    <a:lnTo>
                      <a:pt x="758" y="1619"/>
                    </a:lnTo>
                    <a:lnTo>
                      <a:pt x="1720" y="809"/>
                    </a:lnTo>
                    <a:lnTo>
                      <a:pt x="94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4"/>
              <p:cNvSpPr/>
              <p:nvPr/>
            </p:nvSpPr>
            <p:spPr>
              <a:xfrm>
                <a:off x="2143125" y="4418425"/>
                <a:ext cx="67800" cy="79700"/>
              </a:xfrm>
              <a:custGeom>
                <a:avLst/>
                <a:gdLst/>
                <a:ahLst/>
                <a:cxnLst/>
                <a:rect l="l" t="t" r="r" b="b"/>
                <a:pathLst>
                  <a:path w="2712" h="3188" extrusionOk="0">
                    <a:moveTo>
                      <a:pt x="942" y="0"/>
                    </a:moveTo>
                    <a:lnTo>
                      <a:pt x="1" y="749"/>
                    </a:lnTo>
                    <a:lnTo>
                      <a:pt x="2358" y="3187"/>
                    </a:lnTo>
                    <a:lnTo>
                      <a:pt x="2712" y="2570"/>
                    </a:lnTo>
                    <a:lnTo>
                      <a:pt x="1761" y="840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4"/>
              <p:cNvSpPr/>
              <p:nvPr/>
            </p:nvSpPr>
            <p:spPr>
              <a:xfrm>
                <a:off x="2140350" y="4429050"/>
                <a:ext cx="82725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147" extrusionOk="0">
                    <a:moveTo>
                      <a:pt x="426" y="0"/>
                    </a:moveTo>
                    <a:lnTo>
                      <a:pt x="1" y="375"/>
                    </a:lnTo>
                    <a:lnTo>
                      <a:pt x="2671" y="3146"/>
                    </a:lnTo>
                    <a:cubicBezTo>
                      <a:pt x="2671" y="3146"/>
                      <a:pt x="3308" y="2398"/>
                      <a:pt x="2924" y="2003"/>
                    </a:cubicBezTo>
                    <a:cubicBezTo>
                      <a:pt x="2767" y="1841"/>
                      <a:pt x="2598" y="1798"/>
                      <a:pt x="2464" y="1798"/>
                    </a:cubicBezTo>
                    <a:cubicBezTo>
                      <a:pt x="2313" y="1798"/>
                      <a:pt x="2206" y="1852"/>
                      <a:pt x="2206" y="1852"/>
                    </a:cubicBezTo>
                    <a:lnTo>
                      <a:pt x="4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4"/>
              <p:cNvSpPr/>
              <p:nvPr/>
            </p:nvSpPr>
            <p:spPr>
              <a:xfrm>
                <a:off x="2160600" y="4426950"/>
                <a:ext cx="106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388" extrusionOk="0">
                    <a:moveTo>
                      <a:pt x="217" y="1"/>
                    </a:moveTo>
                    <a:cubicBezTo>
                      <a:pt x="167" y="1"/>
                      <a:pt x="116" y="19"/>
                      <a:pt x="81" y="54"/>
                    </a:cubicBezTo>
                    <a:cubicBezTo>
                      <a:pt x="0" y="125"/>
                      <a:pt x="0" y="246"/>
                      <a:pt x="70" y="327"/>
                    </a:cubicBezTo>
                    <a:cubicBezTo>
                      <a:pt x="111" y="367"/>
                      <a:pt x="162" y="388"/>
                      <a:pt x="211" y="388"/>
                    </a:cubicBezTo>
                    <a:cubicBezTo>
                      <a:pt x="260" y="388"/>
                      <a:pt x="308" y="367"/>
                      <a:pt x="344" y="327"/>
                    </a:cubicBezTo>
                    <a:cubicBezTo>
                      <a:pt x="425" y="256"/>
                      <a:pt x="425" y="135"/>
                      <a:pt x="354" y="54"/>
                    </a:cubicBezTo>
                    <a:cubicBezTo>
                      <a:pt x="319" y="19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4"/>
              <p:cNvSpPr/>
              <p:nvPr/>
            </p:nvSpPr>
            <p:spPr>
              <a:xfrm>
                <a:off x="2180550" y="4429550"/>
                <a:ext cx="167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68" extrusionOk="0">
                    <a:moveTo>
                      <a:pt x="254" y="0"/>
                    </a:moveTo>
                    <a:lnTo>
                      <a:pt x="32" y="274"/>
                    </a:lnTo>
                    <a:lnTo>
                      <a:pt x="1" y="324"/>
                    </a:lnTo>
                    <a:lnTo>
                      <a:pt x="335" y="668"/>
                    </a:lnTo>
                    <a:lnTo>
                      <a:pt x="668" y="43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2173975" y="4386575"/>
                <a:ext cx="46325" cy="4710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1884" extrusionOk="0">
                    <a:moveTo>
                      <a:pt x="543" y="0"/>
                    </a:moveTo>
                    <a:cubicBezTo>
                      <a:pt x="522" y="0"/>
                      <a:pt x="502" y="10"/>
                      <a:pt x="486" y="30"/>
                    </a:cubicBezTo>
                    <a:lnTo>
                      <a:pt x="32" y="536"/>
                    </a:lnTo>
                    <a:cubicBezTo>
                      <a:pt x="1" y="577"/>
                      <a:pt x="11" y="617"/>
                      <a:pt x="32" y="647"/>
                    </a:cubicBezTo>
                    <a:lnTo>
                      <a:pt x="1205" y="1861"/>
                    </a:lnTo>
                    <a:cubicBezTo>
                      <a:pt x="1220" y="1876"/>
                      <a:pt x="1240" y="1884"/>
                      <a:pt x="1260" y="1884"/>
                    </a:cubicBezTo>
                    <a:cubicBezTo>
                      <a:pt x="1281" y="1884"/>
                      <a:pt x="1301" y="1876"/>
                      <a:pt x="1316" y="1861"/>
                    </a:cubicBezTo>
                    <a:lnTo>
                      <a:pt x="1812" y="1406"/>
                    </a:lnTo>
                    <a:cubicBezTo>
                      <a:pt x="1852" y="1375"/>
                      <a:pt x="1852" y="1315"/>
                      <a:pt x="1822" y="1285"/>
                    </a:cubicBezTo>
                    <a:lnTo>
                      <a:pt x="608" y="30"/>
                    </a:lnTo>
                    <a:cubicBezTo>
                      <a:pt x="588" y="10"/>
                      <a:pt x="565" y="0"/>
                      <a:pt x="543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2323200" y="4164525"/>
                <a:ext cx="532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115" extrusionOk="0">
                    <a:moveTo>
                      <a:pt x="162" y="0"/>
                    </a:moveTo>
                    <a:lnTo>
                      <a:pt x="0" y="2104"/>
                    </a:lnTo>
                    <a:lnTo>
                      <a:pt x="51" y="2115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2236950" y="38461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3248" y="1"/>
                    </a:moveTo>
                    <a:cubicBezTo>
                      <a:pt x="1437" y="1"/>
                      <a:pt x="1235" y="1447"/>
                      <a:pt x="1548" y="2712"/>
                    </a:cubicBezTo>
                    <a:cubicBezTo>
                      <a:pt x="1862" y="3976"/>
                      <a:pt x="1" y="3774"/>
                      <a:pt x="779" y="5989"/>
                    </a:cubicBezTo>
                    <a:lnTo>
                      <a:pt x="3248" y="5989"/>
                    </a:lnTo>
                    <a:lnTo>
                      <a:pt x="324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2316375" y="38461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0" y="1"/>
                    </a:moveTo>
                    <a:lnTo>
                      <a:pt x="0" y="5989"/>
                    </a:lnTo>
                    <a:lnTo>
                      <a:pt x="2458" y="5989"/>
                    </a:lnTo>
                    <a:cubicBezTo>
                      <a:pt x="3247" y="3774"/>
                      <a:pt x="1376" y="3976"/>
                      <a:pt x="1689" y="2712"/>
                    </a:cubicBezTo>
                    <a:cubicBezTo>
                      <a:pt x="2013" y="1447"/>
                      <a:pt x="1720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2249350" y="3933375"/>
                <a:ext cx="136850" cy="9637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3855" extrusionOk="0">
                    <a:moveTo>
                      <a:pt x="2226" y="0"/>
                    </a:moveTo>
                    <a:lnTo>
                      <a:pt x="2125" y="567"/>
                    </a:lnTo>
                    <a:cubicBezTo>
                      <a:pt x="2115" y="648"/>
                      <a:pt x="2054" y="708"/>
                      <a:pt x="1973" y="719"/>
                    </a:cubicBezTo>
                    <a:cubicBezTo>
                      <a:pt x="618" y="921"/>
                      <a:pt x="0" y="2155"/>
                      <a:pt x="314" y="3419"/>
                    </a:cubicBezTo>
                    <a:lnTo>
                      <a:pt x="415" y="3855"/>
                    </a:lnTo>
                    <a:cubicBezTo>
                      <a:pt x="931" y="3844"/>
                      <a:pt x="1457" y="3835"/>
                      <a:pt x="1973" y="3824"/>
                    </a:cubicBezTo>
                    <a:lnTo>
                      <a:pt x="2054" y="3824"/>
                    </a:lnTo>
                    <a:cubicBezTo>
                      <a:pt x="2115" y="3824"/>
                      <a:pt x="2185" y="3824"/>
                      <a:pt x="2246" y="3814"/>
                    </a:cubicBezTo>
                    <a:lnTo>
                      <a:pt x="2337" y="3814"/>
                    </a:lnTo>
                    <a:cubicBezTo>
                      <a:pt x="3268" y="3733"/>
                      <a:pt x="4148" y="3136"/>
                      <a:pt x="5078" y="3086"/>
                    </a:cubicBezTo>
                    <a:lnTo>
                      <a:pt x="5119" y="2944"/>
                    </a:lnTo>
                    <a:cubicBezTo>
                      <a:pt x="5473" y="1659"/>
                      <a:pt x="5008" y="951"/>
                      <a:pt x="3642" y="739"/>
                    </a:cubicBezTo>
                    <a:cubicBezTo>
                      <a:pt x="3571" y="729"/>
                      <a:pt x="3511" y="668"/>
                      <a:pt x="3491" y="598"/>
                    </a:cubicBezTo>
                    <a:lnTo>
                      <a:pt x="3379" y="0"/>
                    </a:lnTo>
                    <a:lnTo>
                      <a:pt x="2792" y="61"/>
                    </a:lnTo>
                    <a:lnTo>
                      <a:pt x="2226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2238475" y="3953600"/>
                <a:ext cx="162125" cy="134575"/>
              </a:xfrm>
              <a:custGeom>
                <a:avLst/>
                <a:gdLst/>
                <a:ahLst/>
                <a:cxnLst/>
                <a:rect l="l" t="t" r="r" b="b"/>
                <a:pathLst>
                  <a:path w="6485" h="5383" extrusionOk="0">
                    <a:moveTo>
                      <a:pt x="4593" y="1"/>
                    </a:moveTo>
                    <a:cubicBezTo>
                      <a:pt x="4593" y="1"/>
                      <a:pt x="4198" y="841"/>
                      <a:pt x="3217" y="841"/>
                    </a:cubicBezTo>
                    <a:cubicBezTo>
                      <a:pt x="2297" y="841"/>
                      <a:pt x="1882" y="52"/>
                      <a:pt x="1882" y="52"/>
                    </a:cubicBezTo>
                    <a:cubicBezTo>
                      <a:pt x="1882" y="52"/>
                      <a:pt x="1" y="608"/>
                      <a:pt x="446" y="2621"/>
                    </a:cubicBezTo>
                    <a:lnTo>
                      <a:pt x="1275" y="3035"/>
                    </a:lnTo>
                    <a:lnTo>
                      <a:pt x="1579" y="5382"/>
                    </a:lnTo>
                    <a:lnTo>
                      <a:pt x="4866" y="5382"/>
                    </a:lnTo>
                    <a:lnTo>
                      <a:pt x="5342" y="2590"/>
                    </a:lnTo>
                    <a:lnTo>
                      <a:pt x="6090" y="2237"/>
                    </a:lnTo>
                    <a:cubicBezTo>
                      <a:pt x="6090" y="2237"/>
                      <a:pt x="6484" y="790"/>
                      <a:pt x="4593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2318625" y="4162750"/>
                <a:ext cx="17500" cy="3825"/>
              </a:xfrm>
              <a:custGeom>
                <a:avLst/>
                <a:gdLst/>
                <a:ahLst/>
                <a:cxnLst/>
                <a:rect l="l" t="t" r="r" b="b"/>
                <a:pathLst>
                  <a:path w="700" h="153" extrusionOk="0">
                    <a:moveTo>
                      <a:pt x="1" y="1"/>
                    </a:moveTo>
                    <a:lnTo>
                      <a:pt x="1" y="51"/>
                    </a:lnTo>
                    <a:lnTo>
                      <a:pt x="689" y="152"/>
                    </a:lnTo>
                    <a:lnTo>
                      <a:pt x="699" y="10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2262000" y="4098250"/>
                <a:ext cx="237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30" extrusionOk="0">
                    <a:moveTo>
                      <a:pt x="901" y="1"/>
                    </a:moveTo>
                    <a:cubicBezTo>
                      <a:pt x="901" y="1"/>
                      <a:pt x="870" y="385"/>
                      <a:pt x="607" y="578"/>
                    </a:cubicBezTo>
                    <a:cubicBezTo>
                      <a:pt x="512" y="641"/>
                      <a:pt x="396" y="677"/>
                      <a:pt x="263" y="677"/>
                    </a:cubicBezTo>
                    <a:cubicBezTo>
                      <a:pt x="185" y="677"/>
                      <a:pt x="101" y="665"/>
                      <a:pt x="11" y="638"/>
                    </a:cubicBezTo>
                    <a:lnTo>
                      <a:pt x="0" y="689"/>
                    </a:lnTo>
                    <a:cubicBezTo>
                      <a:pt x="91" y="719"/>
                      <a:pt x="182" y="729"/>
                      <a:pt x="263" y="729"/>
                    </a:cubicBezTo>
                    <a:cubicBezTo>
                      <a:pt x="405" y="729"/>
                      <a:pt x="537" y="689"/>
                      <a:pt x="638" y="618"/>
                    </a:cubicBezTo>
                    <a:cubicBezTo>
                      <a:pt x="921" y="416"/>
                      <a:pt x="951" y="21"/>
                      <a:pt x="9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348475" y="4099775"/>
                <a:ext cx="21275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648" extrusionOk="0">
                    <a:moveTo>
                      <a:pt x="1" y="0"/>
                    </a:moveTo>
                    <a:cubicBezTo>
                      <a:pt x="1" y="21"/>
                      <a:pt x="31" y="365"/>
                      <a:pt x="274" y="547"/>
                    </a:cubicBezTo>
                    <a:cubicBezTo>
                      <a:pt x="375" y="618"/>
                      <a:pt x="486" y="648"/>
                      <a:pt x="608" y="648"/>
                    </a:cubicBezTo>
                    <a:cubicBezTo>
                      <a:pt x="688" y="648"/>
                      <a:pt x="769" y="638"/>
                      <a:pt x="850" y="618"/>
                    </a:cubicBezTo>
                    <a:lnTo>
                      <a:pt x="841" y="567"/>
                    </a:lnTo>
                    <a:cubicBezTo>
                      <a:pt x="757" y="590"/>
                      <a:pt x="681" y="601"/>
                      <a:pt x="610" y="601"/>
                    </a:cubicBezTo>
                    <a:cubicBezTo>
                      <a:pt x="493" y="601"/>
                      <a:pt x="393" y="569"/>
                      <a:pt x="304" y="506"/>
                    </a:cubicBezTo>
                    <a:cubicBezTo>
                      <a:pt x="82" y="344"/>
                      <a:pt x="52" y="0"/>
                      <a:pt x="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68425" y="4012775"/>
                <a:ext cx="104475" cy="87125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3485" extrusionOk="0">
                    <a:moveTo>
                      <a:pt x="2803" y="1"/>
                    </a:moveTo>
                    <a:cubicBezTo>
                      <a:pt x="2661" y="426"/>
                      <a:pt x="2519" y="841"/>
                      <a:pt x="2398" y="1346"/>
                    </a:cubicBezTo>
                    <a:lnTo>
                      <a:pt x="476" y="61"/>
                    </a:lnTo>
                    <a:lnTo>
                      <a:pt x="0" y="830"/>
                    </a:lnTo>
                    <a:lnTo>
                      <a:pt x="2074" y="2884"/>
                    </a:lnTo>
                    <a:lnTo>
                      <a:pt x="2205" y="3026"/>
                    </a:lnTo>
                    <a:lnTo>
                      <a:pt x="2408" y="3208"/>
                    </a:lnTo>
                    <a:cubicBezTo>
                      <a:pt x="2558" y="3335"/>
                      <a:pt x="2754" y="3485"/>
                      <a:pt x="2936" y="3485"/>
                    </a:cubicBezTo>
                    <a:cubicBezTo>
                      <a:pt x="3073" y="3485"/>
                      <a:pt x="3202" y="3400"/>
                      <a:pt x="3298" y="3157"/>
                    </a:cubicBezTo>
                    <a:cubicBezTo>
                      <a:pt x="3318" y="3116"/>
                      <a:pt x="3329" y="3066"/>
                      <a:pt x="3349" y="3026"/>
                    </a:cubicBezTo>
                    <a:lnTo>
                      <a:pt x="3622" y="2165"/>
                    </a:lnTo>
                    <a:cubicBezTo>
                      <a:pt x="3774" y="1670"/>
                      <a:pt x="3976" y="1124"/>
                      <a:pt x="4178" y="659"/>
                    </a:cubicBezTo>
                    <a:lnTo>
                      <a:pt x="2803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23550" y="40884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135650" y="3992725"/>
                <a:ext cx="44700" cy="4285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714" extrusionOk="0">
                    <a:moveTo>
                      <a:pt x="451" y="0"/>
                    </a:moveTo>
                    <a:cubicBezTo>
                      <a:pt x="435" y="0"/>
                      <a:pt x="421" y="5"/>
                      <a:pt x="411" y="14"/>
                    </a:cubicBezTo>
                    <a:cubicBezTo>
                      <a:pt x="340" y="74"/>
                      <a:pt x="432" y="267"/>
                      <a:pt x="432" y="267"/>
                    </a:cubicBezTo>
                    <a:cubicBezTo>
                      <a:pt x="432" y="267"/>
                      <a:pt x="385" y="241"/>
                      <a:pt x="340" y="241"/>
                    </a:cubicBezTo>
                    <a:cubicBezTo>
                      <a:pt x="322" y="241"/>
                      <a:pt x="304" y="245"/>
                      <a:pt x="290" y="256"/>
                    </a:cubicBezTo>
                    <a:cubicBezTo>
                      <a:pt x="209" y="297"/>
                      <a:pt x="290" y="459"/>
                      <a:pt x="290" y="459"/>
                    </a:cubicBezTo>
                    <a:cubicBezTo>
                      <a:pt x="251" y="437"/>
                      <a:pt x="222" y="428"/>
                      <a:pt x="201" y="428"/>
                    </a:cubicBezTo>
                    <a:cubicBezTo>
                      <a:pt x="104" y="428"/>
                      <a:pt x="158" y="611"/>
                      <a:pt x="158" y="611"/>
                    </a:cubicBezTo>
                    <a:cubicBezTo>
                      <a:pt x="134" y="598"/>
                      <a:pt x="116" y="593"/>
                      <a:pt x="101" y="593"/>
                    </a:cubicBezTo>
                    <a:cubicBezTo>
                      <a:pt x="0" y="593"/>
                      <a:pt x="134" y="889"/>
                      <a:pt x="462" y="1218"/>
                    </a:cubicBezTo>
                    <a:cubicBezTo>
                      <a:pt x="886" y="1632"/>
                      <a:pt x="1453" y="1713"/>
                      <a:pt x="1453" y="1713"/>
                    </a:cubicBezTo>
                    <a:lnTo>
                      <a:pt x="1787" y="863"/>
                    </a:lnTo>
                    <a:cubicBezTo>
                      <a:pt x="1787" y="863"/>
                      <a:pt x="1338" y="137"/>
                      <a:pt x="1134" y="137"/>
                    </a:cubicBezTo>
                    <a:cubicBezTo>
                      <a:pt x="1122" y="137"/>
                      <a:pt x="1110" y="140"/>
                      <a:pt x="1099" y="146"/>
                    </a:cubicBezTo>
                    <a:cubicBezTo>
                      <a:pt x="978" y="226"/>
                      <a:pt x="1140" y="530"/>
                      <a:pt x="1140" y="530"/>
                    </a:cubicBezTo>
                    <a:cubicBezTo>
                      <a:pt x="897" y="269"/>
                      <a:pt x="582" y="0"/>
                      <a:pt x="45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139075" y="4007475"/>
                <a:ext cx="7375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415" extrusionOk="0">
                    <a:moveTo>
                      <a:pt x="32" y="1"/>
                    </a:moveTo>
                    <a:lnTo>
                      <a:pt x="1" y="21"/>
                    </a:lnTo>
                    <a:cubicBezTo>
                      <a:pt x="1" y="21"/>
                      <a:pt x="142" y="264"/>
                      <a:pt x="264" y="415"/>
                    </a:cubicBezTo>
                    <a:lnTo>
                      <a:pt x="295" y="395"/>
                    </a:lnTo>
                    <a:cubicBezTo>
                      <a:pt x="173" y="243"/>
                      <a:pt x="32" y="10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4"/>
              <p:cNvSpPr/>
              <p:nvPr/>
            </p:nvSpPr>
            <p:spPr>
              <a:xfrm>
                <a:off x="2142375" y="4003950"/>
                <a:ext cx="76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5" extrusionOk="0">
                    <a:moveTo>
                      <a:pt x="31" y="0"/>
                    </a:moveTo>
                    <a:lnTo>
                      <a:pt x="1" y="10"/>
                    </a:lnTo>
                    <a:cubicBezTo>
                      <a:pt x="1" y="20"/>
                      <a:pt x="142" y="212"/>
                      <a:pt x="284" y="364"/>
                    </a:cubicBezTo>
                    <a:lnTo>
                      <a:pt x="304" y="344"/>
                    </a:lnTo>
                    <a:cubicBezTo>
                      <a:pt x="172" y="192"/>
                      <a:pt x="31" y="0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4"/>
              <p:cNvSpPr/>
              <p:nvPr/>
            </p:nvSpPr>
            <p:spPr>
              <a:xfrm>
                <a:off x="2145925" y="3999125"/>
                <a:ext cx="91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457" extrusionOk="0">
                    <a:moveTo>
                      <a:pt x="30" y="0"/>
                    </a:moveTo>
                    <a:lnTo>
                      <a:pt x="0" y="21"/>
                    </a:lnTo>
                    <a:cubicBezTo>
                      <a:pt x="10" y="21"/>
                      <a:pt x="152" y="254"/>
                      <a:pt x="334" y="456"/>
                    </a:cubicBezTo>
                    <a:lnTo>
                      <a:pt x="365" y="436"/>
                    </a:lnTo>
                    <a:cubicBezTo>
                      <a:pt x="182" y="233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4"/>
              <p:cNvSpPr/>
              <p:nvPr/>
            </p:nvSpPr>
            <p:spPr>
              <a:xfrm>
                <a:off x="2163625" y="4005700"/>
                <a:ext cx="40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23" extrusionOk="0">
                    <a:moveTo>
                      <a:pt x="30" y="0"/>
                    </a:moveTo>
                    <a:lnTo>
                      <a:pt x="0" y="11"/>
                    </a:lnTo>
                    <a:cubicBezTo>
                      <a:pt x="0" y="11"/>
                      <a:pt x="71" y="132"/>
                      <a:pt x="142" y="223"/>
                    </a:cubicBezTo>
                    <a:lnTo>
                      <a:pt x="162" y="193"/>
                    </a:lnTo>
                    <a:cubicBezTo>
                      <a:pt x="102" y="112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4"/>
              <p:cNvSpPr/>
              <p:nvPr/>
            </p:nvSpPr>
            <p:spPr>
              <a:xfrm>
                <a:off x="2360875" y="3876400"/>
                <a:ext cx="503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1592" extrusionOk="0">
                    <a:moveTo>
                      <a:pt x="569" y="1"/>
                    </a:moveTo>
                    <a:cubicBezTo>
                      <a:pt x="448" y="1"/>
                      <a:pt x="408" y="41"/>
                      <a:pt x="486" y="105"/>
                    </a:cubicBezTo>
                    <a:cubicBezTo>
                      <a:pt x="486" y="105"/>
                      <a:pt x="203" y="135"/>
                      <a:pt x="395" y="287"/>
                    </a:cubicBezTo>
                    <a:cubicBezTo>
                      <a:pt x="395" y="287"/>
                      <a:pt x="389" y="287"/>
                      <a:pt x="379" y="287"/>
                    </a:cubicBezTo>
                    <a:cubicBezTo>
                      <a:pt x="336" y="287"/>
                      <a:pt x="221" y="294"/>
                      <a:pt x="213" y="368"/>
                    </a:cubicBezTo>
                    <a:cubicBezTo>
                      <a:pt x="203" y="429"/>
                      <a:pt x="284" y="489"/>
                      <a:pt x="284" y="489"/>
                    </a:cubicBezTo>
                    <a:cubicBezTo>
                      <a:pt x="284" y="489"/>
                      <a:pt x="278" y="489"/>
                      <a:pt x="267" y="489"/>
                    </a:cubicBezTo>
                    <a:cubicBezTo>
                      <a:pt x="216" y="489"/>
                      <a:pt x="66" y="496"/>
                      <a:pt x="41" y="580"/>
                    </a:cubicBezTo>
                    <a:cubicBezTo>
                      <a:pt x="1" y="692"/>
                      <a:pt x="426" y="904"/>
                      <a:pt x="799" y="1045"/>
                    </a:cubicBezTo>
                    <a:cubicBezTo>
                      <a:pt x="799" y="1045"/>
                      <a:pt x="758" y="1040"/>
                      <a:pt x="703" y="1040"/>
                    </a:cubicBezTo>
                    <a:cubicBezTo>
                      <a:pt x="600" y="1040"/>
                      <a:pt x="448" y="1058"/>
                      <a:pt x="435" y="1157"/>
                    </a:cubicBezTo>
                    <a:cubicBezTo>
                      <a:pt x="405" y="1359"/>
                      <a:pt x="1427" y="1591"/>
                      <a:pt x="1427" y="1591"/>
                    </a:cubicBezTo>
                    <a:lnTo>
                      <a:pt x="2013" y="863"/>
                    </a:lnTo>
                    <a:cubicBezTo>
                      <a:pt x="2013" y="863"/>
                      <a:pt x="1710" y="368"/>
                      <a:pt x="1174" y="155"/>
                    </a:cubicBezTo>
                    <a:cubicBezTo>
                      <a:pt x="914" y="46"/>
                      <a:pt x="696" y="1"/>
                      <a:pt x="569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2367200" y="3888125"/>
                <a:ext cx="1062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264" extrusionOk="0">
                    <a:moveTo>
                      <a:pt x="20" y="0"/>
                    </a:moveTo>
                    <a:lnTo>
                      <a:pt x="0" y="30"/>
                    </a:lnTo>
                    <a:cubicBezTo>
                      <a:pt x="162" y="142"/>
                      <a:pt x="415" y="253"/>
                      <a:pt x="415" y="263"/>
                    </a:cubicBezTo>
                    <a:lnTo>
                      <a:pt x="425" y="223"/>
                    </a:lnTo>
                    <a:cubicBezTo>
                      <a:pt x="425" y="223"/>
                      <a:pt x="173" y="111"/>
                      <a:pt x="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2369975" y="3883050"/>
                <a:ext cx="106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04" extrusionOk="0">
                    <a:moveTo>
                      <a:pt x="21" y="1"/>
                    </a:moveTo>
                    <a:lnTo>
                      <a:pt x="1" y="31"/>
                    </a:lnTo>
                    <a:cubicBezTo>
                      <a:pt x="193" y="122"/>
                      <a:pt x="415" y="203"/>
                      <a:pt x="415" y="203"/>
                    </a:cubicBezTo>
                    <a:lnTo>
                      <a:pt x="426" y="172"/>
                    </a:lnTo>
                    <a:cubicBezTo>
                      <a:pt x="426" y="172"/>
                      <a:pt x="203" y="91"/>
                      <a:pt x="2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2372500" y="3878750"/>
                <a:ext cx="131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23" extrusionOk="0">
                    <a:moveTo>
                      <a:pt x="21" y="0"/>
                    </a:moveTo>
                    <a:lnTo>
                      <a:pt x="1" y="31"/>
                    </a:lnTo>
                    <a:cubicBezTo>
                      <a:pt x="253" y="142"/>
                      <a:pt x="516" y="223"/>
                      <a:pt x="516" y="223"/>
                    </a:cubicBezTo>
                    <a:lnTo>
                      <a:pt x="527" y="193"/>
                    </a:lnTo>
                    <a:cubicBezTo>
                      <a:pt x="527" y="193"/>
                      <a:pt x="264" y="112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2380600" y="3901775"/>
                <a:ext cx="6100" cy="227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91" extrusionOk="0">
                    <a:moveTo>
                      <a:pt x="10" y="0"/>
                    </a:moveTo>
                    <a:lnTo>
                      <a:pt x="1" y="41"/>
                    </a:lnTo>
                    <a:cubicBezTo>
                      <a:pt x="102" y="61"/>
                      <a:pt x="243" y="91"/>
                      <a:pt x="243" y="91"/>
                    </a:cubicBezTo>
                    <a:lnTo>
                      <a:pt x="243" y="50"/>
                    </a:lnTo>
                    <a:cubicBezTo>
                      <a:pt x="243" y="50"/>
                      <a:pt x="112" y="30"/>
                      <a:pt x="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2234675" y="4017100"/>
                <a:ext cx="402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022" extrusionOk="0">
                    <a:moveTo>
                      <a:pt x="92" y="0"/>
                    </a:moveTo>
                    <a:cubicBezTo>
                      <a:pt x="61" y="91"/>
                      <a:pt x="41" y="202"/>
                      <a:pt x="1" y="293"/>
                    </a:cubicBezTo>
                    <a:lnTo>
                      <a:pt x="1306" y="1021"/>
                    </a:lnTo>
                    <a:cubicBezTo>
                      <a:pt x="1417" y="769"/>
                      <a:pt x="1508" y="526"/>
                      <a:pt x="1609" y="313"/>
                    </a:cubicBez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2233425" y="3972075"/>
                <a:ext cx="51350" cy="69825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2793" extrusionOk="0">
                    <a:moveTo>
                      <a:pt x="1052" y="0"/>
                    </a:moveTo>
                    <a:cubicBezTo>
                      <a:pt x="223" y="1032"/>
                      <a:pt x="0" y="1922"/>
                      <a:pt x="0" y="1922"/>
                    </a:cubicBezTo>
                    <a:lnTo>
                      <a:pt x="2053" y="2792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2270350" y="4018350"/>
                <a:ext cx="53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29" extrusionOk="0">
                    <a:moveTo>
                      <a:pt x="162" y="0"/>
                    </a:moveTo>
                    <a:lnTo>
                      <a:pt x="0" y="719"/>
                    </a:lnTo>
                    <a:lnTo>
                      <a:pt x="50" y="729"/>
                    </a:lnTo>
                    <a:lnTo>
                      <a:pt x="212" y="11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2303225" y="3933625"/>
                <a:ext cx="30875" cy="1095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438" extrusionOk="0">
                    <a:moveTo>
                      <a:pt x="61" y="1"/>
                    </a:moveTo>
                    <a:lnTo>
                      <a:pt x="0" y="375"/>
                    </a:lnTo>
                    <a:cubicBezTo>
                      <a:pt x="159" y="420"/>
                      <a:pt x="301" y="438"/>
                      <a:pt x="428" y="438"/>
                    </a:cubicBezTo>
                    <a:cubicBezTo>
                      <a:pt x="985" y="438"/>
                      <a:pt x="1234" y="82"/>
                      <a:pt x="1234" y="82"/>
                    </a:cubicBez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280700" y="3894500"/>
                <a:ext cx="1800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720" h="748" extrusionOk="0">
                    <a:moveTo>
                      <a:pt x="329" y="0"/>
                    </a:moveTo>
                    <a:cubicBezTo>
                      <a:pt x="297" y="0"/>
                      <a:pt x="265" y="6"/>
                      <a:pt x="234" y="18"/>
                    </a:cubicBezTo>
                    <a:cubicBezTo>
                      <a:pt x="72" y="78"/>
                      <a:pt x="1" y="291"/>
                      <a:pt x="72" y="483"/>
                    </a:cubicBezTo>
                    <a:cubicBezTo>
                      <a:pt x="128" y="644"/>
                      <a:pt x="261" y="747"/>
                      <a:pt x="389" y="747"/>
                    </a:cubicBezTo>
                    <a:cubicBezTo>
                      <a:pt x="422" y="747"/>
                      <a:pt x="455" y="740"/>
                      <a:pt x="486" y="726"/>
                    </a:cubicBezTo>
                    <a:cubicBezTo>
                      <a:pt x="648" y="665"/>
                      <a:pt x="719" y="453"/>
                      <a:pt x="648" y="261"/>
                    </a:cubicBezTo>
                    <a:cubicBezTo>
                      <a:pt x="591" y="98"/>
                      <a:pt x="462" y="0"/>
                      <a:pt x="329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283500" y="3898225"/>
                <a:ext cx="48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5" extrusionOk="0">
                    <a:moveTo>
                      <a:pt x="162" y="1"/>
                    </a:moveTo>
                    <a:cubicBezTo>
                      <a:pt x="0" y="132"/>
                      <a:pt x="71" y="354"/>
                      <a:pt x="71" y="365"/>
                    </a:cubicBezTo>
                    <a:lnTo>
                      <a:pt x="122" y="354"/>
                    </a:lnTo>
                    <a:cubicBezTo>
                      <a:pt x="122" y="354"/>
                      <a:pt x="61" y="152"/>
                      <a:pt x="192" y="41"/>
                    </a:cubicBezTo>
                    <a:lnTo>
                      <a:pt x="16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335075" y="3894500"/>
                <a:ext cx="17975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8" extrusionOk="0">
                    <a:moveTo>
                      <a:pt x="391" y="0"/>
                    </a:moveTo>
                    <a:cubicBezTo>
                      <a:pt x="258" y="0"/>
                      <a:pt x="129" y="98"/>
                      <a:pt x="71" y="261"/>
                    </a:cubicBezTo>
                    <a:cubicBezTo>
                      <a:pt x="1" y="453"/>
                      <a:pt x="71" y="665"/>
                      <a:pt x="233" y="726"/>
                    </a:cubicBezTo>
                    <a:cubicBezTo>
                      <a:pt x="266" y="740"/>
                      <a:pt x="300" y="747"/>
                      <a:pt x="334" y="747"/>
                    </a:cubicBezTo>
                    <a:cubicBezTo>
                      <a:pt x="465" y="747"/>
                      <a:pt x="592" y="644"/>
                      <a:pt x="648" y="483"/>
                    </a:cubicBezTo>
                    <a:cubicBezTo>
                      <a:pt x="719" y="291"/>
                      <a:pt x="648" y="78"/>
                      <a:pt x="486" y="18"/>
                    </a:cubicBezTo>
                    <a:cubicBezTo>
                      <a:pt x="455" y="6"/>
                      <a:pt x="423" y="0"/>
                      <a:pt x="39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288800" y="3852450"/>
                <a:ext cx="60725" cy="890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3562" extrusionOk="0">
                    <a:moveTo>
                      <a:pt x="1214" y="0"/>
                    </a:moveTo>
                    <a:cubicBezTo>
                      <a:pt x="547" y="0"/>
                      <a:pt x="0" y="567"/>
                      <a:pt x="0" y="1275"/>
                    </a:cubicBezTo>
                    <a:lnTo>
                      <a:pt x="0" y="1407"/>
                    </a:lnTo>
                    <a:cubicBezTo>
                      <a:pt x="11" y="1417"/>
                      <a:pt x="11" y="1417"/>
                      <a:pt x="11" y="1427"/>
                    </a:cubicBezTo>
                    <a:lnTo>
                      <a:pt x="132" y="2520"/>
                    </a:lnTo>
                    <a:cubicBezTo>
                      <a:pt x="132" y="2540"/>
                      <a:pt x="132" y="2549"/>
                      <a:pt x="142" y="2570"/>
                    </a:cubicBezTo>
                    <a:lnTo>
                      <a:pt x="142" y="2580"/>
                    </a:lnTo>
                    <a:cubicBezTo>
                      <a:pt x="213" y="3136"/>
                      <a:pt x="789" y="3561"/>
                      <a:pt x="1214" y="3561"/>
                    </a:cubicBezTo>
                    <a:cubicBezTo>
                      <a:pt x="1639" y="3561"/>
                      <a:pt x="2216" y="3126"/>
                      <a:pt x="2286" y="2560"/>
                    </a:cubicBezTo>
                    <a:lnTo>
                      <a:pt x="2286" y="2529"/>
                    </a:lnTo>
                    <a:lnTo>
                      <a:pt x="2418" y="1427"/>
                    </a:lnTo>
                    <a:lnTo>
                      <a:pt x="2418" y="1407"/>
                    </a:lnTo>
                    <a:cubicBezTo>
                      <a:pt x="2418" y="1366"/>
                      <a:pt x="2428" y="1326"/>
                      <a:pt x="2428" y="1275"/>
                    </a:cubicBezTo>
                    <a:cubicBezTo>
                      <a:pt x="2428" y="567"/>
                      <a:pt x="1882" y="0"/>
                      <a:pt x="1214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276150" y="3850675"/>
                <a:ext cx="928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207" extrusionOk="0">
                    <a:moveTo>
                      <a:pt x="1690" y="1"/>
                    </a:moveTo>
                    <a:cubicBezTo>
                      <a:pt x="1" y="1"/>
                      <a:pt x="436" y="1751"/>
                      <a:pt x="436" y="1751"/>
                    </a:cubicBezTo>
                    <a:lnTo>
                      <a:pt x="598" y="2206"/>
                    </a:lnTo>
                    <a:cubicBezTo>
                      <a:pt x="598" y="2206"/>
                      <a:pt x="760" y="2044"/>
                      <a:pt x="749" y="1498"/>
                    </a:cubicBezTo>
                    <a:cubicBezTo>
                      <a:pt x="749" y="1498"/>
                      <a:pt x="1690" y="1316"/>
                      <a:pt x="2266" y="962"/>
                    </a:cubicBezTo>
                    <a:cubicBezTo>
                      <a:pt x="2266" y="962"/>
                      <a:pt x="2449" y="1184"/>
                      <a:pt x="2772" y="1417"/>
                    </a:cubicBezTo>
                    <a:cubicBezTo>
                      <a:pt x="2772" y="1417"/>
                      <a:pt x="2742" y="1872"/>
                      <a:pt x="2843" y="2196"/>
                    </a:cubicBezTo>
                    <a:cubicBezTo>
                      <a:pt x="2843" y="2196"/>
                      <a:pt x="3713" y="1"/>
                      <a:pt x="16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4"/>
              <p:cNvSpPr/>
              <p:nvPr/>
            </p:nvSpPr>
            <p:spPr>
              <a:xfrm>
                <a:off x="2324475" y="3903025"/>
                <a:ext cx="58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7" extrusionOk="0">
                    <a:moveTo>
                      <a:pt x="61" y="0"/>
                    </a:moveTo>
                    <a:lnTo>
                      <a:pt x="20" y="31"/>
                    </a:lnTo>
                    <a:cubicBezTo>
                      <a:pt x="61" y="92"/>
                      <a:pt x="162" y="263"/>
                      <a:pt x="121" y="344"/>
                    </a:cubicBezTo>
                    <a:cubicBezTo>
                      <a:pt x="111" y="385"/>
                      <a:pt x="70" y="405"/>
                      <a:pt x="0" y="405"/>
                    </a:cubicBezTo>
                    <a:lnTo>
                      <a:pt x="10" y="456"/>
                    </a:lnTo>
                    <a:cubicBezTo>
                      <a:pt x="91" y="456"/>
                      <a:pt x="151" y="425"/>
                      <a:pt x="172" y="365"/>
                    </a:cubicBezTo>
                    <a:cubicBezTo>
                      <a:pt x="232" y="234"/>
                      <a:pt x="70" y="11"/>
                      <a:pt x="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4"/>
              <p:cNvSpPr/>
              <p:nvPr/>
            </p:nvSpPr>
            <p:spPr>
              <a:xfrm>
                <a:off x="2304975" y="3891650"/>
                <a:ext cx="12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44" extrusionOk="0">
                    <a:moveTo>
                      <a:pt x="456" y="1"/>
                    </a:moveTo>
                    <a:lnTo>
                      <a:pt x="1" y="102"/>
                    </a:lnTo>
                    <a:lnTo>
                      <a:pt x="31" y="243"/>
                    </a:lnTo>
                    <a:lnTo>
                      <a:pt x="486" y="132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4"/>
              <p:cNvSpPr/>
              <p:nvPr/>
            </p:nvSpPr>
            <p:spPr>
              <a:xfrm>
                <a:off x="2332050" y="3890875"/>
                <a:ext cx="12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44" extrusionOk="0">
                    <a:moveTo>
                      <a:pt x="30" y="1"/>
                    </a:moveTo>
                    <a:lnTo>
                      <a:pt x="0" y="133"/>
                    </a:lnTo>
                    <a:lnTo>
                      <a:pt x="455" y="244"/>
                    </a:lnTo>
                    <a:lnTo>
                      <a:pt x="486" y="113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4"/>
              <p:cNvSpPr/>
              <p:nvPr/>
            </p:nvSpPr>
            <p:spPr>
              <a:xfrm>
                <a:off x="2335325" y="3900000"/>
                <a:ext cx="4075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2" extrusionOk="0">
                    <a:moveTo>
                      <a:pt x="82" y="0"/>
                    </a:moveTo>
                    <a:cubicBezTo>
                      <a:pt x="41" y="0"/>
                      <a:pt x="1" y="41"/>
                      <a:pt x="1" y="81"/>
                    </a:cubicBezTo>
                    <a:cubicBezTo>
                      <a:pt x="1" y="132"/>
                      <a:pt x="41" y="162"/>
                      <a:pt x="82" y="162"/>
                    </a:cubicBezTo>
                    <a:cubicBezTo>
                      <a:pt x="122" y="162"/>
                      <a:pt x="162" y="132"/>
                      <a:pt x="162" y="81"/>
                    </a:cubicBezTo>
                    <a:cubicBezTo>
                      <a:pt x="162" y="41"/>
                      <a:pt x="122" y="0"/>
                      <a:pt x="8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2311050" y="3900000"/>
                <a:ext cx="4075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2" extrusionOk="0">
                    <a:moveTo>
                      <a:pt x="81" y="0"/>
                    </a:moveTo>
                    <a:cubicBezTo>
                      <a:pt x="41" y="0"/>
                      <a:pt x="0" y="41"/>
                      <a:pt x="0" y="81"/>
                    </a:cubicBezTo>
                    <a:cubicBezTo>
                      <a:pt x="0" y="132"/>
                      <a:pt x="41" y="162"/>
                      <a:pt x="81" y="162"/>
                    </a:cubicBezTo>
                    <a:cubicBezTo>
                      <a:pt x="132" y="162"/>
                      <a:pt x="162" y="132"/>
                      <a:pt x="162" y="81"/>
                    </a:cubicBezTo>
                    <a:cubicBezTo>
                      <a:pt x="162" y="41"/>
                      <a:pt x="132" y="0"/>
                      <a:pt x="8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2365425" y="3896950"/>
                <a:ext cx="136825" cy="116875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4675" extrusionOk="0">
                    <a:moveTo>
                      <a:pt x="1781" y="1"/>
                    </a:moveTo>
                    <a:lnTo>
                      <a:pt x="1245" y="769"/>
                    </a:lnTo>
                    <a:lnTo>
                      <a:pt x="3247" y="2165"/>
                    </a:lnTo>
                    <a:cubicBezTo>
                      <a:pt x="3247" y="2165"/>
                      <a:pt x="199" y="2783"/>
                      <a:pt x="143" y="2783"/>
                    </a:cubicBezTo>
                    <a:cubicBezTo>
                      <a:pt x="143" y="2783"/>
                      <a:pt x="142" y="2783"/>
                      <a:pt x="142" y="2783"/>
                    </a:cubicBezTo>
                    <a:lnTo>
                      <a:pt x="1" y="4674"/>
                    </a:lnTo>
                    <a:lnTo>
                      <a:pt x="4826" y="3137"/>
                    </a:lnTo>
                    <a:cubicBezTo>
                      <a:pt x="5382" y="2954"/>
                      <a:pt x="5473" y="2216"/>
                      <a:pt x="4978" y="1913"/>
                    </a:cubicBezTo>
                    <a:lnTo>
                      <a:pt x="1781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2397300" y="3959175"/>
                <a:ext cx="232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639" extrusionOk="0">
                    <a:moveTo>
                      <a:pt x="374" y="0"/>
                    </a:moveTo>
                    <a:cubicBezTo>
                      <a:pt x="91" y="51"/>
                      <a:pt x="243" y="41"/>
                      <a:pt x="0" y="61"/>
                    </a:cubicBezTo>
                    <a:lnTo>
                      <a:pt x="466" y="1639"/>
                    </a:lnTo>
                    <a:cubicBezTo>
                      <a:pt x="567" y="1619"/>
                      <a:pt x="830" y="1518"/>
                      <a:pt x="931" y="1488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2353300" y="3953600"/>
                <a:ext cx="60950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2712" extrusionOk="0">
                    <a:moveTo>
                      <a:pt x="0" y="1"/>
                    </a:moveTo>
                    <a:lnTo>
                      <a:pt x="142" y="2712"/>
                    </a:lnTo>
                    <a:lnTo>
                      <a:pt x="2438" y="1943"/>
                    </a:lnTo>
                    <a:lnTo>
                      <a:pt x="2013" y="173"/>
                    </a:lnTo>
                    <a:cubicBezTo>
                      <a:pt x="2013" y="173"/>
                      <a:pt x="1728" y="216"/>
                      <a:pt x="1334" y="216"/>
                    </a:cubicBezTo>
                    <a:cubicBezTo>
                      <a:pt x="940" y="216"/>
                      <a:pt x="436" y="173"/>
                      <a:pt x="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2277425" y="3954875"/>
                <a:ext cx="85500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3420" h="1013" extrusionOk="0">
                    <a:moveTo>
                      <a:pt x="51" y="1"/>
                    </a:moveTo>
                    <a:lnTo>
                      <a:pt x="1" y="21"/>
                    </a:lnTo>
                    <a:lnTo>
                      <a:pt x="21" y="51"/>
                    </a:lnTo>
                    <a:cubicBezTo>
                      <a:pt x="21" y="61"/>
                      <a:pt x="602" y="1012"/>
                      <a:pt x="1673" y="1012"/>
                    </a:cubicBezTo>
                    <a:cubicBezTo>
                      <a:pt x="1679" y="1012"/>
                      <a:pt x="1684" y="1012"/>
                      <a:pt x="1689" y="1012"/>
                    </a:cubicBezTo>
                    <a:cubicBezTo>
                      <a:pt x="2772" y="1012"/>
                      <a:pt x="3399" y="71"/>
                      <a:pt x="3409" y="61"/>
                    </a:cubicBezTo>
                    <a:lnTo>
                      <a:pt x="3420" y="41"/>
                    </a:lnTo>
                    <a:lnTo>
                      <a:pt x="3379" y="10"/>
                    </a:lnTo>
                    <a:lnTo>
                      <a:pt x="3359" y="31"/>
                    </a:lnTo>
                    <a:cubicBezTo>
                      <a:pt x="3359" y="41"/>
                      <a:pt x="2752" y="961"/>
                      <a:pt x="1689" y="961"/>
                    </a:cubicBezTo>
                    <a:cubicBezTo>
                      <a:pt x="1684" y="961"/>
                      <a:pt x="1678" y="961"/>
                      <a:pt x="1672" y="961"/>
                    </a:cubicBezTo>
                    <a:cubicBezTo>
                      <a:pt x="631" y="961"/>
                      <a:pt x="61" y="30"/>
                      <a:pt x="61" y="21"/>
                    </a:cubicBez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2361625" y="3992050"/>
                <a:ext cx="220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397" extrusionOk="0">
                    <a:moveTo>
                      <a:pt x="608" y="0"/>
                    </a:moveTo>
                    <a:lnTo>
                      <a:pt x="557" y="20"/>
                    </a:lnTo>
                    <a:lnTo>
                      <a:pt x="567" y="41"/>
                    </a:lnTo>
                    <a:cubicBezTo>
                      <a:pt x="578" y="81"/>
                      <a:pt x="820" y="1022"/>
                      <a:pt x="21" y="1335"/>
                    </a:cubicBezTo>
                    <a:lnTo>
                      <a:pt x="1" y="1346"/>
                    </a:lnTo>
                    <a:lnTo>
                      <a:pt x="21" y="1396"/>
                    </a:lnTo>
                    <a:lnTo>
                      <a:pt x="41" y="1386"/>
                    </a:lnTo>
                    <a:cubicBezTo>
                      <a:pt x="881" y="1052"/>
                      <a:pt x="618" y="41"/>
                      <a:pt x="608" y="31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2367950" y="4020125"/>
                <a:ext cx="38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153" h="729" extrusionOk="0">
                    <a:moveTo>
                      <a:pt x="102" y="0"/>
                    </a:moveTo>
                    <a:lnTo>
                      <a:pt x="1" y="729"/>
                    </a:lnTo>
                    <a:lnTo>
                      <a:pt x="51" y="729"/>
                    </a:lnTo>
                    <a:lnTo>
                      <a:pt x="152" y="1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2361125" y="3866750"/>
                <a:ext cx="5137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1996" extrusionOk="0">
                    <a:moveTo>
                      <a:pt x="790" y="1"/>
                    </a:moveTo>
                    <a:cubicBezTo>
                      <a:pt x="783" y="1"/>
                      <a:pt x="776" y="5"/>
                      <a:pt x="769" y="5"/>
                    </a:cubicBezTo>
                    <a:lnTo>
                      <a:pt x="11" y="896"/>
                    </a:lnTo>
                    <a:cubicBezTo>
                      <a:pt x="0" y="905"/>
                      <a:pt x="0" y="916"/>
                      <a:pt x="11" y="925"/>
                    </a:cubicBezTo>
                    <a:lnTo>
                      <a:pt x="1255" y="1988"/>
                    </a:lnTo>
                    <a:cubicBezTo>
                      <a:pt x="1260" y="1993"/>
                      <a:pt x="1265" y="1995"/>
                      <a:pt x="1270" y="1995"/>
                    </a:cubicBezTo>
                    <a:cubicBezTo>
                      <a:pt x="1275" y="1995"/>
                      <a:pt x="1280" y="1993"/>
                      <a:pt x="1285" y="1988"/>
                    </a:cubicBezTo>
                    <a:lnTo>
                      <a:pt x="2044" y="1098"/>
                    </a:lnTo>
                    <a:cubicBezTo>
                      <a:pt x="2054" y="1087"/>
                      <a:pt x="2044" y="1078"/>
                      <a:pt x="2034" y="1067"/>
                    </a:cubicBezTo>
                    <a:lnTo>
                      <a:pt x="800" y="5"/>
                    </a:lnTo>
                    <a:cubicBezTo>
                      <a:pt x="796" y="2"/>
                      <a:pt x="793" y="1"/>
                      <a:pt x="79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364925" y="3870725"/>
                <a:ext cx="432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668" extrusionOk="0">
                    <a:moveTo>
                      <a:pt x="633" y="0"/>
                    </a:moveTo>
                    <a:cubicBezTo>
                      <a:pt x="627" y="0"/>
                      <a:pt x="622" y="3"/>
                      <a:pt x="617" y="8"/>
                    </a:cubicBezTo>
                    <a:lnTo>
                      <a:pt x="10" y="716"/>
                    </a:lnTo>
                    <a:cubicBezTo>
                      <a:pt x="1" y="726"/>
                      <a:pt x="1" y="737"/>
                      <a:pt x="10" y="737"/>
                    </a:cubicBezTo>
                    <a:lnTo>
                      <a:pt x="1093" y="1667"/>
                    </a:lnTo>
                    <a:lnTo>
                      <a:pt x="1113" y="1667"/>
                    </a:lnTo>
                    <a:lnTo>
                      <a:pt x="1720" y="949"/>
                    </a:lnTo>
                    <a:cubicBezTo>
                      <a:pt x="1730" y="949"/>
                      <a:pt x="1730" y="928"/>
                      <a:pt x="1720" y="928"/>
                    </a:cubicBezTo>
                    <a:lnTo>
                      <a:pt x="648" y="8"/>
                    </a:lnTo>
                    <a:cubicBezTo>
                      <a:pt x="643" y="3"/>
                      <a:pt x="638" y="0"/>
                      <a:pt x="6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371000" y="3878150"/>
                <a:ext cx="1525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61" h="53" extrusionOk="0">
                    <a:moveTo>
                      <a:pt x="40" y="0"/>
                    </a:moveTo>
                    <a:cubicBezTo>
                      <a:pt x="30" y="0"/>
                      <a:pt x="17" y="7"/>
                      <a:pt x="10" y="15"/>
                    </a:cubicBezTo>
                    <a:cubicBezTo>
                      <a:pt x="0" y="24"/>
                      <a:pt x="0" y="35"/>
                      <a:pt x="10" y="45"/>
                    </a:cubicBezTo>
                    <a:cubicBezTo>
                      <a:pt x="15" y="50"/>
                      <a:pt x="23" y="52"/>
                      <a:pt x="31" y="52"/>
                    </a:cubicBezTo>
                    <a:cubicBezTo>
                      <a:pt x="38" y="52"/>
                      <a:pt x="46" y="50"/>
                      <a:pt x="50" y="45"/>
                    </a:cubicBezTo>
                    <a:cubicBezTo>
                      <a:pt x="61" y="35"/>
                      <a:pt x="61" y="15"/>
                      <a:pt x="50" y="4"/>
                    </a:cubicBezTo>
                    <a:cubicBezTo>
                      <a:pt x="48" y="1"/>
                      <a:pt x="44" y="0"/>
                      <a:pt x="40" y="0"/>
                    </a:cubicBez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371225" y="3878500"/>
                <a:ext cx="1050" cy="725"/>
              </a:xfrm>
              <a:custGeom>
                <a:avLst/>
                <a:gdLst/>
                <a:ahLst/>
                <a:cxnLst/>
                <a:rect l="l" t="t" r="r" b="b"/>
                <a:pathLst>
                  <a:path w="42" h="29" extrusionOk="0">
                    <a:moveTo>
                      <a:pt x="12" y="1"/>
                    </a:moveTo>
                    <a:cubicBezTo>
                      <a:pt x="1" y="10"/>
                      <a:pt x="1" y="21"/>
                      <a:pt x="12" y="21"/>
                    </a:cubicBezTo>
                    <a:cubicBezTo>
                      <a:pt x="16" y="26"/>
                      <a:pt x="21" y="28"/>
                      <a:pt x="25" y="28"/>
                    </a:cubicBezTo>
                    <a:cubicBezTo>
                      <a:pt x="29" y="28"/>
                      <a:pt x="32" y="26"/>
                      <a:pt x="32" y="21"/>
                    </a:cubicBezTo>
                    <a:cubicBezTo>
                      <a:pt x="41" y="21"/>
                      <a:pt x="41" y="10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00325" y="3903250"/>
                <a:ext cx="230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92" h="85" extrusionOk="0">
                    <a:moveTo>
                      <a:pt x="50" y="0"/>
                    </a:moveTo>
                    <a:cubicBezTo>
                      <a:pt x="37" y="0"/>
                      <a:pt x="22" y="6"/>
                      <a:pt x="10" y="12"/>
                    </a:cubicBezTo>
                    <a:cubicBezTo>
                      <a:pt x="1" y="32"/>
                      <a:pt x="1" y="63"/>
                      <a:pt x="21" y="72"/>
                    </a:cubicBezTo>
                    <a:cubicBezTo>
                      <a:pt x="25" y="81"/>
                      <a:pt x="33" y="84"/>
                      <a:pt x="42" y="84"/>
                    </a:cubicBezTo>
                    <a:cubicBezTo>
                      <a:pt x="53" y="84"/>
                      <a:pt x="66" y="78"/>
                      <a:pt x="71" y="72"/>
                    </a:cubicBezTo>
                    <a:cubicBezTo>
                      <a:pt x="91" y="52"/>
                      <a:pt x="91" y="22"/>
                      <a:pt x="71" y="12"/>
                    </a:cubicBezTo>
                    <a:cubicBezTo>
                      <a:pt x="67" y="3"/>
                      <a:pt x="59" y="0"/>
                      <a:pt x="50" y="0"/>
                    </a:cubicBez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084975" y="3975100"/>
                <a:ext cx="98900" cy="117375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4695" extrusionOk="0">
                    <a:moveTo>
                      <a:pt x="2863" y="1"/>
                    </a:moveTo>
                    <a:lnTo>
                      <a:pt x="0" y="810"/>
                    </a:lnTo>
                    <a:lnTo>
                      <a:pt x="1093" y="4695"/>
                    </a:lnTo>
                    <a:lnTo>
                      <a:pt x="3956" y="3895"/>
                    </a:lnTo>
                    <a:lnTo>
                      <a:pt x="2863" y="1"/>
                    </a:ln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4"/>
              <p:cNvSpPr/>
              <p:nvPr/>
            </p:nvSpPr>
            <p:spPr>
              <a:xfrm>
                <a:off x="2092825" y="3983200"/>
                <a:ext cx="83475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4057" extrusionOk="0">
                    <a:moveTo>
                      <a:pt x="2387" y="1"/>
                    </a:moveTo>
                    <a:lnTo>
                      <a:pt x="0" y="668"/>
                    </a:lnTo>
                    <a:lnTo>
                      <a:pt x="951" y="4057"/>
                    </a:lnTo>
                    <a:lnTo>
                      <a:pt x="3338" y="3379"/>
                    </a:lnTo>
                    <a:lnTo>
                      <a:pt x="23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4"/>
              <p:cNvSpPr/>
              <p:nvPr/>
            </p:nvSpPr>
            <p:spPr>
              <a:xfrm>
                <a:off x="2101925" y="3977125"/>
                <a:ext cx="3947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1579" h="901" extrusionOk="0">
                    <a:moveTo>
                      <a:pt x="1437" y="1"/>
                    </a:moveTo>
                    <a:lnTo>
                      <a:pt x="0" y="405"/>
                    </a:lnTo>
                    <a:lnTo>
                      <a:pt x="142" y="901"/>
                    </a:lnTo>
                    <a:lnTo>
                      <a:pt x="1578" y="496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rgbClr val="F739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4"/>
              <p:cNvSpPr/>
              <p:nvPr/>
            </p:nvSpPr>
            <p:spPr>
              <a:xfrm>
                <a:off x="2107225" y="3994325"/>
                <a:ext cx="35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487" extrusionOk="0">
                    <a:moveTo>
                      <a:pt x="1396" y="1"/>
                    </a:moveTo>
                    <a:lnTo>
                      <a:pt x="0" y="395"/>
                    </a:lnTo>
                    <a:lnTo>
                      <a:pt x="31" y="486"/>
                    </a:lnTo>
                    <a:lnTo>
                      <a:pt x="1427" y="91"/>
                    </a:lnTo>
                    <a:lnTo>
                      <a:pt x="139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4"/>
              <p:cNvSpPr/>
              <p:nvPr/>
            </p:nvSpPr>
            <p:spPr>
              <a:xfrm>
                <a:off x="2106475" y="4015450"/>
                <a:ext cx="73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64" extrusionOk="0">
                    <a:moveTo>
                      <a:pt x="148" y="0"/>
                    </a:moveTo>
                    <a:cubicBezTo>
                      <a:pt x="136" y="0"/>
                      <a:pt x="124" y="2"/>
                      <a:pt x="111" y="5"/>
                    </a:cubicBezTo>
                    <a:cubicBezTo>
                      <a:pt x="41" y="26"/>
                      <a:pt x="0" y="96"/>
                      <a:pt x="21" y="167"/>
                    </a:cubicBezTo>
                    <a:cubicBezTo>
                      <a:pt x="37" y="225"/>
                      <a:pt x="88" y="263"/>
                      <a:pt x="145" y="263"/>
                    </a:cubicBezTo>
                    <a:cubicBezTo>
                      <a:pt x="158" y="263"/>
                      <a:pt x="170" y="261"/>
                      <a:pt x="182" y="258"/>
                    </a:cubicBezTo>
                    <a:cubicBezTo>
                      <a:pt x="253" y="238"/>
                      <a:pt x="293" y="167"/>
                      <a:pt x="273" y="96"/>
                    </a:cubicBezTo>
                    <a:cubicBezTo>
                      <a:pt x="256" y="38"/>
                      <a:pt x="205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4"/>
              <p:cNvSpPr/>
              <p:nvPr/>
            </p:nvSpPr>
            <p:spPr>
              <a:xfrm>
                <a:off x="2114800" y="4004950"/>
                <a:ext cx="357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487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1" y="486"/>
                    </a:lnTo>
                    <a:lnTo>
                      <a:pt x="1427" y="102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4"/>
              <p:cNvSpPr/>
              <p:nvPr/>
            </p:nvSpPr>
            <p:spPr>
              <a:xfrm>
                <a:off x="2115825" y="4010525"/>
                <a:ext cx="291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415" extrusionOk="0">
                    <a:moveTo>
                      <a:pt x="1133" y="0"/>
                    </a:moveTo>
                    <a:lnTo>
                      <a:pt x="0" y="324"/>
                    </a:lnTo>
                    <a:lnTo>
                      <a:pt x="31" y="414"/>
                    </a:lnTo>
                    <a:lnTo>
                      <a:pt x="1164" y="101"/>
                    </a:lnTo>
                    <a:lnTo>
                      <a:pt x="11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4"/>
              <p:cNvSpPr/>
              <p:nvPr/>
            </p:nvSpPr>
            <p:spPr>
              <a:xfrm>
                <a:off x="2111025" y="4031625"/>
                <a:ext cx="735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74" extrusionOk="0">
                    <a:moveTo>
                      <a:pt x="148" y="1"/>
                    </a:moveTo>
                    <a:cubicBezTo>
                      <a:pt x="136" y="1"/>
                      <a:pt x="124" y="2"/>
                      <a:pt x="111" y="6"/>
                    </a:cubicBezTo>
                    <a:cubicBezTo>
                      <a:pt x="41" y="26"/>
                      <a:pt x="0" y="96"/>
                      <a:pt x="21" y="168"/>
                    </a:cubicBezTo>
                    <a:cubicBezTo>
                      <a:pt x="38" y="227"/>
                      <a:pt x="91" y="273"/>
                      <a:pt x="151" y="273"/>
                    </a:cubicBezTo>
                    <a:cubicBezTo>
                      <a:pt x="161" y="273"/>
                      <a:pt x="172" y="272"/>
                      <a:pt x="182" y="269"/>
                    </a:cubicBezTo>
                    <a:cubicBezTo>
                      <a:pt x="253" y="249"/>
                      <a:pt x="293" y="168"/>
                      <a:pt x="273" y="96"/>
                    </a:cubicBezTo>
                    <a:cubicBezTo>
                      <a:pt x="256" y="38"/>
                      <a:pt x="206" y="1"/>
                      <a:pt x="14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4"/>
              <p:cNvSpPr/>
              <p:nvPr/>
            </p:nvSpPr>
            <p:spPr>
              <a:xfrm>
                <a:off x="2119350" y="4021125"/>
                <a:ext cx="3570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497" extrusionOk="0">
                    <a:moveTo>
                      <a:pt x="1407" y="1"/>
                    </a:moveTo>
                    <a:lnTo>
                      <a:pt x="1" y="395"/>
                    </a:lnTo>
                    <a:lnTo>
                      <a:pt x="32" y="496"/>
                    </a:lnTo>
                    <a:lnTo>
                      <a:pt x="1428" y="102"/>
                    </a:lnTo>
                    <a:lnTo>
                      <a:pt x="140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4"/>
              <p:cNvSpPr/>
              <p:nvPr/>
            </p:nvSpPr>
            <p:spPr>
              <a:xfrm>
                <a:off x="2120375" y="4026950"/>
                <a:ext cx="29100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416" extrusionOk="0">
                    <a:moveTo>
                      <a:pt x="1133" y="0"/>
                    </a:moveTo>
                    <a:lnTo>
                      <a:pt x="0" y="314"/>
                    </a:lnTo>
                    <a:lnTo>
                      <a:pt x="31" y="415"/>
                    </a:lnTo>
                    <a:lnTo>
                      <a:pt x="1164" y="92"/>
                    </a:lnTo>
                    <a:lnTo>
                      <a:pt x="11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4"/>
              <p:cNvSpPr/>
              <p:nvPr/>
            </p:nvSpPr>
            <p:spPr>
              <a:xfrm>
                <a:off x="2115575" y="4047825"/>
                <a:ext cx="735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74" extrusionOk="0">
                    <a:moveTo>
                      <a:pt x="144" y="1"/>
                    </a:moveTo>
                    <a:cubicBezTo>
                      <a:pt x="133" y="1"/>
                      <a:pt x="122" y="2"/>
                      <a:pt x="111" y="5"/>
                    </a:cubicBezTo>
                    <a:cubicBezTo>
                      <a:pt x="41" y="25"/>
                      <a:pt x="0" y="106"/>
                      <a:pt x="21" y="177"/>
                    </a:cubicBezTo>
                    <a:cubicBezTo>
                      <a:pt x="37" y="236"/>
                      <a:pt x="88" y="273"/>
                      <a:pt x="146" y="273"/>
                    </a:cubicBezTo>
                    <a:cubicBezTo>
                      <a:pt x="158" y="273"/>
                      <a:pt x="170" y="272"/>
                      <a:pt x="183" y="268"/>
                    </a:cubicBezTo>
                    <a:cubicBezTo>
                      <a:pt x="253" y="248"/>
                      <a:pt x="293" y="177"/>
                      <a:pt x="273" y="106"/>
                    </a:cubicBezTo>
                    <a:cubicBezTo>
                      <a:pt x="256" y="46"/>
                      <a:pt x="203" y="1"/>
                      <a:pt x="1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4"/>
              <p:cNvSpPr/>
              <p:nvPr/>
            </p:nvSpPr>
            <p:spPr>
              <a:xfrm>
                <a:off x="2123900" y="4037575"/>
                <a:ext cx="359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86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2" y="486"/>
                    </a:lnTo>
                    <a:lnTo>
                      <a:pt x="1437" y="91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4"/>
              <p:cNvSpPr/>
              <p:nvPr/>
            </p:nvSpPr>
            <p:spPr>
              <a:xfrm>
                <a:off x="2124925" y="4043125"/>
                <a:ext cx="29125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416" extrusionOk="0">
                    <a:moveTo>
                      <a:pt x="1133" y="1"/>
                    </a:moveTo>
                    <a:lnTo>
                      <a:pt x="0" y="324"/>
                    </a:lnTo>
                    <a:lnTo>
                      <a:pt x="31" y="416"/>
                    </a:lnTo>
                    <a:lnTo>
                      <a:pt x="1164" y="102"/>
                    </a:lnTo>
                    <a:lnTo>
                      <a:pt x="11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4"/>
              <p:cNvSpPr/>
              <p:nvPr/>
            </p:nvSpPr>
            <p:spPr>
              <a:xfrm>
                <a:off x="2120125" y="4064250"/>
                <a:ext cx="73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64" extrusionOk="0">
                    <a:moveTo>
                      <a:pt x="148" y="0"/>
                    </a:moveTo>
                    <a:cubicBezTo>
                      <a:pt x="136" y="0"/>
                      <a:pt x="124" y="2"/>
                      <a:pt x="111" y="5"/>
                    </a:cubicBezTo>
                    <a:cubicBezTo>
                      <a:pt x="41" y="26"/>
                      <a:pt x="1" y="97"/>
                      <a:pt x="21" y="167"/>
                    </a:cubicBezTo>
                    <a:cubicBezTo>
                      <a:pt x="38" y="226"/>
                      <a:pt x="88" y="264"/>
                      <a:pt x="146" y="264"/>
                    </a:cubicBezTo>
                    <a:cubicBezTo>
                      <a:pt x="158" y="264"/>
                      <a:pt x="170" y="262"/>
                      <a:pt x="183" y="259"/>
                    </a:cubicBezTo>
                    <a:cubicBezTo>
                      <a:pt x="253" y="238"/>
                      <a:pt x="294" y="167"/>
                      <a:pt x="273" y="97"/>
                    </a:cubicBezTo>
                    <a:cubicBezTo>
                      <a:pt x="257" y="38"/>
                      <a:pt x="206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4"/>
              <p:cNvSpPr/>
              <p:nvPr/>
            </p:nvSpPr>
            <p:spPr>
              <a:xfrm>
                <a:off x="2128450" y="4053750"/>
                <a:ext cx="3595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97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2" y="496"/>
                    </a:lnTo>
                    <a:lnTo>
                      <a:pt x="1437" y="102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4"/>
              <p:cNvSpPr/>
              <p:nvPr/>
            </p:nvSpPr>
            <p:spPr>
              <a:xfrm>
                <a:off x="2129725" y="4059575"/>
                <a:ext cx="28875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406" extrusionOk="0">
                    <a:moveTo>
                      <a:pt x="1123" y="0"/>
                    </a:moveTo>
                    <a:lnTo>
                      <a:pt x="1" y="314"/>
                    </a:lnTo>
                    <a:lnTo>
                      <a:pt x="21" y="405"/>
                    </a:lnTo>
                    <a:lnTo>
                      <a:pt x="1154" y="91"/>
                    </a:lnTo>
                    <a:lnTo>
                      <a:pt x="11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4"/>
              <p:cNvSpPr/>
              <p:nvPr/>
            </p:nvSpPr>
            <p:spPr>
              <a:xfrm>
                <a:off x="2277925" y="4059825"/>
                <a:ext cx="822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3288" h="1322" extrusionOk="0">
                    <a:moveTo>
                      <a:pt x="1811" y="0"/>
                    </a:moveTo>
                    <a:lnTo>
                      <a:pt x="1" y="1133"/>
                    </a:lnTo>
                    <a:cubicBezTo>
                      <a:pt x="1" y="1133"/>
                      <a:pt x="733" y="1322"/>
                      <a:pt x="1707" y="1322"/>
                    </a:cubicBezTo>
                    <a:cubicBezTo>
                      <a:pt x="2194" y="1322"/>
                      <a:pt x="2742" y="1275"/>
                      <a:pt x="3288" y="1133"/>
                    </a:cubicBezTo>
                    <a:lnTo>
                      <a:pt x="1811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4"/>
              <p:cNvSpPr/>
              <p:nvPr/>
            </p:nvSpPr>
            <p:spPr>
              <a:xfrm>
                <a:off x="2322950" y="3921000"/>
                <a:ext cx="6100" cy="7850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14" extrusionOk="0">
                    <a:moveTo>
                      <a:pt x="122" y="0"/>
                    </a:moveTo>
                    <a:cubicBezTo>
                      <a:pt x="61" y="0"/>
                      <a:pt x="10" y="61"/>
                      <a:pt x="0" y="142"/>
                    </a:cubicBezTo>
                    <a:cubicBezTo>
                      <a:pt x="21" y="151"/>
                      <a:pt x="41" y="151"/>
                      <a:pt x="61" y="162"/>
                    </a:cubicBezTo>
                    <a:cubicBezTo>
                      <a:pt x="111" y="202"/>
                      <a:pt x="152" y="263"/>
                      <a:pt x="162" y="313"/>
                    </a:cubicBezTo>
                    <a:cubicBezTo>
                      <a:pt x="212" y="293"/>
                      <a:pt x="243" y="232"/>
                      <a:pt x="243" y="162"/>
                    </a:cubicBezTo>
                    <a:cubicBezTo>
                      <a:pt x="243" y="70"/>
                      <a:pt x="192" y="0"/>
                      <a:pt x="12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4"/>
              <p:cNvSpPr/>
              <p:nvPr/>
            </p:nvSpPr>
            <p:spPr>
              <a:xfrm>
                <a:off x="2322950" y="3924525"/>
                <a:ext cx="40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83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0" y="112"/>
                      <a:pt x="50" y="183"/>
                      <a:pt x="122" y="183"/>
                    </a:cubicBezTo>
                    <a:cubicBezTo>
                      <a:pt x="131" y="183"/>
                      <a:pt x="142" y="183"/>
                      <a:pt x="162" y="172"/>
                    </a:cubicBezTo>
                    <a:cubicBezTo>
                      <a:pt x="152" y="122"/>
                      <a:pt x="111" y="61"/>
                      <a:pt x="61" y="21"/>
                    </a:cubicBezTo>
                    <a:cubicBezTo>
                      <a:pt x="41" y="10"/>
                      <a:pt x="21" y="10"/>
                      <a:pt x="0" y="1"/>
                    </a:cubicBezTo>
                    <a:close/>
                  </a:path>
                </a:pathLst>
              </a:custGeom>
              <a:solidFill>
                <a:srgbClr val="F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4"/>
              <p:cNvSpPr/>
              <p:nvPr/>
            </p:nvSpPr>
            <p:spPr>
              <a:xfrm>
                <a:off x="2206100" y="3814500"/>
                <a:ext cx="18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72" h="73" extrusionOk="0">
                    <a:moveTo>
                      <a:pt x="31" y="1"/>
                    </a:moveTo>
                    <a:cubicBezTo>
                      <a:pt x="11" y="12"/>
                      <a:pt x="1" y="32"/>
                      <a:pt x="1" y="52"/>
                    </a:cubicBezTo>
                    <a:cubicBezTo>
                      <a:pt x="11" y="62"/>
                      <a:pt x="21" y="72"/>
                      <a:pt x="41" y="72"/>
                    </a:cubicBezTo>
                    <a:cubicBezTo>
                      <a:pt x="62" y="62"/>
                      <a:pt x="71" y="52"/>
                      <a:pt x="71" y="32"/>
                    </a:cubicBezTo>
                    <a:cubicBezTo>
                      <a:pt x="62" y="12"/>
                      <a:pt x="41" y="1"/>
                      <a:pt x="3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4"/>
              <p:cNvSpPr/>
              <p:nvPr/>
            </p:nvSpPr>
            <p:spPr>
              <a:xfrm>
                <a:off x="2170450" y="3776625"/>
                <a:ext cx="56925" cy="51775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071" extrusionOk="0">
                    <a:moveTo>
                      <a:pt x="1135" y="1"/>
                    </a:moveTo>
                    <a:cubicBezTo>
                      <a:pt x="1054" y="1"/>
                      <a:pt x="972" y="10"/>
                      <a:pt x="890" y="29"/>
                    </a:cubicBezTo>
                    <a:cubicBezTo>
                      <a:pt x="334" y="171"/>
                      <a:pt x="0" y="727"/>
                      <a:pt x="132" y="1284"/>
                    </a:cubicBezTo>
                    <a:cubicBezTo>
                      <a:pt x="253" y="1758"/>
                      <a:pt x="675" y="2071"/>
                      <a:pt x="1142" y="2071"/>
                    </a:cubicBezTo>
                    <a:cubicBezTo>
                      <a:pt x="1223" y="2071"/>
                      <a:pt x="1304" y="2061"/>
                      <a:pt x="1386" y="2042"/>
                    </a:cubicBezTo>
                    <a:cubicBezTo>
                      <a:pt x="1942" y="1900"/>
                      <a:pt x="2277" y="1344"/>
                      <a:pt x="2145" y="788"/>
                    </a:cubicBezTo>
                    <a:cubicBezTo>
                      <a:pt x="2024" y="314"/>
                      <a:pt x="1602" y="1"/>
                      <a:pt x="1135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4"/>
              <p:cNvSpPr/>
              <p:nvPr/>
            </p:nvSpPr>
            <p:spPr>
              <a:xfrm>
                <a:off x="2202800" y="3781575"/>
                <a:ext cx="172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91" extrusionOk="0">
                    <a:moveTo>
                      <a:pt x="50" y="0"/>
                    </a:moveTo>
                    <a:cubicBezTo>
                      <a:pt x="31" y="0"/>
                      <a:pt x="10" y="17"/>
                      <a:pt x="1" y="34"/>
                    </a:cubicBezTo>
                    <a:cubicBezTo>
                      <a:pt x="1" y="64"/>
                      <a:pt x="12" y="84"/>
                      <a:pt x="41" y="94"/>
                    </a:cubicBezTo>
                    <a:cubicBezTo>
                      <a:pt x="315" y="165"/>
                      <a:pt x="527" y="378"/>
                      <a:pt x="588" y="650"/>
                    </a:cubicBezTo>
                    <a:cubicBezTo>
                      <a:pt x="598" y="681"/>
                      <a:pt x="618" y="691"/>
                      <a:pt x="648" y="691"/>
                    </a:cubicBezTo>
                    <a:cubicBezTo>
                      <a:pt x="659" y="681"/>
                      <a:pt x="669" y="681"/>
                      <a:pt x="679" y="661"/>
                    </a:cubicBezTo>
                    <a:cubicBezTo>
                      <a:pt x="689" y="650"/>
                      <a:pt x="689" y="641"/>
                      <a:pt x="679" y="630"/>
                    </a:cubicBezTo>
                    <a:cubicBezTo>
                      <a:pt x="608" y="317"/>
                      <a:pt x="365" y="84"/>
                      <a:pt x="62" y="3"/>
                    </a:cubicBezTo>
                    <a:cubicBezTo>
                      <a:pt x="58" y="1"/>
                      <a:pt x="54" y="0"/>
                      <a:pt x="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4"/>
              <p:cNvSpPr/>
              <p:nvPr/>
            </p:nvSpPr>
            <p:spPr>
              <a:xfrm>
                <a:off x="2192700" y="3780900"/>
                <a:ext cx="76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22" extrusionOk="0">
                    <a:moveTo>
                      <a:pt x="254" y="0"/>
                    </a:moveTo>
                    <a:cubicBezTo>
                      <a:pt x="182" y="0"/>
                      <a:pt x="112" y="10"/>
                      <a:pt x="41" y="20"/>
                    </a:cubicBezTo>
                    <a:cubicBezTo>
                      <a:pt x="11" y="30"/>
                      <a:pt x="0" y="61"/>
                      <a:pt x="0" y="81"/>
                    </a:cubicBezTo>
                    <a:cubicBezTo>
                      <a:pt x="11" y="111"/>
                      <a:pt x="41" y="121"/>
                      <a:pt x="61" y="121"/>
                    </a:cubicBezTo>
                    <a:cubicBezTo>
                      <a:pt x="122" y="101"/>
                      <a:pt x="193" y="91"/>
                      <a:pt x="254" y="91"/>
                    </a:cubicBezTo>
                    <a:cubicBezTo>
                      <a:pt x="274" y="91"/>
                      <a:pt x="294" y="91"/>
                      <a:pt x="294" y="70"/>
                    </a:cubicBezTo>
                    <a:cubicBezTo>
                      <a:pt x="304" y="61"/>
                      <a:pt x="304" y="61"/>
                      <a:pt x="304" y="50"/>
                    </a:cubicBezTo>
                    <a:cubicBezTo>
                      <a:pt x="304" y="20"/>
                      <a:pt x="284" y="0"/>
                      <a:pt x="2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4"/>
              <p:cNvSpPr/>
              <p:nvPr/>
            </p:nvSpPr>
            <p:spPr>
              <a:xfrm>
                <a:off x="2144900" y="3747250"/>
                <a:ext cx="108000" cy="97625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3905" extrusionOk="0">
                    <a:moveTo>
                      <a:pt x="2307" y="0"/>
                    </a:moveTo>
                    <a:lnTo>
                      <a:pt x="2236" y="1063"/>
                    </a:lnTo>
                    <a:lnTo>
                      <a:pt x="2277" y="1063"/>
                    </a:lnTo>
                    <a:lnTo>
                      <a:pt x="2378" y="11"/>
                    </a:lnTo>
                    <a:cubicBezTo>
                      <a:pt x="2357" y="11"/>
                      <a:pt x="2328" y="11"/>
                      <a:pt x="2307" y="0"/>
                    </a:cubicBezTo>
                    <a:close/>
                    <a:moveTo>
                      <a:pt x="1042" y="304"/>
                    </a:moveTo>
                    <a:lnTo>
                      <a:pt x="982" y="334"/>
                    </a:lnTo>
                    <a:lnTo>
                      <a:pt x="1548" y="1234"/>
                    </a:lnTo>
                    <a:cubicBezTo>
                      <a:pt x="1559" y="1225"/>
                      <a:pt x="1568" y="1225"/>
                      <a:pt x="1579" y="1214"/>
                    </a:cubicBezTo>
                    <a:lnTo>
                      <a:pt x="1042" y="304"/>
                    </a:lnTo>
                    <a:close/>
                    <a:moveTo>
                      <a:pt x="3582" y="517"/>
                    </a:moveTo>
                    <a:lnTo>
                      <a:pt x="2904" y="1326"/>
                    </a:lnTo>
                    <a:cubicBezTo>
                      <a:pt x="2904" y="1335"/>
                      <a:pt x="2914" y="1335"/>
                      <a:pt x="2924" y="1346"/>
                    </a:cubicBezTo>
                    <a:lnTo>
                      <a:pt x="3622" y="557"/>
                    </a:lnTo>
                    <a:cubicBezTo>
                      <a:pt x="3612" y="537"/>
                      <a:pt x="3592" y="526"/>
                      <a:pt x="3582" y="517"/>
                    </a:cubicBezTo>
                    <a:close/>
                    <a:moveTo>
                      <a:pt x="132" y="1326"/>
                    </a:moveTo>
                    <a:cubicBezTo>
                      <a:pt x="122" y="1346"/>
                      <a:pt x="122" y="1366"/>
                      <a:pt x="112" y="1386"/>
                    </a:cubicBezTo>
                    <a:lnTo>
                      <a:pt x="1093" y="1781"/>
                    </a:lnTo>
                    <a:cubicBezTo>
                      <a:pt x="1093" y="1771"/>
                      <a:pt x="1093" y="1760"/>
                      <a:pt x="1103" y="1751"/>
                    </a:cubicBezTo>
                    <a:lnTo>
                      <a:pt x="132" y="1326"/>
                    </a:lnTo>
                    <a:close/>
                    <a:moveTo>
                      <a:pt x="4300" y="1670"/>
                    </a:moveTo>
                    <a:lnTo>
                      <a:pt x="3278" y="1922"/>
                    </a:lnTo>
                    <a:lnTo>
                      <a:pt x="3278" y="1933"/>
                    </a:lnTo>
                    <a:cubicBezTo>
                      <a:pt x="3278" y="1942"/>
                      <a:pt x="3288" y="1953"/>
                      <a:pt x="3288" y="1963"/>
                    </a:cubicBezTo>
                    <a:lnTo>
                      <a:pt x="4320" y="1740"/>
                    </a:lnTo>
                    <a:cubicBezTo>
                      <a:pt x="4320" y="1720"/>
                      <a:pt x="4310" y="1700"/>
                      <a:pt x="4310" y="1679"/>
                    </a:cubicBezTo>
                    <a:lnTo>
                      <a:pt x="4300" y="1670"/>
                    </a:lnTo>
                    <a:close/>
                    <a:moveTo>
                      <a:pt x="1033" y="2459"/>
                    </a:moveTo>
                    <a:lnTo>
                      <a:pt x="1" y="2681"/>
                    </a:lnTo>
                    <a:cubicBezTo>
                      <a:pt x="1" y="2702"/>
                      <a:pt x="11" y="2722"/>
                      <a:pt x="11" y="2742"/>
                    </a:cubicBezTo>
                    <a:lnTo>
                      <a:pt x="1042" y="2489"/>
                    </a:lnTo>
                    <a:cubicBezTo>
                      <a:pt x="1033" y="2479"/>
                      <a:pt x="1033" y="2468"/>
                      <a:pt x="1033" y="2459"/>
                    </a:cubicBezTo>
                    <a:close/>
                    <a:moveTo>
                      <a:pt x="3227" y="2641"/>
                    </a:moveTo>
                    <a:cubicBezTo>
                      <a:pt x="3227" y="2651"/>
                      <a:pt x="3218" y="2661"/>
                      <a:pt x="3218" y="2671"/>
                    </a:cubicBezTo>
                    <a:lnTo>
                      <a:pt x="4178" y="3106"/>
                    </a:lnTo>
                    <a:lnTo>
                      <a:pt x="4209" y="3045"/>
                    </a:lnTo>
                    <a:lnTo>
                      <a:pt x="3227" y="2641"/>
                    </a:lnTo>
                    <a:close/>
                    <a:moveTo>
                      <a:pt x="1397" y="3075"/>
                    </a:moveTo>
                    <a:lnTo>
                      <a:pt x="689" y="3864"/>
                    </a:lnTo>
                    <a:cubicBezTo>
                      <a:pt x="709" y="3875"/>
                      <a:pt x="719" y="3895"/>
                      <a:pt x="739" y="3905"/>
                    </a:cubicBezTo>
                    <a:lnTo>
                      <a:pt x="1417" y="3096"/>
                    </a:lnTo>
                    <a:lnTo>
                      <a:pt x="1397" y="3075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4"/>
              <p:cNvSpPr/>
              <p:nvPr/>
            </p:nvSpPr>
            <p:spPr>
              <a:xfrm>
                <a:off x="2193975" y="3816300"/>
                <a:ext cx="21500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759" extrusionOk="0">
                    <a:moveTo>
                      <a:pt x="718" y="0"/>
                    </a:moveTo>
                    <a:lnTo>
                      <a:pt x="0" y="182"/>
                    </a:lnTo>
                    <a:lnTo>
                      <a:pt x="142" y="758"/>
                    </a:lnTo>
                    <a:lnTo>
                      <a:pt x="860" y="576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4"/>
              <p:cNvSpPr/>
              <p:nvPr/>
            </p:nvSpPr>
            <p:spPr>
              <a:xfrm>
                <a:off x="2196000" y="3814000"/>
                <a:ext cx="63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810" extrusionOk="0">
                    <a:moveTo>
                      <a:pt x="50" y="1"/>
                    </a:moveTo>
                    <a:lnTo>
                      <a:pt x="0" y="11"/>
                    </a:lnTo>
                    <a:lnTo>
                      <a:pt x="203" y="810"/>
                    </a:lnTo>
                    <a:lnTo>
                      <a:pt x="253" y="800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4"/>
              <p:cNvSpPr/>
              <p:nvPr/>
            </p:nvSpPr>
            <p:spPr>
              <a:xfrm>
                <a:off x="2205850" y="3811475"/>
                <a:ext cx="61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821" extrusionOk="0">
                    <a:moveTo>
                      <a:pt x="51" y="1"/>
                    </a:moveTo>
                    <a:lnTo>
                      <a:pt x="0" y="11"/>
                    </a:lnTo>
                    <a:lnTo>
                      <a:pt x="203" y="820"/>
                    </a:lnTo>
                    <a:lnTo>
                      <a:pt x="243" y="800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4"/>
              <p:cNvSpPr/>
              <p:nvPr/>
            </p:nvSpPr>
            <p:spPr>
              <a:xfrm>
                <a:off x="2191175" y="3809725"/>
                <a:ext cx="207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253" extrusionOk="0">
                    <a:moveTo>
                      <a:pt x="810" y="0"/>
                    </a:moveTo>
                    <a:lnTo>
                      <a:pt x="1" y="203"/>
                    </a:lnTo>
                    <a:lnTo>
                      <a:pt x="11" y="253"/>
                    </a:lnTo>
                    <a:lnTo>
                      <a:pt x="830" y="50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4"/>
              <p:cNvSpPr/>
              <p:nvPr/>
            </p:nvSpPr>
            <p:spPr>
              <a:xfrm>
                <a:off x="2191450" y="3810450"/>
                <a:ext cx="5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4" extrusionOk="0">
                    <a:moveTo>
                      <a:pt x="83" y="0"/>
                    </a:moveTo>
                    <a:cubicBezTo>
                      <a:pt x="79" y="0"/>
                      <a:pt x="75" y="0"/>
                      <a:pt x="71" y="1"/>
                    </a:cubicBezTo>
                    <a:cubicBezTo>
                      <a:pt x="20" y="21"/>
                      <a:pt x="0" y="102"/>
                      <a:pt x="20" y="194"/>
                    </a:cubicBezTo>
                    <a:lnTo>
                      <a:pt x="71" y="183"/>
                    </a:lnTo>
                    <a:cubicBezTo>
                      <a:pt x="50" y="113"/>
                      <a:pt x="71" y="52"/>
                      <a:pt x="91" y="52"/>
                    </a:cubicBezTo>
                    <a:cubicBezTo>
                      <a:pt x="93" y="51"/>
                      <a:pt x="95" y="50"/>
                      <a:pt x="98" y="50"/>
                    </a:cubicBezTo>
                    <a:cubicBezTo>
                      <a:pt x="117" y="50"/>
                      <a:pt x="144" y="90"/>
                      <a:pt x="162" y="153"/>
                    </a:cubicBezTo>
                    <a:lnTo>
                      <a:pt x="212" y="143"/>
                    </a:lnTo>
                    <a:cubicBezTo>
                      <a:pt x="193" y="58"/>
                      <a:pt x="140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4"/>
              <p:cNvSpPr/>
              <p:nvPr/>
            </p:nvSpPr>
            <p:spPr>
              <a:xfrm>
                <a:off x="2194975" y="3809625"/>
                <a:ext cx="532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87" extrusionOk="0">
                    <a:moveTo>
                      <a:pt x="102" y="0"/>
                    </a:moveTo>
                    <a:cubicBezTo>
                      <a:pt x="95" y="0"/>
                      <a:pt x="88" y="2"/>
                      <a:pt x="82" y="4"/>
                    </a:cubicBezTo>
                    <a:cubicBezTo>
                      <a:pt x="21" y="14"/>
                      <a:pt x="1" y="95"/>
                      <a:pt x="21" y="186"/>
                    </a:cubicBezTo>
                    <a:lnTo>
                      <a:pt x="71" y="176"/>
                    </a:lnTo>
                    <a:cubicBezTo>
                      <a:pt x="51" y="105"/>
                      <a:pt x="71" y="54"/>
                      <a:pt x="91" y="45"/>
                    </a:cubicBezTo>
                    <a:cubicBezTo>
                      <a:pt x="112" y="45"/>
                      <a:pt x="152" y="85"/>
                      <a:pt x="163" y="156"/>
                    </a:cubicBezTo>
                    <a:lnTo>
                      <a:pt x="213" y="146"/>
                    </a:lnTo>
                    <a:cubicBezTo>
                      <a:pt x="195" y="58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4"/>
              <p:cNvSpPr/>
              <p:nvPr/>
            </p:nvSpPr>
            <p:spPr>
              <a:xfrm>
                <a:off x="2198525" y="3808675"/>
                <a:ext cx="5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4" extrusionOk="0">
                    <a:moveTo>
                      <a:pt x="93" y="1"/>
                    </a:moveTo>
                    <a:cubicBezTo>
                      <a:pt x="89" y="1"/>
                      <a:pt x="85" y="1"/>
                      <a:pt x="81" y="2"/>
                    </a:cubicBezTo>
                    <a:cubicBezTo>
                      <a:pt x="21" y="22"/>
                      <a:pt x="0" y="103"/>
                      <a:pt x="21" y="194"/>
                    </a:cubicBezTo>
                    <a:lnTo>
                      <a:pt x="71" y="184"/>
                    </a:lnTo>
                    <a:cubicBezTo>
                      <a:pt x="51" y="113"/>
                      <a:pt x="71" y="52"/>
                      <a:pt x="91" y="52"/>
                    </a:cubicBezTo>
                    <a:cubicBezTo>
                      <a:pt x="93" y="51"/>
                      <a:pt x="95" y="50"/>
                      <a:pt x="98" y="50"/>
                    </a:cubicBezTo>
                    <a:cubicBezTo>
                      <a:pt x="119" y="50"/>
                      <a:pt x="153" y="90"/>
                      <a:pt x="162" y="153"/>
                    </a:cubicBezTo>
                    <a:lnTo>
                      <a:pt x="212" y="143"/>
                    </a:lnTo>
                    <a:cubicBezTo>
                      <a:pt x="194" y="59"/>
                      <a:pt x="140" y="1"/>
                      <a:pt x="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4"/>
              <p:cNvSpPr/>
              <p:nvPr/>
            </p:nvSpPr>
            <p:spPr>
              <a:xfrm>
                <a:off x="2202075" y="3807850"/>
                <a:ext cx="532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87" extrusionOk="0">
                    <a:moveTo>
                      <a:pt x="101" y="0"/>
                    </a:moveTo>
                    <a:cubicBezTo>
                      <a:pt x="94" y="0"/>
                      <a:pt x="87" y="1"/>
                      <a:pt x="81" y="4"/>
                    </a:cubicBezTo>
                    <a:cubicBezTo>
                      <a:pt x="20" y="14"/>
                      <a:pt x="0" y="95"/>
                      <a:pt x="20" y="186"/>
                    </a:cubicBezTo>
                    <a:lnTo>
                      <a:pt x="70" y="176"/>
                    </a:lnTo>
                    <a:cubicBezTo>
                      <a:pt x="50" y="105"/>
                      <a:pt x="70" y="55"/>
                      <a:pt x="91" y="44"/>
                    </a:cubicBezTo>
                    <a:cubicBezTo>
                      <a:pt x="111" y="44"/>
                      <a:pt x="151" y="85"/>
                      <a:pt x="162" y="156"/>
                    </a:cubicBezTo>
                    <a:lnTo>
                      <a:pt x="212" y="146"/>
                    </a:lnTo>
                    <a:cubicBezTo>
                      <a:pt x="194" y="58"/>
                      <a:pt x="146" y="0"/>
                      <a:pt x="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4"/>
              <p:cNvSpPr/>
              <p:nvPr/>
            </p:nvSpPr>
            <p:spPr>
              <a:xfrm>
                <a:off x="2205600" y="3806900"/>
                <a:ext cx="5325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5" extrusionOk="0">
                    <a:moveTo>
                      <a:pt x="92" y="0"/>
                    </a:moveTo>
                    <a:cubicBezTo>
                      <a:pt x="89" y="0"/>
                      <a:pt x="85" y="1"/>
                      <a:pt x="82" y="2"/>
                    </a:cubicBezTo>
                    <a:cubicBezTo>
                      <a:pt x="21" y="22"/>
                      <a:pt x="1" y="103"/>
                      <a:pt x="21" y="194"/>
                    </a:cubicBezTo>
                    <a:lnTo>
                      <a:pt x="71" y="184"/>
                    </a:lnTo>
                    <a:cubicBezTo>
                      <a:pt x="51" y="113"/>
                      <a:pt x="71" y="52"/>
                      <a:pt x="91" y="52"/>
                    </a:cubicBezTo>
                    <a:cubicBezTo>
                      <a:pt x="93" y="51"/>
                      <a:pt x="96" y="51"/>
                      <a:pt x="98" y="51"/>
                    </a:cubicBezTo>
                    <a:cubicBezTo>
                      <a:pt x="120" y="51"/>
                      <a:pt x="153" y="90"/>
                      <a:pt x="163" y="154"/>
                    </a:cubicBezTo>
                    <a:lnTo>
                      <a:pt x="213" y="143"/>
                    </a:lnTo>
                    <a:cubicBezTo>
                      <a:pt x="194" y="59"/>
                      <a:pt x="140" y="0"/>
                      <a:pt x="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4"/>
              <p:cNvSpPr/>
              <p:nvPr/>
            </p:nvSpPr>
            <p:spPr>
              <a:xfrm>
                <a:off x="2194975" y="3828925"/>
                <a:ext cx="2330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386" extrusionOk="0">
                    <a:moveTo>
                      <a:pt x="891" y="1"/>
                    </a:moveTo>
                    <a:lnTo>
                      <a:pt x="1" y="224"/>
                    </a:lnTo>
                    <a:lnTo>
                      <a:pt x="1" y="233"/>
                    </a:lnTo>
                    <a:lnTo>
                      <a:pt x="41" y="375"/>
                    </a:lnTo>
                    <a:lnTo>
                      <a:pt x="41" y="385"/>
                    </a:lnTo>
                    <a:lnTo>
                      <a:pt x="931" y="163"/>
                    </a:lnTo>
                    <a:lnTo>
                      <a:pt x="931" y="152"/>
                    </a:lnTo>
                    <a:lnTo>
                      <a:pt x="891" y="11"/>
                    </a:lnTo>
                    <a:lnTo>
                      <a:pt x="89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4"/>
              <p:cNvSpPr/>
              <p:nvPr/>
            </p:nvSpPr>
            <p:spPr>
              <a:xfrm>
                <a:off x="2196000" y="3832975"/>
                <a:ext cx="2327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1" h="386" extrusionOk="0">
                    <a:moveTo>
                      <a:pt x="880" y="1"/>
                    </a:moveTo>
                    <a:lnTo>
                      <a:pt x="0" y="223"/>
                    </a:lnTo>
                    <a:lnTo>
                      <a:pt x="0" y="233"/>
                    </a:lnTo>
                    <a:lnTo>
                      <a:pt x="30" y="375"/>
                    </a:lnTo>
                    <a:lnTo>
                      <a:pt x="41" y="385"/>
                    </a:lnTo>
                    <a:lnTo>
                      <a:pt x="920" y="163"/>
                    </a:lnTo>
                    <a:cubicBezTo>
                      <a:pt x="931" y="163"/>
                      <a:pt x="931" y="163"/>
                      <a:pt x="931" y="152"/>
                    </a:cubicBezTo>
                    <a:lnTo>
                      <a:pt x="890" y="11"/>
                    </a:lnTo>
                    <a:cubicBezTo>
                      <a:pt x="890" y="1"/>
                      <a:pt x="890" y="1"/>
                      <a:pt x="8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4"/>
              <p:cNvSpPr/>
              <p:nvPr/>
            </p:nvSpPr>
            <p:spPr>
              <a:xfrm>
                <a:off x="2197000" y="3837025"/>
                <a:ext cx="2330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386" extrusionOk="0">
                    <a:moveTo>
                      <a:pt x="880" y="1"/>
                    </a:moveTo>
                    <a:lnTo>
                      <a:pt x="1" y="223"/>
                    </a:lnTo>
                    <a:lnTo>
                      <a:pt x="1" y="233"/>
                    </a:lnTo>
                    <a:lnTo>
                      <a:pt x="31" y="375"/>
                    </a:lnTo>
                    <a:lnTo>
                      <a:pt x="41" y="385"/>
                    </a:lnTo>
                    <a:lnTo>
                      <a:pt x="921" y="163"/>
                    </a:lnTo>
                    <a:cubicBezTo>
                      <a:pt x="931" y="163"/>
                      <a:pt x="931" y="163"/>
                      <a:pt x="931" y="152"/>
                    </a:cubicBezTo>
                    <a:lnTo>
                      <a:pt x="891" y="10"/>
                    </a:lnTo>
                    <a:cubicBezTo>
                      <a:pt x="891" y="1"/>
                      <a:pt x="891" y="1"/>
                      <a:pt x="8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4"/>
              <p:cNvSpPr/>
              <p:nvPr/>
            </p:nvSpPr>
            <p:spPr>
              <a:xfrm>
                <a:off x="2201800" y="3840075"/>
                <a:ext cx="147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588" h="304" extrusionOk="0">
                    <a:moveTo>
                      <a:pt x="547" y="0"/>
                    </a:moveTo>
                    <a:lnTo>
                      <a:pt x="1" y="142"/>
                    </a:lnTo>
                    <a:lnTo>
                      <a:pt x="1" y="151"/>
                    </a:lnTo>
                    <a:lnTo>
                      <a:pt x="31" y="293"/>
                    </a:lnTo>
                    <a:lnTo>
                      <a:pt x="41" y="304"/>
                    </a:lnTo>
                    <a:lnTo>
                      <a:pt x="587" y="162"/>
                    </a:lnTo>
                    <a:lnTo>
                      <a:pt x="587" y="151"/>
                    </a:lnTo>
                    <a:lnTo>
                      <a:pt x="557" y="10"/>
                    </a:lnTo>
                    <a:cubicBezTo>
                      <a:pt x="547" y="10"/>
                      <a:pt x="547" y="0"/>
                      <a:pt x="54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4"/>
              <p:cNvSpPr/>
              <p:nvPr/>
            </p:nvSpPr>
            <p:spPr>
              <a:xfrm>
                <a:off x="1353100" y="4081050"/>
                <a:ext cx="150000" cy="56450"/>
              </a:xfrm>
              <a:custGeom>
                <a:avLst/>
                <a:gdLst/>
                <a:ahLst/>
                <a:cxnLst/>
                <a:rect l="l" t="t" r="r" b="b"/>
                <a:pathLst>
                  <a:path w="6000" h="2258" extrusionOk="0">
                    <a:moveTo>
                      <a:pt x="5908" y="1"/>
                    </a:moveTo>
                    <a:lnTo>
                      <a:pt x="3612" y="2085"/>
                    </a:lnTo>
                    <a:lnTo>
                      <a:pt x="1589" y="720"/>
                    </a:lnTo>
                    <a:lnTo>
                      <a:pt x="1549" y="760"/>
                    </a:lnTo>
                    <a:cubicBezTo>
                      <a:pt x="1396" y="881"/>
                      <a:pt x="51" y="1954"/>
                      <a:pt x="0" y="2014"/>
                    </a:cubicBezTo>
                    <a:lnTo>
                      <a:pt x="102" y="2105"/>
                    </a:lnTo>
                    <a:cubicBezTo>
                      <a:pt x="142" y="2065"/>
                      <a:pt x="1002" y="1377"/>
                      <a:pt x="1599" y="891"/>
                    </a:cubicBezTo>
                    <a:lnTo>
                      <a:pt x="3622" y="2257"/>
                    </a:lnTo>
                    <a:lnTo>
                      <a:pt x="5999" y="102"/>
                    </a:lnTo>
                    <a:lnTo>
                      <a:pt x="590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4"/>
              <p:cNvSpPr/>
              <p:nvPr/>
            </p:nvSpPr>
            <p:spPr>
              <a:xfrm>
                <a:off x="1347025" y="4125700"/>
                <a:ext cx="147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3" y="0"/>
                    </a:moveTo>
                    <a:cubicBezTo>
                      <a:pt x="170" y="0"/>
                      <a:pt x="58" y="93"/>
                      <a:pt x="31" y="218"/>
                    </a:cubicBezTo>
                    <a:cubicBezTo>
                      <a:pt x="1" y="370"/>
                      <a:pt x="92" y="512"/>
                      <a:pt x="243" y="542"/>
                    </a:cubicBezTo>
                    <a:cubicBezTo>
                      <a:pt x="257" y="543"/>
                      <a:pt x="270" y="544"/>
                      <a:pt x="283" y="544"/>
                    </a:cubicBezTo>
                    <a:cubicBezTo>
                      <a:pt x="411" y="544"/>
                      <a:pt x="530" y="458"/>
                      <a:pt x="557" y="329"/>
                    </a:cubicBezTo>
                    <a:cubicBezTo>
                      <a:pt x="587" y="177"/>
                      <a:pt x="497" y="36"/>
                      <a:pt x="345" y="6"/>
                    </a:cubicBezTo>
                    <a:cubicBezTo>
                      <a:pt x="327" y="2"/>
                      <a:pt x="310" y="0"/>
                      <a:pt x="293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4"/>
              <p:cNvSpPr/>
              <p:nvPr/>
            </p:nvSpPr>
            <p:spPr>
              <a:xfrm>
                <a:off x="1386475" y="4095575"/>
                <a:ext cx="14700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39" extrusionOk="0">
                    <a:moveTo>
                      <a:pt x="290" y="1"/>
                    </a:moveTo>
                    <a:cubicBezTo>
                      <a:pt x="168" y="1"/>
                      <a:pt x="58" y="86"/>
                      <a:pt x="31" y="209"/>
                    </a:cubicBezTo>
                    <a:cubicBezTo>
                      <a:pt x="1" y="361"/>
                      <a:pt x="92" y="503"/>
                      <a:pt x="234" y="533"/>
                    </a:cubicBezTo>
                    <a:cubicBezTo>
                      <a:pt x="252" y="536"/>
                      <a:pt x="270" y="538"/>
                      <a:pt x="288" y="538"/>
                    </a:cubicBezTo>
                    <a:cubicBezTo>
                      <a:pt x="418" y="538"/>
                      <a:pt x="530" y="445"/>
                      <a:pt x="557" y="321"/>
                    </a:cubicBezTo>
                    <a:cubicBezTo>
                      <a:pt x="587" y="179"/>
                      <a:pt x="497" y="37"/>
                      <a:pt x="345" y="7"/>
                    </a:cubicBezTo>
                    <a:cubicBezTo>
                      <a:pt x="326" y="3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4"/>
              <p:cNvSpPr/>
              <p:nvPr/>
            </p:nvSpPr>
            <p:spPr>
              <a:xfrm>
                <a:off x="1436050" y="4128475"/>
                <a:ext cx="147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4" y="0"/>
                    </a:moveTo>
                    <a:cubicBezTo>
                      <a:pt x="168" y="0"/>
                      <a:pt x="49" y="94"/>
                      <a:pt x="31" y="218"/>
                    </a:cubicBezTo>
                    <a:cubicBezTo>
                      <a:pt x="0" y="370"/>
                      <a:pt x="92" y="511"/>
                      <a:pt x="233" y="542"/>
                    </a:cubicBezTo>
                    <a:cubicBezTo>
                      <a:pt x="247" y="544"/>
                      <a:pt x="261" y="545"/>
                      <a:pt x="275" y="545"/>
                    </a:cubicBezTo>
                    <a:cubicBezTo>
                      <a:pt x="410" y="545"/>
                      <a:pt x="529" y="458"/>
                      <a:pt x="557" y="329"/>
                    </a:cubicBezTo>
                    <a:cubicBezTo>
                      <a:pt x="587" y="178"/>
                      <a:pt x="486" y="36"/>
                      <a:pt x="344" y="6"/>
                    </a:cubicBezTo>
                    <a:cubicBezTo>
                      <a:pt x="327" y="2"/>
                      <a:pt x="310" y="0"/>
                      <a:pt x="294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4"/>
              <p:cNvSpPr/>
              <p:nvPr/>
            </p:nvSpPr>
            <p:spPr>
              <a:xfrm>
                <a:off x="1494475" y="4075600"/>
                <a:ext cx="14700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39" extrusionOk="0">
                    <a:moveTo>
                      <a:pt x="295" y="1"/>
                    </a:moveTo>
                    <a:cubicBezTo>
                      <a:pt x="168" y="1"/>
                      <a:pt x="57" y="86"/>
                      <a:pt x="30" y="209"/>
                    </a:cubicBezTo>
                    <a:cubicBezTo>
                      <a:pt x="0" y="361"/>
                      <a:pt x="102" y="502"/>
                      <a:pt x="243" y="533"/>
                    </a:cubicBezTo>
                    <a:cubicBezTo>
                      <a:pt x="260" y="536"/>
                      <a:pt x="277" y="538"/>
                      <a:pt x="294" y="538"/>
                    </a:cubicBezTo>
                    <a:cubicBezTo>
                      <a:pt x="417" y="538"/>
                      <a:pt x="530" y="445"/>
                      <a:pt x="556" y="320"/>
                    </a:cubicBezTo>
                    <a:cubicBezTo>
                      <a:pt x="587" y="178"/>
                      <a:pt x="496" y="37"/>
                      <a:pt x="354" y="7"/>
                    </a:cubicBezTo>
                    <a:cubicBezTo>
                      <a:pt x="334" y="3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Confirmation Questions</a:t>
            </a:r>
            <a:endParaRPr/>
          </a:p>
        </p:txBody>
      </p:sp>
      <p:sp>
        <p:nvSpPr>
          <p:cNvPr id="1659" name="Google Shape;1659;p35"/>
          <p:cNvSpPr txBox="1">
            <a:spLocks noGrp="1"/>
          </p:cNvSpPr>
          <p:nvPr>
            <p:ph type="subTitle" idx="1"/>
          </p:nvPr>
        </p:nvSpPr>
        <p:spPr>
          <a:xfrm>
            <a:off x="720000" y="3278550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feel about the person/people in the narrative?</a:t>
            </a:r>
            <a:endParaRPr/>
          </a:p>
        </p:txBody>
      </p:sp>
      <p:sp>
        <p:nvSpPr>
          <p:cNvPr id="1660" name="Google Shape;1660;p35"/>
          <p:cNvSpPr txBox="1">
            <a:spLocks noGrp="1"/>
          </p:cNvSpPr>
          <p:nvPr>
            <p:ph type="subTitle" idx="3"/>
          </p:nvPr>
        </p:nvSpPr>
        <p:spPr>
          <a:xfrm>
            <a:off x="3420300" y="3278550"/>
            <a:ext cx="2303400" cy="12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feel these leaders were using the principles of leadership?</a:t>
            </a:r>
            <a:endParaRPr/>
          </a:p>
        </p:txBody>
      </p:sp>
      <p:sp>
        <p:nvSpPr>
          <p:cNvPr id="1661" name="Google Shape;1661;p35"/>
          <p:cNvSpPr txBox="1">
            <a:spLocks noGrp="1"/>
          </p:cNvSpPr>
          <p:nvPr>
            <p:ph type="subTitle" idx="5"/>
          </p:nvPr>
        </p:nvSpPr>
        <p:spPr>
          <a:xfrm>
            <a:off x="6120600" y="3278550"/>
            <a:ext cx="23034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yes, how were these principles used?</a:t>
            </a:r>
            <a:endParaRPr/>
          </a:p>
        </p:txBody>
      </p:sp>
      <p:sp>
        <p:nvSpPr>
          <p:cNvPr id="1662" name="Google Shape;1662;p35"/>
          <p:cNvSpPr txBox="1">
            <a:spLocks noGrp="1"/>
          </p:cNvSpPr>
          <p:nvPr>
            <p:ph type="title" idx="7"/>
          </p:nvPr>
        </p:nvSpPr>
        <p:spPr>
          <a:xfrm>
            <a:off x="7200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</a:t>
            </a:r>
            <a:endParaRPr/>
          </a:p>
        </p:txBody>
      </p:sp>
      <p:sp>
        <p:nvSpPr>
          <p:cNvPr id="1663" name="Google Shape;1663;p35"/>
          <p:cNvSpPr txBox="1">
            <a:spLocks noGrp="1"/>
          </p:cNvSpPr>
          <p:nvPr>
            <p:ph type="title" idx="8"/>
          </p:nvPr>
        </p:nvSpPr>
        <p:spPr>
          <a:xfrm>
            <a:off x="34203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</a:t>
            </a:r>
            <a:endParaRPr/>
          </a:p>
        </p:txBody>
      </p:sp>
      <p:sp>
        <p:nvSpPr>
          <p:cNvPr id="1664" name="Google Shape;1664;p35"/>
          <p:cNvSpPr txBox="1">
            <a:spLocks noGrp="1"/>
          </p:cNvSpPr>
          <p:nvPr>
            <p:ph type="title" idx="9"/>
          </p:nvPr>
        </p:nvSpPr>
        <p:spPr>
          <a:xfrm>
            <a:off x="6120600" y="1587875"/>
            <a:ext cx="23034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</a:t>
            </a:r>
            <a:endParaRPr/>
          </a:p>
        </p:txBody>
      </p:sp>
      <p:grpSp>
        <p:nvGrpSpPr>
          <p:cNvPr id="1665" name="Google Shape;1665;p35"/>
          <p:cNvGrpSpPr/>
          <p:nvPr/>
        </p:nvGrpSpPr>
        <p:grpSpPr>
          <a:xfrm>
            <a:off x="1079625" y="2822225"/>
            <a:ext cx="1584150" cy="88200"/>
            <a:chOff x="1063025" y="2822225"/>
            <a:chExt cx="1584150" cy="88200"/>
          </a:xfrm>
        </p:grpSpPr>
        <p:sp>
          <p:nvSpPr>
            <p:cNvPr id="1666" name="Google Shape;1666;p35"/>
            <p:cNvSpPr/>
            <p:nvPr/>
          </p:nvSpPr>
          <p:spPr>
            <a:xfrm flipH="1">
              <a:off x="1473800" y="2822225"/>
              <a:ext cx="7626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5"/>
            <p:cNvSpPr/>
            <p:nvPr/>
          </p:nvSpPr>
          <p:spPr>
            <a:xfrm flipH="1">
              <a:off x="256077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5"/>
            <p:cNvSpPr/>
            <p:nvPr/>
          </p:nvSpPr>
          <p:spPr>
            <a:xfrm flipH="1">
              <a:off x="2423850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5"/>
            <p:cNvSpPr/>
            <p:nvPr/>
          </p:nvSpPr>
          <p:spPr>
            <a:xfrm flipH="1">
              <a:off x="228692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0" name="Google Shape;1670;p35"/>
            <p:cNvGrpSpPr/>
            <p:nvPr/>
          </p:nvGrpSpPr>
          <p:grpSpPr>
            <a:xfrm flipH="1">
              <a:off x="1063025" y="2822225"/>
              <a:ext cx="360250" cy="88200"/>
              <a:chOff x="822825" y="450975"/>
              <a:chExt cx="360250" cy="88200"/>
            </a:xfrm>
          </p:grpSpPr>
          <p:sp>
            <p:nvSpPr>
              <p:cNvPr id="1671" name="Google Shape;1671;p35"/>
              <p:cNvSpPr/>
              <p:nvPr/>
            </p:nvSpPr>
            <p:spPr>
              <a:xfrm>
                <a:off x="82282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959750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109667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74" name="Google Shape;1674;p35"/>
          <p:cNvGrpSpPr/>
          <p:nvPr/>
        </p:nvGrpSpPr>
        <p:grpSpPr>
          <a:xfrm>
            <a:off x="3779925" y="2822225"/>
            <a:ext cx="1584150" cy="88200"/>
            <a:chOff x="1063025" y="2822225"/>
            <a:chExt cx="1584150" cy="88200"/>
          </a:xfrm>
        </p:grpSpPr>
        <p:sp>
          <p:nvSpPr>
            <p:cNvPr id="1675" name="Google Shape;1675;p35"/>
            <p:cNvSpPr/>
            <p:nvPr/>
          </p:nvSpPr>
          <p:spPr>
            <a:xfrm flipH="1">
              <a:off x="1473800" y="2822225"/>
              <a:ext cx="7626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5"/>
            <p:cNvSpPr/>
            <p:nvPr/>
          </p:nvSpPr>
          <p:spPr>
            <a:xfrm flipH="1">
              <a:off x="256077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5"/>
            <p:cNvSpPr/>
            <p:nvPr/>
          </p:nvSpPr>
          <p:spPr>
            <a:xfrm flipH="1">
              <a:off x="2423850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5"/>
            <p:cNvSpPr/>
            <p:nvPr/>
          </p:nvSpPr>
          <p:spPr>
            <a:xfrm flipH="1">
              <a:off x="228692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9" name="Google Shape;1679;p35"/>
            <p:cNvGrpSpPr/>
            <p:nvPr/>
          </p:nvGrpSpPr>
          <p:grpSpPr>
            <a:xfrm flipH="1">
              <a:off x="1063025" y="2822225"/>
              <a:ext cx="360250" cy="88200"/>
              <a:chOff x="822825" y="450975"/>
              <a:chExt cx="360250" cy="88200"/>
            </a:xfrm>
          </p:grpSpPr>
          <p:sp>
            <p:nvSpPr>
              <p:cNvPr id="1680" name="Google Shape;1680;p35"/>
              <p:cNvSpPr/>
              <p:nvPr/>
            </p:nvSpPr>
            <p:spPr>
              <a:xfrm>
                <a:off x="82282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959750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109667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83" name="Google Shape;1683;p35"/>
          <p:cNvGrpSpPr/>
          <p:nvPr/>
        </p:nvGrpSpPr>
        <p:grpSpPr>
          <a:xfrm>
            <a:off x="6480225" y="2822225"/>
            <a:ext cx="1584150" cy="88200"/>
            <a:chOff x="1063025" y="2822225"/>
            <a:chExt cx="1584150" cy="88200"/>
          </a:xfrm>
        </p:grpSpPr>
        <p:sp>
          <p:nvSpPr>
            <p:cNvPr id="1684" name="Google Shape;1684;p35"/>
            <p:cNvSpPr/>
            <p:nvPr/>
          </p:nvSpPr>
          <p:spPr>
            <a:xfrm flipH="1">
              <a:off x="1473800" y="2822225"/>
              <a:ext cx="7626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5"/>
            <p:cNvSpPr/>
            <p:nvPr/>
          </p:nvSpPr>
          <p:spPr>
            <a:xfrm flipH="1">
              <a:off x="256077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5"/>
            <p:cNvSpPr/>
            <p:nvPr/>
          </p:nvSpPr>
          <p:spPr>
            <a:xfrm flipH="1">
              <a:off x="2423850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5"/>
            <p:cNvSpPr/>
            <p:nvPr/>
          </p:nvSpPr>
          <p:spPr>
            <a:xfrm flipH="1">
              <a:off x="2286925" y="2822225"/>
              <a:ext cx="86400" cy="8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8" name="Google Shape;1688;p35"/>
            <p:cNvGrpSpPr/>
            <p:nvPr/>
          </p:nvGrpSpPr>
          <p:grpSpPr>
            <a:xfrm flipH="1">
              <a:off x="1063025" y="2822225"/>
              <a:ext cx="360250" cy="88200"/>
              <a:chOff x="822825" y="450975"/>
              <a:chExt cx="360250" cy="88200"/>
            </a:xfrm>
          </p:grpSpPr>
          <p:sp>
            <p:nvSpPr>
              <p:cNvPr id="1689" name="Google Shape;1689;p35"/>
              <p:cNvSpPr/>
              <p:nvPr/>
            </p:nvSpPr>
            <p:spPr>
              <a:xfrm>
                <a:off x="82282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959750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1096675" y="450975"/>
                <a:ext cx="86400" cy="88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36"/>
          <p:cNvSpPr txBox="1">
            <a:spLocks noGrp="1"/>
          </p:cNvSpPr>
          <p:nvPr>
            <p:ph type="title"/>
          </p:nvPr>
        </p:nvSpPr>
        <p:spPr>
          <a:xfrm>
            <a:off x="4064725" y="2605050"/>
            <a:ext cx="4359300" cy="17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Share brief narratives of youth who have influenced the environment or their community in a positive way and created opportunity for their future or the future of others</a:t>
            </a:r>
            <a:endParaRPr sz="1800"/>
          </a:p>
        </p:txBody>
      </p:sp>
      <p:sp>
        <p:nvSpPr>
          <p:cNvPr id="1697" name="Google Shape;1697;p36"/>
          <p:cNvSpPr txBox="1">
            <a:spLocks noGrp="1"/>
          </p:cNvSpPr>
          <p:nvPr>
            <p:ph type="title" idx="2"/>
          </p:nvPr>
        </p:nvSpPr>
        <p:spPr>
          <a:xfrm>
            <a:off x="4675500" y="930400"/>
            <a:ext cx="3748500" cy="18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TP3</a:t>
            </a:r>
            <a:endParaRPr/>
          </a:p>
        </p:txBody>
      </p:sp>
      <p:grpSp>
        <p:nvGrpSpPr>
          <p:cNvPr id="1698" name="Google Shape;1698;p36"/>
          <p:cNvGrpSpPr/>
          <p:nvPr/>
        </p:nvGrpSpPr>
        <p:grpSpPr>
          <a:xfrm>
            <a:off x="319967" y="930313"/>
            <a:ext cx="3598844" cy="3282669"/>
            <a:chOff x="2831000" y="1919350"/>
            <a:chExt cx="745550" cy="680050"/>
          </a:xfrm>
        </p:grpSpPr>
        <p:sp>
          <p:nvSpPr>
            <p:cNvPr id="1699" name="Google Shape;1699;p36"/>
            <p:cNvSpPr/>
            <p:nvPr/>
          </p:nvSpPr>
          <p:spPr>
            <a:xfrm>
              <a:off x="2846175" y="2575850"/>
              <a:ext cx="724800" cy="23550"/>
            </a:xfrm>
            <a:custGeom>
              <a:avLst/>
              <a:gdLst/>
              <a:ahLst/>
              <a:cxnLst/>
              <a:rect l="l" t="t" r="r" b="b"/>
              <a:pathLst>
                <a:path w="28992" h="942" extrusionOk="0">
                  <a:moveTo>
                    <a:pt x="14496" y="0"/>
                  </a:moveTo>
                  <a:cubicBezTo>
                    <a:pt x="6494" y="0"/>
                    <a:pt x="0" y="213"/>
                    <a:pt x="0" y="476"/>
                  </a:cubicBezTo>
                  <a:cubicBezTo>
                    <a:pt x="0" y="739"/>
                    <a:pt x="6494" y="942"/>
                    <a:pt x="14496" y="942"/>
                  </a:cubicBezTo>
                  <a:cubicBezTo>
                    <a:pt x="22497" y="942"/>
                    <a:pt x="28992" y="739"/>
                    <a:pt x="28992" y="476"/>
                  </a:cubicBezTo>
                  <a:cubicBezTo>
                    <a:pt x="28992" y="213"/>
                    <a:pt x="22497" y="0"/>
                    <a:pt x="14496" y="0"/>
                  </a:cubicBezTo>
                  <a:close/>
                </a:path>
              </a:pathLst>
            </a:custGeom>
            <a:solidFill>
              <a:srgbClr val="EFBF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2845925" y="2134800"/>
              <a:ext cx="717225" cy="450950"/>
            </a:xfrm>
            <a:custGeom>
              <a:avLst/>
              <a:gdLst/>
              <a:ahLst/>
              <a:cxnLst/>
              <a:rect l="l" t="t" r="r" b="b"/>
              <a:pathLst>
                <a:path w="28689" h="18038" extrusionOk="0">
                  <a:moveTo>
                    <a:pt x="14162" y="1"/>
                  </a:moveTo>
                  <a:cubicBezTo>
                    <a:pt x="10784" y="1"/>
                    <a:pt x="7830" y="2237"/>
                    <a:pt x="6221" y="5575"/>
                  </a:cubicBezTo>
                  <a:cubicBezTo>
                    <a:pt x="2772" y="5676"/>
                    <a:pt x="0" y="9145"/>
                    <a:pt x="0" y="13414"/>
                  </a:cubicBezTo>
                  <a:cubicBezTo>
                    <a:pt x="0" y="15134"/>
                    <a:pt x="455" y="16722"/>
                    <a:pt x="1214" y="18017"/>
                  </a:cubicBezTo>
                  <a:lnTo>
                    <a:pt x="6677" y="18017"/>
                  </a:lnTo>
                  <a:cubicBezTo>
                    <a:pt x="6677" y="18017"/>
                    <a:pt x="6686" y="18027"/>
                    <a:pt x="6686" y="18037"/>
                  </a:cubicBezTo>
                  <a:lnTo>
                    <a:pt x="21648" y="18037"/>
                  </a:lnTo>
                  <a:cubicBezTo>
                    <a:pt x="21648" y="18027"/>
                    <a:pt x="21658" y="18017"/>
                    <a:pt x="21658" y="18017"/>
                  </a:cubicBezTo>
                  <a:lnTo>
                    <a:pt x="27475" y="18017"/>
                  </a:lnTo>
                  <a:cubicBezTo>
                    <a:pt x="28233" y="16722"/>
                    <a:pt x="28688" y="15134"/>
                    <a:pt x="28688" y="13414"/>
                  </a:cubicBezTo>
                  <a:cubicBezTo>
                    <a:pt x="28688" y="9085"/>
                    <a:pt x="25836" y="5575"/>
                    <a:pt x="22316" y="5575"/>
                  </a:cubicBezTo>
                  <a:cubicBezTo>
                    <a:pt x="22244" y="5575"/>
                    <a:pt x="22184" y="5575"/>
                    <a:pt x="22113" y="5584"/>
                  </a:cubicBezTo>
                  <a:cubicBezTo>
                    <a:pt x="20504" y="2237"/>
                    <a:pt x="17551" y="1"/>
                    <a:pt x="14162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3122325" y="2205625"/>
              <a:ext cx="66775" cy="73350"/>
            </a:xfrm>
            <a:custGeom>
              <a:avLst/>
              <a:gdLst/>
              <a:ahLst/>
              <a:cxnLst/>
              <a:rect l="l" t="t" r="r" b="b"/>
              <a:pathLst>
                <a:path w="2671" h="2934" extrusionOk="0">
                  <a:moveTo>
                    <a:pt x="921" y="0"/>
                  </a:moveTo>
                  <a:lnTo>
                    <a:pt x="0" y="739"/>
                  </a:lnTo>
                  <a:lnTo>
                    <a:pt x="1751" y="2934"/>
                  </a:lnTo>
                  <a:lnTo>
                    <a:pt x="2671" y="2196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172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3056825" y="2150500"/>
              <a:ext cx="165675" cy="149975"/>
            </a:xfrm>
            <a:custGeom>
              <a:avLst/>
              <a:gdLst/>
              <a:ahLst/>
              <a:cxnLst/>
              <a:rect l="l" t="t" r="r" b="b"/>
              <a:pathLst>
                <a:path w="6627" h="5999" extrusionOk="0">
                  <a:moveTo>
                    <a:pt x="4642" y="1"/>
                  </a:moveTo>
                  <a:cubicBezTo>
                    <a:pt x="4520" y="1"/>
                    <a:pt x="4396" y="41"/>
                    <a:pt x="4290" y="121"/>
                  </a:cubicBezTo>
                  <a:lnTo>
                    <a:pt x="294" y="3207"/>
                  </a:lnTo>
                  <a:cubicBezTo>
                    <a:pt x="51" y="3399"/>
                    <a:pt x="1" y="3753"/>
                    <a:pt x="193" y="3996"/>
                  </a:cubicBezTo>
                  <a:lnTo>
                    <a:pt x="1741" y="5999"/>
                  </a:lnTo>
                  <a:lnTo>
                    <a:pt x="6626" y="2216"/>
                  </a:lnTo>
                  <a:lnTo>
                    <a:pt x="5079" y="222"/>
                  </a:lnTo>
                  <a:cubicBezTo>
                    <a:pt x="4973" y="76"/>
                    <a:pt x="4810" y="1"/>
                    <a:pt x="464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3403550" y="2205625"/>
              <a:ext cx="67050" cy="73350"/>
            </a:xfrm>
            <a:custGeom>
              <a:avLst/>
              <a:gdLst/>
              <a:ahLst/>
              <a:cxnLst/>
              <a:rect l="l" t="t" r="r" b="b"/>
              <a:pathLst>
                <a:path w="2682" h="2934" extrusionOk="0">
                  <a:moveTo>
                    <a:pt x="1760" y="0"/>
                  </a:moveTo>
                  <a:lnTo>
                    <a:pt x="0" y="2196"/>
                  </a:lnTo>
                  <a:lnTo>
                    <a:pt x="931" y="2934"/>
                  </a:lnTo>
                  <a:lnTo>
                    <a:pt x="2681" y="739"/>
                  </a:lnTo>
                  <a:lnTo>
                    <a:pt x="1760" y="0"/>
                  </a:lnTo>
                  <a:close/>
                </a:path>
              </a:pathLst>
            </a:custGeom>
            <a:solidFill>
              <a:srgbClr val="172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3370425" y="2150500"/>
              <a:ext cx="165650" cy="149975"/>
            </a:xfrm>
            <a:custGeom>
              <a:avLst/>
              <a:gdLst/>
              <a:ahLst/>
              <a:cxnLst/>
              <a:rect l="l" t="t" r="r" b="b"/>
              <a:pathLst>
                <a:path w="6626" h="5999" extrusionOk="0">
                  <a:moveTo>
                    <a:pt x="1982" y="1"/>
                  </a:moveTo>
                  <a:cubicBezTo>
                    <a:pt x="1815" y="1"/>
                    <a:pt x="1649" y="76"/>
                    <a:pt x="1538" y="222"/>
                  </a:cubicBezTo>
                  <a:lnTo>
                    <a:pt x="0" y="2216"/>
                  </a:lnTo>
                  <a:lnTo>
                    <a:pt x="4886" y="5999"/>
                  </a:lnTo>
                  <a:lnTo>
                    <a:pt x="6434" y="3996"/>
                  </a:lnTo>
                  <a:cubicBezTo>
                    <a:pt x="6626" y="3753"/>
                    <a:pt x="6575" y="3399"/>
                    <a:pt x="6333" y="3207"/>
                  </a:cubicBezTo>
                  <a:lnTo>
                    <a:pt x="2327" y="121"/>
                  </a:lnTo>
                  <a:cubicBezTo>
                    <a:pt x="2225" y="41"/>
                    <a:pt x="2103" y="1"/>
                    <a:pt x="1982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3368650" y="2505300"/>
              <a:ext cx="101950" cy="79675"/>
            </a:xfrm>
            <a:custGeom>
              <a:avLst/>
              <a:gdLst/>
              <a:ahLst/>
              <a:cxnLst/>
              <a:rect l="l" t="t" r="r" b="b"/>
              <a:pathLst>
                <a:path w="4078" h="3187" extrusionOk="0">
                  <a:moveTo>
                    <a:pt x="0" y="1"/>
                  </a:moveTo>
                  <a:lnTo>
                    <a:pt x="1811" y="3187"/>
                  </a:lnTo>
                  <a:lnTo>
                    <a:pt x="4077" y="3187"/>
                  </a:lnTo>
                  <a:lnTo>
                    <a:pt x="22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3124350" y="2505300"/>
              <a:ext cx="101950" cy="79675"/>
            </a:xfrm>
            <a:custGeom>
              <a:avLst/>
              <a:gdLst/>
              <a:ahLst/>
              <a:cxnLst/>
              <a:rect l="l" t="t" r="r" b="b"/>
              <a:pathLst>
                <a:path w="4078" h="3187" extrusionOk="0">
                  <a:moveTo>
                    <a:pt x="1811" y="1"/>
                  </a:moveTo>
                  <a:lnTo>
                    <a:pt x="0" y="3187"/>
                  </a:lnTo>
                  <a:lnTo>
                    <a:pt x="2266" y="3187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6"/>
            <p:cNvSpPr/>
            <p:nvPr/>
          </p:nvSpPr>
          <p:spPr>
            <a:xfrm>
              <a:off x="3108425" y="2210675"/>
              <a:ext cx="375550" cy="375575"/>
            </a:xfrm>
            <a:custGeom>
              <a:avLst/>
              <a:gdLst/>
              <a:ahLst/>
              <a:cxnLst/>
              <a:rect l="l" t="t" r="r" b="b"/>
              <a:pathLst>
                <a:path w="15022" h="15023" extrusionOk="0">
                  <a:moveTo>
                    <a:pt x="7516" y="0"/>
                  </a:moveTo>
                  <a:cubicBezTo>
                    <a:pt x="3369" y="0"/>
                    <a:pt x="0" y="3359"/>
                    <a:pt x="0" y="7506"/>
                  </a:cubicBezTo>
                  <a:cubicBezTo>
                    <a:pt x="0" y="11654"/>
                    <a:pt x="3369" y="15023"/>
                    <a:pt x="7516" y="15023"/>
                  </a:cubicBezTo>
                  <a:cubicBezTo>
                    <a:pt x="11663" y="15023"/>
                    <a:pt x="15022" y="11654"/>
                    <a:pt x="15022" y="7506"/>
                  </a:cubicBezTo>
                  <a:cubicBezTo>
                    <a:pt x="15022" y="3359"/>
                    <a:pt x="11663" y="0"/>
                    <a:pt x="75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6"/>
            <p:cNvSpPr/>
            <p:nvPr/>
          </p:nvSpPr>
          <p:spPr>
            <a:xfrm>
              <a:off x="3135725" y="2237750"/>
              <a:ext cx="321200" cy="321200"/>
            </a:xfrm>
            <a:custGeom>
              <a:avLst/>
              <a:gdLst/>
              <a:ahLst/>
              <a:cxnLst/>
              <a:rect l="l" t="t" r="r" b="b"/>
              <a:pathLst>
                <a:path w="12848" h="12848" extrusionOk="0">
                  <a:moveTo>
                    <a:pt x="6424" y="0"/>
                  </a:moveTo>
                  <a:cubicBezTo>
                    <a:pt x="2874" y="0"/>
                    <a:pt x="1" y="2883"/>
                    <a:pt x="1" y="6423"/>
                  </a:cubicBezTo>
                  <a:cubicBezTo>
                    <a:pt x="1" y="9974"/>
                    <a:pt x="2874" y="12847"/>
                    <a:pt x="6424" y="12847"/>
                  </a:cubicBezTo>
                  <a:cubicBezTo>
                    <a:pt x="9964" y="12847"/>
                    <a:pt x="12848" y="9974"/>
                    <a:pt x="12848" y="6423"/>
                  </a:cubicBezTo>
                  <a:cubicBezTo>
                    <a:pt x="12848" y="2883"/>
                    <a:pt x="9964" y="0"/>
                    <a:pt x="6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3184025" y="2249875"/>
              <a:ext cx="260775" cy="260500"/>
            </a:xfrm>
            <a:custGeom>
              <a:avLst/>
              <a:gdLst/>
              <a:ahLst/>
              <a:cxnLst/>
              <a:rect l="l" t="t" r="r" b="b"/>
              <a:pathLst>
                <a:path w="10431" h="10420" extrusionOk="0">
                  <a:moveTo>
                    <a:pt x="6940" y="1"/>
                  </a:moveTo>
                  <a:lnTo>
                    <a:pt x="6940" y="1"/>
                  </a:lnTo>
                  <a:cubicBezTo>
                    <a:pt x="7583" y="266"/>
                    <a:pt x="8189" y="640"/>
                    <a:pt x="8740" y="1123"/>
                  </a:cubicBezTo>
                  <a:lnTo>
                    <a:pt x="8740" y="1123"/>
                  </a:lnTo>
                  <a:cubicBezTo>
                    <a:pt x="8211" y="655"/>
                    <a:pt x="7604" y="273"/>
                    <a:pt x="6940" y="1"/>
                  </a:cubicBezTo>
                  <a:close/>
                  <a:moveTo>
                    <a:pt x="2024" y="10"/>
                  </a:moveTo>
                  <a:cubicBezTo>
                    <a:pt x="1286" y="314"/>
                    <a:pt x="598" y="759"/>
                    <a:pt x="1" y="1346"/>
                  </a:cubicBezTo>
                  <a:cubicBezTo>
                    <a:pt x="578" y="779"/>
                    <a:pt x="1266" y="324"/>
                    <a:pt x="2024" y="10"/>
                  </a:cubicBezTo>
                  <a:close/>
                  <a:moveTo>
                    <a:pt x="8740" y="1123"/>
                  </a:moveTo>
                  <a:lnTo>
                    <a:pt x="8740" y="1123"/>
                  </a:lnTo>
                  <a:cubicBezTo>
                    <a:pt x="9468" y="1768"/>
                    <a:pt x="10049" y="2576"/>
                    <a:pt x="10430" y="3490"/>
                  </a:cubicBezTo>
                  <a:cubicBezTo>
                    <a:pt x="10116" y="2732"/>
                    <a:pt x="9651" y="2013"/>
                    <a:pt x="9034" y="1397"/>
                  </a:cubicBezTo>
                  <a:cubicBezTo>
                    <a:pt x="8938" y="1302"/>
                    <a:pt x="8840" y="1211"/>
                    <a:pt x="8740" y="1123"/>
                  </a:cubicBezTo>
                  <a:close/>
                  <a:moveTo>
                    <a:pt x="10420" y="8397"/>
                  </a:moveTo>
                  <a:cubicBezTo>
                    <a:pt x="10107" y="9155"/>
                    <a:pt x="9651" y="9843"/>
                    <a:pt x="9095" y="10420"/>
                  </a:cubicBezTo>
                  <a:cubicBezTo>
                    <a:pt x="9682" y="9823"/>
                    <a:pt x="10127" y="9135"/>
                    <a:pt x="10420" y="8397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3173925" y="2237750"/>
              <a:ext cx="283000" cy="283000"/>
            </a:xfrm>
            <a:custGeom>
              <a:avLst/>
              <a:gdLst/>
              <a:ahLst/>
              <a:cxnLst/>
              <a:rect l="l" t="t" r="r" b="b"/>
              <a:pathLst>
                <a:path w="11320" h="11320" extrusionOk="0">
                  <a:moveTo>
                    <a:pt x="4826" y="0"/>
                  </a:moveTo>
                  <a:cubicBezTo>
                    <a:pt x="4006" y="10"/>
                    <a:pt x="3197" y="172"/>
                    <a:pt x="2428" y="495"/>
                  </a:cubicBezTo>
                  <a:cubicBezTo>
                    <a:pt x="1670" y="809"/>
                    <a:pt x="982" y="1264"/>
                    <a:pt x="405" y="1831"/>
                  </a:cubicBezTo>
                  <a:lnTo>
                    <a:pt x="395" y="1841"/>
                  </a:lnTo>
                  <a:cubicBezTo>
                    <a:pt x="375" y="1851"/>
                    <a:pt x="364" y="1871"/>
                    <a:pt x="354" y="1882"/>
                  </a:cubicBezTo>
                  <a:cubicBezTo>
                    <a:pt x="223" y="2013"/>
                    <a:pt x="112" y="2145"/>
                    <a:pt x="0" y="2276"/>
                  </a:cubicBezTo>
                  <a:cubicBezTo>
                    <a:pt x="1194" y="1254"/>
                    <a:pt x="2671" y="749"/>
                    <a:pt x="4158" y="749"/>
                  </a:cubicBezTo>
                  <a:cubicBezTo>
                    <a:pt x="5797" y="749"/>
                    <a:pt x="7435" y="1376"/>
                    <a:pt x="8690" y="2630"/>
                  </a:cubicBezTo>
                  <a:cubicBezTo>
                    <a:pt x="11077" y="5007"/>
                    <a:pt x="11188" y="8801"/>
                    <a:pt x="9043" y="11319"/>
                  </a:cubicBezTo>
                  <a:cubicBezTo>
                    <a:pt x="9175" y="11208"/>
                    <a:pt x="9306" y="11097"/>
                    <a:pt x="9438" y="10966"/>
                  </a:cubicBezTo>
                  <a:lnTo>
                    <a:pt x="9489" y="10915"/>
                  </a:lnTo>
                  <a:cubicBezTo>
                    <a:pt x="9489" y="10915"/>
                    <a:pt x="9489" y="10905"/>
                    <a:pt x="9499" y="10905"/>
                  </a:cubicBezTo>
                  <a:cubicBezTo>
                    <a:pt x="10055" y="10328"/>
                    <a:pt x="10511" y="9640"/>
                    <a:pt x="10824" y="8882"/>
                  </a:cubicBezTo>
                  <a:cubicBezTo>
                    <a:pt x="11138" y="8123"/>
                    <a:pt x="11300" y="7324"/>
                    <a:pt x="11309" y="6515"/>
                  </a:cubicBezTo>
                  <a:lnTo>
                    <a:pt x="11320" y="6515"/>
                  </a:lnTo>
                  <a:lnTo>
                    <a:pt x="11320" y="6504"/>
                  </a:lnTo>
                  <a:lnTo>
                    <a:pt x="11320" y="6494"/>
                  </a:lnTo>
                  <a:lnTo>
                    <a:pt x="11320" y="6423"/>
                  </a:lnTo>
                  <a:lnTo>
                    <a:pt x="11320" y="6353"/>
                  </a:lnTo>
                  <a:lnTo>
                    <a:pt x="11320" y="6342"/>
                  </a:lnTo>
                  <a:lnTo>
                    <a:pt x="11309" y="6342"/>
                  </a:lnTo>
                  <a:cubicBezTo>
                    <a:pt x="11300" y="5533"/>
                    <a:pt x="11138" y="4734"/>
                    <a:pt x="10834" y="3975"/>
                  </a:cubicBezTo>
                  <a:cubicBezTo>
                    <a:pt x="10176" y="2397"/>
                    <a:pt x="8922" y="1133"/>
                    <a:pt x="7344" y="486"/>
                  </a:cubicBezTo>
                  <a:cubicBezTo>
                    <a:pt x="6575" y="172"/>
                    <a:pt x="5766" y="10"/>
                    <a:pt x="4957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3286975" y="2237750"/>
              <a:ext cx="18475" cy="22000"/>
            </a:xfrm>
            <a:custGeom>
              <a:avLst/>
              <a:gdLst/>
              <a:ahLst/>
              <a:cxnLst/>
              <a:rect l="l" t="t" r="r" b="b"/>
              <a:pathLst>
                <a:path w="739" h="880" extrusionOk="0">
                  <a:moveTo>
                    <a:pt x="374" y="0"/>
                  </a:moveTo>
                  <a:cubicBezTo>
                    <a:pt x="243" y="0"/>
                    <a:pt x="122" y="10"/>
                    <a:pt x="0" y="10"/>
                  </a:cubicBezTo>
                  <a:lnTo>
                    <a:pt x="0" y="880"/>
                  </a:lnTo>
                  <a:lnTo>
                    <a:pt x="738" y="880"/>
                  </a:lnTo>
                  <a:lnTo>
                    <a:pt x="738" y="10"/>
                  </a:lnTo>
                  <a:cubicBezTo>
                    <a:pt x="617" y="10"/>
                    <a:pt x="495" y="0"/>
                    <a:pt x="374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3286975" y="2537175"/>
              <a:ext cx="18475" cy="21775"/>
            </a:xfrm>
            <a:custGeom>
              <a:avLst/>
              <a:gdLst/>
              <a:ahLst/>
              <a:cxnLst/>
              <a:rect l="l" t="t" r="r" b="b"/>
              <a:pathLst>
                <a:path w="739" h="871" extrusionOk="0">
                  <a:moveTo>
                    <a:pt x="0" y="0"/>
                  </a:moveTo>
                  <a:lnTo>
                    <a:pt x="0" y="860"/>
                  </a:lnTo>
                  <a:cubicBezTo>
                    <a:pt x="122" y="870"/>
                    <a:pt x="243" y="870"/>
                    <a:pt x="374" y="870"/>
                  </a:cubicBezTo>
                  <a:cubicBezTo>
                    <a:pt x="495" y="870"/>
                    <a:pt x="617" y="870"/>
                    <a:pt x="738" y="860"/>
                  </a:cubicBezTo>
                  <a:lnTo>
                    <a:pt x="738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3159750" y="2309550"/>
              <a:ext cx="21025" cy="15950"/>
            </a:xfrm>
            <a:custGeom>
              <a:avLst/>
              <a:gdLst/>
              <a:ahLst/>
              <a:cxnLst/>
              <a:rect l="l" t="t" r="r" b="b"/>
              <a:pathLst>
                <a:path w="841" h="638" extrusionOk="0">
                  <a:moveTo>
                    <a:pt x="112" y="1"/>
                  </a:moveTo>
                  <a:cubicBezTo>
                    <a:pt x="72" y="51"/>
                    <a:pt x="41" y="112"/>
                    <a:pt x="1" y="163"/>
                  </a:cubicBezTo>
                  <a:lnTo>
                    <a:pt x="739" y="638"/>
                  </a:lnTo>
                  <a:lnTo>
                    <a:pt x="841" y="476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411625" y="2471400"/>
              <a:ext cx="21025" cy="15950"/>
            </a:xfrm>
            <a:custGeom>
              <a:avLst/>
              <a:gdLst/>
              <a:ahLst/>
              <a:cxnLst/>
              <a:rect l="l" t="t" r="r" b="b"/>
              <a:pathLst>
                <a:path w="841" h="638" extrusionOk="0">
                  <a:moveTo>
                    <a:pt x="102" y="1"/>
                  </a:moveTo>
                  <a:lnTo>
                    <a:pt x="1" y="163"/>
                  </a:lnTo>
                  <a:lnTo>
                    <a:pt x="729" y="638"/>
                  </a:lnTo>
                  <a:cubicBezTo>
                    <a:pt x="770" y="577"/>
                    <a:pt x="810" y="527"/>
                    <a:pt x="841" y="466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207300" y="2513900"/>
              <a:ext cx="15950" cy="21000"/>
            </a:xfrm>
            <a:custGeom>
              <a:avLst/>
              <a:gdLst/>
              <a:ahLst/>
              <a:cxnLst/>
              <a:rect l="l" t="t" r="r" b="b"/>
              <a:pathLst>
                <a:path w="638" h="840" extrusionOk="0">
                  <a:moveTo>
                    <a:pt x="476" y="0"/>
                  </a:moveTo>
                  <a:lnTo>
                    <a:pt x="0" y="729"/>
                  </a:lnTo>
                  <a:cubicBezTo>
                    <a:pt x="61" y="769"/>
                    <a:pt x="112" y="799"/>
                    <a:pt x="173" y="840"/>
                  </a:cubicBezTo>
                  <a:lnTo>
                    <a:pt x="638" y="102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369150" y="2262025"/>
              <a:ext cx="15975" cy="21000"/>
            </a:xfrm>
            <a:custGeom>
              <a:avLst/>
              <a:gdLst/>
              <a:ahLst/>
              <a:cxnLst/>
              <a:rect l="l" t="t" r="r" b="b"/>
              <a:pathLst>
                <a:path w="639" h="840" extrusionOk="0">
                  <a:moveTo>
                    <a:pt x="476" y="0"/>
                  </a:moveTo>
                  <a:lnTo>
                    <a:pt x="0" y="738"/>
                  </a:lnTo>
                  <a:lnTo>
                    <a:pt x="162" y="839"/>
                  </a:lnTo>
                  <a:lnTo>
                    <a:pt x="638" y="111"/>
                  </a:lnTo>
                  <a:cubicBezTo>
                    <a:pt x="587" y="71"/>
                    <a:pt x="526" y="30"/>
                    <a:pt x="476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3217675" y="2255950"/>
              <a:ext cx="14700" cy="21775"/>
            </a:xfrm>
            <a:custGeom>
              <a:avLst/>
              <a:gdLst/>
              <a:ahLst/>
              <a:cxnLst/>
              <a:rect l="l" t="t" r="r" b="b"/>
              <a:pathLst>
                <a:path w="588" h="871" extrusionOk="0">
                  <a:moveTo>
                    <a:pt x="172" y="0"/>
                  </a:moveTo>
                  <a:cubicBezTo>
                    <a:pt x="111" y="41"/>
                    <a:pt x="51" y="71"/>
                    <a:pt x="0" y="102"/>
                  </a:cubicBezTo>
                  <a:lnTo>
                    <a:pt x="415" y="870"/>
                  </a:lnTo>
                  <a:lnTo>
                    <a:pt x="587" y="769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3360050" y="2519200"/>
              <a:ext cx="14950" cy="21525"/>
            </a:xfrm>
            <a:custGeom>
              <a:avLst/>
              <a:gdLst/>
              <a:ahLst/>
              <a:cxnLst/>
              <a:rect l="l" t="t" r="r" b="b"/>
              <a:pathLst>
                <a:path w="598" h="861" extrusionOk="0">
                  <a:moveTo>
                    <a:pt x="182" y="0"/>
                  </a:moveTo>
                  <a:lnTo>
                    <a:pt x="0" y="92"/>
                  </a:lnTo>
                  <a:lnTo>
                    <a:pt x="415" y="861"/>
                  </a:lnTo>
                  <a:lnTo>
                    <a:pt x="597" y="769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3153950" y="2462300"/>
              <a:ext cx="21500" cy="14700"/>
            </a:xfrm>
            <a:custGeom>
              <a:avLst/>
              <a:gdLst/>
              <a:ahLst/>
              <a:cxnLst/>
              <a:rect l="l" t="t" r="r" b="b"/>
              <a:pathLst>
                <a:path w="860" h="588" extrusionOk="0">
                  <a:moveTo>
                    <a:pt x="769" y="1"/>
                  </a:moveTo>
                  <a:lnTo>
                    <a:pt x="0" y="415"/>
                  </a:lnTo>
                  <a:cubicBezTo>
                    <a:pt x="30" y="476"/>
                    <a:pt x="61" y="537"/>
                    <a:pt x="91" y="588"/>
                  </a:cubicBezTo>
                  <a:lnTo>
                    <a:pt x="860" y="172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3416950" y="2319675"/>
              <a:ext cx="21500" cy="14950"/>
            </a:xfrm>
            <a:custGeom>
              <a:avLst/>
              <a:gdLst/>
              <a:ahLst/>
              <a:cxnLst/>
              <a:rect l="l" t="t" r="r" b="b"/>
              <a:pathLst>
                <a:path w="860" h="598" extrusionOk="0">
                  <a:moveTo>
                    <a:pt x="769" y="1"/>
                  </a:moveTo>
                  <a:lnTo>
                    <a:pt x="1" y="415"/>
                  </a:lnTo>
                  <a:lnTo>
                    <a:pt x="102" y="597"/>
                  </a:lnTo>
                  <a:lnTo>
                    <a:pt x="860" y="183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3135725" y="2389200"/>
              <a:ext cx="21775" cy="18500"/>
            </a:xfrm>
            <a:custGeom>
              <a:avLst/>
              <a:gdLst/>
              <a:ahLst/>
              <a:cxnLst/>
              <a:rect l="l" t="t" r="r" b="b"/>
              <a:pathLst>
                <a:path w="871" h="740" extrusionOk="0">
                  <a:moveTo>
                    <a:pt x="11" y="1"/>
                  </a:moveTo>
                  <a:cubicBezTo>
                    <a:pt x="1" y="122"/>
                    <a:pt x="1" y="244"/>
                    <a:pt x="1" y="365"/>
                  </a:cubicBezTo>
                  <a:cubicBezTo>
                    <a:pt x="1" y="497"/>
                    <a:pt x="1" y="618"/>
                    <a:pt x="11" y="740"/>
                  </a:cubicBezTo>
                  <a:lnTo>
                    <a:pt x="871" y="740"/>
                  </a:lnTo>
                  <a:lnTo>
                    <a:pt x="871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3434900" y="2389200"/>
              <a:ext cx="22025" cy="18500"/>
            </a:xfrm>
            <a:custGeom>
              <a:avLst/>
              <a:gdLst/>
              <a:ahLst/>
              <a:cxnLst/>
              <a:rect l="l" t="t" r="r" b="b"/>
              <a:pathLst>
                <a:path w="881" h="740" extrusionOk="0">
                  <a:moveTo>
                    <a:pt x="0" y="1"/>
                  </a:moveTo>
                  <a:lnTo>
                    <a:pt x="0" y="740"/>
                  </a:lnTo>
                  <a:lnTo>
                    <a:pt x="861" y="740"/>
                  </a:lnTo>
                  <a:cubicBezTo>
                    <a:pt x="870" y="618"/>
                    <a:pt x="881" y="497"/>
                    <a:pt x="881" y="365"/>
                  </a:cubicBezTo>
                  <a:cubicBezTo>
                    <a:pt x="881" y="244"/>
                    <a:pt x="870" y="122"/>
                    <a:pt x="86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3292525" y="2384925"/>
              <a:ext cx="88275" cy="87525"/>
            </a:xfrm>
            <a:custGeom>
              <a:avLst/>
              <a:gdLst/>
              <a:ahLst/>
              <a:cxnLst/>
              <a:rect l="l" t="t" r="r" b="b"/>
              <a:pathLst>
                <a:path w="3531" h="3501" extrusionOk="0">
                  <a:moveTo>
                    <a:pt x="243" y="0"/>
                  </a:moveTo>
                  <a:lnTo>
                    <a:pt x="1" y="243"/>
                  </a:lnTo>
                  <a:lnTo>
                    <a:pt x="3531" y="350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6"/>
            <p:cNvSpPr/>
            <p:nvPr/>
          </p:nvSpPr>
          <p:spPr>
            <a:xfrm>
              <a:off x="3246750" y="2386175"/>
              <a:ext cx="50600" cy="50600"/>
            </a:xfrm>
            <a:custGeom>
              <a:avLst/>
              <a:gdLst/>
              <a:ahLst/>
              <a:cxnLst/>
              <a:rect l="l" t="t" r="r" b="b"/>
              <a:pathLst>
                <a:path w="2024" h="2024" extrusionOk="0">
                  <a:moveTo>
                    <a:pt x="1781" y="1"/>
                  </a:moveTo>
                  <a:lnTo>
                    <a:pt x="0" y="2024"/>
                  </a:lnTo>
                  <a:lnTo>
                    <a:pt x="2023" y="243"/>
                  </a:lnTo>
                  <a:lnTo>
                    <a:pt x="17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6"/>
            <p:cNvSpPr/>
            <p:nvPr/>
          </p:nvSpPr>
          <p:spPr>
            <a:xfrm>
              <a:off x="3293550" y="2241025"/>
              <a:ext cx="4300" cy="146950"/>
            </a:xfrm>
            <a:custGeom>
              <a:avLst/>
              <a:gdLst/>
              <a:ahLst/>
              <a:cxnLst/>
              <a:rect l="l" t="t" r="r" b="b"/>
              <a:pathLst>
                <a:path w="172" h="5878" extrusionOk="0">
                  <a:moveTo>
                    <a:pt x="81" y="0"/>
                  </a:moveTo>
                  <a:lnTo>
                    <a:pt x="0" y="5878"/>
                  </a:lnTo>
                  <a:lnTo>
                    <a:pt x="172" y="5878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6"/>
            <p:cNvSpPr/>
            <p:nvPr/>
          </p:nvSpPr>
          <p:spPr>
            <a:xfrm>
              <a:off x="3278600" y="2372525"/>
              <a:ext cx="33925" cy="30875"/>
            </a:xfrm>
            <a:custGeom>
              <a:avLst/>
              <a:gdLst/>
              <a:ahLst/>
              <a:cxnLst/>
              <a:rect l="l" t="t" r="r" b="b"/>
              <a:pathLst>
                <a:path w="1357" h="1235" extrusionOk="0">
                  <a:moveTo>
                    <a:pt x="683" y="0"/>
                  </a:moveTo>
                  <a:cubicBezTo>
                    <a:pt x="525" y="0"/>
                    <a:pt x="365" y="61"/>
                    <a:pt x="244" y="182"/>
                  </a:cubicBezTo>
                  <a:cubicBezTo>
                    <a:pt x="1" y="425"/>
                    <a:pt x="1" y="810"/>
                    <a:pt x="244" y="1052"/>
                  </a:cubicBezTo>
                  <a:cubicBezTo>
                    <a:pt x="365" y="1174"/>
                    <a:pt x="525" y="1234"/>
                    <a:pt x="683" y="1234"/>
                  </a:cubicBezTo>
                  <a:cubicBezTo>
                    <a:pt x="841" y="1234"/>
                    <a:pt x="998" y="1174"/>
                    <a:pt x="1114" y="1052"/>
                  </a:cubicBezTo>
                  <a:cubicBezTo>
                    <a:pt x="1356" y="810"/>
                    <a:pt x="1356" y="425"/>
                    <a:pt x="1114" y="182"/>
                  </a:cubicBezTo>
                  <a:cubicBezTo>
                    <a:pt x="998" y="61"/>
                    <a:pt x="841" y="0"/>
                    <a:pt x="6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6"/>
            <p:cNvSpPr/>
            <p:nvPr/>
          </p:nvSpPr>
          <p:spPr>
            <a:xfrm>
              <a:off x="3289750" y="2382450"/>
              <a:ext cx="11900" cy="11025"/>
            </a:xfrm>
            <a:custGeom>
              <a:avLst/>
              <a:gdLst/>
              <a:ahLst/>
              <a:cxnLst/>
              <a:rect l="l" t="t" r="r" b="b"/>
              <a:pathLst>
                <a:path w="476" h="441" extrusionOk="0">
                  <a:moveTo>
                    <a:pt x="238" y="1"/>
                  </a:moveTo>
                  <a:cubicBezTo>
                    <a:pt x="182" y="1"/>
                    <a:pt x="127" y="23"/>
                    <a:pt x="81" y="69"/>
                  </a:cubicBezTo>
                  <a:cubicBezTo>
                    <a:pt x="0" y="150"/>
                    <a:pt x="0" y="291"/>
                    <a:pt x="81" y="372"/>
                  </a:cubicBezTo>
                  <a:cubicBezTo>
                    <a:pt x="127" y="418"/>
                    <a:pt x="182" y="441"/>
                    <a:pt x="238" y="441"/>
                  </a:cubicBezTo>
                  <a:cubicBezTo>
                    <a:pt x="294" y="441"/>
                    <a:pt x="349" y="418"/>
                    <a:pt x="395" y="372"/>
                  </a:cubicBezTo>
                  <a:cubicBezTo>
                    <a:pt x="476" y="291"/>
                    <a:pt x="476" y="150"/>
                    <a:pt x="395" y="69"/>
                  </a:cubicBezTo>
                  <a:cubicBezTo>
                    <a:pt x="349" y="23"/>
                    <a:pt x="294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2856275" y="1987625"/>
              <a:ext cx="156825" cy="56925"/>
            </a:xfrm>
            <a:custGeom>
              <a:avLst/>
              <a:gdLst/>
              <a:ahLst/>
              <a:cxnLst/>
              <a:rect l="l" t="t" r="r" b="b"/>
              <a:pathLst>
                <a:path w="6273" h="2277" extrusionOk="0">
                  <a:moveTo>
                    <a:pt x="2378" y="0"/>
                  </a:moveTo>
                  <a:cubicBezTo>
                    <a:pt x="1933" y="0"/>
                    <a:pt x="1569" y="364"/>
                    <a:pt x="1569" y="820"/>
                  </a:cubicBezTo>
                  <a:cubicBezTo>
                    <a:pt x="1569" y="941"/>
                    <a:pt x="1599" y="1063"/>
                    <a:pt x="1650" y="1174"/>
                  </a:cubicBezTo>
                  <a:cubicBezTo>
                    <a:pt x="1610" y="1164"/>
                    <a:pt x="1569" y="1164"/>
                    <a:pt x="1529" y="1164"/>
                  </a:cubicBezTo>
                  <a:cubicBezTo>
                    <a:pt x="1194" y="1164"/>
                    <a:pt x="922" y="1407"/>
                    <a:pt x="871" y="1720"/>
                  </a:cubicBezTo>
                  <a:cubicBezTo>
                    <a:pt x="780" y="1670"/>
                    <a:pt x="679" y="1639"/>
                    <a:pt x="567" y="1639"/>
                  </a:cubicBezTo>
                  <a:cubicBezTo>
                    <a:pt x="254" y="1639"/>
                    <a:pt x="1" y="1892"/>
                    <a:pt x="1" y="2206"/>
                  </a:cubicBezTo>
                  <a:lnTo>
                    <a:pt x="1" y="2277"/>
                  </a:lnTo>
                  <a:lnTo>
                    <a:pt x="6272" y="2277"/>
                  </a:lnTo>
                  <a:cubicBezTo>
                    <a:pt x="6272" y="2023"/>
                    <a:pt x="6070" y="1821"/>
                    <a:pt x="5827" y="1821"/>
                  </a:cubicBezTo>
                  <a:cubicBezTo>
                    <a:pt x="5787" y="1821"/>
                    <a:pt x="5746" y="1832"/>
                    <a:pt x="5717" y="1841"/>
                  </a:cubicBezTo>
                  <a:cubicBezTo>
                    <a:pt x="5666" y="1538"/>
                    <a:pt x="5413" y="1306"/>
                    <a:pt x="5099" y="1275"/>
                  </a:cubicBezTo>
                  <a:cubicBezTo>
                    <a:pt x="5099" y="861"/>
                    <a:pt x="4766" y="526"/>
                    <a:pt x="4361" y="526"/>
                  </a:cubicBezTo>
                  <a:cubicBezTo>
                    <a:pt x="4118" y="526"/>
                    <a:pt x="3896" y="648"/>
                    <a:pt x="3764" y="830"/>
                  </a:cubicBezTo>
                  <a:cubicBezTo>
                    <a:pt x="3673" y="739"/>
                    <a:pt x="3552" y="688"/>
                    <a:pt x="3420" y="688"/>
                  </a:cubicBezTo>
                  <a:cubicBezTo>
                    <a:pt x="3339" y="688"/>
                    <a:pt x="3269" y="708"/>
                    <a:pt x="3197" y="749"/>
                  </a:cubicBezTo>
                  <a:cubicBezTo>
                    <a:pt x="3157" y="324"/>
                    <a:pt x="2813" y="0"/>
                    <a:pt x="2378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6"/>
            <p:cNvSpPr/>
            <p:nvPr/>
          </p:nvSpPr>
          <p:spPr>
            <a:xfrm>
              <a:off x="3135725" y="1932500"/>
              <a:ext cx="130275" cy="47050"/>
            </a:xfrm>
            <a:custGeom>
              <a:avLst/>
              <a:gdLst/>
              <a:ahLst/>
              <a:cxnLst/>
              <a:rect l="l" t="t" r="r" b="b"/>
              <a:pathLst>
                <a:path w="5211" h="1882" extrusionOk="0">
                  <a:moveTo>
                    <a:pt x="3227" y="0"/>
                  </a:moveTo>
                  <a:cubicBezTo>
                    <a:pt x="2874" y="0"/>
                    <a:pt x="2580" y="274"/>
                    <a:pt x="2550" y="618"/>
                  </a:cubicBezTo>
                  <a:cubicBezTo>
                    <a:pt x="2499" y="587"/>
                    <a:pt x="2429" y="567"/>
                    <a:pt x="2368" y="567"/>
                  </a:cubicBezTo>
                  <a:cubicBezTo>
                    <a:pt x="2256" y="567"/>
                    <a:pt x="2155" y="618"/>
                    <a:pt x="2085" y="688"/>
                  </a:cubicBezTo>
                  <a:cubicBezTo>
                    <a:pt x="1973" y="537"/>
                    <a:pt x="1791" y="435"/>
                    <a:pt x="1589" y="435"/>
                  </a:cubicBezTo>
                  <a:cubicBezTo>
                    <a:pt x="1245" y="435"/>
                    <a:pt x="972" y="719"/>
                    <a:pt x="972" y="1052"/>
                  </a:cubicBezTo>
                  <a:lnTo>
                    <a:pt x="972" y="1063"/>
                  </a:lnTo>
                  <a:cubicBezTo>
                    <a:pt x="709" y="1083"/>
                    <a:pt x="507" y="1275"/>
                    <a:pt x="466" y="1528"/>
                  </a:cubicBezTo>
                  <a:cubicBezTo>
                    <a:pt x="436" y="1517"/>
                    <a:pt x="406" y="1517"/>
                    <a:pt x="375" y="1517"/>
                  </a:cubicBezTo>
                  <a:cubicBezTo>
                    <a:pt x="163" y="1517"/>
                    <a:pt x="1" y="1679"/>
                    <a:pt x="1" y="1882"/>
                  </a:cubicBezTo>
                  <a:lnTo>
                    <a:pt x="5200" y="1882"/>
                  </a:lnTo>
                  <a:cubicBezTo>
                    <a:pt x="5200" y="1872"/>
                    <a:pt x="5210" y="1852"/>
                    <a:pt x="5210" y="1831"/>
                  </a:cubicBezTo>
                  <a:cubicBezTo>
                    <a:pt x="5210" y="1568"/>
                    <a:pt x="4998" y="1356"/>
                    <a:pt x="4735" y="1356"/>
                  </a:cubicBezTo>
                  <a:cubicBezTo>
                    <a:pt x="4644" y="1356"/>
                    <a:pt x="4553" y="1386"/>
                    <a:pt x="4482" y="1427"/>
                  </a:cubicBezTo>
                  <a:cubicBezTo>
                    <a:pt x="4441" y="1164"/>
                    <a:pt x="4219" y="961"/>
                    <a:pt x="3936" y="961"/>
                  </a:cubicBezTo>
                  <a:cubicBezTo>
                    <a:pt x="3906" y="961"/>
                    <a:pt x="3875" y="971"/>
                    <a:pt x="3845" y="971"/>
                  </a:cubicBezTo>
                  <a:cubicBezTo>
                    <a:pt x="3885" y="881"/>
                    <a:pt x="3906" y="779"/>
                    <a:pt x="3906" y="678"/>
                  </a:cubicBezTo>
                  <a:cubicBezTo>
                    <a:pt x="3906" y="304"/>
                    <a:pt x="3602" y="0"/>
                    <a:pt x="3227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6"/>
            <p:cNvSpPr/>
            <p:nvPr/>
          </p:nvSpPr>
          <p:spPr>
            <a:xfrm>
              <a:off x="3279625" y="2026575"/>
              <a:ext cx="267850" cy="68800"/>
            </a:xfrm>
            <a:custGeom>
              <a:avLst/>
              <a:gdLst/>
              <a:ahLst/>
              <a:cxnLst/>
              <a:rect l="l" t="t" r="r" b="b"/>
              <a:pathLst>
                <a:path w="10714" h="2752" extrusionOk="0">
                  <a:moveTo>
                    <a:pt x="6788" y="0"/>
                  </a:moveTo>
                  <a:cubicBezTo>
                    <a:pt x="6262" y="0"/>
                    <a:pt x="5817" y="314"/>
                    <a:pt x="5615" y="769"/>
                  </a:cubicBezTo>
                  <a:cubicBezTo>
                    <a:pt x="5402" y="577"/>
                    <a:pt x="5119" y="456"/>
                    <a:pt x="4815" y="456"/>
                  </a:cubicBezTo>
                  <a:cubicBezTo>
                    <a:pt x="4188" y="456"/>
                    <a:pt x="3682" y="931"/>
                    <a:pt x="3632" y="1548"/>
                  </a:cubicBezTo>
                  <a:cubicBezTo>
                    <a:pt x="3491" y="1488"/>
                    <a:pt x="3339" y="1457"/>
                    <a:pt x="3187" y="1457"/>
                  </a:cubicBezTo>
                  <a:cubicBezTo>
                    <a:pt x="2893" y="1457"/>
                    <a:pt x="2621" y="1568"/>
                    <a:pt x="2428" y="1751"/>
                  </a:cubicBezTo>
                  <a:cubicBezTo>
                    <a:pt x="2246" y="1517"/>
                    <a:pt x="1973" y="1356"/>
                    <a:pt x="1650" y="1356"/>
                  </a:cubicBezTo>
                  <a:cubicBezTo>
                    <a:pt x="1275" y="1356"/>
                    <a:pt x="962" y="1578"/>
                    <a:pt x="800" y="1882"/>
                  </a:cubicBezTo>
                  <a:lnTo>
                    <a:pt x="688" y="1882"/>
                  </a:lnTo>
                  <a:cubicBezTo>
                    <a:pt x="304" y="1882"/>
                    <a:pt x="0" y="2185"/>
                    <a:pt x="0" y="2569"/>
                  </a:cubicBezTo>
                  <a:cubicBezTo>
                    <a:pt x="0" y="2630"/>
                    <a:pt x="11" y="2701"/>
                    <a:pt x="21" y="2752"/>
                  </a:cubicBezTo>
                  <a:lnTo>
                    <a:pt x="10713" y="2752"/>
                  </a:lnTo>
                  <a:cubicBezTo>
                    <a:pt x="10713" y="2317"/>
                    <a:pt x="10410" y="1953"/>
                    <a:pt x="10005" y="1852"/>
                  </a:cubicBezTo>
                  <a:cubicBezTo>
                    <a:pt x="9843" y="1356"/>
                    <a:pt x="9378" y="991"/>
                    <a:pt x="8821" y="991"/>
                  </a:cubicBezTo>
                  <a:cubicBezTo>
                    <a:pt x="8538" y="991"/>
                    <a:pt x="8286" y="1093"/>
                    <a:pt x="8073" y="1245"/>
                  </a:cubicBezTo>
                  <a:cubicBezTo>
                    <a:pt x="8052" y="557"/>
                    <a:pt x="7486" y="0"/>
                    <a:pt x="6788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6"/>
            <p:cNvSpPr/>
            <p:nvPr/>
          </p:nvSpPr>
          <p:spPr>
            <a:xfrm>
              <a:off x="2870950" y="2284525"/>
              <a:ext cx="307025" cy="300450"/>
            </a:xfrm>
            <a:custGeom>
              <a:avLst/>
              <a:gdLst/>
              <a:ahLst/>
              <a:cxnLst/>
              <a:rect l="l" t="t" r="r" b="b"/>
              <a:pathLst>
                <a:path w="12281" h="12018" extrusionOk="0">
                  <a:moveTo>
                    <a:pt x="102" y="0"/>
                  </a:moveTo>
                  <a:cubicBezTo>
                    <a:pt x="41" y="0"/>
                    <a:pt x="1" y="51"/>
                    <a:pt x="1" y="112"/>
                  </a:cubicBezTo>
                  <a:lnTo>
                    <a:pt x="1" y="11916"/>
                  </a:lnTo>
                  <a:cubicBezTo>
                    <a:pt x="1" y="11977"/>
                    <a:pt x="41" y="12018"/>
                    <a:pt x="102" y="12018"/>
                  </a:cubicBezTo>
                  <a:lnTo>
                    <a:pt x="12180" y="12018"/>
                  </a:lnTo>
                  <a:cubicBezTo>
                    <a:pt x="12231" y="12018"/>
                    <a:pt x="12281" y="11977"/>
                    <a:pt x="12281" y="11916"/>
                  </a:cubicBezTo>
                  <a:lnTo>
                    <a:pt x="12281" y="112"/>
                  </a:lnTo>
                  <a:cubicBezTo>
                    <a:pt x="12281" y="51"/>
                    <a:pt x="12231" y="0"/>
                    <a:pt x="12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6"/>
            <p:cNvSpPr/>
            <p:nvPr/>
          </p:nvSpPr>
          <p:spPr>
            <a:xfrm>
              <a:off x="2886125" y="2293375"/>
              <a:ext cx="278200" cy="55675"/>
            </a:xfrm>
            <a:custGeom>
              <a:avLst/>
              <a:gdLst/>
              <a:ahLst/>
              <a:cxnLst/>
              <a:rect l="l" t="t" r="r" b="b"/>
              <a:pathLst>
                <a:path w="11128" h="2227" extrusionOk="0">
                  <a:moveTo>
                    <a:pt x="92" y="1"/>
                  </a:moveTo>
                  <a:cubicBezTo>
                    <a:pt x="41" y="1"/>
                    <a:pt x="0" y="41"/>
                    <a:pt x="0" y="91"/>
                  </a:cubicBezTo>
                  <a:lnTo>
                    <a:pt x="0" y="2135"/>
                  </a:lnTo>
                  <a:cubicBezTo>
                    <a:pt x="0" y="2186"/>
                    <a:pt x="41" y="2226"/>
                    <a:pt x="92" y="2226"/>
                  </a:cubicBezTo>
                  <a:lnTo>
                    <a:pt x="11037" y="2226"/>
                  </a:lnTo>
                  <a:cubicBezTo>
                    <a:pt x="11087" y="2226"/>
                    <a:pt x="11128" y="2186"/>
                    <a:pt x="11128" y="2135"/>
                  </a:cubicBezTo>
                  <a:lnTo>
                    <a:pt x="11128" y="91"/>
                  </a:lnTo>
                  <a:cubicBezTo>
                    <a:pt x="11128" y="41"/>
                    <a:pt x="11087" y="1"/>
                    <a:pt x="11037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6"/>
            <p:cNvSpPr/>
            <p:nvPr/>
          </p:nvSpPr>
          <p:spPr>
            <a:xfrm>
              <a:off x="3117025" y="23641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91" y="1649"/>
                  </a:cubicBezTo>
                  <a:lnTo>
                    <a:pt x="1548" y="1649"/>
                  </a:lnTo>
                  <a:cubicBezTo>
                    <a:pt x="1599" y="1649"/>
                    <a:pt x="1639" y="1599"/>
                    <a:pt x="1639" y="1548"/>
                  </a:cubicBezTo>
                  <a:lnTo>
                    <a:pt x="1639" y="102"/>
                  </a:lnTo>
                  <a:cubicBezTo>
                    <a:pt x="163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6"/>
            <p:cNvSpPr/>
            <p:nvPr/>
          </p:nvSpPr>
          <p:spPr>
            <a:xfrm>
              <a:off x="3058350" y="23641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1" y="51"/>
                    <a:pt x="1" y="102"/>
                  </a:cubicBezTo>
                  <a:lnTo>
                    <a:pt x="1" y="1548"/>
                  </a:lnTo>
                  <a:cubicBezTo>
                    <a:pt x="1" y="1599"/>
                    <a:pt x="41" y="1649"/>
                    <a:pt x="91" y="1649"/>
                  </a:cubicBezTo>
                  <a:lnTo>
                    <a:pt x="1538" y="1649"/>
                  </a:lnTo>
                  <a:cubicBezTo>
                    <a:pt x="1599" y="1649"/>
                    <a:pt x="1639" y="1599"/>
                    <a:pt x="1639" y="1548"/>
                  </a:cubicBezTo>
                  <a:lnTo>
                    <a:pt x="1639" y="102"/>
                  </a:lnTo>
                  <a:cubicBezTo>
                    <a:pt x="1639" y="51"/>
                    <a:pt x="1599" y="1"/>
                    <a:pt x="1538" y="1"/>
                  </a:cubicBez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3003225" y="23641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102" y="1649"/>
                  </a:cubicBezTo>
                  <a:lnTo>
                    <a:pt x="1548" y="1649"/>
                  </a:lnTo>
                  <a:cubicBezTo>
                    <a:pt x="1599" y="1649"/>
                    <a:pt x="1649" y="1599"/>
                    <a:pt x="1649" y="1548"/>
                  </a:cubicBezTo>
                  <a:lnTo>
                    <a:pt x="1649" y="102"/>
                  </a:lnTo>
                  <a:cubicBezTo>
                    <a:pt x="164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6"/>
            <p:cNvSpPr/>
            <p:nvPr/>
          </p:nvSpPr>
          <p:spPr>
            <a:xfrm>
              <a:off x="2946300" y="2364175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51"/>
                    <a:pt x="1" y="102"/>
                  </a:cubicBezTo>
                  <a:lnTo>
                    <a:pt x="1" y="1548"/>
                  </a:lnTo>
                  <a:cubicBezTo>
                    <a:pt x="1" y="1599"/>
                    <a:pt x="41" y="1649"/>
                    <a:pt x="102" y="1649"/>
                  </a:cubicBezTo>
                  <a:lnTo>
                    <a:pt x="1549" y="1649"/>
                  </a:lnTo>
                  <a:cubicBezTo>
                    <a:pt x="1599" y="1649"/>
                    <a:pt x="1650" y="1599"/>
                    <a:pt x="1650" y="1548"/>
                  </a:cubicBezTo>
                  <a:lnTo>
                    <a:pt x="1650" y="102"/>
                  </a:lnTo>
                  <a:cubicBezTo>
                    <a:pt x="1650" y="5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6"/>
            <p:cNvSpPr/>
            <p:nvPr/>
          </p:nvSpPr>
          <p:spPr>
            <a:xfrm>
              <a:off x="2889425" y="23641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1"/>
                    <a:pt x="0" y="102"/>
                  </a:cubicBezTo>
                  <a:lnTo>
                    <a:pt x="0" y="1548"/>
                  </a:lnTo>
                  <a:cubicBezTo>
                    <a:pt x="0" y="1599"/>
                    <a:pt x="41" y="1649"/>
                    <a:pt x="102" y="1649"/>
                  </a:cubicBezTo>
                  <a:lnTo>
                    <a:pt x="1548" y="1649"/>
                  </a:lnTo>
                  <a:cubicBezTo>
                    <a:pt x="1599" y="1649"/>
                    <a:pt x="1649" y="1599"/>
                    <a:pt x="1649" y="1548"/>
                  </a:cubicBezTo>
                  <a:lnTo>
                    <a:pt x="1649" y="102"/>
                  </a:lnTo>
                  <a:cubicBezTo>
                    <a:pt x="1649" y="5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3117025" y="2419050"/>
              <a:ext cx="41000" cy="41000"/>
            </a:xfrm>
            <a:custGeom>
              <a:avLst/>
              <a:gdLst/>
              <a:ahLst/>
              <a:cxnLst/>
              <a:rect l="l" t="t" r="r" b="b"/>
              <a:pathLst>
                <a:path w="1640" h="1640" extrusionOk="0">
                  <a:moveTo>
                    <a:pt x="91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91" y="1639"/>
                  </a:cubicBezTo>
                  <a:lnTo>
                    <a:pt x="1548" y="1639"/>
                  </a:lnTo>
                  <a:cubicBezTo>
                    <a:pt x="1599" y="1639"/>
                    <a:pt x="1639" y="1599"/>
                    <a:pt x="1639" y="1538"/>
                  </a:cubicBezTo>
                  <a:lnTo>
                    <a:pt x="1639" y="92"/>
                  </a:lnTo>
                  <a:cubicBezTo>
                    <a:pt x="163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6"/>
            <p:cNvSpPr/>
            <p:nvPr/>
          </p:nvSpPr>
          <p:spPr>
            <a:xfrm>
              <a:off x="3060125" y="2419050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101" y="1"/>
                  </a:moveTo>
                  <a:cubicBezTo>
                    <a:pt x="40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0" y="1639"/>
                    <a:pt x="101" y="1639"/>
                  </a:cubicBezTo>
                  <a:lnTo>
                    <a:pt x="1548" y="1639"/>
                  </a:lnTo>
                  <a:cubicBezTo>
                    <a:pt x="1598" y="1639"/>
                    <a:pt x="1639" y="1599"/>
                    <a:pt x="1639" y="1538"/>
                  </a:cubicBezTo>
                  <a:lnTo>
                    <a:pt x="1639" y="92"/>
                  </a:lnTo>
                  <a:cubicBezTo>
                    <a:pt x="1639" y="41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6"/>
            <p:cNvSpPr/>
            <p:nvPr/>
          </p:nvSpPr>
          <p:spPr>
            <a:xfrm>
              <a:off x="3003225" y="2419050"/>
              <a:ext cx="41225" cy="41000"/>
            </a:xfrm>
            <a:custGeom>
              <a:avLst/>
              <a:gdLst/>
              <a:ahLst/>
              <a:cxnLst/>
              <a:rect l="l" t="t" r="r" b="b"/>
              <a:pathLst>
                <a:path w="1649" h="1640" extrusionOk="0">
                  <a:moveTo>
                    <a:pt x="102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102" y="1639"/>
                  </a:cubicBezTo>
                  <a:lnTo>
                    <a:pt x="1548" y="1639"/>
                  </a:lnTo>
                  <a:cubicBezTo>
                    <a:pt x="1599" y="1639"/>
                    <a:pt x="1649" y="1599"/>
                    <a:pt x="1649" y="1538"/>
                  </a:cubicBezTo>
                  <a:lnTo>
                    <a:pt x="1649" y="9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2946300" y="2419050"/>
              <a:ext cx="41275" cy="41000"/>
            </a:xfrm>
            <a:custGeom>
              <a:avLst/>
              <a:gdLst/>
              <a:ahLst/>
              <a:cxnLst/>
              <a:rect l="l" t="t" r="r" b="b"/>
              <a:pathLst>
                <a:path w="1651" h="1640" extrusionOk="0">
                  <a:moveTo>
                    <a:pt x="102" y="1"/>
                  </a:moveTo>
                  <a:cubicBezTo>
                    <a:pt x="41" y="1"/>
                    <a:pt x="1" y="41"/>
                    <a:pt x="1" y="92"/>
                  </a:cubicBezTo>
                  <a:lnTo>
                    <a:pt x="1" y="1538"/>
                  </a:lnTo>
                  <a:cubicBezTo>
                    <a:pt x="1" y="1599"/>
                    <a:pt x="41" y="1639"/>
                    <a:pt x="102" y="1639"/>
                  </a:cubicBezTo>
                  <a:lnTo>
                    <a:pt x="1549" y="1639"/>
                  </a:lnTo>
                  <a:cubicBezTo>
                    <a:pt x="1599" y="1639"/>
                    <a:pt x="1650" y="1599"/>
                    <a:pt x="1650" y="1538"/>
                  </a:cubicBezTo>
                  <a:lnTo>
                    <a:pt x="1650" y="92"/>
                  </a:lnTo>
                  <a:cubicBezTo>
                    <a:pt x="1650" y="4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2889425" y="2419050"/>
              <a:ext cx="41225" cy="41000"/>
            </a:xfrm>
            <a:custGeom>
              <a:avLst/>
              <a:gdLst/>
              <a:ahLst/>
              <a:cxnLst/>
              <a:rect l="l" t="t" r="r" b="b"/>
              <a:pathLst>
                <a:path w="1649" h="1640" extrusionOk="0">
                  <a:moveTo>
                    <a:pt x="102" y="1"/>
                  </a:moveTo>
                  <a:cubicBezTo>
                    <a:pt x="41" y="1"/>
                    <a:pt x="0" y="41"/>
                    <a:pt x="0" y="92"/>
                  </a:cubicBezTo>
                  <a:lnTo>
                    <a:pt x="0" y="1538"/>
                  </a:lnTo>
                  <a:cubicBezTo>
                    <a:pt x="0" y="1599"/>
                    <a:pt x="41" y="1639"/>
                    <a:pt x="102" y="1639"/>
                  </a:cubicBezTo>
                  <a:lnTo>
                    <a:pt x="1548" y="1639"/>
                  </a:lnTo>
                  <a:cubicBezTo>
                    <a:pt x="1599" y="1639"/>
                    <a:pt x="1649" y="1599"/>
                    <a:pt x="1649" y="1538"/>
                  </a:cubicBezTo>
                  <a:lnTo>
                    <a:pt x="1649" y="9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3117025" y="2473675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91" y="1650"/>
                  </a:cubicBezTo>
                  <a:lnTo>
                    <a:pt x="1548" y="1650"/>
                  </a:lnTo>
                  <a:cubicBezTo>
                    <a:pt x="1599" y="1650"/>
                    <a:pt x="1639" y="1599"/>
                    <a:pt x="1639" y="1549"/>
                  </a:cubicBezTo>
                  <a:lnTo>
                    <a:pt x="1639" y="102"/>
                  </a:lnTo>
                  <a:cubicBezTo>
                    <a:pt x="163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3060125" y="2473675"/>
              <a:ext cx="40975" cy="41250"/>
            </a:xfrm>
            <a:custGeom>
              <a:avLst/>
              <a:gdLst/>
              <a:ahLst/>
              <a:cxnLst/>
              <a:rect l="l" t="t" r="r" b="b"/>
              <a:pathLst>
                <a:path w="1639" h="1650" extrusionOk="0">
                  <a:moveTo>
                    <a:pt x="101" y="1"/>
                  </a:moveTo>
                  <a:cubicBezTo>
                    <a:pt x="40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0" y="1650"/>
                    <a:pt x="101" y="1650"/>
                  </a:cubicBezTo>
                  <a:lnTo>
                    <a:pt x="1548" y="1650"/>
                  </a:lnTo>
                  <a:cubicBezTo>
                    <a:pt x="1598" y="1650"/>
                    <a:pt x="1639" y="1599"/>
                    <a:pt x="1639" y="1549"/>
                  </a:cubicBezTo>
                  <a:lnTo>
                    <a:pt x="1639" y="102"/>
                  </a:lnTo>
                  <a:cubicBezTo>
                    <a:pt x="1639" y="41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6"/>
            <p:cNvSpPr/>
            <p:nvPr/>
          </p:nvSpPr>
          <p:spPr>
            <a:xfrm>
              <a:off x="3003225" y="24736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599"/>
                    <a:pt x="1649" y="1549"/>
                  </a:cubicBezTo>
                  <a:lnTo>
                    <a:pt x="1649" y="10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6"/>
            <p:cNvSpPr/>
            <p:nvPr/>
          </p:nvSpPr>
          <p:spPr>
            <a:xfrm>
              <a:off x="2946300" y="2473675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41"/>
                    <a:pt x="1" y="102"/>
                  </a:cubicBezTo>
                  <a:lnTo>
                    <a:pt x="1" y="1549"/>
                  </a:lnTo>
                  <a:cubicBezTo>
                    <a:pt x="1" y="1599"/>
                    <a:pt x="41" y="1650"/>
                    <a:pt x="102" y="1650"/>
                  </a:cubicBezTo>
                  <a:lnTo>
                    <a:pt x="1549" y="1650"/>
                  </a:lnTo>
                  <a:cubicBezTo>
                    <a:pt x="1599" y="1650"/>
                    <a:pt x="1650" y="1599"/>
                    <a:pt x="1650" y="1549"/>
                  </a:cubicBezTo>
                  <a:lnTo>
                    <a:pt x="1650" y="102"/>
                  </a:lnTo>
                  <a:cubicBezTo>
                    <a:pt x="1650" y="41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2889425" y="2473675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41"/>
                    <a:pt x="0" y="102"/>
                  </a:cubicBezTo>
                  <a:lnTo>
                    <a:pt x="0" y="1549"/>
                  </a:lnTo>
                  <a:cubicBezTo>
                    <a:pt x="0" y="159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599"/>
                    <a:pt x="1649" y="1549"/>
                  </a:cubicBezTo>
                  <a:lnTo>
                    <a:pt x="1649" y="102"/>
                  </a:lnTo>
                  <a:cubicBezTo>
                    <a:pt x="1649" y="41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3058350" y="2528300"/>
              <a:ext cx="41000" cy="41250"/>
            </a:xfrm>
            <a:custGeom>
              <a:avLst/>
              <a:gdLst/>
              <a:ahLst/>
              <a:cxnLst/>
              <a:rect l="l" t="t" r="r" b="b"/>
              <a:pathLst>
                <a:path w="1640" h="1650" extrusionOk="0">
                  <a:moveTo>
                    <a:pt x="91" y="1"/>
                  </a:moveTo>
                  <a:cubicBezTo>
                    <a:pt x="41" y="1"/>
                    <a:pt x="1" y="52"/>
                    <a:pt x="1" y="102"/>
                  </a:cubicBezTo>
                  <a:lnTo>
                    <a:pt x="1" y="1549"/>
                  </a:lnTo>
                  <a:cubicBezTo>
                    <a:pt x="1" y="1609"/>
                    <a:pt x="41" y="1650"/>
                    <a:pt x="91" y="1650"/>
                  </a:cubicBezTo>
                  <a:lnTo>
                    <a:pt x="1538" y="1650"/>
                  </a:lnTo>
                  <a:cubicBezTo>
                    <a:pt x="1599" y="1650"/>
                    <a:pt x="1639" y="1609"/>
                    <a:pt x="1639" y="1549"/>
                  </a:cubicBezTo>
                  <a:lnTo>
                    <a:pt x="1639" y="102"/>
                  </a:lnTo>
                  <a:cubicBezTo>
                    <a:pt x="1639" y="52"/>
                    <a:pt x="1599" y="1"/>
                    <a:pt x="153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3001450" y="2528300"/>
              <a:ext cx="40975" cy="41250"/>
            </a:xfrm>
            <a:custGeom>
              <a:avLst/>
              <a:gdLst/>
              <a:ahLst/>
              <a:cxnLst/>
              <a:rect l="l" t="t" r="r" b="b"/>
              <a:pathLst>
                <a:path w="1639" h="1650" extrusionOk="0">
                  <a:moveTo>
                    <a:pt x="92" y="1"/>
                  </a:moveTo>
                  <a:cubicBezTo>
                    <a:pt x="41" y="1"/>
                    <a:pt x="0" y="52"/>
                    <a:pt x="0" y="102"/>
                  </a:cubicBezTo>
                  <a:lnTo>
                    <a:pt x="0" y="1549"/>
                  </a:lnTo>
                  <a:cubicBezTo>
                    <a:pt x="0" y="1609"/>
                    <a:pt x="41" y="1650"/>
                    <a:pt x="92" y="1650"/>
                  </a:cubicBezTo>
                  <a:lnTo>
                    <a:pt x="1548" y="1650"/>
                  </a:lnTo>
                  <a:cubicBezTo>
                    <a:pt x="1598" y="1650"/>
                    <a:pt x="1639" y="1609"/>
                    <a:pt x="1639" y="1549"/>
                  </a:cubicBezTo>
                  <a:lnTo>
                    <a:pt x="1639" y="102"/>
                  </a:lnTo>
                  <a:cubicBezTo>
                    <a:pt x="1639" y="52"/>
                    <a:pt x="1598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2946300" y="2528300"/>
              <a:ext cx="41275" cy="41250"/>
            </a:xfrm>
            <a:custGeom>
              <a:avLst/>
              <a:gdLst/>
              <a:ahLst/>
              <a:cxnLst/>
              <a:rect l="l" t="t" r="r" b="b"/>
              <a:pathLst>
                <a:path w="1651" h="1650" extrusionOk="0">
                  <a:moveTo>
                    <a:pt x="102" y="1"/>
                  </a:moveTo>
                  <a:cubicBezTo>
                    <a:pt x="41" y="1"/>
                    <a:pt x="1" y="52"/>
                    <a:pt x="1" y="102"/>
                  </a:cubicBezTo>
                  <a:lnTo>
                    <a:pt x="1" y="1549"/>
                  </a:lnTo>
                  <a:cubicBezTo>
                    <a:pt x="1" y="1609"/>
                    <a:pt x="41" y="1650"/>
                    <a:pt x="102" y="1650"/>
                  </a:cubicBezTo>
                  <a:lnTo>
                    <a:pt x="1549" y="1650"/>
                  </a:lnTo>
                  <a:cubicBezTo>
                    <a:pt x="1599" y="1650"/>
                    <a:pt x="1650" y="1609"/>
                    <a:pt x="1650" y="1549"/>
                  </a:cubicBezTo>
                  <a:lnTo>
                    <a:pt x="1650" y="102"/>
                  </a:lnTo>
                  <a:cubicBezTo>
                    <a:pt x="1650" y="52"/>
                    <a:pt x="1599" y="1"/>
                    <a:pt x="1549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6"/>
            <p:cNvSpPr/>
            <p:nvPr/>
          </p:nvSpPr>
          <p:spPr>
            <a:xfrm>
              <a:off x="2889425" y="2528300"/>
              <a:ext cx="41225" cy="41250"/>
            </a:xfrm>
            <a:custGeom>
              <a:avLst/>
              <a:gdLst/>
              <a:ahLst/>
              <a:cxnLst/>
              <a:rect l="l" t="t" r="r" b="b"/>
              <a:pathLst>
                <a:path w="1649" h="1650" extrusionOk="0">
                  <a:moveTo>
                    <a:pt x="102" y="1"/>
                  </a:moveTo>
                  <a:cubicBezTo>
                    <a:pt x="41" y="1"/>
                    <a:pt x="0" y="52"/>
                    <a:pt x="0" y="102"/>
                  </a:cubicBezTo>
                  <a:lnTo>
                    <a:pt x="0" y="1549"/>
                  </a:lnTo>
                  <a:cubicBezTo>
                    <a:pt x="0" y="1609"/>
                    <a:pt x="41" y="1650"/>
                    <a:pt x="102" y="1650"/>
                  </a:cubicBezTo>
                  <a:lnTo>
                    <a:pt x="1548" y="1650"/>
                  </a:lnTo>
                  <a:cubicBezTo>
                    <a:pt x="1599" y="1650"/>
                    <a:pt x="1649" y="1609"/>
                    <a:pt x="1649" y="1549"/>
                  </a:cubicBezTo>
                  <a:lnTo>
                    <a:pt x="1649" y="102"/>
                  </a:lnTo>
                  <a:cubicBezTo>
                    <a:pt x="1649" y="52"/>
                    <a:pt x="1599" y="1"/>
                    <a:pt x="1548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6"/>
            <p:cNvSpPr/>
            <p:nvPr/>
          </p:nvSpPr>
          <p:spPr>
            <a:xfrm>
              <a:off x="3095000" y="2305525"/>
              <a:ext cx="29125" cy="29100"/>
            </a:xfrm>
            <a:custGeom>
              <a:avLst/>
              <a:gdLst/>
              <a:ahLst/>
              <a:cxnLst/>
              <a:rect l="l" t="t" r="r" b="b"/>
              <a:pathLst>
                <a:path w="1165" h="1164" extrusionOk="0">
                  <a:moveTo>
                    <a:pt x="578" y="0"/>
                  </a:moveTo>
                  <a:cubicBezTo>
                    <a:pt x="254" y="0"/>
                    <a:pt x="1" y="263"/>
                    <a:pt x="1" y="587"/>
                  </a:cubicBezTo>
                  <a:cubicBezTo>
                    <a:pt x="1" y="900"/>
                    <a:pt x="254" y="1163"/>
                    <a:pt x="578" y="1163"/>
                  </a:cubicBezTo>
                  <a:cubicBezTo>
                    <a:pt x="902" y="1163"/>
                    <a:pt x="1165" y="900"/>
                    <a:pt x="1165" y="587"/>
                  </a:cubicBezTo>
                  <a:cubicBezTo>
                    <a:pt x="1165" y="263"/>
                    <a:pt x="902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6"/>
            <p:cNvSpPr/>
            <p:nvPr/>
          </p:nvSpPr>
          <p:spPr>
            <a:xfrm>
              <a:off x="2926350" y="2305525"/>
              <a:ext cx="29100" cy="29100"/>
            </a:xfrm>
            <a:custGeom>
              <a:avLst/>
              <a:gdLst/>
              <a:ahLst/>
              <a:cxnLst/>
              <a:rect l="l" t="t" r="r" b="b"/>
              <a:pathLst>
                <a:path w="1164" h="1164" extrusionOk="0">
                  <a:moveTo>
                    <a:pt x="576" y="0"/>
                  </a:moveTo>
                  <a:cubicBezTo>
                    <a:pt x="263" y="0"/>
                    <a:pt x="0" y="263"/>
                    <a:pt x="0" y="587"/>
                  </a:cubicBezTo>
                  <a:cubicBezTo>
                    <a:pt x="0" y="900"/>
                    <a:pt x="263" y="1163"/>
                    <a:pt x="576" y="1163"/>
                  </a:cubicBezTo>
                  <a:cubicBezTo>
                    <a:pt x="900" y="1163"/>
                    <a:pt x="1163" y="900"/>
                    <a:pt x="1163" y="587"/>
                  </a:cubicBezTo>
                  <a:cubicBezTo>
                    <a:pt x="1163" y="263"/>
                    <a:pt x="900" y="0"/>
                    <a:pt x="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2934675" y="2268600"/>
              <a:ext cx="12175" cy="55650"/>
            </a:xfrm>
            <a:custGeom>
              <a:avLst/>
              <a:gdLst/>
              <a:ahLst/>
              <a:cxnLst/>
              <a:rect l="l" t="t" r="r" b="b"/>
              <a:pathLst>
                <a:path w="487" h="2226" extrusionOk="0">
                  <a:moveTo>
                    <a:pt x="243" y="0"/>
                  </a:moveTo>
                  <a:cubicBezTo>
                    <a:pt x="112" y="0"/>
                    <a:pt x="1" y="111"/>
                    <a:pt x="1" y="243"/>
                  </a:cubicBezTo>
                  <a:lnTo>
                    <a:pt x="1" y="1983"/>
                  </a:lnTo>
                  <a:cubicBezTo>
                    <a:pt x="1" y="2114"/>
                    <a:pt x="112" y="2226"/>
                    <a:pt x="243" y="2226"/>
                  </a:cubicBezTo>
                  <a:cubicBezTo>
                    <a:pt x="385" y="2226"/>
                    <a:pt x="486" y="2114"/>
                    <a:pt x="486" y="1983"/>
                  </a:cubicBezTo>
                  <a:lnTo>
                    <a:pt x="486" y="243"/>
                  </a:lnTo>
                  <a:cubicBezTo>
                    <a:pt x="486" y="111"/>
                    <a:pt x="385" y="0"/>
                    <a:pt x="2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6"/>
            <p:cNvSpPr/>
            <p:nvPr/>
          </p:nvSpPr>
          <p:spPr>
            <a:xfrm>
              <a:off x="3103375" y="2268600"/>
              <a:ext cx="12150" cy="55650"/>
            </a:xfrm>
            <a:custGeom>
              <a:avLst/>
              <a:gdLst/>
              <a:ahLst/>
              <a:cxnLst/>
              <a:rect l="l" t="t" r="r" b="b"/>
              <a:pathLst>
                <a:path w="486" h="2226" extrusionOk="0">
                  <a:moveTo>
                    <a:pt x="243" y="0"/>
                  </a:moveTo>
                  <a:cubicBezTo>
                    <a:pt x="111" y="0"/>
                    <a:pt x="0" y="111"/>
                    <a:pt x="0" y="243"/>
                  </a:cubicBezTo>
                  <a:lnTo>
                    <a:pt x="0" y="1983"/>
                  </a:lnTo>
                  <a:cubicBezTo>
                    <a:pt x="0" y="2114"/>
                    <a:pt x="111" y="2226"/>
                    <a:pt x="243" y="2226"/>
                  </a:cubicBezTo>
                  <a:cubicBezTo>
                    <a:pt x="385" y="2226"/>
                    <a:pt x="486" y="2114"/>
                    <a:pt x="486" y="1983"/>
                  </a:cubicBezTo>
                  <a:lnTo>
                    <a:pt x="486" y="243"/>
                  </a:lnTo>
                  <a:cubicBezTo>
                    <a:pt x="486" y="111"/>
                    <a:pt x="385" y="0"/>
                    <a:pt x="2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6"/>
            <p:cNvSpPr/>
            <p:nvPr/>
          </p:nvSpPr>
          <p:spPr>
            <a:xfrm>
              <a:off x="3493050" y="2580900"/>
              <a:ext cx="54425" cy="4350"/>
            </a:xfrm>
            <a:custGeom>
              <a:avLst/>
              <a:gdLst/>
              <a:ahLst/>
              <a:cxnLst/>
              <a:rect l="l" t="t" r="r" b="b"/>
              <a:pathLst>
                <a:path w="2177" h="174" extrusionOk="0">
                  <a:moveTo>
                    <a:pt x="32" y="1"/>
                  </a:moveTo>
                  <a:lnTo>
                    <a:pt x="1" y="173"/>
                  </a:lnTo>
                  <a:lnTo>
                    <a:pt x="1549" y="173"/>
                  </a:lnTo>
                  <a:cubicBezTo>
                    <a:pt x="1559" y="133"/>
                    <a:pt x="1599" y="102"/>
                    <a:pt x="1640" y="102"/>
                  </a:cubicBezTo>
                  <a:lnTo>
                    <a:pt x="1650" y="102"/>
                  </a:lnTo>
                  <a:cubicBezTo>
                    <a:pt x="1691" y="102"/>
                    <a:pt x="1731" y="133"/>
                    <a:pt x="1741" y="173"/>
                  </a:cubicBezTo>
                  <a:lnTo>
                    <a:pt x="2176" y="173"/>
                  </a:lnTo>
                  <a:lnTo>
                    <a:pt x="21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6"/>
            <p:cNvSpPr/>
            <p:nvPr/>
          </p:nvSpPr>
          <p:spPr>
            <a:xfrm>
              <a:off x="3493825" y="2564225"/>
              <a:ext cx="53650" cy="16700"/>
            </a:xfrm>
            <a:custGeom>
              <a:avLst/>
              <a:gdLst/>
              <a:ahLst/>
              <a:cxnLst/>
              <a:rect l="l" t="t" r="r" b="b"/>
              <a:pathLst>
                <a:path w="2146" h="668" extrusionOk="0">
                  <a:moveTo>
                    <a:pt x="759" y="0"/>
                  </a:moveTo>
                  <a:cubicBezTo>
                    <a:pt x="142" y="193"/>
                    <a:pt x="1" y="668"/>
                    <a:pt x="1" y="668"/>
                  </a:cubicBezTo>
                  <a:lnTo>
                    <a:pt x="2145" y="668"/>
                  </a:lnTo>
                  <a:lnTo>
                    <a:pt x="2125" y="3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6"/>
            <p:cNvSpPr/>
            <p:nvPr/>
          </p:nvSpPr>
          <p:spPr>
            <a:xfrm>
              <a:off x="3511775" y="2555100"/>
              <a:ext cx="25" cy="80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6"/>
            <p:cNvSpPr/>
            <p:nvPr/>
          </p:nvSpPr>
          <p:spPr>
            <a:xfrm>
              <a:off x="3497875" y="2376325"/>
              <a:ext cx="50850" cy="188675"/>
            </a:xfrm>
            <a:custGeom>
              <a:avLst/>
              <a:gdLst/>
              <a:ahLst/>
              <a:cxnLst/>
              <a:rect l="l" t="t" r="r" b="b"/>
              <a:pathLst>
                <a:path w="2034" h="7547" extrusionOk="0">
                  <a:moveTo>
                    <a:pt x="162" y="1"/>
                  </a:moveTo>
                  <a:lnTo>
                    <a:pt x="162" y="1689"/>
                  </a:lnTo>
                  <a:lnTo>
                    <a:pt x="1" y="1689"/>
                  </a:lnTo>
                  <a:lnTo>
                    <a:pt x="374" y="7547"/>
                  </a:lnTo>
                  <a:lnTo>
                    <a:pt x="2033" y="7547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6"/>
            <p:cNvSpPr/>
            <p:nvPr/>
          </p:nvSpPr>
          <p:spPr>
            <a:xfrm>
              <a:off x="3508225" y="2557900"/>
              <a:ext cx="39250" cy="775"/>
            </a:xfrm>
            <a:custGeom>
              <a:avLst/>
              <a:gdLst/>
              <a:ahLst/>
              <a:cxnLst/>
              <a:rect l="l" t="t" r="r" b="b"/>
              <a:pathLst>
                <a:path w="1570" h="31" extrusionOk="0">
                  <a:moveTo>
                    <a:pt x="1" y="1"/>
                  </a:moveTo>
                  <a:lnTo>
                    <a:pt x="1" y="31"/>
                  </a:lnTo>
                  <a:lnTo>
                    <a:pt x="1569" y="31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2541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6"/>
            <p:cNvSpPr/>
            <p:nvPr/>
          </p:nvSpPr>
          <p:spPr>
            <a:xfrm>
              <a:off x="3440725" y="2580900"/>
              <a:ext cx="54375" cy="4350"/>
            </a:xfrm>
            <a:custGeom>
              <a:avLst/>
              <a:gdLst/>
              <a:ahLst/>
              <a:cxnLst/>
              <a:rect l="l" t="t" r="r" b="b"/>
              <a:pathLst>
                <a:path w="2175" h="174" extrusionOk="0">
                  <a:moveTo>
                    <a:pt x="30" y="1"/>
                  </a:moveTo>
                  <a:lnTo>
                    <a:pt x="0" y="173"/>
                  </a:lnTo>
                  <a:lnTo>
                    <a:pt x="1548" y="173"/>
                  </a:lnTo>
                  <a:cubicBezTo>
                    <a:pt x="1558" y="133"/>
                    <a:pt x="1588" y="102"/>
                    <a:pt x="1639" y="102"/>
                  </a:cubicBezTo>
                  <a:lnTo>
                    <a:pt x="1649" y="102"/>
                  </a:lnTo>
                  <a:cubicBezTo>
                    <a:pt x="1689" y="102"/>
                    <a:pt x="1730" y="133"/>
                    <a:pt x="1740" y="173"/>
                  </a:cubicBezTo>
                  <a:lnTo>
                    <a:pt x="2175" y="173"/>
                  </a:lnTo>
                  <a:lnTo>
                    <a:pt x="21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6"/>
            <p:cNvSpPr/>
            <p:nvPr/>
          </p:nvSpPr>
          <p:spPr>
            <a:xfrm>
              <a:off x="3441475" y="2564225"/>
              <a:ext cx="53625" cy="16700"/>
            </a:xfrm>
            <a:custGeom>
              <a:avLst/>
              <a:gdLst/>
              <a:ahLst/>
              <a:cxnLst/>
              <a:rect l="l" t="t" r="r" b="b"/>
              <a:pathLst>
                <a:path w="2145" h="668" extrusionOk="0">
                  <a:moveTo>
                    <a:pt x="749" y="0"/>
                  </a:moveTo>
                  <a:cubicBezTo>
                    <a:pt x="132" y="193"/>
                    <a:pt x="0" y="668"/>
                    <a:pt x="0" y="668"/>
                  </a:cubicBezTo>
                  <a:lnTo>
                    <a:pt x="2145" y="668"/>
                  </a:lnTo>
                  <a:lnTo>
                    <a:pt x="2125" y="31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6"/>
            <p:cNvSpPr/>
            <p:nvPr/>
          </p:nvSpPr>
          <p:spPr>
            <a:xfrm>
              <a:off x="3492050" y="2555100"/>
              <a:ext cx="25" cy="80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3454875" y="2376325"/>
              <a:ext cx="47075" cy="188675"/>
            </a:xfrm>
            <a:custGeom>
              <a:avLst/>
              <a:gdLst/>
              <a:ahLst/>
              <a:cxnLst/>
              <a:rect l="l" t="t" r="r" b="b"/>
              <a:pathLst>
                <a:path w="1883" h="7547" extrusionOk="0">
                  <a:moveTo>
                    <a:pt x="608" y="1"/>
                  </a:moveTo>
                  <a:lnTo>
                    <a:pt x="1" y="7547"/>
                  </a:lnTo>
                  <a:lnTo>
                    <a:pt x="1670" y="7547"/>
                  </a:lnTo>
                  <a:lnTo>
                    <a:pt x="1882" y="1689"/>
                  </a:lnTo>
                  <a:lnTo>
                    <a:pt x="1882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3456400" y="2557900"/>
              <a:ext cx="39225" cy="775"/>
            </a:xfrm>
            <a:custGeom>
              <a:avLst/>
              <a:gdLst/>
              <a:ahLst/>
              <a:cxnLst/>
              <a:rect l="l" t="t" r="r" b="b"/>
              <a:pathLst>
                <a:path w="1569" h="31" extrusionOk="0">
                  <a:moveTo>
                    <a:pt x="1" y="1"/>
                  </a:moveTo>
                  <a:lnTo>
                    <a:pt x="1" y="31"/>
                  </a:lnTo>
                  <a:lnTo>
                    <a:pt x="1568" y="31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rgbClr val="2541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3482450" y="2246325"/>
              <a:ext cx="37700" cy="21775"/>
            </a:xfrm>
            <a:custGeom>
              <a:avLst/>
              <a:gdLst/>
              <a:ahLst/>
              <a:cxnLst/>
              <a:rect l="l" t="t" r="r" b="b"/>
              <a:pathLst>
                <a:path w="1508" h="871" extrusionOk="0">
                  <a:moveTo>
                    <a:pt x="306" y="1"/>
                  </a:moveTo>
                  <a:cubicBezTo>
                    <a:pt x="133" y="1"/>
                    <a:pt x="0" y="149"/>
                    <a:pt x="11" y="325"/>
                  </a:cubicBezTo>
                  <a:lnTo>
                    <a:pt x="61" y="739"/>
                  </a:lnTo>
                  <a:lnTo>
                    <a:pt x="1437" y="871"/>
                  </a:lnTo>
                  <a:lnTo>
                    <a:pt x="1488" y="557"/>
                  </a:lnTo>
                  <a:cubicBezTo>
                    <a:pt x="1508" y="395"/>
                    <a:pt x="1416" y="244"/>
                    <a:pt x="1265" y="193"/>
                  </a:cubicBezTo>
                  <a:lnTo>
                    <a:pt x="881" y="71"/>
                  </a:lnTo>
                  <a:cubicBezTo>
                    <a:pt x="759" y="31"/>
                    <a:pt x="627" y="11"/>
                    <a:pt x="496" y="1"/>
                  </a:cubicBezTo>
                  <a:lnTo>
                    <a:pt x="324" y="1"/>
                  </a:lnTo>
                  <a:cubicBezTo>
                    <a:pt x="318" y="1"/>
                    <a:pt x="312" y="1"/>
                    <a:pt x="3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3390900" y="2307725"/>
              <a:ext cx="27325" cy="29425"/>
            </a:xfrm>
            <a:custGeom>
              <a:avLst/>
              <a:gdLst/>
              <a:ahLst/>
              <a:cxnLst/>
              <a:rect l="l" t="t" r="r" b="b"/>
              <a:pathLst>
                <a:path w="1093" h="1177" extrusionOk="0">
                  <a:moveTo>
                    <a:pt x="97" y="0"/>
                  </a:moveTo>
                  <a:cubicBezTo>
                    <a:pt x="81" y="0"/>
                    <a:pt x="68" y="4"/>
                    <a:pt x="61" y="13"/>
                  </a:cubicBezTo>
                  <a:cubicBezTo>
                    <a:pt x="11" y="63"/>
                    <a:pt x="274" y="337"/>
                    <a:pt x="274" y="337"/>
                  </a:cubicBezTo>
                  <a:cubicBezTo>
                    <a:pt x="274" y="337"/>
                    <a:pt x="265" y="335"/>
                    <a:pt x="253" y="335"/>
                  </a:cubicBezTo>
                  <a:cubicBezTo>
                    <a:pt x="236" y="335"/>
                    <a:pt x="211" y="339"/>
                    <a:pt x="193" y="357"/>
                  </a:cubicBezTo>
                  <a:cubicBezTo>
                    <a:pt x="142" y="398"/>
                    <a:pt x="173" y="468"/>
                    <a:pt x="173" y="468"/>
                  </a:cubicBezTo>
                  <a:cubicBezTo>
                    <a:pt x="71" y="488"/>
                    <a:pt x="101" y="580"/>
                    <a:pt x="101" y="580"/>
                  </a:cubicBezTo>
                  <a:cubicBezTo>
                    <a:pt x="11" y="620"/>
                    <a:pt x="0" y="711"/>
                    <a:pt x="193" y="873"/>
                  </a:cubicBezTo>
                  <a:cubicBezTo>
                    <a:pt x="506" y="1126"/>
                    <a:pt x="810" y="1176"/>
                    <a:pt x="810" y="1176"/>
                  </a:cubicBezTo>
                  <a:lnTo>
                    <a:pt x="1093" y="337"/>
                  </a:lnTo>
                  <a:cubicBezTo>
                    <a:pt x="1093" y="337"/>
                    <a:pt x="705" y="24"/>
                    <a:pt x="576" y="24"/>
                  </a:cubicBezTo>
                  <a:cubicBezTo>
                    <a:pt x="563" y="24"/>
                    <a:pt x="554" y="27"/>
                    <a:pt x="547" y="33"/>
                  </a:cubicBezTo>
                  <a:cubicBezTo>
                    <a:pt x="476" y="104"/>
                    <a:pt x="618" y="286"/>
                    <a:pt x="618" y="286"/>
                  </a:cubicBezTo>
                  <a:cubicBezTo>
                    <a:pt x="428" y="140"/>
                    <a:pt x="194" y="0"/>
                    <a:pt x="97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3406075" y="2314625"/>
              <a:ext cx="1800" cy="4300"/>
            </a:xfrm>
            <a:custGeom>
              <a:avLst/>
              <a:gdLst/>
              <a:ahLst/>
              <a:cxnLst/>
              <a:rect l="l" t="t" r="r" b="b"/>
              <a:pathLst>
                <a:path w="72" h="172" extrusionOk="0">
                  <a:moveTo>
                    <a:pt x="20" y="0"/>
                  </a:moveTo>
                  <a:lnTo>
                    <a:pt x="0" y="10"/>
                  </a:lnTo>
                  <a:cubicBezTo>
                    <a:pt x="0" y="10"/>
                    <a:pt x="31" y="91"/>
                    <a:pt x="51" y="172"/>
                  </a:cubicBezTo>
                  <a:lnTo>
                    <a:pt x="71" y="162"/>
                  </a:lnTo>
                  <a:cubicBezTo>
                    <a:pt x="51" y="91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3404300" y="2314850"/>
              <a:ext cx="12175" cy="21550"/>
            </a:xfrm>
            <a:custGeom>
              <a:avLst/>
              <a:gdLst/>
              <a:ahLst/>
              <a:cxnLst/>
              <a:rect l="l" t="t" r="r" b="b"/>
              <a:pathLst>
                <a:path w="487" h="862" extrusionOk="0">
                  <a:moveTo>
                    <a:pt x="486" y="1"/>
                  </a:moveTo>
                  <a:lnTo>
                    <a:pt x="1" y="801"/>
                  </a:lnTo>
                  <a:cubicBezTo>
                    <a:pt x="1" y="801"/>
                    <a:pt x="82" y="841"/>
                    <a:pt x="163" y="861"/>
                  </a:cubicBezTo>
                  <a:lnTo>
                    <a:pt x="486" y="1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3396725" y="2319175"/>
              <a:ext cx="5075" cy="7850"/>
            </a:xfrm>
            <a:custGeom>
              <a:avLst/>
              <a:gdLst/>
              <a:ahLst/>
              <a:cxnLst/>
              <a:rect l="l" t="t" r="r" b="b"/>
              <a:pathLst>
                <a:path w="203" h="314" extrusionOk="0">
                  <a:moveTo>
                    <a:pt x="182" y="0"/>
                  </a:moveTo>
                  <a:lnTo>
                    <a:pt x="172" y="10"/>
                  </a:lnTo>
                  <a:cubicBezTo>
                    <a:pt x="182" y="30"/>
                    <a:pt x="182" y="51"/>
                    <a:pt x="172" y="71"/>
                  </a:cubicBezTo>
                  <a:cubicBezTo>
                    <a:pt x="152" y="102"/>
                    <a:pt x="101" y="122"/>
                    <a:pt x="101" y="122"/>
                  </a:cubicBezTo>
                  <a:lnTo>
                    <a:pt x="91" y="122"/>
                  </a:lnTo>
                  <a:lnTo>
                    <a:pt x="101" y="131"/>
                  </a:lnTo>
                  <a:lnTo>
                    <a:pt x="101" y="172"/>
                  </a:lnTo>
                  <a:cubicBezTo>
                    <a:pt x="91" y="203"/>
                    <a:pt x="51" y="212"/>
                    <a:pt x="51" y="212"/>
                  </a:cubicBezTo>
                  <a:lnTo>
                    <a:pt x="41" y="212"/>
                  </a:lnTo>
                  <a:lnTo>
                    <a:pt x="41" y="223"/>
                  </a:lnTo>
                  <a:cubicBezTo>
                    <a:pt x="51" y="243"/>
                    <a:pt x="51" y="253"/>
                    <a:pt x="41" y="263"/>
                  </a:cubicBezTo>
                  <a:cubicBezTo>
                    <a:pt x="30" y="284"/>
                    <a:pt x="0" y="293"/>
                    <a:pt x="0" y="293"/>
                  </a:cubicBezTo>
                  <a:lnTo>
                    <a:pt x="0" y="314"/>
                  </a:lnTo>
                  <a:cubicBezTo>
                    <a:pt x="0" y="314"/>
                    <a:pt x="30" y="304"/>
                    <a:pt x="51" y="284"/>
                  </a:cubicBezTo>
                  <a:lnTo>
                    <a:pt x="61" y="273"/>
                  </a:lnTo>
                  <a:cubicBezTo>
                    <a:pt x="61" y="263"/>
                    <a:pt x="71" y="243"/>
                    <a:pt x="61" y="223"/>
                  </a:cubicBezTo>
                  <a:cubicBezTo>
                    <a:pt x="81" y="223"/>
                    <a:pt x="101" y="203"/>
                    <a:pt x="122" y="182"/>
                  </a:cubicBezTo>
                  <a:lnTo>
                    <a:pt x="122" y="131"/>
                  </a:lnTo>
                  <a:cubicBezTo>
                    <a:pt x="142" y="131"/>
                    <a:pt x="172" y="111"/>
                    <a:pt x="192" y="81"/>
                  </a:cubicBezTo>
                  <a:cubicBezTo>
                    <a:pt x="203" y="51"/>
                    <a:pt x="203" y="30"/>
                    <a:pt x="1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3406325" y="2299375"/>
              <a:ext cx="84750" cy="59800"/>
            </a:xfrm>
            <a:custGeom>
              <a:avLst/>
              <a:gdLst/>
              <a:ahLst/>
              <a:cxnLst/>
              <a:rect l="l" t="t" r="r" b="b"/>
              <a:pathLst>
                <a:path w="3390" h="2392" extrusionOk="0">
                  <a:moveTo>
                    <a:pt x="3335" y="1"/>
                  </a:moveTo>
                  <a:cubicBezTo>
                    <a:pt x="2771" y="1"/>
                    <a:pt x="2291" y="758"/>
                    <a:pt x="2125" y="1278"/>
                  </a:cubicBezTo>
                  <a:lnTo>
                    <a:pt x="435" y="570"/>
                  </a:lnTo>
                  <a:lnTo>
                    <a:pt x="1" y="1571"/>
                  </a:lnTo>
                  <a:cubicBezTo>
                    <a:pt x="1" y="1571"/>
                    <a:pt x="1255" y="2229"/>
                    <a:pt x="2054" y="2370"/>
                  </a:cubicBezTo>
                  <a:cubicBezTo>
                    <a:pt x="2120" y="2383"/>
                    <a:pt x="2189" y="2392"/>
                    <a:pt x="2258" y="2392"/>
                  </a:cubicBezTo>
                  <a:cubicBezTo>
                    <a:pt x="2516" y="2392"/>
                    <a:pt x="2767" y="2275"/>
                    <a:pt x="2823" y="1844"/>
                  </a:cubicBezTo>
                  <a:lnTo>
                    <a:pt x="2904" y="691"/>
                  </a:lnTo>
                  <a:lnTo>
                    <a:pt x="3389" y="3"/>
                  </a:lnTo>
                  <a:cubicBezTo>
                    <a:pt x="3371" y="2"/>
                    <a:pt x="3353" y="1"/>
                    <a:pt x="3335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3411625" y="2316125"/>
              <a:ext cx="10400" cy="24550"/>
            </a:xfrm>
            <a:custGeom>
              <a:avLst/>
              <a:gdLst/>
              <a:ahLst/>
              <a:cxnLst/>
              <a:rect l="l" t="t" r="r" b="b"/>
              <a:pathLst>
                <a:path w="416" h="982" extrusionOk="0">
                  <a:moveTo>
                    <a:pt x="396" y="1"/>
                  </a:moveTo>
                  <a:lnTo>
                    <a:pt x="1" y="972"/>
                  </a:lnTo>
                  <a:lnTo>
                    <a:pt x="21" y="982"/>
                  </a:lnTo>
                  <a:lnTo>
                    <a:pt x="416" y="11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3491050" y="2284275"/>
              <a:ext cx="24550" cy="23525"/>
            </a:xfrm>
            <a:custGeom>
              <a:avLst/>
              <a:gdLst/>
              <a:ahLst/>
              <a:cxnLst/>
              <a:rect l="l" t="t" r="r" b="b"/>
              <a:pathLst>
                <a:path w="982" h="941" extrusionOk="0">
                  <a:moveTo>
                    <a:pt x="112" y="0"/>
                  </a:moveTo>
                  <a:lnTo>
                    <a:pt x="71" y="526"/>
                  </a:lnTo>
                  <a:lnTo>
                    <a:pt x="0" y="526"/>
                  </a:lnTo>
                  <a:cubicBezTo>
                    <a:pt x="20" y="607"/>
                    <a:pt x="20" y="688"/>
                    <a:pt x="0" y="769"/>
                  </a:cubicBezTo>
                  <a:cubicBezTo>
                    <a:pt x="81" y="860"/>
                    <a:pt x="223" y="941"/>
                    <a:pt x="465" y="941"/>
                  </a:cubicBezTo>
                  <a:cubicBezTo>
                    <a:pt x="739" y="941"/>
                    <a:pt x="881" y="840"/>
                    <a:pt x="961" y="729"/>
                  </a:cubicBezTo>
                  <a:cubicBezTo>
                    <a:pt x="951" y="668"/>
                    <a:pt x="961" y="607"/>
                    <a:pt x="982" y="547"/>
                  </a:cubicBezTo>
                  <a:lnTo>
                    <a:pt x="890" y="526"/>
                  </a:lnTo>
                  <a:cubicBezTo>
                    <a:pt x="870" y="526"/>
                    <a:pt x="850" y="506"/>
                    <a:pt x="850" y="486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3493050" y="2286300"/>
              <a:ext cx="15200" cy="10375"/>
            </a:xfrm>
            <a:custGeom>
              <a:avLst/>
              <a:gdLst/>
              <a:ahLst/>
              <a:cxnLst/>
              <a:rect l="l" t="t" r="r" b="b"/>
              <a:pathLst>
                <a:path w="608" h="415" extrusionOk="0">
                  <a:moveTo>
                    <a:pt x="21" y="0"/>
                  </a:moveTo>
                  <a:lnTo>
                    <a:pt x="1" y="344"/>
                  </a:lnTo>
                  <a:cubicBezTo>
                    <a:pt x="62" y="385"/>
                    <a:pt x="143" y="415"/>
                    <a:pt x="234" y="415"/>
                  </a:cubicBezTo>
                  <a:cubicBezTo>
                    <a:pt x="466" y="415"/>
                    <a:pt x="608" y="182"/>
                    <a:pt x="608" y="182"/>
                  </a:cubicBezTo>
                  <a:lnTo>
                    <a:pt x="608" y="0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3483950" y="2250375"/>
              <a:ext cx="34925" cy="44050"/>
            </a:xfrm>
            <a:custGeom>
              <a:avLst/>
              <a:gdLst/>
              <a:ahLst/>
              <a:cxnLst/>
              <a:rect l="l" t="t" r="r" b="b"/>
              <a:pathLst>
                <a:path w="1397" h="1762" extrusionOk="0">
                  <a:moveTo>
                    <a:pt x="274" y="1"/>
                  </a:moveTo>
                  <a:cubicBezTo>
                    <a:pt x="113" y="122"/>
                    <a:pt x="11" y="284"/>
                    <a:pt x="1" y="507"/>
                  </a:cubicBezTo>
                  <a:lnTo>
                    <a:pt x="1" y="577"/>
                  </a:lnTo>
                  <a:lnTo>
                    <a:pt x="1" y="588"/>
                  </a:lnTo>
                  <a:lnTo>
                    <a:pt x="52" y="1195"/>
                  </a:lnTo>
                  <a:lnTo>
                    <a:pt x="52" y="1204"/>
                  </a:lnTo>
                  <a:cubicBezTo>
                    <a:pt x="82" y="1518"/>
                    <a:pt x="234" y="1751"/>
                    <a:pt x="558" y="1761"/>
                  </a:cubicBezTo>
                  <a:cubicBezTo>
                    <a:pt x="565" y="1761"/>
                    <a:pt x="572" y="1761"/>
                    <a:pt x="580" y="1761"/>
                  </a:cubicBezTo>
                  <a:cubicBezTo>
                    <a:pt x="878" y="1761"/>
                    <a:pt x="1216" y="1571"/>
                    <a:pt x="1286" y="1255"/>
                  </a:cubicBezTo>
                  <a:lnTo>
                    <a:pt x="1286" y="1245"/>
                  </a:lnTo>
                  <a:cubicBezTo>
                    <a:pt x="1286" y="1245"/>
                    <a:pt x="1296" y="1235"/>
                    <a:pt x="1296" y="1224"/>
                  </a:cubicBezTo>
                  <a:lnTo>
                    <a:pt x="1387" y="628"/>
                  </a:lnTo>
                  <a:lnTo>
                    <a:pt x="1387" y="618"/>
                  </a:lnTo>
                  <a:lnTo>
                    <a:pt x="1387" y="547"/>
                  </a:lnTo>
                  <a:cubicBezTo>
                    <a:pt x="1397" y="426"/>
                    <a:pt x="1356" y="294"/>
                    <a:pt x="1306" y="193"/>
                  </a:cubicBezTo>
                  <a:cubicBezTo>
                    <a:pt x="1275" y="183"/>
                    <a:pt x="1255" y="183"/>
                    <a:pt x="1225" y="172"/>
                  </a:cubicBezTo>
                  <a:cubicBezTo>
                    <a:pt x="911" y="102"/>
                    <a:pt x="588" y="62"/>
                    <a:pt x="274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3483725" y="2249625"/>
              <a:ext cx="34925" cy="22775"/>
            </a:xfrm>
            <a:custGeom>
              <a:avLst/>
              <a:gdLst/>
              <a:ahLst/>
              <a:cxnLst/>
              <a:rect l="l" t="t" r="r" b="b"/>
              <a:pathLst>
                <a:path w="1397" h="911" extrusionOk="0">
                  <a:moveTo>
                    <a:pt x="253" y="0"/>
                  </a:moveTo>
                  <a:cubicBezTo>
                    <a:pt x="131" y="92"/>
                    <a:pt x="30" y="253"/>
                    <a:pt x="10" y="506"/>
                  </a:cubicBezTo>
                  <a:cubicBezTo>
                    <a:pt x="0" y="577"/>
                    <a:pt x="10" y="638"/>
                    <a:pt x="10" y="699"/>
                  </a:cubicBezTo>
                  <a:lnTo>
                    <a:pt x="30" y="870"/>
                  </a:lnTo>
                  <a:cubicBezTo>
                    <a:pt x="30" y="870"/>
                    <a:pt x="111" y="587"/>
                    <a:pt x="202" y="344"/>
                  </a:cubicBezTo>
                  <a:lnTo>
                    <a:pt x="648" y="324"/>
                  </a:lnTo>
                  <a:lnTo>
                    <a:pt x="1042" y="506"/>
                  </a:lnTo>
                  <a:cubicBezTo>
                    <a:pt x="1113" y="759"/>
                    <a:pt x="1356" y="911"/>
                    <a:pt x="1356" y="911"/>
                  </a:cubicBezTo>
                  <a:lnTo>
                    <a:pt x="1386" y="739"/>
                  </a:lnTo>
                  <a:cubicBezTo>
                    <a:pt x="1396" y="678"/>
                    <a:pt x="1396" y="618"/>
                    <a:pt x="1396" y="557"/>
                  </a:cubicBezTo>
                  <a:cubicBezTo>
                    <a:pt x="1396" y="415"/>
                    <a:pt x="1376" y="304"/>
                    <a:pt x="1325" y="213"/>
                  </a:cubicBezTo>
                  <a:cubicBezTo>
                    <a:pt x="1214" y="193"/>
                    <a:pt x="1093" y="162"/>
                    <a:pt x="971" y="132"/>
                  </a:cubicBezTo>
                  <a:cubicBezTo>
                    <a:pt x="738" y="81"/>
                    <a:pt x="495" y="51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3492550" y="2274900"/>
              <a:ext cx="2825" cy="5600"/>
            </a:xfrm>
            <a:custGeom>
              <a:avLst/>
              <a:gdLst/>
              <a:ahLst/>
              <a:cxnLst/>
              <a:rect l="l" t="t" r="r" b="b"/>
              <a:pathLst>
                <a:path w="113" h="224" extrusionOk="0">
                  <a:moveTo>
                    <a:pt x="92" y="1"/>
                  </a:moveTo>
                  <a:cubicBezTo>
                    <a:pt x="82" y="11"/>
                    <a:pt x="1" y="112"/>
                    <a:pt x="32" y="183"/>
                  </a:cubicBezTo>
                  <a:cubicBezTo>
                    <a:pt x="41" y="203"/>
                    <a:pt x="72" y="223"/>
                    <a:pt x="112" y="223"/>
                  </a:cubicBezTo>
                  <a:lnTo>
                    <a:pt x="112" y="203"/>
                  </a:lnTo>
                  <a:cubicBezTo>
                    <a:pt x="82" y="203"/>
                    <a:pt x="61" y="183"/>
                    <a:pt x="52" y="173"/>
                  </a:cubicBezTo>
                  <a:cubicBezTo>
                    <a:pt x="41" y="133"/>
                    <a:pt x="92" y="41"/>
                    <a:pt x="112" y="21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3500900" y="2267325"/>
              <a:ext cx="6350" cy="3325"/>
            </a:xfrm>
            <a:custGeom>
              <a:avLst/>
              <a:gdLst/>
              <a:ahLst/>
              <a:cxnLst/>
              <a:rect l="l" t="t" r="r" b="b"/>
              <a:pathLst>
                <a:path w="254" h="133" extrusionOk="0">
                  <a:moveTo>
                    <a:pt x="21" y="0"/>
                  </a:moveTo>
                  <a:lnTo>
                    <a:pt x="1" y="71"/>
                  </a:lnTo>
                  <a:lnTo>
                    <a:pt x="233" y="132"/>
                  </a:lnTo>
                  <a:lnTo>
                    <a:pt x="253" y="6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3485975" y="2267075"/>
              <a:ext cx="6375" cy="2800"/>
            </a:xfrm>
            <a:custGeom>
              <a:avLst/>
              <a:gdLst/>
              <a:ahLst/>
              <a:cxnLst/>
              <a:rect l="l" t="t" r="r" b="b"/>
              <a:pathLst>
                <a:path w="255" h="112" extrusionOk="0">
                  <a:moveTo>
                    <a:pt x="244" y="1"/>
                  </a:moveTo>
                  <a:lnTo>
                    <a:pt x="1" y="41"/>
                  </a:lnTo>
                  <a:lnTo>
                    <a:pt x="11" y="111"/>
                  </a:lnTo>
                  <a:lnTo>
                    <a:pt x="254" y="71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3488775" y="2272375"/>
              <a:ext cx="2050" cy="205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41" y="1"/>
                  </a:moveTo>
                  <a:cubicBezTo>
                    <a:pt x="21" y="1"/>
                    <a:pt x="0" y="21"/>
                    <a:pt x="0" y="41"/>
                  </a:cubicBezTo>
                  <a:cubicBezTo>
                    <a:pt x="0" y="61"/>
                    <a:pt x="10" y="81"/>
                    <a:pt x="41" y="81"/>
                  </a:cubicBezTo>
                  <a:cubicBezTo>
                    <a:pt x="61" y="81"/>
                    <a:pt x="81" y="72"/>
                    <a:pt x="81" y="41"/>
                  </a:cubicBezTo>
                  <a:cubicBezTo>
                    <a:pt x="81" y="21"/>
                    <a:pt x="61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3501425" y="2272875"/>
              <a:ext cx="2050" cy="205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41" y="1"/>
                  </a:moveTo>
                  <a:cubicBezTo>
                    <a:pt x="20" y="1"/>
                    <a:pt x="0" y="21"/>
                    <a:pt x="0" y="41"/>
                  </a:cubicBezTo>
                  <a:cubicBezTo>
                    <a:pt x="0" y="61"/>
                    <a:pt x="20" y="82"/>
                    <a:pt x="41" y="82"/>
                  </a:cubicBezTo>
                  <a:cubicBezTo>
                    <a:pt x="61" y="82"/>
                    <a:pt x="81" y="61"/>
                    <a:pt x="81" y="41"/>
                  </a:cubicBezTo>
                  <a:cubicBezTo>
                    <a:pt x="81" y="21"/>
                    <a:pt x="71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3494325" y="2283000"/>
              <a:ext cx="6600" cy="2550"/>
            </a:xfrm>
            <a:custGeom>
              <a:avLst/>
              <a:gdLst/>
              <a:ahLst/>
              <a:cxnLst/>
              <a:rect l="l" t="t" r="r" b="b"/>
              <a:pathLst>
                <a:path w="264" h="102" extrusionOk="0">
                  <a:moveTo>
                    <a:pt x="244" y="0"/>
                  </a:moveTo>
                  <a:cubicBezTo>
                    <a:pt x="180" y="59"/>
                    <a:pt x="119" y="73"/>
                    <a:pt x="76" y="73"/>
                  </a:cubicBezTo>
                  <a:cubicBezTo>
                    <a:pt x="36" y="73"/>
                    <a:pt x="11" y="61"/>
                    <a:pt x="11" y="61"/>
                  </a:cubicBezTo>
                  <a:lnTo>
                    <a:pt x="1" y="92"/>
                  </a:lnTo>
                  <a:cubicBezTo>
                    <a:pt x="1" y="92"/>
                    <a:pt x="21" y="102"/>
                    <a:pt x="62" y="102"/>
                  </a:cubicBezTo>
                  <a:cubicBezTo>
                    <a:pt x="112" y="102"/>
                    <a:pt x="183" y="92"/>
                    <a:pt x="264" y="21"/>
                  </a:cubicBezTo>
                  <a:lnTo>
                    <a:pt x="2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3515075" y="2297925"/>
              <a:ext cx="6600" cy="9650"/>
            </a:xfrm>
            <a:custGeom>
              <a:avLst/>
              <a:gdLst/>
              <a:ahLst/>
              <a:cxnLst/>
              <a:rect l="l" t="t" r="r" b="b"/>
              <a:pathLst>
                <a:path w="264" h="386" extrusionOk="0">
                  <a:moveTo>
                    <a:pt x="21" y="1"/>
                  </a:moveTo>
                  <a:lnTo>
                    <a:pt x="0" y="162"/>
                  </a:lnTo>
                  <a:lnTo>
                    <a:pt x="81" y="385"/>
                  </a:lnTo>
                  <a:lnTo>
                    <a:pt x="263" y="21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3440450" y="2365850"/>
              <a:ext cx="30650" cy="22850"/>
            </a:xfrm>
            <a:custGeom>
              <a:avLst/>
              <a:gdLst/>
              <a:ahLst/>
              <a:cxnLst/>
              <a:rect l="l" t="t" r="r" b="b"/>
              <a:pathLst>
                <a:path w="1226" h="914" extrusionOk="0">
                  <a:moveTo>
                    <a:pt x="698" y="1"/>
                  </a:moveTo>
                  <a:cubicBezTo>
                    <a:pt x="559" y="1"/>
                    <a:pt x="426" y="12"/>
                    <a:pt x="416" y="55"/>
                  </a:cubicBezTo>
                  <a:cubicBezTo>
                    <a:pt x="396" y="156"/>
                    <a:pt x="608" y="227"/>
                    <a:pt x="608" y="227"/>
                  </a:cubicBezTo>
                  <a:cubicBezTo>
                    <a:pt x="544" y="222"/>
                    <a:pt x="477" y="219"/>
                    <a:pt x="413" y="219"/>
                  </a:cubicBezTo>
                  <a:cubicBezTo>
                    <a:pt x="211" y="219"/>
                    <a:pt x="29" y="244"/>
                    <a:pt x="21" y="298"/>
                  </a:cubicBezTo>
                  <a:cubicBezTo>
                    <a:pt x="11" y="369"/>
                    <a:pt x="143" y="420"/>
                    <a:pt x="143" y="420"/>
                  </a:cubicBezTo>
                  <a:cubicBezTo>
                    <a:pt x="143" y="420"/>
                    <a:pt x="82" y="440"/>
                    <a:pt x="72" y="480"/>
                  </a:cubicBezTo>
                  <a:cubicBezTo>
                    <a:pt x="52" y="530"/>
                    <a:pt x="163" y="581"/>
                    <a:pt x="163" y="581"/>
                  </a:cubicBezTo>
                  <a:cubicBezTo>
                    <a:pt x="1" y="611"/>
                    <a:pt x="163" y="712"/>
                    <a:pt x="163" y="712"/>
                  </a:cubicBezTo>
                  <a:cubicBezTo>
                    <a:pt x="32" y="753"/>
                    <a:pt x="223" y="874"/>
                    <a:pt x="578" y="905"/>
                  </a:cubicBezTo>
                  <a:cubicBezTo>
                    <a:pt x="633" y="911"/>
                    <a:pt x="685" y="913"/>
                    <a:pt x="735" y="913"/>
                  </a:cubicBezTo>
                  <a:cubicBezTo>
                    <a:pt x="1032" y="913"/>
                    <a:pt x="1225" y="824"/>
                    <a:pt x="1225" y="824"/>
                  </a:cubicBezTo>
                  <a:lnTo>
                    <a:pt x="1013" y="15"/>
                  </a:lnTo>
                  <a:cubicBezTo>
                    <a:pt x="1013" y="15"/>
                    <a:pt x="852" y="1"/>
                    <a:pt x="698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3444500" y="2383400"/>
              <a:ext cx="7625" cy="2050"/>
            </a:xfrm>
            <a:custGeom>
              <a:avLst/>
              <a:gdLst/>
              <a:ahLst/>
              <a:cxnLst/>
              <a:rect l="l" t="t" r="r" b="b"/>
              <a:pathLst>
                <a:path w="305" h="82" extrusionOk="0">
                  <a:moveTo>
                    <a:pt x="1" y="1"/>
                  </a:moveTo>
                  <a:lnTo>
                    <a:pt x="1" y="10"/>
                  </a:lnTo>
                  <a:cubicBezTo>
                    <a:pt x="1" y="10"/>
                    <a:pt x="183" y="71"/>
                    <a:pt x="304" y="82"/>
                  </a:cubicBezTo>
                  <a:lnTo>
                    <a:pt x="304" y="61"/>
                  </a:lnTo>
                  <a:cubicBezTo>
                    <a:pt x="183" y="51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3444275" y="2380100"/>
              <a:ext cx="7600" cy="1300"/>
            </a:xfrm>
            <a:custGeom>
              <a:avLst/>
              <a:gdLst/>
              <a:ahLst/>
              <a:cxnLst/>
              <a:rect l="l" t="t" r="r" b="b"/>
              <a:pathLst>
                <a:path w="304" h="52" extrusionOk="0">
                  <a:moveTo>
                    <a:pt x="10" y="1"/>
                  </a:moveTo>
                  <a:lnTo>
                    <a:pt x="0" y="11"/>
                  </a:lnTo>
                  <a:cubicBezTo>
                    <a:pt x="10" y="11"/>
                    <a:pt x="162" y="52"/>
                    <a:pt x="304" y="52"/>
                  </a:cubicBezTo>
                  <a:lnTo>
                    <a:pt x="304" y="32"/>
                  </a:lnTo>
                  <a:cubicBezTo>
                    <a:pt x="162" y="32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3444000" y="2376050"/>
              <a:ext cx="9125" cy="2050"/>
            </a:xfrm>
            <a:custGeom>
              <a:avLst/>
              <a:gdLst/>
              <a:ahLst/>
              <a:cxnLst/>
              <a:rect l="l" t="t" r="r" b="b"/>
              <a:pathLst>
                <a:path w="365" h="82" extrusionOk="0">
                  <a:moveTo>
                    <a:pt x="1" y="1"/>
                  </a:moveTo>
                  <a:lnTo>
                    <a:pt x="1" y="21"/>
                  </a:lnTo>
                  <a:cubicBezTo>
                    <a:pt x="1" y="21"/>
                    <a:pt x="183" y="62"/>
                    <a:pt x="365" y="82"/>
                  </a:cubicBezTo>
                  <a:lnTo>
                    <a:pt x="365" y="62"/>
                  </a:lnTo>
                  <a:cubicBezTo>
                    <a:pt x="183" y="4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3455400" y="2371275"/>
              <a:ext cx="4300" cy="1275"/>
            </a:xfrm>
            <a:custGeom>
              <a:avLst/>
              <a:gdLst/>
              <a:ahLst/>
              <a:cxnLst/>
              <a:rect l="l" t="t" r="r" b="b"/>
              <a:pathLst>
                <a:path w="172" h="51" extrusionOk="0">
                  <a:moveTo>
                    <a:pt x="10" y="0"/>
                  </a:moveTo>
                  <a:lnTo>
                    <a:pt x="0" y="10"/>
                  </a:lnTo>
                  <a:cubicBezTo>
                    <a:pt x="0" y="10"/>
                    <a:pt x="91" y="41"/>
                    <a:pt x="162" y="50"/>
                  </a:cubicBezTo>
                  <a:lnTo>
                    <a:pt x="172" y="30"/>
                  </a:lnTo>
                  <a:cubicBezTo>
                    <a:pt x="101" y="2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3463725" y="2366200"/>
              <a:ext cx="4850" cy="22025"/>
            </a:xfrm>
            <a:custGeom>
              <a:avLst/>
              <a:gdLst/>
              <a:ahLst/>
              <a:cxnLst/>
              <a:rect l="l" t="t" r="r" b="b"/>
              <a:pathLst>
                <a:path w="194" h="881" extrusionOk="0">
                  <a:moveTo>
                    <a:pt x="1" y="1"/>
                  </a:moveTo>
                  <a:lnTo>
                    <a:pt x="31" y="881"/>
                  </a:lnTo>
                  <a:cubicBezTo>
                    <a:pt x="31" y="881"/>
                    <a:pt x="122" y="871"/>
                    <a:pt x="193" y="8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3462475" y="2297925"/>
              <a:ext cx="101925" cy="93025"/>
            </a:xfrm>
            <a:custGeom>
              <a:avLst/>
              <a:gdLst/>
              <a:ahLst/>
              <a:cxnLst/>
              <a:rect l="l" t="t" r="r" b="b"/>
              <a:pathLst>
                <a:path w="4077" h="3721" extrusionOk="0">
                  <a:moveTo>
                    <a:pt x="1103" y="1"/>
                  </a:moveTo>
                  <a:cubicBezTo>
                    <a:pt x="759" y="51"/>
                    <a:pt x="344" y="608"/>
                    <a:pt x="314" y="1336"/>
                  </a:cubicBezTo>
                  <a:lnTo>
                    <a:pt x="293" y="2600"/>
                  </a:lnTo>
                  <a:cubicBezTo>
                    <a:pt x="281" y="2599"/>
                    <a:pt x="269" y="2598"/>
                    <a:pt x="256" y="2598"/>
                  </a:cubicBezTo>
                  <a:cubicBezTo>
                    <a:pt x="146" y="2598"/>
                    <a:pt x="0" y="2631"/>
                    <a:pt x="0" y="2631"/>
                  </a:cubicBezTo>
                  <a:lnTo>
                    <a:pt x="122" y="3207"/>
                  </a:lnTo>
                  <a:lnTo>
                    <a:pt x="233" y="3571"/>
                  </a:lnTo>
                  <a:lnTo>
                    <a:pt x="253" y="3672"/>
                  </a:lnTo>
                  <a:lnTo>
                    <a:pt x="263" y="3703"/>
                  </a:lnTo>
                  <a:cubicBezTo>
                    <a:pt x="263" y="3703"/>
                    <a:pt x="497" y="3721"/>
                    <a:pt x="869" y="3721"/>
                  </a:cubicBezTo>
                  <a:cubicBezTo>
                    <a:pt x="1055" y="3721"/>
                    <a:pt x="1275" y="3716"/>
                    <a:pt x="1518" y="3703"/>
                  </a:cubicBezTo>
                  <a:lnTo>
                    <a:pt x="1608" y="3713"/>
                  </a:lnTo>
                  <a:lnTo>
                    <a:pt x="3004" y="3713"/>
                  </a:lnTo>
                  <a:lnTo>
                    <a:pt x="3004" y="3409"/>
                  </a:lnTo>
                  <a:cubicBezTo>
                    <a:pt x="3045" y="3389"/>
                    <a:pt x="3085" y="3379"/>
                    <a:pt x="3126" y="3369"/>
                  </a:cubicBezTo>
                  <a:cubicBezTo>
                    <a:pt x="4077" y="3086"/>
                    <a:pt x="3541" y="51"/>
                    <a:pt x="2206" y="1"/>
                  </a:cubicBezTo>
                  <a:lnTo>
                    <a:pt x="2206" y="10"/>
                  </a:lnTo>
                  <a:cubicBezTo>
                    <a:pt x="2185" y="1"/>
                    <a:pt x="2165" y="1"/>
                    <a:pt x="2145" y="1"/>
                  </a:cubicBezTo>
                  <a:cubicBezTo>
                    <a:pt x="2084" y="91"/>
                    <a:pt x="2013" y="172"/>
                    <a:pt x="1922" y="233"/>
                  </a:cubicBezTo>
                  <a:cubicBezTo>
                    <a:pt x="1834" y="283"/>
                    <a:pt x="1743" y="304"/>
                    <a:pt x="1652" y="304"/>
                  </a:cubicBezTo>
                  <a:cubicBezTo>
                    <a:pt x="1522" y="304"/>
                    <a:pt x="1394" y="262"/>
                    <a:pt x="1275" y="203"/>
                  </a:cubicBezTo>
                  <a:cubicBezTo>
                    <a:pt x="1184" y="162"/>
                    <a:pt x="1133" y="91"/>
                    <a:pt x="1103" y="1"/>
                  </a:cubicBezTo>
                  <a:close/>
                </a:path>
              </a:pathLst>
            </a:custGeom>
            <a:solidFill>
              <a:srgbClr val="F7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3484475" y="2297425"/>
              <a:ext cx="32650" cy="51850"/>
            </a:xfrm>
            <a:custGeom>
              <a:avLst/>
              <a:gdLst/>
              <a:ahLst/>
              <a:cxnLst/>
              <a:rect l="l" t="t" r="r" b="b"/>
              <a:pathLst>
                <a:path w="1306" h="2074" extrusionOk="0">
                  <a:moveTo>
                    <a:pt x="294" y="0"/>
                  </a:moveTo>
                  <a:lnTo>
                    <a:pt x="162" y="21"/>
                  </a:lnTo>
                  <a:cubicBezTo>
                    <a:pt x="162" y="21"/>
                    <a:pt x="0" y="1052"/>
                    <a:pt x="445" y="2074"/>
                  </a:cubicBezTo>
                  <a:cubicBezTo>
                    <a:pt x="1214" y="1073"/>
                    <a:pt x="1305" y="21"/>
                    <a:pt x="1305" y="21"/>
                  </a:cubicBezTo>
                  <a:lnTo>
                    <a:pt x="1173" y="10"/>
                  </a:lnTo>
                  <a:cubicBezTo>
                    <a:pt x="1144" y="91"/>
                    <a:pt x="1093" y="152"/>
                    <a:pt x="1042" y="192"/>
                  </a:cubicBezTo>
                  <a:cubicBezTo>
                    <a:pt x="958" y="266"/>
                    <a:pt x="836" y="304"/>
                    <a:pt x="716" y="304"/>
                  </a:cubicBezTo>
                  <a:cubicBezTo>
                    <a:pt x="604" y="304"/>
                    <a:pt x="493" y="271"/>
                    <a:pt x="415" y="203"/>
                  </a:cubicBezTo>
                  <a:cubicBezTo>
                    <a:pt x="364" y="152"/>
                    <a:pt x="314" y="91"/>
                    <a:pt x="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3511275" y="2267875"/>
              <a:ext cx="9375" cy="9900"/>
            </a:xfrm>
            <a:custGeom>
              <a:avLst/>
              <a:gdLst/>
              <a:ahLst/>
              <a:cxnLst/>
              <a:rect l="l" t="t" r="r" b="b"/>
              <a:pathLst>
                <a:path w="375" h="396" extrusionOk="0">
                  <a:moveTo>
                    <a:pt x="210" y="0"/>
                  </a:moveTo>
                  <a:cubicBezTo>
                    <a:pt x="139" y="0"/>
                    <a:pt x="73" y="49"/>
                    <a:pt x="41" y="130"/>
                  </a:cubicBezTo>
                  <a:cubicBezTo>
                    <a:pt x="0" y="232"/>
                    <a:pt x="31" y="353"/>
                    <a:pt x="112" y="383"/>
                  </a:cubicBezTo>
                  <a:cubicBezTo>
                    <a:pt x="129" y="392"/>
                    <a:pt x="148" y="396"/>
                    <a:pt x="166" y="396"/>
                  </a:cubicBezTo>
                  <a:cubicBezTo>
                    <a:pt x="233" y="396"/>
                    <a:pt x="303" y="341"/>
                    <a:pt x="335" y="261"/>
                  </a:cubicBezTo>
                  <a:cubicBezTo>
                    <a:pt x="375" y="160"/>
                    <a:pt x="344" y="49"/>
                    <a:pt x="263" y="9"/>
                  </a:cubicBezTo>
                  <a:cubicBezTo>
                    <a:pt x="246" y="3"/>
                    <a:pt x="228" y="0"/>
                    <a:pt x="210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3516825" y="2270100"/>
              <a:ext cx="2325" cy="4575"/>
            </a:xfrm>
            <a:custGeom>
              <a:avLst/>
              <a:gdLst/>
              <a:ahLst/>
              <a:cxnLst/>
              <a:rect l="l" t="t" r="r" b="b"/>
              <a:pathLst>
                <a:path w="93" h="183" extrusionOk="0">
                  <a:moveTo>
                    <a:pt x="11" y="1"/>
                  </a:moveTo>
                  <a:lnTo>
                    <a:pt x="1" y="11"/>
                  </a:lnTo>
                  <a:cubicBezTo>
                    <a:pt x="72" y="71"/>
                    <a:pt x="41" y="183"/>
                    <a:pt x="41" y="183"/>
                  </a:cubicBezTo>
                  <a:lnTo>
                    <a:pt x="52" y="183"/>
                  </a:lnTo>
                  <a:cubicBezTo>
                    <a:pt x="52" y="183"/>
                    <a:pt x="92" y="62"/>
                    <a:pt x="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3462475" y="2321425"/>
              <a:ext cx="62225" cy="42525"/>
            </a:xfrm>
            <a:custGeom>
              <a:avLst/>
              <a:gdLst/>
              <a:ahLst/>
              <a:cxnLst/>
              <a:rect l="l" t="t" r="r" b="b"/>
              <a:pathLst>
                <a:path w="2489" h="1701" extrusionOk="0">
                  <a:moveTo>
                    <a:pt x="2458" y="1"/>
                  </a:moveTo>
                  <a:cubicBezTo>
                    <a:pt x="2377" y="699"/>
                    <a:pt x="2418" y="1417"/>
                    <a:pt x="2428" y="1529"/>
                  </a:cubicBezTo>
                  <a:cubicBezTo>
                    <a:pt x="1163" y="1579"/>
                    <a:pt x="10" y="1670"/>
                    <a:pt x="0" y="1680"/>
                  </a:cubicBezTo>
                  <a:lnTo>
                    <a:pt x="0" y="1700"/>
                  </a:lnTo>
                  <a:cubicBezTo>
                    <a:pt x="10" y="1700"/>
                    <a:pt x="1174" y="1599"/>
                    <a:pt x="2438" y="1549"/>
                  </a:cubicBezTo>
                  <a:lnTo>
                    <a:pt x="2448" y="1549"/>
                  </a:lnTo>
                  <a:lnTo>
                    <a:pt x="2448" y="1539"/>
                  </a:lnTo>
                  <a:cubicBezTo>
                    <a:pt x="2448" y="1529"/>
                    <a:pt x="2397" y="750"/>
                    <a:pt x="2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3500400" y="2382625"/>
              <a:ext cx="37200" cy="8400"/>
            </a:xfrm>
            <a:custGeom>
              <a:avLst/>
              <a:gdLst/>
              <a:ahLst/>
              <a:cxnLst/>
              <a:rect l="l" t="t" r="r" b="b"/>
              <a:pathLst>
                <a:path w="1488" h="336" extrusionOk="0">
                  <a:moveTo>
                    <a:pt x="1487" y="1"/>
                  </a:moveTo>
                  <a:cubicBezTo>
                    <a:pt x="1478" y="12"/>
                    <a:pt x="941" y="183"/>
                    <a:pt x="1" y="304"/>
                  </a:cubicBezTo>
                  <a:lnTo>
                    <a:pt x="1" y="335"/>
                  </a:lnTo>
                  <a:cubicBezTo>
                    <a:pt x="952" y="203"/>
                    <a:pt x="1487" y="32"/>
                    <a:pt x="1487" y="32"/>
                  </a:cubicBezTo>
                  <a:lnTo>
                    <a:pt x="148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3493825" y="2356100"/>
              <a:ext cx="775" cy="4300"/>
            </a:xfrm>
            <a:custGeom>
              <a:avLst/>
              <a:gdLst/>
              <a:ahLst/>
              <a:cxnLst/>
              <a:rect l="l" t="t" r="r" b="b"/>
              <a:pathLst>
                <a:path w="31" h="172" extrusionOk="0">
                  <a:moveTo>
                    <a:pt x="1" y="0"/>
                  </a:moveTo>
                  <a:lnTo>
                    <a:pt x="1" y="172"/>
                  </a:lnTo>
                  <a:lnTo>
                    <a:pt x="31" y="17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3494075" y="2301975"/>
              <a:ext cx="27850" cy="54375"/>
            </a:xfrm>
            <a:custGeom>
              <a:avLst/>
              <a:gdLst/>
              <a:ahLst/>
              <a:cxnLst/>
              <a:rect l="l" t="t" r="r" b="b"/>
              <a:pathLst>
                <a:path w="1114" h="2175" extrusionOk="0">
                  <a:moveTo>
                    <a:pt x="1083" y="0"/>
                  </a:moveTo>
                  <a:cubicBezTo>
                    <a:pt x="1083" y="21"/>
                    <a:pt x="780" y="1639"/>
                    <a:pt x="0" y="2155"/>
                  </a:cubicBezTo>
                  <a:lnTo>
                    <a:pt x="11" y="2175"/>
                  </a:lnTo>
                  <a:cubicBezTo>
                    <a:pt x="800" y="1649"/>
                    <a:pt x="1103" y="21"/>
                    <a:pt x="1113" y="10"/>
                  </a:cubicBezTo>
                  <a:lnTo>
                    <a:pt x="1083" y="0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3478900" y="2302475"/>
              <a:ext cx="15700" cy="53650"/>
            </a:xfrm>
            <a:custGeom>
              <a:avLst/>
              <a:gdLst/>
              <a:ahLst/>
              <a:cxnLst/>
              <a:rect l="l" t="t" r="r" b="b"/>
              <a:pathLst>
                <a:path w="628" h="2146" extrusionOk="0">
                  <a:moveTo>
                    <a:pt x="183" y="1"/>
                  </a:moveTo>
                  <a:cubicBezTo>
                    <a:pt x="183" y="21"/>
                    <a:pt x="1" y="1498"/>
                    <a:pt x="607" y="2145"/>
                  </a:cubicBezTo>
                  <a:lnTo>
                    <a:pt x="628" y="2135"/>
                  </a:lnTo>
                  <a:cubicBezTo>
                    <a:pt x="21" y="1498"/>
                    <a:pt x="213" y="21"/>
                    <a:pt x="213" y="10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CE4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3484975" y="2251650"/>
              <a:ext cx="28600" cy="12100"/>
            </a:xfrm>
            <a:custGeom>
              <a:avLst/>
              <a:gdLst/>
              <a:ahLst/>
              <a:cxnLst/>
              <a:rect l="l" t="t" r="r" b="b"/>
              <a:pathLst>
                <a:path w="1144" h="484" extrusionOk="0">
                  <a:moveTo>
                    <a:pt x="627" y="0"/>
                  </a:moveTo>
                  <a:lnTo>
                    <a:pt x="193" y="51"/>
                  </a:lnTo>
                  <a:lnTo>
                    <a:pt x="0" y="405"/>
                  </a:lnTo>
                  <a:cubicBezTo>
                    <a:pt x="0" y="405"/>
                    <a:pt x="294" y="483"/>
                    <a:pt x="653" y="483"/>
                  </a:cubicBezTo>
                  <a:cubicBezTo>
                    <a:pt x="811" y="483"/>
                    <a:pt x="980" y="468"/>
                    <a:pt x="1144" y="425"/>
                  </a:cubicBezTo>
                  <a:lnTo>
                    <a:pt x="1144" y="304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3469550" y="2324225"/>
              <a:ext cx="7625" cy="33400"/>
            </a:xfrm>
            <a:custGeom>
              <a:avLst/>
              <a:gdLst/>
              <a:ahLst/>
              <a:cxnLst/>
              <a:rect l="l" t="t" r="r" b="b"/>
              <a:pathLst>
                <a:path w="305" h="1336" extrusionOk="0">
                  <a:moveTo>
                    <a:pt x="273" y="1"/>
                  </a:moveTo>
                  <a:lnTo>
                    <a:pt x="1" y="1325"/>
                  </a:lnTo>
                  <a:lnTo>
                    <a:pt x="31" y="1336"/>
                  </a:lnTo>
                  <a:lnTo>
                    <a:pt x="304" y="10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2995125" y="2123675"/>
              <a:ext cx="31900" cy="66800"/>
            </a:xfrm>
            <a:custGeom>
              <a:avLst/>
              <a:gdLst/>
              <a:ahLst/>
              <a:cxnLst/>
              <a:rect l="l" t="t" r="r" b="b"/>
              <a:pathLst>
                <a:path w="1276" h="2672" extrusionOk="0">
                  <a:moveTo>
                    <a:pt x="1204" y="1"/>
                  </a:moveTo>
                  <a:cubicBezTo>
                    <a:pt x="163" y="1"/>
                    <a:pt x="61" y="1619"/>
                    <a:pt x="1" y="2671"/>
                  </a:cubicBezTo>
                  <a:lnTo>
                    <a:pt x="1275" y="2671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3022675" y="2123675"/>
              <a:ext cx="31650" cy="66800"/>
            </a:xfrm>
            <a:custGeom>
              <a:avLst/>
              <a:gdLst/>
              <a:ahLst/>
              <a:cxnLst/>
              <a:rect l="l" t="t" r="r" b="b"/>
              <a:pathLst>
                <a:path w="1266" h="2672" extrusionOk="0">
                  <a:moveTo>
                    <a:pt x="72" y="1"/>
                  </a:moveTo>
                  <a:lnTo>
                    <a:pt x="1" y="2671"/>
                  </a:lnTo>
                  <a:lnTo>
                    <a:pt x="1266" y="2671"/>
                  </a:lnTo>
                  <a:cubicBezTo>
                    <a:pt x="1205" y="1619"/>
                    <a:pt x="1104" y="1"/>
                    <a:pt x="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3009300" y="2159850"/>
              <a:ext cx="32375" cy="34650"/>
            </a:xfrm>
            <a:custGeom>
              <a:avLst/>
              <a:gdLst/>
              <a:ahLst/>
              <a:cxnLst/>
              <a:rect l="l" t="t" r="r" b="b"/>
              <a:pathLst>
                <a:path w="1295" h="1386" extrusionOk="0">
                  <a:moveTo>
                    <a:pt x="293" y="0"/>
                  </a:moveTo>
                  <a:lnTo>
                    <a:pt x="263" y="415"/>
                  </a:lnTo>
                  <a:cubicBezTo>
                    <a:pt x="263" y="466"/>
                    <a:pt x="223" y="506"/>
                    <a:pt x="172" y="516"/>
                  </a:cubicBezTo>
                  <a:lnTo>
                    <a:pt x="0" y="567"/>
                  </a:lnTo>
                  <a:cubicBezTo>
                    <a:pt x="111" y="1143"/>
                    <a:pt x="637" y="1386"/>
                    <a:pt x="637" y="1386"/>
                  </a:cubicBezTo>
                  <a:cubicBezTo>
                    <a:pt x="1093" y="1133"/>
                    <a:pt x="1295" y="556"/>
                    <a:pt x="1295" y="556"/>
                  </a:cubicBezTo>
                  <a:lnTo>
                    <a:pt x="1102" y="516"/>
                  </a:lnTo>
                  <a:cubicBezTo>
                    <a:pt x="1052" y="506"/>
                    <a:pt x="1012" y="466"/>
                    <a:pt x="1012" y="415"/>
                  </a:cubicBezTo>
                  <a:lnTo>
                    <a:pt x="981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2981475" y="2252925"/>
              <a:ext cx="87525" cy="39975"/>
            </a:xfrm>
            <a:custGeom>
              <a:avLst/>
              <a:gdLst/>
              <a:ahLst/>
              <a:cxnLst/>
              <a:rect l="l" t="t" r="r" b="b"/>
              <a:pathLst>
                <a:path w="3501" h="1599" extrusionOk="0">
                  <a:moveTo>
                    <a:pt x="556" y="0"/>
                  </a:moveTo>
                  <a:lnTo>
                    <a:pt x="354" y="131"/>
                  </a:lnTo>
                  <a:cubicBezTo>
                    <a:pt x="61" y="304"/>
                    <a:pt x="0" y="617"/>
                    <a:pt x="21" y="951"/>
                  </a:cubicBezTo>
                  <a:lnTo>
                    <a:pt x="102" y="1598"/>
                  </a:lnTo>
                  <a:lnTo>
                    <a:pt x="1750" y="1446"/>
                  </a:lnTo>
                  <a:lnTo>
                    <a:pt x="1761" y="1446"/>
                  </a:lnTo>
                  <a:lnTo>
                    <a:pt x="3429" y="1598"/>
                  </a:lnTo>
                  <a:lnTo>
                    <a:pt x="3480" y="951"/>
                  </a:lnTo>
                  <a:cubicBezTo>
                    <a:pt x="3500" y="617"/>
                    <a:pt x="3449" y="304"/>
                    <a:pt x="3166" y="131"/>
                  </a:cubicBezTo>
                  <a:lnTo>
                    <a:pt x="29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3004225" y="2142675"/>
              <a:ext cx="9375" cy="9575"/>
            </a:xfrm>
            <a:custGeom>
              <a:avLst/>
              <a:gdLst/>
              <a:ahLst/>
              <a:cxnLst/>
              <a:rect l="l" t="t" r="r" b="b"/>
              <a:pathLst>
                <a:path w="375" h="383" extrusionOk="0">
                  <a:moveTo>
                    <a:pt x="171" y="1"/>
                  </a:moveTo>
                  <a:cubicBezTo>
                    <a:pt x="154" y="1"/>
                    <a:pt x="138" y="4"/>
                    <a:pt x="122" y="9"/>
                  </a:cubicBezTo>
                  <a:cubicBezTo>
                    <a:pt x="41" y="40"/>
                    <a:pt x="1" y="151"/>
                    <a:pt x="41" y="252"/>
                  </a:cubicBezTo>
                  <a:cubicBezTo>
                    <a:pt x="65" y="333"/>
                    <a:pt x="136" y="382"/>
                    <a:pt x="204" y="382"/>
                  </a:cubicBezTo>
                  <a:cubicBezTo>
                    <a:pt x="221" y="382"/>
                    <a:pt x="238" y="379"/>
                    <a:pt x="253" y="373"/>
                  </a:cubicBezTo>
                  <a:cubicBezTo>
                    <a:pt x="345" y="344"/>
                    <a:pt x="375" y="232"/>
                    <a:pt x="345" y="131"/>
                  </a:cubicBezTo>
                  <a:cubicBezTo>
                    <a:pt x="312" y="49"/>
                    <a:pt x="240" y="1"/>
                    <a:pt x="171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3005750" y="2144675"/>
              <a:ext cx="2550" cy="4575"/>
            </a:xfrm>
            <a:custGeom>
              <a:avLst/>
              <a:gdLst/>
              <a:ahLst/>
              <a:cxnLst/>
              <a:rect l="l" t="t" r="r" b="b"/>
              <a:pathLst>
                <a:path w="102" h="183" extrusionOk="0">
                  <a:moveTo>
                    <a:pt x="91" y="1"/>
                  </a:moveTo>
                  <a:cubicBezTo>
                    <a:pt x="1" y="61"/>
                    <a:pt x="41" y="183"/>
                    <a:pt x="41" y="183"/>
                  </a:cubicBezTo>
                  <a:lnTo>
                    <a:pt x="51" y="183"/>
                  </a:lnTo>
                  <a:cubicBezTo>
                    <a:pt x="51" y="183"/>
                    <a:pt x="21" y="71"/>
                    <a:pt x="102" y="10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3036850" y="2142675"/>
              <a:ext cx="9625" cy="9575"/>
            </a:xfrm>
            <a:custGeom>
              <a:avLst/>
              <a:gdLst/>
              <a:ahLst/>
              <a:cxnLst/>
              <a:rect l="l" t="t" r="r" b="b"/>
              <a:pathLst>
                <a:path w="385" h="383" extrusionOk="0">
                  <a:moveTo>
                    <a:pt x="211" y="1"/>
                  </a:moveTo>
                  <a:cubicBezTo>
                    <a:pt x="139" y="1"/>
                    <a:pt x="73" y="49"/>
                    <a:pt x="41" y="131"/>
                  </a:cubicBezTo>
                  <a:cubicBezTo>
                    <a:pt x="0" y="232"/>
                    <a:pt x="41" y="344"/>
                    <a:pt x="122" y="373"/>
                  </a:cubicBezTo>
                  <a:cubicBezTo>
                    <a:pt x="140" y="379"/>
                    <a:pt x="157" y="382"/>
                    <a:pt x="175" y="382"/>
                  </a:cubicBezTo>
                  <a:cubicBezTo>
                    <a:pt x="247" y="382"/>
                    <a:pt x="312" y="333"/>
                    <a:pt x="344" y="252"/>
                  </a:cubicBezTo>
                  <a:cubicBezTo>
                    <a:pt x="385" y="151"/>
                    <a:pt x="344" y="40"/>
                    <a:pt x="263" y="9"/>
                  </a:cubicBezTo>
                  <a:cubicBezTo>
                    <a:pt x="246" y="4"/>
                    <a:pt x="228" y="1"/>
                    <a:pt x="211" y="1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3042675" y="2144675"/>
              <a:ext cx="2550" cy="4575"/>
            </a:xfrm>
            <a:custGeom>
              <a:avLst/>
              <a:gdLst/>
              <a:ahLst/>
              <a:cxnLst/>
              <a:rect l="l" t="t" r="r" b="b"/>
              <a:pathLst>
                <a:path w="102" h="183" extrusionOk="0">
                  <a:moveTo>
                    <a:pt x="10" y="1"/>
                  </a:moveTo>
                  <a:lnTo>
                    <a:pt x="0" y="10"/>
                  </a:lnTo>
                  <a:cubicBezTo>
                    <a:pt x="81" y="71"/>
                    <a:pt x="51" y="183"/>
                    <a:pt x="51" y="183"/>
                  </a:cubicBezTo>
                  <a:lnTo>
                    <a:pt x="61" y="183"/>
                  </a:lnTo>
                  <a:cubicBezTo>
                    <a:pt x="61" y="183"/>
                    <a:pt x="102" y="6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3016100" y="2162125"/>
              <a:ext cx="18250" cy="10125"/>
            </a:xfrm>
            <a:custGeom>
              <a:avLst/>
              <a:gdLst/>
              <a:ahLst/>
              <a:cxnLst/>
              <a:rect l="l" t="t" r="r" b="b"/>
              <a:pathLst>
                <a:path w="730" h="405" extrusionOk="0">
                  <a:moveTo>
                    <a:pt x="1" y="0"/>
                  </a:moveTo>
                  <a:lnTo>
                    <a:pt x="1" y="172"/>
                  </a:lnTo>
                  <a:cubicBezTo>
                    <a:pt x="1" y="172"/>
                    <a:pt x="143" y="405"/>
                    <a:pt x="365" y="405"/>
                  </a:cubicBezTo>
                  <a:cubicBezTo>
                    <a:pt x="598" y="405"/>
                    <a:pt x="729" y="172"/>
                    <a:pt x="729" y="172"/>
                  </a:cubicBezTo>
                  <a:lnTo>
                    <a:pt x="729" y="0"/>
                  </a:lnTo>
                  <a:close/>
                </a:path>
              </a:pathLst>
            </a:custGeom>
            <a:solidFill>
              <a:srgbClr val="CF8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3008275" y="2123950"/>
              <a:ext cx="33925" cy="45525"/>
            </a:xfrm>
            <a:custGeom>
              <a:avLst/>
              <a:gdLst/>
              <a:ahLst/>
              <a:cxnLst/>
              <a:rect l="l" t="t" r="r" b="b"/>
              <a:pathLst>
                <a:path w="1357" h="1821" extrusionOk="0">
                  <a:moveTo>
                    <a:pt x="678" y="0"/>
                  </a:moveTo>
                  <a:cubicBezTo>
                    <a:pt x="304" y="0"/>
                    <a:pt x="1" y="293"/>
                    <a:pt x="1" y="657"/>
                  </a:cubicBezTo>
                  <a:lnTo>
                    <a:pt x="1" y="718"/>
                  </a:lnTo>
                  <a:cubicBezTo>
                    <a:pt x="1" y="728"/>
                    <a:pt x="1" y="728"/>
                    <a:pt x="10" y="728"/>
                  </a:cubicBezTo>
                  <a:lnTo>
                    <a:pt x="71" y="1295"/>
                  </a:lnTo>
                  <a:cubicBezTo>
                    <a:pt x="71" y="1295"/>
                    <a:pt x="82" y="1305"/>
                    <a:pt x="82" y="1315"/>
                  </a:cubicBezTo>
                  <a:lnTo>
                    <a:pt x="82" y="1325"/>
                  </a:lnTo>
                  <a:cubicBezTo>
                    <a:pt x="122" y="1608"/>
                    <a:pt x="375" y="1821"/>
                    <a:pt x="678" y="1821"/>
                  </a:cubicBezTo>
                  <a:cubicBezTo>
                    <a:pt x="982" y="1821"/>
                    <a:pt x="1245" y="1598"/>
                    <a:pt x="1275" y="1315"/>
                  </a:cubicBezTo>
                  <a:lnTo>
                    <a:pt x="1285" y="1295"/>
                  </a:lnTo>
                  <a:lnTo>
                    <a:pt x="1356" y="728"/>
                  </a:lnTo>
                  <a:lnTo>
                    <a:pt x="1356" y="718"/>
                  </a:lnTo>
                  <a:lnTo>
                    <a:pt x="1356" y="657"/>
                  </a:lnTo>
                  <a:cubicBezTo>
                    <a:pt x="1356" y="293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6"/>
            <p:cNvSpPr/>
            <p:nvPr/>
          </p:nvSpPr>
          <p:spPr>
            <a:xfrm>
              <a:off x="3008275" y="2123675"/>
              <a:ext cx="33925" cy="24575"/>
            </a:xfrm>
            <a:custGeom>
              <a:avLst/>
              <a:gdLst/>
              <a:ahLst/>
              <a:cxnLst/>
              <a:rect l="l" t="t" r="r" b="b"/>
              <a:pathLst>
                <a:path w="1357" h="983" extrusionOk="0">
                  <a:moveTo>
                    <a:pt x="676" y="1"/>
                  </a:moveTo>
                  <a:cubicBezTo>
                    <a:pt x="640" y="1"/>
                    <a:pt x="20" y="10"/>
                    <a:pt x="1" y="638"/>
                  </a:cubicBezTo>
                  <a:cubicBezTo>
                    <a:pt x="1" y="699"/>
                    <a:pt x="1" y="760"/>
                    <a:pt x="10" y="820"/>
                  </a:cubicBezTo>
                  <a:lnTo>
                    <a:pt x="41" y="982"/>
                  </a:lnTo>
                  <a:cubicBezTo>
                    <a:pt x="41" y="982"/>
                    <a:pt x="192" y="830"/>
                    <a:pt x="264" y="598"/>
                  </a:cubicBezTo>
                  <a:lnTo>
                    <a:pt x="1083" y="598"/>
                  </a:lnTo>
                  <a:cubicBezTo>
                    <a:pt x="1164" y="830"/>
                    <a:pt x="1316" y="982"/>
                    <a:pt x="1316" y="982"/>
                  </a:cubicBezTo>
                  <a:lnTo>
                    <a:pt x="1346" y="820"/>
                  </a:lnTo>
                  <a:cubicBezTo>
                    <a:pt x="1356" y="760"/>
                    <a:pt x="1356" y="699"/>
                    <a:pt x="1356" y="638"/>
                  </a:cubicBezTo>
                  <a:cubicBezTo>
                    <a:pt x="1326" y="10"/>
                    <a:pt x="715" y="1"/>
                    <a:pt x="680" y="1"/>
                  </a:cubicBezTo>
                  <a:cubicBezTo>
                    <a:pt x="679" y="1"/>
                    <a:pt x="678" y="1"/>
                    <a:pt x="678" y="1"/>
                  </a:cubicBezTo>
                  <a:cubicBezTo>
                    <a:pt x="678" y="1"/>
                    <a:pt x="677" y="1"/>
                    <a:pt x="6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6"/>
            <p:cNvSpPr/>
            <p:nvPr/>
          </p:nvSpPr>
          <p:spPr>
            <a:xfrm>
              <a:off x="3024975" y="2150750"/>
              <a:ext cx="2800" cy="5325"/>
            </a:xfrm>
            <a:custGeom>
              <a:avLst/>
              <a:gdLst/>
              <a:ahLst/>
              <a:cxnLst/>
              <a:rect l="l" t="t" r="r" b="b"/>
              <a:pathLst>
                <a:path w="112" h="213" extrusionOk="0">
                  <a:moveTo>
                    <a:pt x="30" y="0"/>
                  </a:moveTo>
                  <a:lnTo>
                    <a:pt x="10" y="10"/>
                  </a:lnTo>
                  <a:cubicBezTo>
                    <a:pt x="30" y="41"/>
                    <a:pt x="71" y="122"/>
                    <a:pt x="61" y="162"/>
                  </a:cubicBezTo>
                  <a:cubicBezTo>
                    <a:pt x="51" y="172"/>
                    <a:pt x="30" y="182"/>
                    <a:pt x="0" y="182"/>
                  </a:cubicBezTo>
                  <a:lnTo>
                    <a:pt x="0" y="212"/>
                  </a:lnTo>
                  <a:cubicBezTo>
                    <a:pt x="41" y="212"/>
                    <a:pt x="71" y="192"/>
                    <a:pt x="81" y="172"/>
                  </a:cubicBezTo>
                  <a:cubicBezTo>
                    <a:pt x="111" y="111"/>
                    <a:pt x="30" y="10"/>
                    <a:pt x="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3013850" y="2143150"/>
              <a:ext cx="6100" cy="2800"/>
            </a:xfrm>
            <a:custGeom>
              <a:avLst/>
              <a:gdLst/>
              <a:ahLst/>
              <a:cxnLst/>
              <a:rect l="l" t="t" r="r" b="b"/>
              <a:pathLst>
                <a:path w="244" h="112" extrusionOk="0">
                  <a:moveTo>
                    <a:pt x="233" y="1"/>
                  </a:moveTo>
                  <a:lnTo>
                    <a:pt x="0" y="51"/>
                  </a:lnTo>
                  <a:lnTo>
                    <a:pt x="20" y="112"/>
                  </a:lnTo>
                  <a:lnTo>
                    <a:pt x="243" y="6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3030275" y="2143150"/>
              <a:ext cx="6350" cy="2800"/>
            </a:xfrm>
            <a:custGeom>
              <a:avLst/>
              <a:gdLst/>
              <a:ahLst/>
              <a:cxnLst/>
              <a:rect l="l" t="t" r="r" b="b"/>
              <a:pathLst>
                <a:path w="254" h="112" extrusionOk="0">
                  <a:moveTo>
                    <a:pt x="21" y="1"/>
                  </a:moveTo>
                  <a:lnTo>
                    <a:pt x="0" y="62"/>
                  </a:lnTo>
                  <a:lnTo>
                    <a:pt x="233" y="112"/>
                  </a:lnTo>
                  <a:lnTo>
                    <a:pt x="254" y="5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6"/>
            <p:cNvSpPr/>
            <p:nvPr/>
          </p:nvSpPr>
          <p:spPr>
            <a:xfrm>
              <a:off x="3020650" y="2158325"/>
              <a:ext cx="6375" cy="2300"/>
            </a:xfrm>
            <a:custGeom>
              <a:avLst/>
              <a:gdLst/>
              <a:ahLst/>
              <a:cxnLst/>
              <a:rect l="l" t="t" r="r" b="b"/>
              <a:pathLst>
                <a:path w="255" h="92" extrusionOk="0">
                  <a:moveTo>
                    <a:pt x="11" y="1"/>
                  </a:moveTo>
                  <a:lnTo>
                    <a:pt x="1" y="21"/>
                  </a:lnTo>
                  <a:cubicBezTo>
                    <a:pt x="72" y="82"/>
                    <a:pt x="133" y="91"/>
                    <a:pt x="183" y="91"/>
                  </a:cubicBezTo>
                  <a:cubicBezTo>
                    <a:pt x="224" y="91"/>
                    <a:pt x="254" y="82"/>
                    <a:pt x="254" y="82"/>
                  </a:cubicBezTo>
                  <a:lnTo>
                    <a:pt x="244" y="61"/>
                  </a:lnTo>
                  <a:cubicBezTo>
                    <a:pt x="239" y="61"/>
                    <a:pt x="217" y="69"/>
                    <a:pt x="183" y="69"/>
                  </a:cubicBezTo>
                  <a:cubicBezTo>
                    <a:pt x="140" y="69"/>
                    <a:pt x="79" y="57"/>
                    <a:pt x="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6"/>
            <p:cNvSpPr/>
            <p:nvPr/>
          </p:nvSpPr>
          <p:spPr>
            <a:xfrm>
              <a:off x="2990575" y="2244825"/>
              <a:ext cx="70575" cy="11650"/>
            </a:xfrm>
            <a:custGeom>
              <a:avLst/>
              <a:gdLst/>
              <a:ahLst/>
              <a:cxnLst/>
              <a:rect l="l" t="t" r="r" b="b"/>
              <a:pathLst>
                <a:path w="2823" h="466" extrusionOk="0">
                  <a:moveTo>
                    <a:pt x="111" y="0"/>
                  </a:moveTo>
                  <a:cubicBezTo>
                    <a:pt x="1" y="192"/>
                    <a:pt x="132" y="365"/>
                    <a:pt x="132" y="365"/>
                  </a:cubicBezTo>
                  <a:cubicBezTo>
                    <a:pt x="132" y="365"/>
                    <a:pt x="567" y="466"/>
                    <a:pt x="1386" y="466"/>
                  </a:cubicBezTo>
                  <a:cubicBezTo>
                    <a:pt x="2206" y="466"/>
                    <a:pt x="2671" y="365"/>
                    <a:pt x="2671" y="365"/>
                  </a:cubicBezTo>
                  <a:cubicBezTo>
                    <a:pt x="2822" y="162"/>
                    <a:pt x="2691" y="0"/>
                    <a:pt x="26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6"/>
            <p:cNvSpPr/>
            <p:nvPr/>
          </p:nvSpPr>
          <p:spPr>
            <a:xfrm>
              <a:off x="3043675" y="2175275"/>
              <a:ext cx="34175" cy="80475"/>
            </a:xfrm>
            <a:custGeom>
              <a:avLst/>
              <a:gdLst/>
              <a:ahLst/>
              <a:cxnLst/>
              <a:rect l="l" t="t" r="r" b="b"/>
              <a:pathLst>
                <a:path w="1367" h="3219" extrusionOk="0">
                  <a:moveTo>
                    <a:pt x="112" y="0"/>
                  </a:moveTo>
                  <a:lnTo>
                    <a:pt x="1" y="982"/>
                  </a:lnTo>
                  <a:cubicBezTo>
                    <a:pt x="183" y="1780"/>
                    <a:pt x="456" y="2893"/>
                    <a:pt x="486" y="3147"/>
                  </a:cubicBezTo>
                  <a:cubicBezTo>
                    <a:pt x="486" y="3190"/>
                    <a:pt x="524" y="3219"/>
                    <a:pt x="568" y="3219"/>
                  </a:cubicBezTo>
                  <a:cubicBezTo>
                    <a:pt x="574" y="3219"/>
                    <a:pt x="581" y="3218"/>
                    <a:pt x="588" y="3217"/>
                  </a:cubicBezTo>
                  <a:lnTo>
                    <a:pt x="597" y="3217"/>
                  </a:lnTo>
                  <a:cubicBezTo>
                    <a:pt x="1083" y="3086"/>
                    <a:pt x="1366" y="2590"/>
                    <a:pt x="1235" y="2104"/>
                  </a:cubicBezTo>
                  <a:cubicBezTo>
                    <a:pt x="1174" y="1902"/>
                    <a:pt x="1123" y="1720"/>
                    <a:pt x="1093" y="1649"/>
                  </a:cubicBezTo>
                  <a:cubicBezTo>
                    <a:pt x="1002" y="1356"/>
                    <a:pt x="486" y="213"/>
                    <a:pt x="112" y="0"/>
                  </a:cubicBez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6"/>
            <p:cNvSpPr/>
            <p:nvPr/>
          </p:nvSpPr>
          <p:spPr>
            <a:xfrm>
              <a:off x="2973375" y="2175275"/>
              <a:ext cx="32900" cy="80475"/>
            </a:xfrm>
            <a:custGeom>
              <a:avLst/>
              <a:gdLst/>
              <a:ahLst/>
              <a:cxnLst/>
              <a:rect l="l" t="t" r="r" b="b"/>
              <a:pathLst>
                <a:path w="1316" h="3219" extrusionOk="0">
                  <a:moveTo>
                    <a:pt x="1255" y="0"/>
                  </a:moveTo>
                  <a:cubicBezTo>
                    <a:pt x="880" y="213"/>
                    <a:pt x="365" y="1356"/>
                    <a:pt x="273" y="1649"/>
                  </a:cubicBezTo>
                  <a:cubicBezTo>
                    <a:pt x="244" y="1720"/>
                    <a:pt x="193" y="1902"/>
                    <a:pt x="132" y="2104"/>
                  </a:cubicBezTo>
                  <a:cubicBezTo>
                    <a:pt x="1" y="2590"/>
                    <a:pt x="284" y="3086"/>
                    <a:pt x="770" y="3217"/>
                  </a:cubicBezTo>
                  <a:lnTo>
                    <a:pt x="779" y="3217"/>
                  </a:lnTo>
                  <a:cubicBezTo>
                    <a:pt x="786" y="3218"/>
                    <a:pt x="793" y="3219"/>
                    <a:pt x="799" y="3219"/>
                  </a:cubicBezTo>
                  <a:cubicBezTo>
                    <a:pt x="843" y="3219"/>
                    <a:pt x="880" y="3190"/>
                    <a:pt x="880" y="3147"/>
                  </a:cubicBezTo>
                  <a:cubicBezTo>
                    <a:pt x="911" y="2893"/>
                    <a:pt x="1134" y="1801"/>
                    <a:pt x="1316" y="1002"/>
                  </a:cubicBezTo>
                  <a:lnTo>
                    <a:pt x="1255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6"/>
            <p:cNvSpPr/>
            <p:nvPr/>
          </p:nvSpPr>
          <p:spPr>
            <a:xfrm>
              <a:off x="3037850" y="2173175"/>
              <a:ext cx="10400" cy="5150"/>
            </a:xfrm>
            <a:custGeom>
              <a:avLst/>
              <a:gdLst/>
              <a:ahLst/>
              <a:cxnLst/>
              <a:rect l="l" t="t" r="r" b="b"/>
              <a:pathLst>
                <a:path w="416" h="206" extrusionOk="0">
                  <a:moveTo>
                    <a:pt x="131" y="1"/>
                  </a:moveTo>
                  <a:cubicBezTo>
                    <a:pt x="112" y="1"/>
                    <a:pt x="90" y="17"/>
                    <a:pt x="82" y="34"/>
                  </a:cubicBezTo>
                  <a:cubicBezTo>
                    <a:pt x="62" y="84"/>
                    <a:pt x="41" y="135"/>
                    <a:pt x="1" y="185"/>
                  </a:cubicBezTo>
                  <a:lnTo>
                    <a:pt x="385" y="206"/>
                  </a:lnTo>
                  <a:cubicBezTo>
                    <a:pt x="385" y="185"/>
                    <a:pt x="396" y="176"/>
                    <a:pt x="396" y="165"/>
                  </a:cubicBezTo>
                  <a:cubicBezTo>
                    <a:pt x="416" y="125"/>
                    <a:pt x="405" y="74"/>
                    <a:pt x="365" y="64"/>
                  </a:cubicBezTo>
                  <a:cubicBezTo>
                    <a:pt x="295" y="34"/>
                    <a:pt x="223" y="14"/>
                    <a:pt x="142" y="3"/>
                  </a:cubicBezTo>
                  <a:cubicBezTo>
                    <a:pt x="139" y="1"/>
                    <a:pt x="135" y="1"/>
                    <a:pt x="131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6"/>
            <p:cNvSpPr/>
            <p:nvPr/>
          </p:nvSpPr>
          <p:spPr>
            <a:xfrm>
              <a:off x="3002950" y="2173175"/>
              <a:ext cx="10150" cy="5150"/>
            </a:xfrm>
            <a:custGeom>
              <a:avLst/>
              <a:gdLst/>
              <a:ahLst/>
              <a:cxnLst/>
              <a:rect l="l" t="t" r="r" b="b"/>
              <a:pathLst>
                <a:path w="406" h="206" extrusionOk="0">
                  <a:moveTo>
                    <a:pt x="289" y="1"/>
                  </a:moveTo>
                  <a:cubicBezTo>
                    <a:pt x="284" y="1"/>
                    <a:pt x="280" y="2"/>
                    <a:pt x="274" y="3"/>
                  </a:cubicBezTo>
                  <a:cubicBezTo>
                    <a:pt x="193" y="14"/>
                    <a:pt x="122" y="34"/>
                    <a:pt x="52" y="64"/>
                  </a:cubicBezTo>
                  <a:cubicBezTo>
                    <a:pt x="11" y="84"/>
                    <a:pt x="1" y="125"/>
                    <a:pt x="11" y="165"/>
                  </a:cubicBezTo>
                  <a:cubicBezTo>
                    <a:pt x="21" y="176"/>
                    <a:pt x="21" y="185"/>
                    <a:pt x="21" y="206"/>
                  </a:cubicBezTo>
                  <a:lnTo>
                    <a:pt x="405" y="185"/>
                  </a:lnTo>
                  <a:cubicBezTo>
                    <a:pt x="396" y="165"/>
                    <a:pt x="376" y="145"/>
                    <a:pt x="365" y="115"/>
                  </a:cubicBezTo>
                  <a:cubicBezTo>
                    <a:pt x="355" y="95"/>
                    <a:pt x="345" y="64"/>
                    <a:pt x="335" y="44"/>
                  </a:cubicBezTo>
                  <a:cubicBezTo>
                    <a:pt x="326" y="19"/>
                    <a:pt x="311" y="1"/>
                    <a:pt x="289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6"/>
            <p:cNvSpPr/>
            <p:nvPr/>
          </p:nvSpPr>
          <p:spPr>
            <a:xfrm>
              <a:off x="2995125" y="2177800"/>
              <a:ext cx="60975" cy="76150"/>
            </a:xfrm>
            <a:custGeom>
              <a:avLst/>
              <a:gdLst/>
              <a:ahLst/>
              <a:cxnLst/>
              <a:rect l="l" t="t" r="r" b="b"/>
              <a:pathLst>
                <a:path w="2439" h="3046" extrusionOk="0">
                  <a:moveTo>
                    <a:pt x="718" y="0"/>
                  </a:moveTo>
                  <a:lnTo>
                    <a:pt x="334" y="21"/>
                  </a:lnTo>
                  <a:lnTo>
                    <a:pt x="334" y="31"/>
                  </a:lnTo>
                  <a:cubicBezTo>
                    <a:pt x="345" y="101"/>
                    <a:pt x="375" y="173"/>
                    <a:pt x="375" y="243"/>
                  </a:cubicBezTo>
                  <a:cubicBezTo>
                    <a:pt x="385" y="324"/>
                    <a:pt x="375" y="405"/>
                    <a:pt x="354" y="486"/>
                  </a:cubicBezTo>
                  <a:cubicBezTo>
                    <a:pt x="354" y="537"/>
                    <a:pt x="345" y="577"/>
                    <a:pt x="334" y="627"/>
                  </a:cubicBezTo>
                  <a:cubicBezTo>
                    <a:pt x="334" y="627"/>
                    <a:pt x="243" y="1295"/>
                    <a:pt x="122" y="1700"/>
                  </a:cubicBezTo>
                  <a:lnTo>
                    <a:pt x="1" y="2084"/>
                  </a:lnTo>
                  <a:lnTo>
                    <a:pt x="678" y="3046"/>
                  </a:lnTo>
                  <a:lnTo>
                    <a:pt x="1761" y="3046"/>
                  </a:lnTo>
                  <a:lnTo>
                    <a:pt x="2438" y="2084"/>
                  </a:lnTo>
                  <a:lnTo>
                    <a:pt x="2317" y="1700"/>
                  </a:lnTo>
                  <a:cubicBezTo>
                    <a:pt x="2195" y="1295"/>
                    <a:pt x="2105" y="627"/>
                    <a:pt x="2105" y="627"/>
                  </a:cubicBezTo>
                  <a:lnTo>
                    <a:pt x="2114" y="627"/>
                  </a:lnTo>
                  <a:cubicBezTo>
                    <a:pt x="2114" y="618"/>
                    <a:pt x="2105" y="607"/>
                    <a:pt x="2105" y="607"/>
                  </a:cubicBezTo>
                  <a:lnTo>
                    <a:pt x="2105" y="598"/>
                  </a:lnTo>
                  <a:cubicBezTo>
                    <a:pt x="2094" y="587"/>
                    <a:pt x="2094" y="567"/>
                    <a:pt x="2094" y="557"/>
                  </a:cubicBezTo>
                  <a:cubicBezTo>
                    <a:pt x="2094" y="547"/>
                    <a:pt x="2085" y="537"/>
                    <a:pt x="2085" y="526"/>
                  </a:cubicBezTo>
                  <a:cubicBezTo>
                    <a:pt x="2064" y="445"/>
                    <a:pt x="2074" y="344"/>
                    <a:pt x="2074" y="263"/>
                  </a:cubicBezTo>
                  <a:cubicBezTo>
                    <a:pt x="2064" y="182"/>
                    <a:pt x="2064" y="92"/>
                    <a:pt x="2094" y="21"/>
                  </a:cubicBezTo>
                  <a:lnTo>
                    <a:pt x="1710" y="0"/>
                  </a:lnTo>
                  <a:cubicBezTo>
                    <a:pt x="1629" y="122"/>
                    <a:pt x="1498" y="203"/>
                    <a:pt x="1346" y="223"/>
                  </a:cubicBezTo>
                  <a:cubicBezTo>
                    <a:pt x="1306" y="230"/>
                    <a:pt x="1266" y="233"/>
                    <a:pt x="1226" y="233"/>
                  </a:cubicBezTo>
                  <a:cubicBezTo>
                    <a:pt x="1028" y="233"/>
                    <a:pt x="828" y="152"/>
                    <a:pt x="718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6"/>
            <p:cNvSpPr/>
            <p:nvPr/>
          </p:nvSpPr>
          <p:spPr>
            <a:xfrm>
              <a:off x="3047725" y="2193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D744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6"/>
            <p:cNvSpPr/>
            <p:nvPr/>
          </p:nvSpPr>
          <p:spPr>
            <a:xfrm>
              <a:off x="3044425" y="2175275"/>
              <a:ext cx="4575" cy="18725"/>
            </a:xfrm>
            <a:custGeom>
              <a:avLst/>
              <a:gdLst/>
              <a:ahLst/>
              <a:cxnLst/>
              <a:rect l="l" t="t" r="r" b="b"/>
              <a:pathLst>
                <a:path w="183" h="749" extrusionOk="0">
                  <a:moveTo>
                    <a:pt x="173" y="0"/>
                  </a:moveTo>
                  <a:cubicBezTo>
                    <a:pt x="163" y="11"/>
                    <a:pt x="1" y="122"/>
                    <a:pt x="133" y="749"/>
                  </a:cubicBezTo>
                  <a:lnTo>
                    <a:pt x="153" y="749"/>
                  </a:lnTo>
                  <a:cubicBezTo>
                    <a:pt x="32" y="142"/>
                    <a:pt x="183" y="31"/>
                    <a:pt x="183" y="20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6"/>
            <p:cNvSpPr/>
            <p:nvPr/>
          </p:nvSpPr>
          <p:spPr>
            <a:xfrm>
              <a:off x="3002200" y="2175275"/>
              <a:ext cx="4600" cy="18725"/>
            </a:xfrm>
            <a:custGeom>
              <a:avLst/>
              <a:gdLst/>
              <a:ahLst/>
              <a:cxnLst/>
              <a:rect l="l" t="t" r="r" b="b"/>
              <a:pathLst>
                <a:path w="184" h="749" extrusionOk="0">
                  <a:moveTo>
                    <a:pt x="11" y="0"/>
                  </a:moveTo>
                  <a:lnTo>
                    <a:pt x="1" y="20"/>
                  </a:lnTo>
                  <a:cubicBezTo>
                    <a:pt x="1" y="31"/>
                    <a:pt x="152" y="142"/>
                    <a:pt x="31" y="749"/>
                  </a:cubicBezTo>
                  <a:lnTo>
                    <a:pt x="62" y="749"/>
                  </a:lnTo>
                  <a:cubicBezTo>
                    <a:pt x="183" y="122"/>
                    <a:pt x="21" y="11"/>
                    <a:pt x="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6"/>
            <p:cNvSpPr/>
            <p:nvPr/>
          </p:nvSpPr>
          <p:spPr>
            <a:xfrm>
              <a:off x="3015350" y="2147200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0" y="0"/>
                  </a:moveTo>
                  <a:cubicBezTo>
                    <a:pt x="97" y="0"/>
                    <a:pt x="94" y="0"/>
                    <a:pt x="92" y="1"/>
                  </a:cubicBezTo>
                  <a:cubicBezTo>
                    <a:pt x="1" y="10"/>
                    <a:pt x="1" y="142"/>
                    <a:pt x="1" y="142"/>
                  </a:cubicBezTo>
                  <a:lnTo>
                    <a:pt x="21" y="142"/>
                  </a:lnTo>
                  <a:cubicBezTo>
                    <a:pt x="21" y="142"/>
                    <a:pt x="31" y="41"/>
                    <a:pt x="92" y="31"/>
                  </a:cubicBezTo>
                  <a:cubicBezTo>
                    <a:pt x="94" y="30"/>
                    <a:pt x="97" y="30"/>
                    <a:pt x="99" y="30"/>
                  </a:cubicBezTo>
                  <a:cubicBezTo>
                    <a:pt x="147" y="30"/>
                    <a:pt x="184" y="114"/>
                    <a:pt x="193" y="152"/>
                  </a:cubicBezTo>
                  <a:lnTo>
                    <a:pt x="223" y="142"/>
                  </a:lnTo>
                  <a:cubicBezTo>
                    <a:pt x="213" y="142"/>
                    <a:pt x="175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6"/>
            <p:cNvSpPr/>
            <p:nvPr/>
          </p:nvSpPr>
          <p:spPr>
            <a:xfrm>
              <a:off x="3029525" y="2147200"/>
              <a:ext cx="5575" cy="3825"/>
            </a:xfrm>
            <a:custGeom>
              <a:avLst/>
              <a:gdLst/>
              <a:ahLst/>
              <a:cxnLst/>
              <a:rect l="l" t="t" r="r" b="b"/>
              <a:pathLst>
                <a:path w="223" h="153" extrusionOk="0">
                  <a:moveTo>
                    <a:pt x="124" y="0"/>
                  </a:moveTo>
                  <a:cubicBezTo>
                    <a:pt x="48" y="0"/>
                    <a:pt x="10" y="142"/>
                    <a:pt x="0" y="142"/>
                  </a:cubicBezTo>
                  <a:lnTo>
                    <a:pt x="30" y="152"/>
                  </a:lnTo>
                  <a:cubicBezTo>
                    <a:pt x="40" y="114"/>
                    <a:pt x="77" y="30"/>
                    <a:pt x="124" y="30"/>
                  </a:cubicBezTo>
                  <a:cubicBezTo>
                    <a:pt x="126" y="30"/>
                    <a:pt x="129" y="30"/>
                    <a:pt x="132" y="31"/>
                  </a:cubicBezTo>
                  <a:cubicBezTo>
                    <a:pt x="203" y="41"/>
                    <a:pt x="203" y="142"/>
                    <a:pt x="203" y="142"/>
                  </a:cubicBezTo>
                  <a:lnTo>
                    <a:pt x="223" y="142"/>
                  </a:lnTo>
                  <a:cubicBezTo>
                    <a:pt x="223" y="142"/>
                    <a:pt x="223" y="10"/>
                    <a:pt x="132" y="1"/>
                  </a:cubicBezTo>
                  <a:cubicBezTo>
                    <a:pt x="129" y="0"/>
                    <a:pt x="126" y="0"/>
                    <a:pt x="1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2979450" y="2252925"/>
              <a:ext cx="90550" cy="5325"/>
            </a:xfrm>
            <a:custGeom>
              <a:avLst/>
              <a:gdLst/>
              <a:ahLst/>
              <a:cxnLst/>
              <a:rect l="l" t="t" r="r" b="b"/>
              <a:pathLst>
                <a:path w="3622" h="213" extrusionOk="0">
                  <a:moveTo>
                    <a:pt x="102" y="0"/>
                  </a:moveTo>
                  <a:cubicBezTo>
                    <a:pt x="41" y="0"/>
                    <a:pt x="1" y="50"/>
                    <a:pt x="1" y="111"/>
                  </a:cubicBezTo>
                  <a:cubicBezTo>
                    <a:pt x="1" y="162"/>
                    <a:pt x="41" y="212"/>
                    <a:pt x="102" y="212"/>
                  </a:cubicBezTo>
                  <a:lnTo>
                    <a:pt x="3521" y="212"/>
                  </a:lnTo>
                  <a:cubicBezTo>
                    <a:pt x="3581" y="212"/>
                    <a:pt x="3622" y="162"/>
                    <a:pt x="3622" y="111"/>
                  </a:cubicBezTo>
                  <a:cubicBezTo>
                    <a:pt x="3622" y="50"/>
                    <a:pt x="3581" y="0"/>
                    <a:pt x="3521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6"/>
            <p:cNvSpPr/>
            <p:nvPr/>
          </p:nvSpPr>
          <p:spPr>
            <a:xfrm>
              <a:off x="2985525" y="2205100"/>
              <a:ext cx="78150" cy="53150"/>
            </a:xfrm>
            <a:custGeom>
              <a:avLst/>
              <a:gdLst/>
              <a:ahLst/>
              <a:cxnLst/>
              <a:rect l="l" t="t" r="r" b="b"/>
              <a:pathLst>
                <a:path w="3126" h="2126" extrusionOk="0">
                  <a:moveTo>
                    <a:pt x="30" y="1"/>
                  </a:moveTo>
                  <a:cubicBezTo>
                    <a:pt x="10" y="1"/>
                    <a:pt x="0" y="11"/>
                    <a:pt x="0" y="21"/>
                  </a:cubicBezTo>
                  <a:lnTo>
                    <a:pt x="0" y="2105"/>
                  </a:lnTo>
                  <a:cubicBezTo>
                    <a:pt x="0" y="2115"/>
                    <a:pt x="10" y="2125"/>
                    <a:pt x="30" y="2125"/>
                  </a:cubicBezTo>
                  <a:lnTo>
                    <a:pt x="3105" y="2125"/>
                  </a:lnTo>
                  <a:cubicBezTo>
                    <a:pt x="3116" y="2125"/>
                    <a:pt x="3126" y="2115"/>
                    <a:pt x="3126" y="2105"/>
                  </a:cubicBezTo>
                  <a:lnTo>
                    <a:pt x="3126" y="21"/>
                  </a:lnTo>
                  <a:cubicBezTo>
                    <a:pt x="3126" y="11"/>
                    <a:pt x="3116" y="1"/>
                    <a:pt x="3105" y="1"/>
                  </a:cubicBezTo>
                  <a:close/>
                </a:path>
              </a:pathLst>
            </a:custGeom>
            <a:solidFill>
              <a:srgbClr val="FF4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6"/>
            <p:cNvSpPr/>
            <p:nvPr/>
          </p:nvSpPr>
          <p:spPr>
            <a:xfrm>
              <a:off x="3019150" y="2226100"/>
              <a:ext cx="11150" cy="11150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11" y="1"/>
                  </a:moveTo>
                  <a:cubicBezTo>
                    <a:pt x="11" y="1"/>
                    <a:pt x="0" y="10"/>
                    <a:pt x="0" y="21"/>
                  </a:cubicBezTo>
                  <a:lnTo>
                    <a:pt x="0" y="426"/>
                  </a:lnTo>
                  <a:cubicBezTo>
                    <a:pt x="0" y="435"/>
                    <a:pt x="11" y="446"/>
                    <a:pt x="11" y="446"/>
                  </a:cubicBezTo>
                  <a:lnTo>
                    <a:pt x="425" y="446"/>
                  </a:lnTo>
                  <a:cubicBezTo>
                    <a:pt x="436" y="446"/>
                    <a:pt x="445" y="435"/>
                    <a:pt x="445" y="426"/>
                  </a:cubicBezTo>
                  <a:lnTo>
                    <a:pt x="445" y="21"/>
                  </a:lnTo>
                  <a:cubicBezTo>
                    <a:pt x="445" y="10"/>
                    <a:pt x="436" y="1"/>
                    <a:pt x="425" y="1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6"/>
            <p:cNvSpPr/>
            <p:nvPr/>
          </p:nvSpPr>
          <p:spPr>
            <a:xfrm>
              <a:off x="3014850" y="2132025"/>
              <a:ext cx="22275" cy="10650"/>
            </a:xfrm>
            <a:custGeom>
              <a:avLst/>
              <a:gdLst/>
              <a:ahLst/>
              <a:cxnLst/>
              <a:rect l="l" t="t" r="r" b="b"/>
              <a:pathLst>
                <a:path w="891" h="426" extrusionOk="0">
                  <a:moveTo>
                    <a:pt x="435" y="1"/>
                  </a:moveTo>
                  <a:lnTo>
                    <a:pt x="1" y="264"/>
                  </a:lnTo>
                  <a:cubicBezTo>
                    <a:pt x="1" y="264"/>
                    <a:pt x="253" y="365"/>
                    <a:pt x="891" y="426"/>
                  </a:cubicBezTo>
                  <a:lnTo>
                    <a:pt x="871" y="203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6"/>
            <p:cNvSpPr/>
            <p:nvPr/>
          </p:nvSpPr>
          <p:spPr>
            <a:xfrm>
              <a:off x="2996650" y="2342175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0" y="0"/>
                  </a:moveTo>
                  <a:lnTo>
                    <a:pt x="0" y="618"/>
                  </a:lnTo>
                  <a:lnTo>
                    <a:pt x="617" y="61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6"/>
            <p:cNvSpPr/>
            <p:nvPr/>
          </p:nvSpPr>
          <p:spPr>
            <a:xfrm>
              <a:off x="2988800" y="2354325"/>
              <a:ext cx="31150" cy="15700"/>
            </a:xfrm>
            <a:custGeom>
              <a:avLst/>
              <a:gdLst/>
              <a:ahLst/>
              <a:cxnLst/>
              <a:rect l="l" t="t" r="r" b="b"/>
              <a:pathLst>
                <a:path w="1246" h="628" extrusionOk="0">
                  <a:moveTo>
                    <a:pt x="193" y="0"/>
                  </a:moveTo>
                  <a:lnTo>
                    <a:pt x="0" y="496"/>
                  </a:lnTo>
                  <a:lnTo>
                    <a:pt x="598" y="627"/>
                  </a:lnTo>
                  <a:lnTo>
                    <a:pt x="1245" y="496"/>
                  </a:lnTo>
                  <a:lnTo>
                    <a:pt x="106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6"/>
            <p:cNvSpPr/>
            <p:nvPr/>
          </p:nvSpPr>
          <p:spPr>
            <a:xfrm>
              <a:off x="2988800" y="2366725"/>
              <a:ext cx="31150" cy="6600"/>
            </a:xfrm>
            <a:custGeom>
              <a:avLst/>
              <a:gdLst/>
              <a:ahLst/>
              <a:cxnLst/>
              <a:rect l="l" t="t" r="r" b="b"/>
              <a:pathLst>
                <a:path w="1246" h="264" extrusionOk="0">
                  <a:moveTo>
                    <a:pt x="0" y="0"/>
                  </a:moveTo>
                  <a:lnTo>
                    <a:pt x="0" y="263"/>
                  </a:lnTo>
                  <a:lnTo>
                    <a:pt x="1245" y="263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6"/>
            <p:cNvSpPr/>
            <p:nvPr/>
          </p:nvSpPr>
          <p:spPr>
            <a:xfrm>
              <a:off x="2984000" y="2280975"/>
              <a:ext cx="37950" cy="66050"/>
            </a:xfrm>
            <a:custGeom>
              <a:avLst/>
              <a:gdLst/>
              <a:ahLst/>
              <a:cxnLst/>
              <a:rect l="l" t="t" r="r" b="b"/>
              <a:pathLst>
                <a:path w="1518" h="2642" extrusionOk="0">
                  <a:moveTo>
                    <a:pt x="1518" y="0"/>
                  </a:moveTo>
                  <a:lnTo>
                    <a:pt x="1" y="476"/>
                  </a:lnTo>
                  <a:lnTo>
                    <a:pt x="294" y="2641"/>
                  </a:lnTo>
                  <a:lnTo>
                    <a:pt x="1316" y="2631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6"/>
            <p:cNvSpPr/>
            <p:nvPr/>
          </p:nvSpPr>
          <p:spPr>
            <a:xfrm>
              <a:off x="2987775" y="2335850"/>
              <a:ext cx="33425" cy="11925"/>
            </a:xfrm>
            <a:custGeom>
              <a:avLst/>
              <a:gdLst/>
              <a:ahLst/>
              <a:cxnLst/>
              <a:rect l="l" t="t" r="r" b="b"/>
              <a:pathLst>
                <a:path w="1337" h="477" extrusionOk="0">
                  <a:moveTo>
                    <a:pt x="11" y="1"/>
                  </a:moveTo>
                  <a:cubicBezTo>
                    <a:pt x="1" y="1"/>
                    <a:pt x="1" y="1"/>
                    <a:pt x="1" y="11"/>
                  </a:cubicBezTo>
                  <a:lnTo>
                    <a:pt x="1" y="466"/>
                  </a:lnTo>
                  <a:cubicBezTo>
                    <a:pt x="1" y="466"/>
                    <a:pt x="1" y="476"/>
                    <a:pt x="11" y="476"/>
                  </a:cubicBezTo>
                  <a:lnTo>
                    <a:pt x="1326" y="476"/>
                  </a:lnTo>
                  <a:lnTo>
                    <a:pt x="1336" y="466"/>
                  </a:lnTo>
                  <a:lnTo>
                    <a:pt x="1336" y="11"/>
                  </a:lnTo>
                  <a:cubicBezTo>
                    <a:pt x="1336" y="1"/>
                    <a:pt x="1326" y="1"/>
                    <a:pt x="1326" y="1"/>
                  </a:cubicBezTo>
                  <a:close/>
                </a:path>
              </a:pathLst>
            </a:custGeom>
            <a:solidFill>
              <a:srgbClr val="1F3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6"/>
            <p:cNvSpPr/>
            <p:nvPr/>
          </p:nvSpPr>
          <p:spPr>
            <a:xfrm>
              <a:off x="2997150" y="2351025"/>
              <a:ext cx="7350" cy="8125"/>
            </a:xfrm>
            <a:custGeom>
              <a:avLst/>
              <a:gdLst/>
              <a:ahLst/>
              <a:cxnLst/>
              <a:rect l="l" t="t" r="r" b="b"/>
              <a:pathLst>
                <a:path w="294" h="325" extrusionOk="0">
                  <a:moveTo>
                    <a:pt x="294" y="1"/>
                  </a:moveTo>
                  <a:cubicBezTo>
                    <a:pt x="243" y="11"/>
                    <a:pt x="1" y="21"/>
                    <a:pt x="1" y="21"/>
                  </a:cubicBezTo>
                  <a:lnTo>
                    <a:pt x="71" y="325"/>
                  </a:lnTo>
                  <a:lnTo>
                    <a:pt x="294" y="325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6"/>
            <p:cNvSpPr/>
            <p:nvPr/>
          </p:nvSpPr>
          <p:spPr>
            <a:xfrm>
              <a:off x="3004475" y="2351025"/>
              <a:ext cx="7100" cy="8125"/>
            </a:xfrm>
            <a:custGeom>
              <a:avLst/>
              <a:gdLst/>
              <a:ahLst/>
              <a:cxnLst/>
              <a:rect l="l" t="t" r="r" b="b"/>
              <a:pathLst>
                <a:path w="284" h="325" extrusionOk="0">
                  <a:moveTo>
                    <a:pt x="1" y="1"/>
                  </a:moveTo>
                  <a:lnTo>
                    <a:pt x="1" y="325"/>
                  </a:lnTo>
                  <a:lnTo>
                    <a:pt x="223" y="325"/>
                  </a:lnTo>
                  <a:lnTo>
                    <a:pt x="284" y="21"/>
                  </a:lnTo>
                  <a:cubicBezTo>
                    <a:pt x="284" y="21"/>
                    <a:pt x="41" y="1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6"/>
            <p:cNvSpPr/>
            <p:nvPr/>
          </p:nvSpPr>
          <p:spPr>
            <a:xfrm>
              <a:off x="3039125" y="2342175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1" y="0"/>
                  </a:moveTo>
                  <a:lnTo>
                    <a:pt x="1" y="618"/>
                  </a:lnTo>
                  <a:lnTo>
                    <a:pt x="617" y="61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EAAC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6"/>
            <p:cNvSpPr/>
            <p:nvPr/>
          </p:nvSpPr>
          <p:spPr>
            <a:xfrm>
              <a:off x="3031275" y="2354325"/>
              <a:ext cx="31150" cy="15700"/>
            </a:xfrm>
            <a:custGeom>
              <a:avLst/>
              <a:gdLst/>
              <a:ahLst/>
              <a:cxnLst/>
              <a:rect l="l" t="t" r="r" b="b"/>
              <a:pathLst>
                <a:path w="1246" h="628" extrusionOk="0">
                  <a:moveTo>
                    <a:pt x="183" y="0"/>
                  </a:moveTo>
                  <a:lnTo>
                    <a:pt x="1" y="496"/>
                  </a:lnTo>
                  <a:lnTo>
                    <a:pt x="648" y="627"/>
                  </a:lnTo>
                  <a:lnTo>
                    <a:pt x="1245" y="496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6"/>
            <p:cNvSpPr/>
            <p:nvPr/>
          </p:nvSpPr>
          <p:spPr>
            <a:xfrm>
              <a:off x="3031275" y="2366725"/>
              <a:ext cx="31150" cy="6600"/>
            </a:xfrm>
            <a:custGeom>
              <a:avLst/>
              <a:gdLst/>
              <a:ahLst/>
              <a:cxnLst/>
              <a:rect l="l" t="t" r="r" b="b"/>
              <a:pathLst>
                <a:path w="1246" h="264" extrusionOk="0">
                  <a:moveTo>
                    <a:pt x="1" y="0"/>
                  </a:moveTo>
                  <a:lnTo>
                    <a:pt x="1" y="263"/>
                  </a:lnTo>
                  <a:lnTo>
                    <a:pt x="1245" y="263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6"/>
            <p:cNvSpPr/>
            <p:nvPr/>
          </p:nvSpPr>
          <p:spPr>
            <a:xfrm>
              <a:off x="3029250" y="2280975"/>
              <a:ext cx="37975" cy="66050"/>
            </a:xfrm>
            <a:custGeom>
              <a:avLst/>
              <a:gdLst/>
              <a:ahLst/>
              <a:cxnLst/>
              <a:rect l="l" t="t" r="r" b="b"/>
              <a:pathLst>
                <a:path w="1519" h="2642" extrusionOk="0">
                  <a:moveTo>
                    <a:pt x="1" y="0"/>
                  </a:moveTo>
                  <a:lnTo>
                    <a:pt x="203" y="2631"/>
                  </a:lnTo>
                  <a:lnTo>
                    <a:pt x="1225" y="2641"/>
                  </a:lnTo>
                  <a:lnTo>
                    <a:pt x="1518" y="47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6"/>
            <p:cNvSpPr/>
            <p:nvPr/>
          </p:nvSpPr>
          <p:spPr>
            <a:xfrm>
              <a:off x="3030025" y="2335850"/>
              <a:ext cx="33400" cy="11925"/>
            </a:xfrm>
            <a:custGeom>
              <a:avLst/>
              <a:gdLst/>
              <a:ahLst/>
              <a:cxnLst/>
              <a:rect l="l" t="t" r="r" b="b"/>
              <a:pathLst>
                <a:path w="1336" h="477" extrusionOk="0">
                  <a:moveTo>
                    <a:pt x="10" y="1"/>
                  </a:moveTo>
                  <a:cubicBezTo>
                    <a:pt x="10" y="1"/>
                    <a:pt x="1" y="1"/>
                    <a:pt x="1" y="11"/>
                  </a:cubicBezTo>
                  <a:lnTo>
                    <a:pt x="1" y="466"/>
                  </a:lnTo>
                  <a:lnTo>
                    <a:pt x="10" y="476"/>
                  </a:lnTo>
                  <a:lnTo>
                    <a:pt x="1325" y="476"/>
                  </a:lnTo>
                  <a:cubicBezTo>
                    <a:pt x="1336" y="476"/>
                    <a:pt x="1336" y="466"/>
                    <a:pt x="1336" y="466"/>
                  </a:cubicBezTo>
                  <a:lnTo>
                    <a:pt x="1336" y="11"/>
                  </a:lnTo>
                  <a:cubicBezTo>
                    <a:pt x="1336" y="1"/>
                    <a:pt x="1336" y="1"/>
                    <a:pt x="1325" y="1"/>
                  </a:cubicBezTo>
                  <a:close/>
                </a:path>
              </a:pathLst>
            </a:custGeom>
            <a:solidFill>
              <a:srgbClr val="1F3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6"/>
            <p:cNvSpPr/>
            <p:nvPr/>
          </p:nvSpPr>
          <p:spPr>
            <a:xfrm>
              <a:off x="3046725" y="2351025"/>
              <a:ext cx="7350" cy="8125"/>
            </a:xfrm>
            <a:custGeom>
              <a:avLst/>
              <a:gdLst/>
              <a:ahLst/>
              <a:cxnLst/>
              <a:rect l="l" t="t" r="r" b="b"/>
              <a:pathLst>
                <a:path w="294" h="325" extrusionOk="0">
                  <a:moveTo>
                    <a:pt x="0" y="1"/>
                  </a:moveTo>
                  <a:lnTo>
                    <a:pt x="0" y="325"/>
                  </a:lnTo>
                  <a:lnTo>
                    <a:pt x="223" y="325"/>
                  </a:lnTo>
                  <a:lnTo>
                    <a:pt x="293" y="21"/>
                  </a:lnTo>
                  <a:cubicBezTo>
                    <a:pt x="293" y="21"/>
                    <a:pt x="50" y="1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6"/>
            <p:cNvSpPr/>
            <p:nvPr/>
          </p:nvSpPr>
          <p:spPr>
            <a:xfrm>
              <a:off x="3039650" y="2351025"/>
              <a:ext cx="7100" cy="8125"/>
            </a:xfrm>
            <a:custGeom>
              <a:avLst/>
              <a:gdLst/>
              <a:ahLst/>
              <a:cxnLst/>
              <a:rect l="l" t="t" r="r" b="b"/>
              <a:pathLst>
                <a:path w="284" h="325" extrusionOk="0">
                  <a:moveTo>
                    <a:pt x="283" y="1"/>
                  </a:moveTo>
                  <a:cubicBezTo>
                    <a:pt x="243" y="11"/>
                    <a:pt x="0" y="21"/>
                    <a:pt x="0" y="21"/>
                  </a:cubicBezTo>
                  <a:lnTo>
                    <a:pt x="61" y="325"/>
                  </a:lnTo>
                  <a:lnTo>
                    <a:pt x="283" y="325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6"/>
            <p:cNvSpPr/>
            <p:nvPr/>
          </p:nvSpPr>
          <p:spPr>
            <a:xfrm>
              <a:off x="3518100" y="2253150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1" y="1"/>
                    <a:pt x="1" y="32"/>
                    <a:pt x="1" y="72"/>
                  </a:cubicBezTo>
                  <a:cubicBezTo>
                    <a:pt x="1" y="112"/>
                    <a:pt x="31" y="142"/>
                    <a:pt x="71" y="142"/>
                  </a:cubicBezTo>
                  <a:cubicBezTo>
                    <a:pt x="112" y="142"/>
                    <a:pt x="142" y="112"/>
                    <a:pt x="142" y="72"/>
                  </a:cubicBezTo>
                  <a:cubicBezTo>
                    <a:pt x="142" y="32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6"/>
            <p:cNvSpPr/>
            <p:nvPr/>
          </p:nvSpPr>
          <p:spPr>
            <a:xfrm>
              <a:off x="2926575" y="2060950"/>
              <a:ext cx="4075" cy="3600"/>
            </a:xfrm>
            <a:custGeom>
              <a:avLst/>
              <a:gdLst/>
              <a:ahLst/>
              <a:cxnLst/>
              <a:rect l="l" t="t" r="r" b="b"/>
              <a:pathLst>
                <a:path w="163" h="144" extrusionOk="0">
                  <a:moveTo>
                    <a:pt x="80" y="1"/>
                  </a:moveTo>
                  <a:cubicBezTo>
                    <a:pt x="56" y="1"/>
                    <a:pt x="34" y="12"/>
                    <a:pt x="21" y="32"/>
                  </a:cubicBezTo>
                  <a:cubicBezTo>
                    <a:pt x="1" y="72"/>
                    <a:pt x="11" y="113"/>
                    <a:pt x="41" y="133"/>
                  </a:cubicBezTo>
                  <a:cubicBezTo>
                    <a:pt x="56" y="140"/>
                    <a:pt x="70" y="143"/>
                    <a:pt x="83" y="143"/>
                  </a:cubicBezTo>
                  <a:cubicBezTo>
                    <a:pt x="108" y="143"/>
                    <a:pt x="129" y="132"/>
                    <a:pt x="143" y="113"/>
                  </a:cubicBezTo>
                  <a:cubicBezTo>
                    <a:pt x="163" y="72"/>
                    <a:pt x="153" y="32"/>
                    <a:pt x="122" y="11"/>
                  </a:cubicBezTo>
                  <a:cubicBezTo>
                    <a:pt x="108" y="4"/>
                    <a:pt x="93" y="1"/>
                    <a:pt x="80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6"/>
            <p:cNvSpPr/>
            <p:nvPr/>
          </p:nvSpPr>
          <p:spPr>
            <a:xfrm>
              <a:off x="3568925" y="2127800"/>
              <a:ext cx="2550" cy="2075"/>
            </a:xfrm>
            <a:custGeom>
              <a:avLst/>
              <a:gdLst/>
              <a:ahLst/>
              <a:cxnLst/>
              <a:rect l="l" t="t" r="r" b="b"/>
              <a:pathLst>
                <a:path w="102" h="83" extrusionOk="0">
                  <a:moveTo>
                    <a:pt x="47" y="1"/>
                  </a:moveTo>
                  <a:cubicBezTo>
                    <a:pt x="36" y="1"/>
                    <a:pt x="27" y="6"/>
                    <a:pt x="21" y="18"/>
                  </a:cubicBezTo>
                  <a:cubicBezTo>
                    <a:pt x="1" y="38"/>
                    <a:pt x="11" y="69"/>
                    <a:pt x="31" y="78"/>
                  </a:cubicBezTo>
                  <a:cubicBezTo>
                    <a:pt x="37" y="81"/>
                    <a:pt x="43" y="83"/>
                    <a:pt x="49" y="83"/>
                  </a:cubicBezTo>
                  <a:cubicBezTo>
                    <a:pt x="64" y="83"/>
                    <a:pt x="78" y="75"/>
                    <a:pt x="92" y="69"/>
                  </a:cubicBezTo>
                  <a:cubicBezTo>
                    <a:pt x="102" y="48"/>
                    <a:pt x="92" y="18"/>
                    <a:pt x="72" y="8"/>
                  </a:cubicBezTo>
                  <a:cubicBezTo>
                    <a:pt x="63" y="3"/>
                    <a:pt x="55" y="1"/>
                    <a:pt x="47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6"/>
            <p:cNvSpPr/>
            <p:nvPr/>
          </p:nvSpPr>
          <p:spPr>
            <a:xfrm>
              <a:off x="2973125" y="2140275"/>
              <a:ext cx="2550" cy="2050"/>
            </a:xfrm>
            <a:custGeom>
              <a:avLst/>
              <a:gdLst/>
              <a:ahLst/>
              <a:cxnLst/>
              <a:rect l="l" t="t" r="r" b="b"/>
              <a:pathLst>
                <a:path w="102" h="82" extrusionOk="0">
                  <a:moveTo>
                    <a:pt x="54" y="0"/>
                  </a:moveTo>
                  <a:cubicBezTo>
                    <a:pt x="39" y="0"/>
                    <a:pt x="25" y="7"/>
                    <a:pt x="11" y="15"/>
                  </a:cubicBezTo>
                  <a:cubicBezTo>
                    <a:pt x="0" y="35"/>
                    <a:pt x="11" y="65"/>
                    <a:pt x="31" y="75"/>
                  </a:cubicBezTo>
                  <a:cubicBezTo>
                    <a:pt x="39" y="79"/>
                    <a:pt x="48" y="82"/>
                    <a:pt x="55" y="82"/>
                  </a:cubicBezTo>
                  <a:cubicBezTo>
                    <a:pt x="66" y="82"/>
                    <a:pt x="75" y="77"/>
                    <a:pt x="81" y="65"/>
                  </a:cubicBezTo>
                  <a:cubicBezTo>
                    <a:pt x="101" y="45"/>
                    <a:pt x="92" y="15"/>
                    <a:pt x="71" y="4"/>
                  </a:cubicBezTo>
                  <a:cubicBezTo>
                    <a:pt x="66" y="1"/>
                    <a:pt x="60" y="0"/>
                    <a:pt x="54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6"/>
            <p:cNvSpPr/>
            <p:nvPr/>
          </p:nvSpPr>
          <p:spPr>
            <a:xfrm>
              <a:off x="2974400" y="2126100"/>
              <a:ext cx="1025" cy="1075"/>
            </a:xfrm>
            <a:custGeom>
              <a:avLst/>
              <a:gdLst/>
              <a:ahLst/>
              <a:cxnLst/>
              <a:rect l="l" t="t" r="r" b="b"/>
              <a:pathLst>
                <a:path w="41" h="43" extrusionOk="0">
                  <a:moveTo>
                    <a:pt x="20" y="0"/>
                  </a:moveTo>
                  <a:cubicBezTo>
                    <a:pt x="17" y="0"/>
                    <a:pt x="13" y="1"/>
                    <a:pt x="10" y="5"/>
                  </a:cubicBezTo>
                  <a:cubicBezTo>
                    <a:pt x="0" y="15"/>
                    <a:pt x="0" y="25"/>
                    <a:pt x="10" y="35"/>
                  </a:cubicBezTo>
                  <a:cubicBezTo>
                    <a:pt x="10" y="40"/>
                    <a:pt x="13" y="43"/>
                    <a:pt x="16" y="43"/>
                  </a:cubicBezTo>
                  <a:cubicBezTo>
                    <a:pt x="20" y="43"/>
                    <a:pt x="25" y="40"/>
                    <a:pt x="30" y="35"/>
                  </a:cubicBezTo>
                  <a:cubicBezTo>
                    <a:pt x="41" y="35"/>
                    <a:pt x="41" y="15"/>
                    <a:pt x="41" y="5"/>
                  </a:cubicBezTo>
                  <a:cubicBezTo>
                    <a:pt x="34" y="5"/>
                    <a:pt x="27" y="0"/>
                    <a:pt x="20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6"/>
            <p:cNvSpPr/>
            <p:nvPr/>
          </p:nvSpPr>
          <p:spPr>
            <a:xfrm>
              <a:off x="2949350" y="2105450"/>
              <a:ext cx="35925" cy="31650"/>
            </a:xfrm>
            <a:custGeom>
              <a:avLst/>
              <a:gdLst/>
              <a:ahLst/>
              <a:cxnLst/>
              <a:rect l="l" t="t" r="r" b="b"/>
              <a:pathLst>
                <a:path w="1437" h="1266" extrusionOk="0">
                  <a:moveTo>
                    <a:pt x="717" y="0"/>
                  </a:moveTo>
                  <a:cubicBezTo>
                    <a:pt x="586" y="0"/>
                    <a:pt x="455" y="40"/>
                    <a:pt x="344" y="123"/>
                  </a:cubicBezTo>
                  <a:cubicBezTo>
                    <a:pt x="61" y="335"/>
                    <a:pt x="0" y="730"/>
                    <a:pt x="213" y="1013"/>
                  </a:cubicBezTo>
                  <a:cubicBezTo>
                    <a:pt x="338" y="1179"/>
                    <a:pt x="525" y="1265"/>
                    <a:pt x="713" y="1265"/>
                  </a:cubicBezTo>
                  <a:cubicBezTo>
                    <a:pt x="846" y="1265"/>
                    <a:pt x="980" y="1222"/>
                    <a:pt x="1093" y="1134"/>
                  </a:cubicBezTo>
                  <a:cubicBezTo>
                    <a:pt x="1376" y="932"/>
                    <a:pt x="1437" y="538"/>
                    <a:pt x="1225" y="254"/>
                  </a:cubicBezTo>
                  <a:cubicBezTo>
                    <a:pt x="1098" y="86"/>
                    <a:pt x="908" y="0"/>
                    <a:pt x="717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6"/>
            <p:cNvSpPr/>
            <p:nvPr/>
          </p:nvSpPr>
          <p:spPr>
            <a:xfrm>
              <a:off x="2964775" y="2108100"/>
              <a:ext cx="13425" cy="6425"/>
            </a:xfrm>
            <a:custGeom>
              <a:avLst/>
              <a:gdLst/>
              <a:ahLst/>
              <a:cxnLst/>
              <a:rect l="l" t="t" r="r" b="b"/>
              <a:pathLst>
                <a:path w="537" h="257" extrusionOk="0">
                  <a:moveTo>
                    <a:pt x="112" y="0"/>
                  </a:moveTo>
                  <a:cubicBezTo>
                    <a:pt x="85" y="0"/>
                    <a:pt x="58" y="3"/>
                    <a:pt x="31" y="7"/>
                  </a:cubicBezTo>
                  <a:cubicBezTo>
                    <a:pt x="11" y="7"/>
                    <a:pt x="1" y="17"/>
                    <a:pt x="1" y="37"/>
                  </a:cubicBezTo>
                  <a:cubicBezTo>
                    <a:pt x="1" y="45"/>
                    <a:pt x="14" y="60"/>
                    <a:pt x="24" y="60"/>
                  </a:cubicBezTo>
                  <a:cubicBezTo>
                    <a:pt x="27" y="60"/>
                    <a:pt x="29" y="59"/>
                    <a:pt x="31" y="57"/>
                  </a:cubicBezTo>
                  <a:cubicBezTo>
                    <a:pt x="50" y="55"/>
                    <a:pt x="69" y="54"/>
                    <a:pt x="89" y="54"/>
                  </a:cubicBezTo>
                  <a:cubicBezTo>
                    <a:pt x="241" y="54"/>
                    <a:pt x="386" y="124"/>
                    <a:pt x="476" y="250"/>
                  </a:cubicBezTo>
                  <a:cubicBezTo>
                    <a:pt x="481" y="255"/>
                    <a:pt x="489" y="257"/>
                    <a:pt x="496" y="257"/>
                  </a:cubicBezTo>
                  <a:cubicBezTo>
                    <a:pt x="504" y="257"/>
                    <a:pt x="511" y="255"/>
                    <a:pt x="516" y="250"/>
                  </a:cubicBezTo>
                  <a:cubicBezTo>
                    <a:pt x="527" y="250"/>
                    <a:pt x="527" y="239"/>
                    <a:pt x="527" y="229"/>
                  </a:cubicBezTo>
                  <a:cubicBezTo>
                    <a:pt x="537" y="219"/>
                    <a:pt x="527" y="219"/>
                    <a:pt x="527" y="209"/>
                  </a:cubicBezTo>
                  <a:cubicBezTo>
                    <a:pt x="423" y="79"/>
                    <a:pt x="274" y="0"/>
                    <a:pt x="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6"/>
            <p:cNvSpPr/>
            <p:nvPr/>
          </p:nvSpPr>
          <p:spPr>
            <a:xfrm>
              <a:off x="2958950" y="2108925"/>
              <a:ext cx="4350" cy="3075"/>
            </a:xfrm>
            <a:custGeom>
              <a:avLst/>
              <a:gdLst/>
              <a:ahLst/>
              <a:cxnLst/>
              <a:rect l="l" t="t" r="r" b="b"/>
              <a:pathLst>
                <a:path w="174" h="123" extrusionOk="0">
                  <a:moveTo>
                    <a:pt x="147" y="0"/>
                  </a:moveTo>
                  <a:cubicBezTo>
                    <a:pt x="143" y="0"/>
                    <a:pt x="138" y="1"/>
                    <a:pt x="133" y="4"/>
                  </a:cubicBezTo>
                  <a:cubicBezTo>
                    <a:pt x="92" y="24"/>
                    <a:pt x="52" y="44"/>
                    <a:pt x="21" y="65"/>
                  </a:cubicBezTo>
                  <a:cubicBezTo>
                    <a:pt x="1" y="75"/>
                    <a:pt x="1" y="95"/>
                    <a:pt x="11" y="115"/>
                  </a:cubicBezTo>
                  <a:cubicBezTo>
                    <a:pt x="16" y="120"/>
                    <a:pt x="24" y="123"/>
                    <a:pt x="31" y="123"/>
                  </a:cubicBezTo>
                  <a:cubicBezTo>
                    <a:pt x="39" y="123"/>
                    <a:pt x="46" y="120"/>
                    <a:pt x="52" y="115"/>
                  </a:cubicBezTo>
                  <a:cubicBezTo>
                    <a:pt x="82" y="95"/>
                    <a:pt x="122" y="75"/>
                    <a:pt x="153" y="55"/>
                  </a:cubicBezTo>
                  <a:cubicBezTo>
                    <a:pt x="163" y="55"/>
                    <a:pt x="173" y="44"/>
                    <a:pt x="173" y="35"/>
                  </a:cubicBezTo>
                  <a:lnTo>
                    <a:pt x="173" y="24"/>
                  </a:lnTo>
                  <a:cubicBezTo>
                    <a:pt x="165" y="9"/>
                    <a:pt x="158" y="0"/>
                    <a:pt x="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6"/>
            <p:cNvSpPr/>
            <p:nvPr/>
          </p:nvSpPr>
          <p:spPr>
            <a:xfrm>
              <a:off x="2933425" y="2089050"/>
              <a:ext cx="67800" cy="64500"/>
            </a:xfrm>
            <a:custGeom>
              <a:avLst/>
              <a:gdLst/>
              <a:ahLst/>
              <a:cxnLst/>
              <a:rect l="l" t="t" r="r" b="b"/>
              <a:pathLst>
                <a:path w="2712" h="2580" extrusionOk="0">
                  <a:moveTo>
                    <a:pt x="951" y="0"/>
                  </a:moveTo>
                  <a:cubicBezTo>
                    <a:pt x="941" y="0"/>
                    <a:pt x="931" y="10"/>
                    <a:pt x="921" y="10"/>
                  </a:cubicBezTo>
                  <a:lnTo>
                    <a:pt x="1123" y="617"/>
                  </a:lnTo>
                  <a:lnTo>
                    <a:pt x="1143" y="617"/>
                  </a:lnTo>
                  <a:lnTo>
                    <a:pt x="951" y="0"/>
                  </a:lnTo>
                  <a:close/>
                  <a:moveTo>
                    <a:pt x="1750" y="0"/>
                  </a:moveTo>
                  <a:lnTo>
                    <a:pt x="1558" y="617"/>
                  </a:lnTo>
                  <a:lnTo>
                    <a:pt x="1579" y="617"/>
                  </a:lnTo>
                  <a:lnTo>
                    <a:pt x="1791" y="10"/>
                  </a:lnTo>
                  <a:cubicBezTo>
                    <a:pt x="1781" y="0"/>
                    <a:pt x="1761" y="0"/>
                    <a:pt x="1750" y="0"/>
                  </a:cubicBezTo>
                  <a:close/>
                  <a:moveTo>
                    <a:pt x="273" y="475"/>
                  </a:moveTo>
                  <a:cubicBezTo>
                    <a:pt x="263" y="486"/>
                    <a:pt x="253" y="495"/>
                    <a:pt x="253" y="516"/>
                  </a:cubicBezTo>
                  <a:lnTo>
                    <a:pt x="779" y="880"/>
                  </a:lnTo>
                  <a:lnTo>
                    <a:pt x="789" y="870"/>
                  </a:lnTo>
                  <a:lnTo>
                    <a:pt x="273" y="475"/>
                  </a:lnTo>
                  <a:close/>
                  <a:moveTo>
                    <a:pt x="2438" y="475"/>
                  </a:moveTo>
                  <a:lnTo>
                    <a:pt x="1922" y="860"/>
                  </a:lnTo>
                  <a:lnTo>
                    <a:pt x="1922" y="870"/>
                  </a:lnTo>
                  <a:lnTo>
                    <a:pt x="1932" y="880"/>
                  </a:lnTo>
                  <a:lnTo>
                    <a:pt x="2458" y="516"/>
                  </a:lnTo>
                  <a:cubicBezTo>
                    <a:pt x="2458" y="506"/>
                    <a:pt x="2448" y="486"/>
                    <a:pt x="2438" y="475"/>
                  </a:cubicBezTo>
                  <a:close/>
                  <a:moveTo>
                    <a:pt x="0" y="1264"/>
                  </a:moveTo>
                  <a:lnTo>
                    <a:pt x="0" y="1305"/>
                  </a:lnTo>
                  <a:lnTo>
                    <a:pt x="648" y="1305"/>
                  </a:lnTo>
                  <a:lnTo>
                    <a:pt x="648" y="1275"/>
                  </a:lnTo>
                  <a:lnTo>
                    <a:pt x="0" y="1264"/>
                  </a:lnTo>
                  <a:close/>
                  <a:moveTo>
                    <a:pt x="2064" y="1275"/>
                  </a:moveTo>
                  <a:lnTo>
                    <a:pt x="2064" y="1295"/>
                  </a:lnTo>
                  <a:lnTo>
                    <a:pt x="2711" y="1315"/>
                  </a:lnTo>
                  <a:lnTo>
                    <a:pt x="2711" y="1275"/>
                  </a:lnTo>
                  <a:close/>
                  <a:moveTo>
                    <a:pt x="779" y="1700"/>
                  </a:moveTo>
                  <a:lnTo>
                    <a:pt x="253" y="2064"/>
                  </a:lnTo>
                  <a:cubicBezTo>
                    <a:pt x="253" y="2073"/>
                    <a:pt x="263" y="2084"/>
                    <a:pt x="273" y="2094"/>
                  </a:cubicBezTo>
                  <a:lnTo>
                    <a:pt x="273" y="2104"/>
                  </a:lnTo>
                  <a:lnTo>
                    <a:pt x="789" y="1709"/>
                  </a:lnTo>
                  <a:lnTo>
                    <a:pt x="779" y="1700"/>
                  </a:lnTo>
                  <a:close/>
                  <a:moveTo>
                    <a:pt x="1123" y="1952"/>
                  </a:moveTo>
                  <a:lnTo>
                    <a:pt x="921" y="2569"/>
                  </a:lnTo>
                  <a:cubicBezTo>
                    <a:pt x="931" y="2569"/>
                    <a:pt x="941" y="2579"/>
                    <a:pt x="961" y="2579"/>
                  </a:cubicBezTo>
                  <a:lnTo>
                    <a:pt x="1143" y="1963"/>
                  </a:lnTo>
                  <a:cubicBezTo>
                    <a:pt x="1143" y="1963"/>
                    <a:pt x="1133" y="1963"/>
                    <a:pt x="1123" y="1952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6"/>
            <p:cNvSpPr/>
            <p:nvPr/>
          </p:nvSpPr>
          <p:spPr>
            <a:xfrm>
              <a:off x="2968825" y="2125950"/>
              <a:ext cx="14425" cy="14200"/>
            </a:xfrm>
            <a:custGeom>
              <a:avLst/>
              <a:gdLst/>
              <a:ahLst/>
              <a:cxnLst/>
              <a:rect l="l" t="t" r="r" b="b"/>
              <a:pathLst>
                <a:path w="577" h="568" extrusionOk="0">
                  <a:moveTo>
                    <a:pt x="365" y="1"/>
                  </a:moveTo>
                  <a:lnTo>
                    <a:pt x="1" y="274"/>
                  </a:lnTo>
                  <a:lnTo>
                    <a:pt x="213" y="567"/>
                  </a:lnTo>
                  <a:lnTo>
                    <a:pt x="577" y="294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6"/>
            <p:cNvSpPr/>
            <p:nvPr/>
          </p:nvSpPr>
          <p:spPr>
            <a:xfrm>
              <a:off x="2968575" y="2127975"/>
              <a:ext cx="8100" cy="10650"/>
            </a:xfrm>
            <a:custGeom>
              <a:avLst/>
              <a:gdLst/>
              <a:ahLst/>
              <a:cxnLst/>
              <a:rect l="l" t="t" r="r" b="b"/>
              <a:pathLst>
                <a:path w="324" h="426" extrusionOk="0">
                  <a:moveTo>
                    <a:pt x="20" y="1"/>
                  </a:moveTo>
                  <a:lnTo>
                    <a:pt x="0" y="21"/>
                  </a:lnTo>
                  <a:lnTo>
                    <a:pt x="304" y="426"/>
                  </a:lnTo>
                  <a:lnTo>
                    <a:pt x="324" y="406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6"/>
            <p:cNvSpPr/>
            <p:nvPr/>
          </p:nvSpPr>
          <p:spPr>
            <a:xfrm>
              <a:off x="2973375" y="2124450"/>
              <a:ext cx="8375" cy="10650"/>
            </a:xfrm>
            <a:custGeom>
              <a:avLst/>
              <a:gdLst/>
              <a:ahLst/>
              <a:cxnLst/>
              <a:rect l="l" t="t" r="r" b="b"/>
              <a:pathLst>
                <a:path w="335" h="426" extrusionOk="0">
                  <a:moveTo>
                    <a:pt x="31" y="0"/>
                  </a:moveTo>
                  <a:lnTo>
                    <a:pt x="1" y="21"/>
                  </a:lnTo>
                  <a:lnTo>
                    <a:pt x="304" y="425"/>
                  </a:lnTo>
                  <a:lnTo>
                    <a:pt x="334" y="40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6"/>
            <p:cNvSpPr/>
            <p:nvPr/>
          </p:nvSpPr>
          <p:spPr>
            <a:xfrm>
              <a:off x="2965800" y="2122425"/>
              <a:ext cx="10875" cy="8350"/>
            </a:xfrm>
            <a:custGeom>
              <a:avLst/>
              <a:gdLst/>
              <a:ahLst/>
              <a:cxnLst/>
              <a:rect l="l" t="t" r="r" b="b"/>
              <a:pathLst>
                <a:path w="435" h="334" extrusionOk="0">
                  <a:moveTo>
                    <a:pt x="415" y="0"/>
                  </a:moveTo>
                  <a:lnTo>
                    <a:pt x="0" y="304"/>
                  </a:lnTo>
                  <a:lnTo>
                    <a:pt x="21" y="334"/>
                  </a:lnTo>
                  <a:lnTo>
                    <a:pt x="435" y="21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6"/>
            <p:cNvSpPr/>
            <p:nvPr/>
          </p:nvSpPr>
          <p:spPr>
            <a:xfrm>
              <a:off x="2965300" y="2126800"/>
              <a:ext cx="3550" cy="3225"/>
            </a:xfrm>
            <a:custGeom>
              <a:avLst/>
              <a:gdLst/>
              <a:ahLst/>
              <a:cxnLst/>
              <a:rect l="l" t="t" r="r" b="b"/>
              <a:pathLst>
                <a:path w="142" h="129" extrusionOk="0">
                  <a:moveTo>
                    <a:pt x="53" y="1"/>
                  </a:moveTo>
                  <a:cubicBezTo>
                    <a:pt x="45" y="1"/>
                    <a:pt x="37" y="3"/>
                    <a:pt x="30" y="7"/>
                  </a:cubicBezTo>
                  <a:cubicBezTo>
                    <a:pt x="0" y="28"/>
                    <a:pt x="10" y="88"/>
                    <a:pt x="50" y="129"/>
                  </a:cubicBezTo>
                  <a:lnTo>
                    <a:pt x="70" y="118"/>
                  </a:lnTo>
                  <a:cubicBezTo>
                    <a:pt x="41" y="78"/>
                    <a:pt x="41" y="48"/>
                    <a:pt x="50" y="37"/>
                  </a:cubicBezTo>
                  <a:cubicBezTo>
                    <a:pt x="53" y="35"/>
                    <a:pt x="56" y="34"/>
                    <a:pt x="61" y="34"/>
                  </a:cubicBezTo>
                  <a:cubicBezTo>
                    <a:pt x="75" y="34"/>
                    <a:pt x="98" y="47"/>
                    <a:pt x="121" y="78"/>
                  </a:cubicBezTo>
                  <a:lnTo>
                    <a:pt x="142" y="58"/>
                  </a:lnTo>
                  <a:cubicBezTo>
                    <a:pt x="118" y="26"/>
                    <a:pt x="82" y="1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6"/>
            <p:cNvSpPr/>
            <p:nvPr/>
          </p:nvSpPr>
          <p:spPr>
            <a:xfrm>
              <a:off x="2967300" y="212550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48" y="1"/>
                  </a:moveTo>
                  <a:cubicBezTo>
                    <a:pt x="38" y="1"/>
                    <a:pt x="29" y="3"/>
                    <a:pt x="21" y="8"/>
                  </a:cubicBezTo>
                  <a:cubicBezTo>
                    <a:pt x="1" y="29"/>
                    <a:pt x="1" y="80"/>
                    <a:pt x="41" y="130"/>
                  </a:cubicBezTo>
                  <a:lnTo>
                    <a:pt x="62" y="110"/>
                  </a:lnTo>
                  <a:cubicBezTo>
                    <a:pt x="31" y="80"/>
                    <a:pt x="31" y="39"/>
                    <a:pt x="41" y="29"/>
                  </a:cubicBezTo>
                  <a:cubicBezTo>
                    <a:pt x="51" y="29"/>
                    <a:pt x="82" y="39"/>
                    <a:pt x="112" y="80"/>
                  </a:cubicBezTo>
                  <a:lnTo>
                    <a:pt x="132" y="59"/>
                  </a:lnTo>
                  <a:cubicBezTo>
                    <a:pt x="110" y="22"/>
                    <a:pt x="7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6"/>
            <p:cNvSpPr/>
            <p:nvPr/>
          </p:nvSpPr>
          <p:spPr>
            <a:xfrm>
              <a:off x="2969075" y="212425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48" y="1"/>
                  </a:moveTo>
                  <a:cubicBezTo>
                    <a:pt x="38" y="1"/>
                    <a:pt x="29" y="3"/>
                    <a:pt x="21" y="8"/>
                  </a:cubicBezTo>
                  <a:cubicBezTo>
                    <a:pt x="0" y="29"/>
                    <a:pt x="0" y="79"/>
                    <a:pt x="41" y="130"/>
                  </a:cubicBezTo>
                  <a:lnTo>
                    <a:pt x="61" y="109"/>
                  </a:lnTo>
                  <a:cubicBezTo>
                    <a:pt x="31" y="69"/>
                    <a:pt x="31" y="38"/>
                    <a:pt x="41" y="29"/>
                  </a:cubicBezTo>
                  <a:cubicBezTo>
                    <a:pt x="43" y="27"/>
                    <a:pt x="45" y="26"/>
                    <a:pt x="48" y="26"/>
                  </a:cubicBezTo>
                  <a:cubicBezTo>
                    <a:pt x="62" y="26"/>
                    <a:pt x="87" y="44"/>
                    <a:pt x="112" y="69"/>
                  </a:cubicBezTo>
                  <a:lnTo>
                    <a:pt x="132" y="58"/>
                  </a:lnTo>
                  <a:cubicBezTo>
                    <a:pt x="109" y="21"/>
                    <a:pt x="76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6"/>
            <p:cNvSpPr/>
            <p:nvPr/>
          </p:nvSpPr>
          <p:spPr>
            <a:xfrm>
              <a:off x="2970850" y="2122975"/>
              <a:ext cx="3300" cy="3000"/>
            </a:xfrm>
            <a:custGeom>
              <a:avLst/>
              <a:gdLst/>
              <a:ahLst/>
              <a:cxnLst/>
              <a:rect l="l" t="t" r="r" b="b"/>
              <a:pathLst>
                <a:path w="132" h="120" extrusionOk="0">
                  <a:moveTo>
                    <a:pt x="49" y="0"/>
                  </a:moveTo>
                  <a:cubicBezTo>
                    <a:pt x="38" y="0"/>
                    <a:pt x="29" y="3"/>
                    <a:pt x="21" y="8"/>
                  </a:cubicBezTo>
                  <a:cubicBezTo>
                    <a:pt x="1" y="29"/>
                    <a:pt x="1" y="80"/>
                    <a:pt x="41" y="120"/>
                  </a:cubicBezTo>
                  <a:lnTo>
                    <a:pt x="61" y="109"/>
                  </a:lnTo>
                  <a:cubicBezTo>
                    <a:pt x="41" y="69"/>
                    <a:pt x="31" y="39"/>
                    <a:pt x="41" y="29"/>
                  </a:cubicBezTo>
                  <a:cubicBezTo>
                    <a:pt x="43" y="26"/>
                    <a:pt x="47" y="25"/>
                    <a:pt x="51" y="25"/>
                  </a:cubicBezTo>
                  <a:cubicBezTo>
                    <a:pt x="65" y="25"/>
                    <a:pt x="89" y="38"/>
                    <a:pt x="111" y="69"/>
                  </a:cubicBezTo>
                  <a:lnTo>
                    <a:pt x="132" y="49"/>
                  </a:lnTo>
                  <a:cubicBezTo>
                    <a:pt x="110" y="19"/>
                    <a:pt x="7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6"/>
            <p:cNvSpPr/>
            <p:nvPr/>
          </p:nvSpPr>
          <p:spPr>
            <a:xfrm>
              <a:off x="2972600" y="2121450"/>
              <a:ext cx="3325" cy="3250"/>
            </a:xfrm>
            <a:custGeom>
              <a:avLst/>
              <a:gdLst/>
              <a:ahLst/>
              <a:cxnLst/>
              <a:rect l="l" t="t" r="r" b="b"/>
              <a:pathLst>
                <a:path w="133" h="130" extrusionOk="0">
                  <a:moveTo>
                    <a:pt x="53" y="1"/>
                  </a:moveTo>
                  <a:cubicBezTo>
                    <a:pt x="44" y="1"/>
                    <a:pt x="37" y="3"/>
                    <a:pt x="32" y="9"/>
                  </a:cubicBezTo>
                  <a:cubicBezTo>
                    <a:pt x="1" y="29"/>
                    <a:pt x="1" y="80"/>
                    <a:pt x="41" y="130"/>
                  </a:cubicBezTo>
                  <a:lnTo>
                    <a:pt x="62" y="110"/>
                  </a:lnTo>
                  <a:cubicBezTo>
                    <a:pt x="41" y="80"/>
                    <a:pt x="32" y="39"/>
                    <a:pt x="41" y="39"/>
                  </a:cubicBezTo>
                  <a:cubicBezTo>
                    <a:pt x="44" y="37"/>
                    <a:pt x="48" y="36"/>
                    <a:pt x="52" y="36"/>
                  </a:cubicBezTo>
                  <a:cubicBezTo>
                    <a:pt x="66" y="36"/>
                    <a:pt x="89" y="49"/>
                    <a:pt x="113" y="80"/>
                  </a:cubicBezTo>
                  <a:lnTo>
                    <a:pt x="133" y="60"/>
                  </a:lnTo>
                  <a:cubicBezTo>
                    <a:pt x="110" y="22"/>
                    <a:pt x="77" y="1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6"/>
            <p:cNvSpPr/>
            <p:nvPr/>
          </p:nvSpPr>
          <p:spPr>
            <a:xfrm>
              <a:off x="2972600" y="2131775"/>
              <a:ext cx="12950" cy="10400"/>
            </a:xfrm>
            <a:custGeom>
              <a:avLst/>
              <a:gdLst/>
              <a:ahLst/>
              <a:cxnLst/>
              <a:rect l="l" t="t" r="r" b="b"/>
              <a:pathLst>
                <a:path w="518" h="416" extrusionOk="0">
                  <a:moveTo>
                    <a:pt x="446" y="0"/>
                  </a:moveTo>
                  <a:lnTo>
                    <a:pt x="12" y="334"/>
                  </a:lnTo>
                  <a:cubicBezTo>
                    <a:pt x="1" y="334"/>
                    <a:pt x="1" y="344"/>
                    <a:pt x="12" y="344"/>
                  </a:cubicBezTo>
                  <a:lnTo>
                    <a:pt x="62" y="415"/>
                  </a:lnTo>
                  <a:lnTo>
                    <a:pt x="72" y="415"/>
                  </a:lnTo>
                  <a:lnTo>
                    <a:pt x="507" y="81"/>
                  </a:lnTo>
                  <a:cubicBezTo>
                    <a:pt x="517" y="81"/>
                    <a:pt x="517" y="81"/>
                    <a:pt x="507" y="71"/>
                  </a:cubicBezTo>
                  <a:lnTo>
                    <a:pt x="457" y="11"/>
                  </a:lnTo>
                  <a:cubicBezTo>
                    <a:pt x="457" y="0"/>
                    <a:pt x="457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2974125" y="2133800"/>
              <a:ext cx="12925" cy="10400"/>
            </a:xfrm>
            <a:custGeom>
              <a:avLst/>
              <a:gdLst/>
              <a:ahLst/>
              <a:cxnLst/>
              <a:rect l="l" t="t" r="r" b="b"/>
              <a:pathLst>
                <a:path w="517" h="416" extrusionOk="0">
                  <a:moveTo>
                    <a:pt x="446" y="0"/>
                  </a:moveTo>
                  <a:lnTo>
                    <a:pt x="11" y="334"/>
                  </a:lnTo>
                  <a:cubicBezTo>
                    <a:pt x="1" y="334"/>
                    <a:pt x="1" y="344"/>
                    <a:pt x="11" y="344"/>
                  </a:cubicBezTo>
                  <a:lnTo>
                    <a:pt x="61" y="415"/>
                  </a:lnTo>
                  <a:lnTo>
                    <a:pt x="72" y="415"/>
                  </a:lnTo>
                  <a:lnTo>
                    <a:pt x="506" y="92"/>
                  </a:lnTo>
                  <a:cubicBezTo>
                    <a:pt x="517" y="81"/>
                    <a:pt x="517" y="81"/>
                    <a:pt x="506" y="71"/>
                  </a:cubicBezTo>
                  <a:lnTo>
                    <a:pt x="456" y="11"/>
                  </a:lnTo>
                  <a:cubicBezTo>
                    <a:pt x="456" y="0"/>
                    <a:pt x="456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2975650" y="2135875"/>
              <a:ext cx="12925" cy="10350"/>
            </a:xfrm>
            <a:custGeom>
              <a:avLst/>
              <a:gdLst/>
              <a:ahLst/>
              <a:cxnLst/>
              <a:rect l="l" t="t" r="r" b="b"/>
              <a:pathLst>
                <a:path w="517" h="414" extrusionOk="0">
                  <a:moveTo>
                    <a:pt x="455" y="1"/>
                  </a:moveTo>
                  <a:cubicBezTo>
                    <a:pt x="453" y="1"/>
                    <a:pt x="451" y="3"/>
                    <a:pt x="445" y="9"/>
                  </a:cubicBezTo>
                  <a:lnTo>
                    <a:pt x="11" y="332"/>
                  </a:lnTo>
                  <a:cubicBezTo>
                    <a:pt x="11" y="332"/>
                    <a:pt x="0" y="342"/>
                    <a:pt x="11" y="342"/>
                  </a:cubicBezTo>
                  <a:lnTo>
                    <a:pt x="61" y="413"/>
                  </a:lnTo>
                  <a:lnTo>
                    <a:pt x="72" y="413"/>
                  </a:lnTo>
                  <a:lnTo>
                    <a:pt x="506" y="90"/>
                  </a:lnTo>
                  <a:lnTo>
                    <a:pt x="517" y="79"/>
                  </a:lnTo>
                  <a:lnTo>
                    <a:pt x="456" y="9"/>
                  </a:lnTo>
                  <a:cubicBezTo>
                    <a:pt x="456" y="3"/>
                    <a:pt x="456" y="1"/>
                    <a:pt x="4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6"/>
            <p:cNvSpPr/>
            <p:nvPr/>
          </p:nvSpPr>
          <p:spPr>
            <a:xfrm>
              <a:off x="2978675" y="2138600"/>
              <a:ext cx="8375" cy="7100"/>
            </a:xfrm>
            <a:custGeom>
              <a:avLst/>
              <a:gdLst/>
              <a:ahLst/>
              <a:cxnLst/>
              <a:rect l="l" t="t" r="r" b="b"/>
              <a:pathLst>
                <a:path w="335" h="284" extrusionOk="0">
                  <a:moveTo>
                    <a:pt x="274" y="1"/>
                  </a:moveTo>
                  <a:lnTo>
                    <a:pt x="1" y="203"/>
                  </a:lnTo>
                  <a:lnTo>
                    <a:pt x="1" y="213"/>
                  </a:lnTo>
                  <a:lnTo>
                    <a:pt x="52" y="284"/>
                  </a:lnTo>
                  <a:lnTo>
                    <a:pt x="72" y="284"/>
                  </a:lnTo>
                  <a:lnTo>
                    <a:pt x="335" y="82"/>
                  </a:lnTo>
                  <a:lnTo>
                    <a:pt x="335" y="71"/>
                  </a:lnTo>
                  <a:lnTo>
                    <a:pt x="2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3512800" y="2000525"/>
              <a:ext cx="11650" cy="11650"/>
            </a:xfrm>
            <a:custGeom>
              <a:avLst/>
              <a:gdLst/>
              <a:ahLst/>
              <a:cxnLst/>
              <a:rect l="l" t="t" r="r" b="b"/>
              <a:pathLst>
                <a:path w="466" h="466" extrusionOk="0">
                  <a:moveTo>
                    <a:pt x="233" y="1"/>
                  </a:moveTo>
                  <a:lnTo>
                    <a:pt x="152" y="152"/>
                  </a:lnTo>
                  <a:lnTo>
                    <a:pt x="0" y="233"/>
                  </a:lnTo>
                  <a:lnTo>
                    <a:pt x="152" y="314"/>
                  </a:lnTo>
                  <a:lnTo>
                    <a:pt x="233" y="466"/>
                  </a:lnTo>
                  <a:lnTo>
                    <a:pt x="324" y="314"/>
                  </a:lnTo>
                  <a:lnTo>
                    <a:pt x="465" y="233"/>
                  </a:lnTo>
                  <a:lnTo>
                    <a:pt x="324" y="152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3546425" y="2184875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3" y="1"/>
                  </a:moveTo>
                  <a:lnTo>
                    <a:pt x="152" y="153"/>
                  </a:lnTo>
                  <a:lnTo>
                    <a:pt x="1" y="234"/>
                  </a:lnTo>
                  <a:lnTo>
                    <a:pt x="152" y="324"/>
                  </a:lnTo>
                  <a:lnTo>
                    <a:pt x="233" y="466"/>
                  </a:lnTo>
                  <a:lnTo>
                    <a:pt x="314" y="324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3456150" y="2146200"/>
              <a:ext cx="5325" cy="5575"/>
            </a:xfrm>
            <a:custGeom>
              <a:avLst/>
              <a:gdLst/>
              <a:ahLst/>
              <a:cxnLst/>
              <a:rect l="l" t="t" r="r" b="b"/>
              <a:pathLst>
                <a:path w="213" h="223" extrusionOk="0">
                  <a:moveTo>
                    <a:pt x="112" y="0"/>
                  </a:moveTo>
                  <a:lnTo>
                    <a:pt x="71" y="71"/>
                  </a:lnTo>
                  <a:lnTo>
                    <a:pt x="0" y="111"/>
                  </a:lnTo>
                  <a:lnTo>
                    <a:pt x="71" y="152"/>
                  </a:lnTo>
                  <a:lnTo>
                    <a:pt x="112" y="223"/>
                  </a:lnTo>
                  <a:lnTo>
                    <a:pt x="152" y="152"/>
                  </a:lnTo>
                  <a:lnTo>
                    <a:pt x="213" y="111"/>
                  </a:lnTo>
                  <a:lnTo>
                    <a:pt x="152" y="7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2831000" y="2354575"/>
              <a:ext cx="3550" cy="3800"/>
            </a:xfrm>
            <a:custGeom>
              <a:avLst/>
              <a:gdLst/>
              <a:ahLst/>
              <a:cxnLst/>
              <a:rect l="l" t="t" r="r" b="b"/>
              <a:pathLst>
                <a:path w="142" h="152" extrusionOk="0">
                  <a:moveTo>
                    <a:pt x="71" y="1"/>
                  </a:moveTo>
                  <a:cubicBezTo>
                    <a:pt x="31" y="1"/>
                    <a:pt x="0" y="41"/>
                    <a:pt x="0" y="71"/>
                  </a:cubicBezTo>
                  <a:cubicBezTo>
                    <a:pt x="0" y="111"/>
                    <a:pt x="31" y="152"/>
                    <a:pt x="71" y="152"/>
                  </a:cubicBezTo>
                  <a:cubicBezTo>
                    <a:pt x="112" y="152"/>
                    <a:pt x="142" y="111"/>
                    <a:pt x="142" y="71"/>
                  </a:cubicBezTo>
                  <a:cubicBezTo>
                    <a:pt x="142" y="4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2838075" y="2281975"/>
              <a:ext cx="11650" cy="11675"/>
            </a:xfrm>
            <a:custGeom>
              <a:avLst/>
              <a:gdLst/>
              <a:ahLst/>
              <a:cxnLst/>
              <a:rect l="l" t="t" r="r" b="b"/>
              <a:pathLst>
                <a:path w="466" h="467" extrusionOk="0">
                  <a:moveTo>
                    <a:pt x="234" y="1"/>
                  </a:moveTo>
                  <a:lnTo>
                    <a:pt x="153" y="153"/>
                  </a:lnTo>
                  <a:lnTo>
                    <a:pt x="0" y="234"/>
                  </a:lnTo>
                  <a:lnTo>
                    <a:pt x="153" y="315"/>
                  </a:lnTo>
                  <a:lnTo>
                    <a:pt x="234" y="466"/>
                  </a:lnTo>
                  <a:lnTo>
                    <a:pt x="314" y="315"/>
                  </a:lnTo>
                  <a:lnTo>
                    <a:pt x="466" y="234"/>
                  </a:lnTo>
                  <a:lnTo>
                    <a:pt x="314" y="153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3539600" y="2432200"/>
              <a:ext cx="3825" cy="3575"/>
            </a:xfrm>
            <a:custGeom>
              <a:avLst/>
              <a:gdLst/>
              <a:ahLst/>
              <a:cxnLst/>
              <a:rect l="l" t="t" r="r" b="b"/>
              <a:pathLst>
                <a:path w="153" h="143" extrusionOk="0">
                  <a:moveTo>
                    <a:pt x="71" y="1"/>
                  </a:moveTo>
                  <a:cubicBezTo>
                    <a:pt x="31" y="1"/>
                    <a:pt x="0" y="31"/>
                    <a:pt x="0" y="72"/>
                  </a:cubicBezTo>
                  <a:cubicBezTo>
                    <a:pt x="0" y="112"/>
                    <a:pt x="31" y="142"/>
                    <a:pt x="71" y="142"/>
                  </a:cubicBezTo>
                  <a:cubicBezTo>
                    <a:pt x="112" y="142"/>
                    <a:pt x="152" y="112"/>
                    <a:pt x="152" y="72"/>
                  </a:cubicBezTo>
                  <a:cubicBezTo>
                    <a:pt x="152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3564875" y="2317400"/>
              <a:ext cx="11675" cy="11650"/>
            </a:xfrm>
            <a:custGeom>
              <a:avLst/>
              <a:gdLst/>
              <a:ahLst/>
              <a:cxnLst/>
              <a:rect l="l" t="t" r="r" b="b"/>
              <a:pathLst>
                <a:path w="467" h="466" extrusionOk="0">
                  <a:moveTo>
                    <a:pt x="234" y="0"/>
                  </a:moveTo>
                  <a:lnTo>
                    <a:pt x="153" y="152"/>
                  </a:lnTo>
                  <a:lnTo>
                    <a:pt x="1" y="233"/>
                  </a:lnTo>
                  <a:lnTo>
                    <a:pt x="153" y="314"/>
                  </a:lnTo>
                  <a:lnTo>
                    <a:pt x="234" y="465"/>
                  </a:lnTo>
                  <a:lnTo>
                    <a:pt x="315" y="314"/>
                  </a:lnTo>
                  <a:lnTo>
                    <a:pt x="466" y="233"/>
                  </a:lnTo>
                  <a:lnTo>
                    <a:pt x="315" y="152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2866650" y="209662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1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3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1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2945050" y="2230150"/>
              <a:ext cx="4325" cy="3575"/>
            </a:xfrm>
            <a:custGeom>
              <a:avLst/>
              <a:gdLst/>
              <a:ahLst/>
              <a:cxnLst/>
              <a:rect l="l" t="t" r="r" b="b"/>
              <a:pathLst>
                <a:path w="173" h="143" extrusionOk="0">
                  <a:moveTo>
                    <a:pt x="90" y="0"/>
                  </a:moveTo>
                  <a:cubicBezTo>
                    <a:pt x="67" y="0"/>
                    <a:pt x="44" y="14"/>
                    <a:pt x="31" y="41"/>
                  </a:cubicBezTo>
                  <a:cubicBezTo>
                    <a:pt x="1" y="71"/>
                    <a:pt x="21" y="112"/>
                    <a:pt x="51" y="132"/>
                  </a:cubicBezTo>
                  <a:cubicBezTo>
                    <a:pt x="62" y="139"/>
                    <a:pt x="75" y="142"/>
                    <a:pt x="89" y="142"/>
                  </a:cubicBezTo>
                  <a:cubicBezTo>
                    <a:pt x="114" y="142"/>
                    <a:pt x="139" y="131"/>
                    <a:pt x="152" y="112"/>
                  </a:cubicBezTo>
                  <a:cubicBezTo>
                    <a:pt x="172" y="82"/>
                    <a:pt x="163" y="31"/>
                    <a:pt x="122" y="10"/>
                  </a:cubicBezTo>
                  <a:cubicBezTo>
                    <a:pt x="112" y="4"/>
                    <a:pt x="101" y="0"/>
                    <a:pt x="90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2875250" y="22015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3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3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2846175" y="1931225"/>
              <a:ext cx="5075" cy="4825"/>
            </a:xfrm>
            <a:custGeom>
              <a:avLst/>
              <a:gdLst/>
              <a:ahLst/>
              <a:cxnLst/>
              <a:rect l="l" t="t" r="r" b="b"/>
              <a:pathLst>
                <a:path w="203" h="193" extrusionOk="0">
                  <a:moveTo>
                    <a:pt x="101" y="1"/>
                  </a:moveTo>
                  <a:cubicBezTo>
                    <a:pt x="51" y="1"/>
                    <a:pt x="0" y="41"/>
                    <a:pt x="0" y="92"/>
                  </a:cubicBezTo>
                  <a:cubicBezTo>
                    <a:pt x="0" y="152"/>
                    <a:pt x="51" y="193"/>
                    <a:pt x="101" y="193"/>
                  </a:cubicBezTo>
                  <a:cubicBezTo>
                    <a:pt x="162" y="193"/>
                    <a:pt x="202" y="152"/>
                    <a:pt x="202" y="92"/>
                  </a:cubicBezTo>
                  <a:cubicBezTo>
                    <a:pt x="202" y="41"/>
                    <a:pt x="162" y="1"/>
                    <a:pt x="101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3360050" y="2110025"/>
              <a:ext cx="4050" cy="3825"/>
            </a:xfrm>
            <a:custGeom>
              <a:avLst/>
              <a:gdLst/>
              <a:ahLst/>
              <a:cxnLst/>
              <a:rect l="l" t="t" r="r" b="b"/>
              <a:pathLst>
                <a:path w="162" h="153" extrusionOk="0">
                  <a:moveTo>
                    <a:pt x="86" y="1"/>
                  </a:moveTo>
                  <a:cubicBezTo>
                    <a:pt x="61" y="1"/>
                    <a:pt x="34" y="14"/>
                    <a:pt x="20" y="41"/>
                  </a:cubicBezTo>
                  <a:cubicBezTo>
                    <a:pt x="0" y="71"/>
                    <a:pt x="11" y="122"/>
                    <a:pt x="51" y="142"/>
                  </a:cubicBezTo>
                  <a:cubicBezTo>
                    <a:pt x="61" y="149"/>
                    <a:pt x="72" y="152"/>
                    <a:pt x="84" y="152"/>
                  </a:cubicBezTo>
                  <a:cubicBezTo>
                    <a:pt x="106" y="152"/>
                    <a:pt x="128" y="139"/>
                    <a:pt x="142" y="112"/>
                  </a:cubicBezTo>
                  <a:cubicBezTo>
                    <a:pt x="162" y="81"/>
                    <a:pt x="152" y="31"/>
                    <a:pt x="122" y="11"/>
                  </a:cubicBezTo>
                  <a:cubicBezTo>
                    <a:pt x="111" y="4"/>
                    <a:pt x="99" y="1"/>
                    <a:pt x="86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3356500" y="1985600"/>
              <a:ext cx="3825" cy="3825"/>
            </a:xfrm>
            <a:custGeom>
              <a:avLst/>
              <a:gdLst/>
              <a:ahLst/>
              <a:cxnLst/>
              <a:rect l="l" t="t" r="r" b="b"/>
              <a:pathLst>
                <a:path w="153" h="153" extrusionOk="0">
                  <a:moveTo>
                    <a:pt x="1" y="0"/>
                  </a:moveTo>
                  <a:lnTo>
                    <a:pt x="21" y="81"/>
                  </a:lnTo>
                  <a:lnTo>
                    <a:pt x="1" y="153"/>
                  </a:lnTo>
                  <a:lnTo>
                    <a:pt x="72" y="132"/>
                  </a:lnTo>
                  <a:lnTo>
                    <a:pt x="153" y="153"/>
                  </a:lnTo>
                  <a:lnTo>
                    <a:pt x="132" y="81"/>
                  </a:lnTo>
                  <a:lnTo>
                    <a:pt x="153" y="0"/>
                  </a:lnTo>
                  <a:lnTo>
                    <a:pt x="72" y="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3463225" y="1928650"/>
              <a:ext cx="4075" cy="3675"/>
            </a:xfrm>
            <a:custGeom>
              <a:avLst/>
              <a:gdLst/>
              <a:ahLst/>
              <a:cxnLst/>
              <a:rect l="l" t="t" r="r" b="b"/>
              <a:pathLst>
                <a:path w="163" h="147" extrusionOk="0">
                  <a:moveTo>
                    <a:pt x="77" y="1"/>
                  </a:moveTo>
                  <a:cubicBezTo>
                    <a:pt x="72" y="1"/>
                    <a:pt x="66" y="1"/>
                    <a:pt x="61" y="3"/>
                  </a:cubicBezTo>
                  <a:cubicBezTo>
                    <a:pt x="21" y="12"/>
                    <a:pt x="0" y="53"/>
                    <a:pt x="11" y="93"/>
                  </a:cubicBezTo>
                  <a:cubicBezTo>
                    <a:pt x="19" y="127"/>
                    <a:pt x="48" y="147"/>
                    <a:pt x="81" y="147"/>
                  </a:cubicBezTo>
                  <a:cubicBezTo>
                    <a:pt x="88" y="147"/>
                    <a:pt x="95" y="146"/>
                    <a:pt x="102" y="144"/>
                  </a:cubicBezTo>
                  <a:cubicBezTo>
                    <a:pt x="132" y="134"/>
                    <a:pt x="162" y="93"/>
                    <a:pt x="152" y="63"/>
                  </a:cubicBezTo>
                  <a:cubicBezTo>
                    <a:pt x="143" y="28"/>
                    <a:pt x="112" y="1"/>
                    <a:pt x="77" y="1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3131925" y="2048625"/>
              <a:ext cx="4075" cy="3775"/>
            </a:xfrm>
            <a:custGeom>
              <a:avLst/>
              <a:gdLst/>
              <a:ahLst/>
              <a:cxnLst/>
              <a:rect l="l" t="t" r="r" b="b"/>
              <a:pathLst>
                <a:path w="163" h="151" extrusionOk="0">
                  <a:moveTo>
                    <a:pt x="89" y="0"/>
                  </a:moveTo>
                  <a:cubicBezTo>
                    <a:pt x="61" y="0"/>
                    <a:pt x="36" y="17"/>
                    <a:pt x="21" y="39"/>
                  </a:cubicBezTo>
                  <a:cubicBezTo>
                    <a:pt x="1" y="69"/>
                    <a:pt x="11" y="120"/>
                    <a:pt x="41" y="140"/>
                  </a:cubicBezTo>
                  <a:cubicBezTo>
                    <a:pt x="55" y="147"/>
                    <a:pt x="68" y="150"/>
                    <a:pt x="81" y="150"/>
                  </a:cubicBezTo>
                  <a:cubicBezTo>
                    <a:pt x="106" y="150"/>
                    <a:pt x="129" y="137"/>
                    <a:pt x="142" y="109"/>
                  </a:cubicBezTo>
                  <a:cubicBezTo>
                    <a:pt x="163" y="80"/>
                    <a:pt x="153" y="29"/>
                    <a:pt x="122" y="8"/>
                  </a:cubicBezTo>
                  <a:cubicBezTo>
                    <a:pt x="111" y="3"/>
                    <a:pt x="100" y="0"/>
                    <a:pt x="89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3036350" y="2086750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73" y="1"/>
                  </a:moveTo>
                  <a:lnTo>
                    <a:pt x="112" y="112"/>
                  </a:lnTo>
                  <a:lnTo>
                    <a:pt x="0" y="173"/>
                  </a:lnTo>
                  <a:lnTo>
                    <a:pt x="112" y="234"/>
                  </a:lnTo>
                  <a:lnTo>
                    <a:pt x="173" y="345"/>
                  </a:lnTo>
                  <a:lnTo>
                    <a:pt x="233" y="234"/>
                  </a:lnTo>
                  <a:lnTo>
                    <a:pt x="344" y="173"/>
                  </a:lnTo>
                  <a:lnTo>
                    <a:pt x="233" y="11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3140025" y="2158850"/>
              <a:ext cx="10400" cy="10375"/>
            </a:xfrm>
            <a:custGeom>
              <a:avLst/>
              <a:gdLst/>
              <a:ahLst/>
              <a:cxnLst/>
              <a:rect l="l" t="t" r="r" b="b"/>
              <a:pathLst>
                <a:path w="416" h="415" extrusionOk="0">
                  <a:moveTo>
                    <a:pt x="213" y="0"/>
                  </a:moveTo>
                  <a:lnTo>
                    <a:pt x="142" y="131"/>
                  </a:lnTo>
                  <a:lnTo>
                    <a:pt x="1" y="202"/>
                  </a:lnTo>
                  <a:lnTo>
                    <a:pt x="142" y="283"/>
                  </a:lnTo>
                  <a:lnTo>
                    <a:pt x="213" y="414"/>
                  </a:lnTo>
                  <a:lnTo>
                    <a:pt x="284" y="283"/>
                  </a:lnTo>
                  <a:lnTo>
                    <a:pt x="416" y="202"/>
                  </a:lnTo>
                  <a:lnTo>
                    <a:pt x="284" y="131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3025975" y="1981825"/>
              <a:ext cx="3575" cy="3550"/>
            </a:xfrm>
            <a:custGeom>
              <a:avLst/>
              <a:gdLst/>
              <a:ahLst/>
              <a:cxnLst/>
              <a:rect l="l" t="t" r="r" b="b"/>
              <a:pathLst>
                <a:path w="143" h="142" extrusionOk="0">
                  <a:moveTo>
                    <a:pt x="71" y="0"/>
                  </a:moveTo>
                  <a:cubicBezTo>
                    <a:pt x="31" y="0"/>
                    <a:pt x="1" y="30"/>
                    <a:pt x="1" y="70"/>
                  </a:cubicBezTo>
                  <a:cubicBezTo>
                    <a:pt x="1" y="111"/>
                    <a:pt x="31" y="142"/>
                    <a:pt x="71" y="142"/>
                  </a:cubicBezTo>
                  <a:cubicBezTo>
                    <a:pt x="112" y="142"/>
                    <a:pt x="142" y="111"/>
                    <a:pt x="142" y="70"/>
                  </a:cubicBezTo>
                  <a:cubicBezTo>
                    <a:pt x="142" y="30"/>
                    <a:pt x="112" y="0"/>
                    <a:pt x="71" y="0"/>
                  </a:cubicBez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2964775" y="1919350"/>
              <a:ext cx="8625" cy="8600"/>
            </a:xfrm>
            <a:custGeom>
              <a:avLst/>
              <a:gdLst/>
              <a:ahLst/>
              <a:cxnLst/>
              <a:rect l="l" t="t" r="r" b="b"/>
              <a:pathLst>
                <a:path w="345" h="344" extrusionOk="0">
                  <a:moveTo>
                    <a:pt x="172" y="0"/>
                  </a:moveTo>
                  <a:lnTo>
                    <a:pt x="112" y="112"/>
                  </a:lnTo>
                  <a:lnTo>
                    <a:pt x="1" y="172"/>
                  </a:lnTo>
                  <a:lnTo>
                    <a:pt x="112" y="233"/>
                  </a:lnTo>
                  <a:lnTo>
                    <a:pt x="172" y="344"/>
                  </a:lnTo>
                  <a:lnTo>
                    <a:pt x="233" y="233"/>
                  </a:lnTo>
                  <a:lnTo>
                    <a:pt x="345" y="172"/>
                  </a:lnTo>
                  <a:lnTo>
                    <a:pt x="233" y="11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3106900" y="1931225"/>
              <a:ext cx="10400" cy="10150"/>
            </a:xfrm>
            <a:custGeom>
              <a:avLst/>
              <a:gdLst/>
              <a:ahLst/>
              <a:cxnLst/>
              <a:rect l="l" t="t" r="r" b="b"/>
              <a:pathLst>
                <a:path w="416" h="406" extrusionOk="0">
                  <a:moveTo>
                    <a:pt x="203" y="1"/>
                  </a:moveTo>
                  <a:lnTo>
                    <a:pt x="132" y="132"/>
                  </a:lnTo>
                  <a:lnTo>
                    <a:pt x="1" y="203"/>
                  </a:lnTo>
                  <a:lnTo>
                    <a:pt x="132" y="274"/>
                  </a:lnTo>
                  <a:lnTo>
                    <a:pt x="203" y="406"/>
                  </a:lnTo>
                  <a:lnTo>
                    <a:pt x="284" y="274"/>
                  </a:lnTo>
                  <a:lnTo>
                    <a:pt x="415" y="203"/>
                  </a:lnTo>
                  <a:lnTo>
                    <a:pt x="284" y="13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3249025" y="2062975"/>
              <a:ext cx="10150" cy="10400"/>
            </a:xfrm>
            <a:custGeom>
              <a:avLst/>
              <a:gdLst/>
              <a:ahLst/>
              <a:cxnLst/>
              <a:rect l="l" t="t" r="r" b="b"/>
              <a:pathLst>
                <a:path w="406" h="416" extrusionOk="0">
                  <a:moveTo>
                    <a:pt x="203" y="1"/>
                  </a:moveTo>
                  <a:lnTo>
                    <a:pt x="132" y="133"/>
                  </a:lnTo>
                  <a:lnTo>
                    <a:pt x="1" y="214"/>
                  </a:lnTo>
                  <a:lnTo>
                    <a:pt x="132" y="284"/>
                  </a:lnTo>
                  <a:lnTo>
                    <a:pt x="203" y="416"/>
                  </a:lnTo>
                  <a:lnTo>
                    <a:pt x="274" y="284"/>
                  </a:lnTo>
                  <a:lnTo>
                    <a:pt x="405" y="214"/>
                  </a:lnTo>
                  <a:lnTo>
                    <a:pt x="274" y="13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7D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3485225" y="2385925"/>
              <a:ext cx="2300" cy="35175"/>
            </a:xfrm>
            <a:custGeom>
              <a:avLst/>
              <a:gdLst/>
              <a:ahLst/>
              <a:cxnLst/>
              <a:rect l="l" t="t" r="r" b="b"/>
              <a:pathLst>
                <a:path w="92" h="1407" extrusionOk="0">
                  <a:moveTo>
                    <a:pt x="1" y="1"/>
                  </a:moveTo>
                  <a:lnTo>
                    <a:pt x="62" y="1407"/>
                  </a:lnTo>
                  <a:lnTo>
                    <a:pt x="91" y="1397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1423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37"/>
          <p:cNvSpPr txBox="1">
            <a:spLocks noGrp="1"/>
          </p:cNvSpPr>
          <p:nvPr>
            <p:ph type="title"/>
          </p:nvPr>
        </p:nvSpPr>
        <p:spPr>
          <a:xfrm>
            <a:off x="696425" y="540000"/>
            <a:ext cx="7749300" cy="18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Get back into your groups :)</a:t>
            </a:r>
            <a:endParaRPr sz="5000"/>
          </a:p>
        </p:txBody>
      </p:sp>
      <p:grpSp>
        <p:nvGrpSpPr>
          <p:cNvPr id="1894" name="Google Shape;1894;p37"/>
          <p:cNvGrpSpPr/>
          <p:nvPr/>
        </p:nvGrpSpPr>
        <p:grpSpPr>
          <a:xfrm>
            <a:off x="2557605" y="2329971"/>
            <a:ext cx="4028787" cy="2282021"/>
            <a:chOff x="2305300" y="2539013"/>
            <a:chExt cx="4467000" cy="2530237"/>
          </a:xfrm>
        </p:grpSpPr>
        <p:sp>
          <p:nvSpPr>
            <p:cNvPr id="1895" name="Google Shape;1895;p37"/>
            <p:cNvSpPr/>
            <p:nvPr/>
          </p:nvSpPr>
          <p:spPr>
            <a:xfrm>
              <a:off x="2305300" y="4882350"/>
              <a:ext cx="44670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6" name="Google Shape;1896;p37"/>
            <p:cNvGrpSpPr/>
            <p:nvPr/>
          </p:nvGrpSpPr>
          <p:grpSpPr>
            <a:xfrm>
              <a:off x="2490134" y="2539013"/>
              <a:ext cx="4010479" cy="2468730"/>
              <a:chOff x="1347025" y="3747250"/>
              <a:chExt cx="1235400" cy="760475"/>
            </a:xfrm>
          </p:grpSpPr>
          <p:sp>
            <p:nvSpPr>
              <p:cNvPr id="1897" name="Google Shape;1897;p37"/>
              <p:cNvSpPr/>
              <p:nvPr/>
            </p:nvSpPr>
            <p:spPr>
              <a:xfrm>
                <a:off x="1358425" y="3826925"/>
                <a:ext cx="237725" cy="232400"/>
              </a:xfrm>
              <a:custGeom>
                <a:avLst/>
                <a:gdLst/>
                <a:ahLst/>
                <a:cxnLst/>
                <a:rect l="l" t="t" r="r" b="b"/>
                <a:pathLst>
                  <a:path w="9509" h="9296" extrusionOk="0">
                    <a:moveTo>
                      <a:pt x="101" y="0"/>
                    </a:moveTo>
                    <a:cubicBezTo>
                      <a:pt x="50" y="0"/>
                      <a:pt x="0" y="41"/>
                      <a:pt x="0" y="101"/>
                    </a:cubicBezTo>
                    <a:lnTo>
                      <a:pt x="0" y="9195"/>
                    </a:lnTo>
                    <a:cubicBezTo>
                      <a:pt x="0" y="9256"/>
                      <a:pt x="50" y="9296"/>
                      <a:pt x="101" y="9296"/>
                    </a:cubicBezTo>
                    <a:lnTo>
                      <a:pt x="9408" y="9296"/>
                    </a:lnTo>
                    <a:cubicBezTo>
                      <a:pt x="9468" y="9296"/>
                      <a:pt x="9509" y="9256"/>
                      <a:pt x="9509" y="9195"/>
                    </a:cubicBezTo>
                    <a:lnTo>
                      <a:pt x="9509" y="101"/>
                    </a:lnTo>
                    <a:cubicBezTo>
                      <a:pt x="9509" y="41"/>
                      <a:pt x="9468" y="0"/>
                      <a:pt x="94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37"/>
              <p:cNvSpPr/>
              <p:nvPr/>
            </p:nvSpPr>
            <p:spPr>
              <a:xfrm>
                <a:off x="1370300" y="3833500"/>
                <a:ext cx="215250" cy="43250"/>
              </a:xfrm>
              <a:custGeom>
                <a:avLst/>
                <a:gdLst/>
                <a:ahLst/>
                <a:cxnLst/>
                <a:rect l="l" t="t" r="r" b="b"/>
                <a:pathLst>
                  <a:path w="8610" h="1730" extrusionOk="0">
                    <a:moveTo>
                      <a:pt x="92" y="0"/>
                    </a:moveTo>
                    <a:cubicBezTo>
                      <a:pt x="41" y="0"/>
                      <a:pt x="0" y="50"/>
                      <a:pt x="0" y="101"/>
                    </a:cubicBezTo>
                    <a:lnTo>
                      <a:pt x="0" y="1639"/>
                    </a:lnTo>
                    <a:cubicBezTo>
                      <a:pt x="0" y="1689"/>
                      <a:pt x="41" y="1729"/>
                      <a:pt x="92" y="1729"/>
                    </a:cubicBezTo>
                    <a:lnTo>
                      <a:pt x="8518" y="1729"/>
                    </a:lnTo>
                    <a:cubicBezTo>
                      <a:pt x="8569" y="1729"/>
                      <a:pt x="8609" y="1689"/>
                      <a:pt x="8609" y="1639"/>
                    </a:cubicBezTo>
                    <a:lnTo>
                      <a:pt x="8609" y="101"/>
                    </a:lnTo>
                    <a:cubicBezTo>
                      <a:pt x="8609" y="50"/>
                      <a:pt x="8569" y="0"/>
                      <a:pt x="85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37"/>
              <p:cNvSpPr/>
              <p:nvPr/>
            </p:nvSpPr>
            <p:spPr>
              <a:xfrm>
                <a:off x="1548325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52"/>
                    </a:moveTo>
                    <a:cubicBezTo>
                      <a:pt x="1104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04"/>
                      <a:pt x="52" y="901"/>
                    </a:cubicBezTo>
                    <a:lnTo>
                      <a:pt x="52" y="425"/>
                    </a:lnTo>
                    <a:cubicBezTo>
                      <a:pt x="52" y="213"/>
                      <a:pt x="214" y="52"/>
                      <a:pt x="426" y="52"/>
                    </a:cubicBezTo>
                    <a:close/>
                    <a:moveTo>
                      <a:pt x="426" y="1"/>
                    </a:moveTo>
                    <a:cubicBezTo>
                      <a:pt x="183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83" y="1326"/>
                      <a:pt x="426" y="1326"/>
                    </a:cubicBezTo>
                    <a:lnTo>
                      <a:pt x="901" y="1326"/>
                    </a:lnTo>
                    <a:cubicBezTo>
                      <a:pt x="1134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37"/>
              <p:cNvSpPr/>
              <p:nvPr/>
            </p:nvSpPr>
            <p:spPr>
              <a:xfrm>
                <a:off x="1502800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2" y="52"/>
                    </a:moveTo>
                    <a:cubicBezTo>
                      <a:pt x="1114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4" y="1275"/>
                      <a:pt x="902" y="1275"/>
                    </a:cubicBezTo>
                    <a:lnTo>
                      <a:pt x="426" y="1275"/>
                    </a:lnTo>
                    <a:cubicBezTo>
                      <a:pt x="223" y="1275"/>
                      <a:pt x="52" y="1104"/>
                      <a:pt x="52" y="901"/>
                    </a:cubicBezTo>
                    <a:lnTo>
                      <a:pt x="52" y="425"/>
                    </a:lnTo>
                    <a:cubicBezTo>
                      <a:pt x="52" y="213"/>
                      <a:pt x="223" y="52"/>
                      <a:pt x="426" y="52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3" y="1326"/>
                      <a:pt x="426" y="1326"/>
                    </a:cubicBezTo>
                    <a:lnTo>
                      <a:pt x="902" y="1326"/>
                    </a:lnTo>
                    <a:cubicBezTo>
                      <a:pt x="1144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44" y="1"/>
                      <a:pt x="90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37"/>
              <p:cNvSpPr/>
              <p:nvPr/>
            </p:nvSpPr>
            <p:spPr>
              <a:xfrm>
                <a:off x="1460325" y="388785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52"/>
                    </a:moveTo>
                    <a:cubicBezTo>
                      <a:pt x="110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04"/>
                      <a:pt x="51" y="901"/>
                    </a:cubicBezTo>
                    <a:lnTo>
                      <a:pt x="51" y="425"/>
                    </a:lnTo>
                    <a:cubicBezTo>
                      <a:pt x="51" y="213"/>
                      <a:pt x="213" y="52"/>
                      <a:pt x="416" y="52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0" y="183"/>
                      <a:pt x="0" y="425"/>
                    </a:cubicBezTo>
                    <a:lnTo>
                      <a:pt x="0" y="901"/>
                    </a:lnTo>
                    <a:cubicBezTo>
                      <a:pt x="0" y="1133"/>
                      <a:pt x="183" y="1326"/>
                      <a:pt x="416" y="1326"/>
                    </a:cubicBezTo>
                    <a:lnTo>
                      <a:pt x="901" y="1326"/>
                    </a:lnTo>
                    <a:cubicBezTo>
                      <a:pt x="1133" y="1326"/>
                      <a:pt x="1326" y="1133"/>
                      <a:pt x="1326" y="901"/>
                    </a:cubicBezTo>
                    <a:lnTo>
                      <a:pt x="1326" y="425"/>
                    </a:lnTo>
                    <a:cubicBezTo>
                      <a:pt x="1326" y="183"/>
                      <a:pt x="1133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37"/>
              <p:cNvSpPr/>
              <p:nvPr/>
            </p:nvSpPr>
            <p:spPr>
              <a:xfrm>
                <a:off x="1416075" y="388785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52"/>
                    </a:moveTo>
                    <a:cubicBezTo>
                      <a:pt x="111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4"/>
                      <a:pt x="61" y="901"/>
                    </a:cubicBezTo>
                    <a:lnTo>
                      <a:pt x="61" y="425"/>
                    </a:lnTo>
                    <a:cubicBezTo>
                      <a:pt x="61" y="213"/>
                      <a:pt x="223" y="52"/>
                      <a:pt x="425" y="52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33"/>
                      <a:pt x="1336" y="901"/>
                    </a:cubicBezTo>
                    <a:lnTo>
                      <a:pt x="1336" y="425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37"/>
              <p:cNvSpPr/>
              <p:nvPr/>
            </p:nvSpPr>
            <p:spPr>
              <a:xfrm>
                <a:off x="1372075" y="388785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52"/>
                    </a:moveTo>
                    <a:cubicBezTo>
                      <a:pt x="1113" y="52"/>
                      <a:pt x="1275" y="213"/>
                      <a:pt x="1275" y="425"/>
                    </a:cubicBezTo>
                    <a:lnTo>
                      <a:pt x="1275" y="901"/>
                    </a:lnTo>
                    <a:cubicBezTo>
                      <a:pt x="1275" y="1104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4"/>
                      <a:pt x="61" y="901"/>
                    </a:cubicBezTo>
                    <a:lnTo>
                      <a:pt x="61" y="425"/>
                    </a:lnTo>
                    <a:cubicBezTo>
                      <a:pt x="61" y="213"/>
                      <a:pt x="223" y="52"/>
                      <a:pt x="425" y="52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5"/>
                    </a:cubicBezTo>
                    <a:lnTo>
                      <a:pt x="1" y="901"/>
                    </a:lnTo>
                    <a:cubicBezTo>
                      <a:pt x="1" y="1133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33"/>
                      <a:pt x="1336" y="901"/>
                    </a:cubicBezTo>
                    <a:lnTo>
                      <a:pt x="1336" y="425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1548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14" y="61"/>
                      <a:pt x="426" y="61"/>
                    </a:cubicBezTo>
                    <a:close/>
                    <a:moveTo>
                      <a:pt x="426" y="0"/>
                    </a:moveTo>
                    <a:cubicBezTo>
                      <a:pt x="183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83" y="1325"/>
                      <a:pt x="42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4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37"/>
              <p:cNvSpPr/>
              <p:nvPr/>
            </p:nvSpPr>
            <p:spPr>
              <a:xfrm>
                <a:off x="1504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4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13" y="61"/>
                      <a:pt x="416" y="61"/>
                    </a:cubicBezTo>
                    <a:close/>
                    <a:moveTo>
                      <a:pt x="416" y="0"/>
                    </a:moveTo>
                    <a:cubicBezTo>
                      <a:pt x="183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4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37"/>
              <p:cNvSpPr/>
              <p:nvPr/>
            </p:nvSpPr>
            <p:spPr>
              <a:xfrm>
                <a:off x="1460325" y="3930100"/>
                <a:ext cx="33175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5" extrusionOk="0">
                    <a:moveTo>
                      <a:pt x="901" y="61"/>
                    </a:moveTo>
                    <a:cubicBezTo>
                      <a:pt x="110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13"/>
                      <a:pt x="51" y="911"/>
                    </a:cubicBezTo>
                    <a:lnTo>
                      <a:pt x="51" y="425"/>
                    </a:lnTo>
                    <a:cubicBezTo>
                      <a:pt x="51" y="223"/>
                      <a:pt x="213" y="61"/>
                      <a:pt x="416" y="61"/>
                    </a:cubicBezTo>
                    <a:close/>
                    <a:moveTo>
                      <a:pt x="416" y="0"/>
                    </a:moveTo>
                    <a:cubicBezTo>
                      <a:pt x="183" y="0"/>
                      <a:pt x="0" y="192"/>
                      <a:pt x="0" y="425"/>
                    </a:cubicBezTo>
                    <a:lnTo>
                      <a:pt x="0" y="911"/>
                    </a:lnTo>
                    <a:cubicBezTo>
                      <a:pt x="0" y="1143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3" y="1325"/>
                      <a:pt x="1326" y="1143"/>
                      <a:pt x="1326" y="911"/>
                    </a:cubicBezTo>
                    <a:lnTo>
                      <a:pt x="1326" y="425"/>
                    </a:lnTo>
                    <a:cubicBezTo>
                      <a:pt x="1326" y="192"/>
                      <a:pt x="1133" y="0"/>
                      <a:pt x="9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37"/>
              <p:cNvSpPr/>
              <p:nvPr/>
            </p:nvSpPr>
            <p:spPr>
              <a:xfrm>
                <a:off x="1416075" y="3930100"/>
                <a:ext cx="334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5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0"/>
                    </a:moveTo>
                    <a:cubicBezTo>
                      <a:pt x="192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43"/>
                      <a:pt x="1336" y="911"/>
                    </a:cubicBezTo>
                    <a:lnTo>
                      <a:pt x="1336" y="425"/>
                    </a:lnTo>
                    <a:cubicBezTo>
                      <a:pt x="1336" y="192"/>
                      <a:pt x="1143" y="0"/>
                      <a:pt x="91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37"/>
              <p:cNvSpPr/>
              <p:nvPr/>
            </p:nvSpPr>
            <p:spPr>
              <a:xfrm>
                <a:off x="1372075" y="3930100"/>
                <a:ext cx="33400" cy="3312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5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0"/>
                    </a:moveTo>
                    <a:cubicBezTo>
                      <a:pt x="192" y="0"/>
                      <a:pt x="1" y="192"/>
                      <a:pt x="1" y="425"/>
                    </a:cubicBezTo>
                    <a:lnTo>
                      <a:pt x="1" y="911"/>
                    </a:lnTo>
                    <a:cubicBezTo>
                      <a:pt x="1" y="1143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43"/>
                      <a:pt x="1336" y="911"/>
                    </a:cubicBezTo>
                    <a:lnTo>
                      <a:pt x="1336" y="425"/>
                    </a:lnTo>
                    <a:cubicBezTo>
                      <a:pt x="1336" y="192"/>
                      <a:pt x="1143" y="0"/>
                      <a:pt x="91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37"/>
              <p:cNvSpPr/>
              <p:nvPr/>
            </p:nvSpPr>
            <p:spPr>
              <a:xfrm>
                <a:off x="1548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4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4" y="1275"/>
                      <a:pt x="901" y="1275"/>
                    </a:cubicBezTo>
                    <a:lnTo>
                      <a:pt x="426" y="1275"/>
                    </a:lnTo>
                    <a:cubicBezTo>
                      <a:pt x="214" y="1275"/>
                      <a:pt x="52" y="1103"/>
                      <a:pt x="52" y="901"/>
                    </a:cubicBezTo>
                    <a:lnTo>
                      <a:pt x="52" y="426"/>
                    </a:lnTo>
                    <a:cubicBezTo>
                      <a:pt x="52" y="213"/>
                      <a:pt x="214" y="51"/>
                      <a:pt x="426" y="51"/>
                    </a:cubicBezTo>
                    <a:close/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83" y="1325"/>
                      <a:pt x="42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37"/>
              <p:cNvSpPr/>
              <p:nvPr/>
            </p:nvSpPr>
            <p:spPr>
              <a:xfrm>
                <a:off x="1504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4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4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2" y="1103"/>
                      <a:pt x="52" y="901"/>
                    </a:cubicBezTo>
                    <a:lnTo>
                      <a:pt x="52" y="426"/>
                    </a:lnTo>
                    <a:cubicBezTo>
                      <a:pt x="52" y="213"/>
                      <a:pt x="213" y="51"/>
                      <a:pt x="416" y="51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4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37"/>
              <p:cNvSpPr/>
              <p:nvPr/>
            </p:nvSpPr>
            <p:spPr>
              <a:xfrm>
                <a:off x="1460325" y="3972575"/>
                <a:ext cx="331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6" extrusionOk="0">
                    <a:moveTo>
                      <a:pt x="901" y="51"/>
                    </a:moveTo>
                    <a:cubicBezTo>
                      <a:pt x="110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03" y="1275"/>
                      <a:pt x="901" y="1275"/>
                    </a:cubicBezTo>
                    <a:lnTo>
                      <a:pt x="416" y="1275"/>
                    </a:lnTo>
                    <a:cubicBezTo>
                      <a:pt x="213" y="1275"/>
                      <a:pt x="51" y="1103"/>
                      <a:pt x="51" y="901"/>
                    </a:cubicBezTo>
                    <a:lnTo>
                      <a:pt x="51" y="426"/>
                    </a:lnTo>
                    <a:cubicBezTo>
                      <a:pt x="51" y="213"/>
                      <a:pt x="213" y="51"/>
                      <a:pt x="416" y="51"/>
                    </a:cubicBezTo>
                    <a:close/>
                    <a:moveTo>
                      <a:pt x="41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901"/>
                    </a:lnTo>
                    <a:cubicBezTo>
                      <a:pt x="0" y="1134"/>
                      <a:pt x="183" y="1325"/>
                      <a:pt x="416" y="1325"/>
                    </a:cubicBezTo>
                    <a:lnTo>
                      <a:pt x="901" y="1325"/>
                    </a:lnTo>
                    <a:cubicBezTo>
                      <a:pt x="1133" y="1325"/>
                      <a:pt x="1326" y="1134"/>
                      <a:pt x="1326" y="901"/>
                    </a:cubicBezTo>
                    <a:lnTo>
                      <a:pt x="1326" y="426"/>
                    </a:lnTo>
                    <a:cubicBezTo>
                      <a:pt x="1326" y="183"/>
                      <a:pt x="1133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37"/>
              <p:cNvSpPr/>
              <p:nvPr/>
            </p:nvSpPr>
            <p:spPr>
              <a:xfrm>
                <a:off x="1416075" y="3972575"/>
                <a:ext cx="3340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6" extrusionOk="0">
                    <a:moveTo>
                      <a:pt x="911" y="51"/>
                    </a:moveTo>
                    <a:cubicBezTo>
                      <a:pt x="111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3"/>
                      <a:pt x="61" y="901"/>
                    </a:cubicBezTo>
                    <a:lnTo>
                      <a:pt x="61" y="426"/>
                    </a:lnTo>
                    <a:cubicBezTo>
                      <a:pt x="61" y="213"/>
                      <a:pt x="223" y="51"/>
                      <a:pt x="425" y="5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34"/>
                      <a:pt x="1336" y="901"/>
                    </a:cubicBezTo>
                    <a:lnTo>
                      <a:pt x="1336" y="426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37"/>
              <p:cNvSpPr/>
              <p:nvPr/>
            </p:nvSpPr>
            <p:spPr>
              <a:xfrm>
                <a:off x="1372075" y="3972575"/>
                <a:ext cx="3340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6" extrusionOk="0">
                    <a:moveTo>
                      <a:pt x="911" y="51"/>
                    </a:moveTo>
                    <a:cubicBezTo>
                      <a:pt x="1113" y="51"/>
                      <a:pt x="1275" y="213"/>
                      <a:pt x="1275" y="426"/>
                    </a:cubicBezTo>
                    <a:lnTo>
                      <a:pt x="1275" y="901"/>
                    </a:lnTo>
                    <a:cubicBezTo>
                      <a:pt x="1275" y="110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03"/>
                      <a:pt x="61" y="901"/>
                    </a:cubicBezTo>
                    <a:lnTo>
                      <a:pt x="61" y="426"/>
                    </a:lnTo>
                    <a:cubicBezTo>
                      <a:pt x="61" y="213"/>
                      <a:pt x="223" y="51"/>
                      <a:pt x="425" y="5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83"/>
                      <a:pt x="1" y="426"/>
                    </a:cubicBezTo>
                    <a:lnTo>
                      <a:pt x="1" y="901"/>
                    </a:lnTo>
                    <a:cubicBezTo>
                      <a:pt x="1" y="1134"/>
                      <a:pt x="192" y="1325"/>
                      <a:pt x="425" y="1325"/>
                    </a:cubicBezTo>
                    <a:lnTo>
                      <a:pt x="911" y="1325"/>
                    </a:lnTo>
                    <a:cubicBezTo>
                      <a:pt x="1143" y="1325"/>
                      <a:pt x="1336" y="1134"/>
                      <a:pt x="1336" y="901"/>
                    </a:cubicBezTo>
                    <a:lnTo>
                      <a:pt x="1336" y="426"/>
                    </a:lnTo>
                    <a:cubicBezTo>
                      <a:pt x="1336" y="18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37"/>
              <p:cNvSpPr/>
              <p:nvPr/>
            </p:nvSpPr>
            <p:spPr>
              <a:xfrm>
                <a:off x="1502800" y="401480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2" y="61"/>
                    </a:moveTo>
                    <a:cubicBezTo>
                      <a:pt x="1114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4" y="1275"/>
                      <a:pt x="902" y="1275"/>
                    </a:cubicBezTo>
                    <a:lnTo>
                      <a:pt x="426" y="1275"/>
                    </a:lnTo>
                    <a:cubicBezTo>
                      <a:pt x="22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23" y="61"/>
                      <a:pt x="426" y="61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3" y="1326"/>
                      <a:pt x="426" y="1326"/>
                    </a:cubicBezTo>
                    <a:lnTo>
                      <a:pt x="902" y="1326"/>
                    </a:lnTo>
                    <a:cubicBezTo>
                      <a:pt x="1144" y="1326"/>
                      <a:pt x="1326" y="1144"/>
                      <a:pt x="1326" y="911"/>
                    </a:cubicBezTo>
                    <a:lnTo>
                      <a:pt x="1326" y="425"/>
                    </a:lnTo>
                    <a:cubicBezTo>
                      <a:pt x="1326" y="193"/>
                      <a:pt x="1144" y="1"/>
                      <a:pt x="90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37"/>
              <p:cNvSpPr/>
              <p:nvPr/>
            </p:nvSpPr>
            <p:spPr>
              <a:xfrm>
                <a:off x="1458800" y="4014800"/>
                <a:ext cx="3317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327" extrusionOk="0">
                    <a:moveTo>
                      <a:pt x="90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01" y="1275"/>
                    </a:cubicBezTo>
                    <a:lnTo>
                      <a:pt x="426" y="1275"/>
                    </a:lnTo>
                    <a:cubicBezTo>
                      <a:pt x="223" y="1275"/>
                      <a:pt x="52" y="1113"/>
                      <a:pt x="52" y="911"/>
                    </a:cubicBezTo>
                    <a:lnTo>
                      <a:pt x="52" y="425"/>
                    </a:lnTo>
                    <a:cubicBezTo>
                      <a:pt x="52" y="223"/>
                      <a:pt x="223" y="61"/>
                      <a:pt x="426" y="61"/>
                    </a:cubicBezTo>
                    <a:close/>
                    <a:moveTo>
                      <a:pt x="426" y="1"/>
                    </a:moveTo>
                    <a:cubicBezTo>
                      <a:pt x="193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3" y="1326"/>
                      <a:pt x="426" y="1326"/>
                    </a:cubicBezTo>
                    <a:lnTo>
                      <a:pt x="901" y="1326"/>
                    </a:lnTo>
                    <a:cubicBezTo>
                      <a:pt x="1134" y="1326"/>
                      <a:pt x="1326" y="1144"/>
                      <a:pt x="1326" y="911"/>
                    </a:cubicBezTo>
                    <a:lnTo>
                      <a:pt x="1326" y="425"/>
                    </a:lnTo>
                    <a:cubicBezTo>
                      <a:pt x="1326" y="193"/>
                      <a:pt x="1134" y="1"/>
                      <a:pt x="90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37"/>
              <p:cNvSpPr/>
              <p:nvPr/>
            </p:nvSpPr>
            <p:spPr>
              <a:xfrm>
                <a:off x="1416075" y="401480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44"/>
                      <a:pt x="1336" y="911"/>
                    </a:cubicBezTo>
                    <a:lnTo>
                      <a:pt x="1336" y="425"/>
                    </a:lnTo>
                    <a:cubicBezTo>
                      <a:pt x="1336" y="19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37"/>
              <p:cNvSpPr/>
              <p:nvPr/>
            </p:nvSpPr>
            <p:spPr>
              <a:xfrm>
                <a:off x="1372075" y="4014800"/>
                <a:ext cx="334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327" extrusionOk="0">
                    <a:moveTo>
                      <a:pt x="911" y="61"/>
                    </a:moveTo>
                    <a:cubicBezTo>
                      <a:pt x="1113" y="61"/>
                      <a:pt x="1275" y="223"/>
                      <a:pt x="1275" y="425"/>
                    </a:cubicBezTo>
                    <a:lnTo>
                      <a:pt x="1275" y="911"/>
                    </a:lnTo>
                    <a:cubicBezTo>
                      <a:pt x="1275" y="1113"/>
                      <a:pt x="1113" y="1275"/>
                      <a:pt x="911" y="1275"/>
                    </a:cubicBezTo>
                    <a:lnTo>
                      <a:pt x="425" y="1275"/>
                    </a:lnTo>
                    <a:cubicBezTo>
                      <a:pt x="223" y="1275"/>
                      <a:pt x="61" y="1113"/>
                      <a:pt x="61" y="911"/>
                    </a:cubicBezTo>
                    <a:lnTo>
                      <a:pt x="61" y="425"/>
                    </a:lnTo>
                    <a:cubicBezTo>
                      <a:pt x="61" y="223"/>
                      <a:pt x="223" y="61"/>
                      <a:pt x="425" y="61"/>
                    </a:cubicBezTo>
                    <a:close/>
                    <a:moveTo>
                      <a:pt x="425" y="1"/>
                    </a:moveTo>
                    <a:cubicBezTo>
                      <a:pt x="192" y="1"/>
                      <a:pt x="1" y="193"/>
                      <a:pt x="1" y="425"/>
                    </a:cubicBezTo>
                    <a:lnTo>
                      <a:pt x="1" y="911"/>
                    </a:lnTo>
                    <a:cubicBezTo>
                      <a:pt x="1" y="1144"/>
                      <a:pt x="192" y="1326"/>
                      <a:pt x="425" y="1326"/>
                    </a:cubicBezTo>
                    <a:lnTo>
                      <a:pt x="911" y="1326"/>
                    </a:lnTo>
                    <a:cubicBezTo>
                      <a:pt x="1143" y="1326"/>
                      <a:pt x="1336" y="1144"/>
                      <a:pt x="1336" y="911"/>
                    </a:cubicBezTo>
                    <a:lnTo>
                      <a:pt x="1336" y="425"/>
                    </a:lnTo>
                    <a:cubicBezTo>
                      <a:pt x="1336" y="193"/>
                      <a:pt x="1143" y="1"/>
                      <a:pt x="911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37"/>
              <p:cNvSpPr/>
              <p:nvPr/>
            </p:nvSpPr>
            <p:spPr>
              <a:xfrm>
                <a:off x="1531900" y="3843100"/>
                <a:ext cx="2252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01" extrusionOk="0">
                    <a:moveTo>
                      <a:pt x="455" y="0"/>
                    </a:moveTo>
                    <a:cubicBezTo>
                      <a:pt x="203" y="0"/>
                      <a:pt x="1" y="203"/>
                      <a:pt x="1" y="446"/>
                    </a:cubicBezTo>
                    <a:cubicBezTo>
                      <a:pt x="1" y="698"/>
                      <a:pt x="203" y="900"/>
                      <a:pt x="455" y="900"/>
                    </a:cubicBezTo>
                    <a:cubicBezTo>
                      <a:pt x="698" y="900"/>
                      <a:pt x="900" y="698"/>
                      <a:pt x="900" y="446"/>
                    </a:cubicBezTo>
                    <a:cubicBezTo>
                      <a:pt x="900" y="203"/>
                      <a:pt x="698" y="0"/>
                      <a:pt x="455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37"/>
              <p:cNvSpPr/>
              <p:nvPr/>
            </p:nvSpPr>
            <p:spPr>
              <a:xfrm>
                <a:off x="1401400" y="3843100"/>
                <a:ext cx="2252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01" extrusionOk="0">
                    <a:moveTo>
                      <a:pt x="446" y="0"/>
                    </a:moveTo>
                    <a:cubicBezTo>
                      <a:pt x="203" y="0"/>
                      <a:pt x="1" y="203"/>
                      <a:pt x="1" y="446"/>
                    </a:cubicBezTo>
                    <a:cubicBezTo>
                      <a:pt x="1" y="698"/>
                      <a:pt x="203" y="900"/>
                      <a:pt x="446" y="900"/>
                    </a:cubicBezTo>
                    <a:cubicBezTo>
                      <a:pt x="698" y="900"/>
                      <a:pt x="901" y="698"/>
                      <a:pt x="901" y="446"/>
                    </a:cubicBezTo>
                    <a:cubicBezTo>
                      <a:pt x="901" y="203"/>
                      <a:pt x="698" y="0"/>
                      <a:pt x="446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37"/>
              <p:cNvSpPr/>
              <p:nvPr/>
            </p:nvSpPr>
            <p:spPr>
              <a:xfrm>
                <a:off x="1407975" y="3814500"/>
                <a:ext cx="93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721" extrusionOk="0">
                    <a:moveTo>
                      <a:pt x="183" y="1"/>
                    </a:moveTo>
                    <a:cubicBezTo>
                      <a:pt x="82" y="1"/>
                      <a:pt x="1" y="82"/>
                      <a:pt x="1" y="183"/>
                    </a:cubicBezTo>
                    <a:lnTo>
                      <a:pt x="1" y="1529"/>
                    </a:lnTo>
                    <a:cubicBezTo>
                      <a:pt x="1" y="1640"/>
                      <a:pt x="82" y="1721"/>
                      <a:pt x="183" y="1721"/>
                    </a:cubicBezTo>
                    <a:cubicBezTo>
                      <a:pt x="294" y="1721"/>
                      <a:pt x="375" y="1640"/>
                      <a:pt x="375" y="1529"/>
                    </a:cubicBezTo>
                    <a:lnTo>
                      <a:pt x="375" y="183"/>
                    </a:lnTo>
                    <a:cubicBezTo>
                      <a:pt x="375" y="82"/>
                      <a:pt x="294" y="1"/>
                      <a:pt x="18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37"/>
              <p:cNvSpPr/>
              <p:nvPr/>
            </p:nvSpPr>
            <p:spPr>
              <a:xfrm>
                <a:off x="1538475" y="3814500"/>
                <a:ext cx="93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1721" extrusionOk="0">
                    <a:moveTo>
                      <a:pt x="192" y="1"/>
                    </a:moveTo>
                    <a:cubicBezTo>
                      <a:pt x="82" y="1"/>
                      <a:pt x="1" y="82"/>
                      <a:pt x="1" y="183"/>
                    </a:cubicBezTo>
                    <a:lnTo>
                      <a:pt x="1" y="1529"/>
                    </a:lnTo>
                    <a:cubicBezTo>
                      <a:pt x="1" y="1640"/>
                      <a:pt x="82" y="1721"/>
                      <a:pt x="192" y="1721"/>
                    </a:cubicBezTo>
                    <a:cubicBezTo>
                      <a:pt x="294" y="1721"/>
                      <a:pt x="374" y="1640"/>
                      <a:pt x="374" y="1529"/>
                    </a:cubicBezTo>
                    <a:lnTo>
                      <a:pt x="374" y="183"/>
                    </a:lnTo>
                    <a:cubicBezTo>
                      <a:pt x="374" y="82"/>
                      <a:pt x="294" y="1"/>
                      <a:pt x="1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37"/>
              <p:cNvSpPr/>
              <p:nvPr/>
            </p:nvSpPr>
            <p:spPr>
              <a:xfrm>
                <a:off x="2419800" y="3790750"/>
                <a:ext cx="1568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6272" h="6272" extrusionOk="0">
                    <a:moveTo>
                      <a:pt x="3136" y="0"/>
                    </a:moveTo>
                    <a:cubicBezTo>
                      <a:pt x="1407" y="0"/>
                      <a:pt x="0" y="1407"/>
                      <a:pt x="0" y="3136"/>
                    </a:cubicBezTo>
                    <a:cubicBezTo>
                      <a:pt x="0" y="4866"/>
                      <a:pt x="1407" y="6272"/>
                      <a:pt x="3136" y="6272"/>
                    </a:cubicBezTo>
                    <a:cubicBezTo>
                      <a:pt x="4866" y="6272"/>
                      <a:pt x="6272" y="4866"/>
                      <a:pt x="6272" y="3136"/>
                    </a:cubicBezTo>
                    <a:cubicBezTo>
                      <a:pt x="6272" y="1407"/>
                      <a:pt x="4866" y="0"/>
                      <a:pt x="3136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37"/>
              <p:cNvSpPr/>
              <p:nvPr/>
            </p:nvSpPr>
            <p:spPr>
              <a:xfrm>
                <a:off x="2431175" y="3802125"/>
                <a:ext cx="134075" cy="13407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5363" extrusionOk="0">
                    <a:moveTo>
                      <a:pt x="2681" y="1"/>
                    </a:moveTo>
                    <a:cubicBezTo>
                      <a:pt x="1204" y="1"/>
                      <a:pt x="1" y="1204"/>
                      <a:pt x="1" y="2681"/>
                    </a:cubicBezTo>
                    <a:cubicBezTo>
                      <a:pt x="1" y="4168"/>
                      <a:pt x="1204" y="5362"/>
                      <a:pt x="2681" y="5362"/>
                    </a:cubicBezTo>
                    <a:cubicBezTo>
                      <a:pt x="4158" y="5362"/>
                      <a:pt x="5362" y="4168"/>
                      <a:pt x="5362" y="2681"/>
                    </a:cubicBezTo>
                    <a:cubicBezTo>
                      <a:pt x="5362" y="1204"/>
                      <a:pt x="4158" y="1"/>
                      <a:pt x="26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37"/>
              <p:cNvSpPr/>
              <p:nvPr/>
            </p:nvSpPr>
            <p:spPr>
              <a:xfrm>
                <a:off x="2451650" y="3806925"/>
                <a:ext cx="108775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4351" h="4402" extrusionOk="0">
                    <a:moveTo>
                      <a:pt x="2874" y="1"/>
                    </a:moveTo>
                    <a:lnTo>
                      <a:pt x="2874" y="1"/>
                    </a:lnTo>
                    <a:cubicBezTo>
                      <a:pt x="2901" y="12"/>
                      <a:pt x="2929" y="24"/>
                      <a:pt x="2956" y="36"/>
                    </a:cubicBezTo>
                    <a:lnTo>
                      <a:pt x="2956" y="36"/>
                    </a:lnTo>
                    <a:cubicBezTo>
                      <a:pt x="2929" y="24"/>
                      <a:pt x="2901" y="12"/>
                      <a:pt x="2874" y="1"/>
                    </a:cubicBezTo>
                    <a:close/>
                    <a:moveTo>
                      <a:pt x="850" y="11"/>
                    </a:moveTo>
                    <a:cubicBezTo>
                      <a:pt x="553" y="126"/>
                      <a:pt x="282" y="297"/>
                      <a:pt x="39" y="522"/>
                    </a:cubicBezTo>
                    <a:lnTo>
                      <a:pt x="39" y="522"/>
                    </a:lnTo>
                    <a:cubicBezTo>
                      <a:pt x="273" y="306"/>
                      <a:pt x="544" y="135"/>
                      <a:pt x="850" y="11"/>
                    </a:cubicBezTo>
                    <a:close/>
                    <a:moveTo>
                      <a:pt x="39" y="522"/>
                    </a:moveTo>
                    <a:cubicBezTo>
                      <a:pt x="26" y="533"/>
                      <a:pt x="13" y="545"/>
                      <a:pt x="1" y="557"/>
                    </a:cubicBezTo>
                    <a:cubicBezTo>
                      <a:pt x="13" y="545"/>
                      <a:pt x="26" y="533"/>
                      <a:pt x="39" y="522"/>
                    </a:cubicBezTo>
                    <a:close/>
                    <a:moveTo>
                      <a:pt x="2956" y="36"/>
                    </a:moveTo>
                    <a:lnTo>
                      <a:pt x="2956" y="36"/>
                    </a:lnTo>
                    <a:cubicBezTo>
                      <a:pt x="3247" y="168"/>
                      <a:pt x="3514" y="357"/>
                      <a:pt x="3754" y="598"/>
                    </a:cubicBezTo>
                    <a:cubicBezTo>
                      <a:pt x="4017" y="861"/>
                      <a:pt x="4219" y="1164"/>
                      <a:pt x="4350" y="1488"/>
                    </a:cubicBezTo>
                    <a:cubicBezTo>
                      <a:pt x="4089" y="838"/>
                      <a:pt x="3585" y="319"/>
                      <a:pt x="2956" y="36"/>
                    </a:cubicBezTo>
                    <a:close/>
                    <a:moveTo>
                      <a:pt x="4341" y="3511"/>
                    </a:moveTo>
                    <a:cubicBezTo>
                      <a:pt x="4240" y="3749"/>
                      <a:pt x="4105" y="3982"/>
                      <a:pt x="3930" y="4196"/>
                    </a:cubicBezTo>
                    <a:lnTo>
                      <a:pt x="3930" y="4196"/>
                    </a:lnTo>
                    <a:cubicBezTo>
                      <a:pt x="4101" y="3990"/>
                      <a:pt x="4243" y="3759"/>
                      <a:pt x="4341" y="3511"/>
                    </a:cubicBezTo>
                    <a:close/>
                    <a:moveTo>
                      <a:pt x="3930" y="4196"/>
                    </a:moveTo>
                    <a:lnTo>
                      <a:pt x="3930" y="4196"/>
                    </a:lnTo>
                    <a:cubicBezTo>
                      <a:pt x="3871" y="4267"/>
                      <a:pt x="3809" y="4336"/>
                      <a:pt x="3744" y="4401"/>
                    </a:cubicBezTo>
                    <a:lnTo>
                      <a:pt x="3754" y="4391"/>
                    </a:lnTo>
                    <a:cubicBezTo>
                      <a:pt x="3817" y="4328"/>
                      <a:pt x="3876" y="4263"/>
                      <a:pt x="3930" y="4196"/>
                    </a:cubicBezTo>
                    <a:close/>
                  </a:path>
                </a:pathLst>
              </a:custGeom>
              <a:solidFill>
                <a:srgbClr val="7EA0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37"/>
              <p:cNvSpPr/>
              <p:nvPr/>
            </p:nvSpPr>
            <p:spPr>
              <a:xfrm>
                <a:off x="2447100" y="3802125"/>
                <a:ext cx="118150" cy="118125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4725" extrusionOk="0">
                    <a:moveTo>
                      <a:pt x="1963" y="1"/>
                    </a:moveTo>
                    <a:cubicBezTo>
                      <a:pt x="1639" y="10"/>
                      <a:pt x="1326" y="82"/>
                      <a:pt x="1032" y="203"/>
                    </a:cubicBezTo>
                    <a:cubicBezTo>
                      <a:pt x="709" y="334"/>
                      <a:pt x="426" y="516"/>
                      <a:pt x="183" y="749"/>
                    </a:cubicBezTo>
                    <a:cubicBezTo>
                      <a:pt x="183" y="759"/>
                      <a:pt x="183" y="759"/>
                      <a:pt x="173" y="759"/>
                    </a:cubicBezTo>
                    <a:lnTo>
                      <a:pt x="142" y="790"/>
                    </a:lnTo>
                    <a:cubicBezTo>
                      <a:pt x="92" y="840"/>
                      <a:pt x="52" y="891"/>
                      <a:pt x="1" y="952"/>
                    </a:cubicBezTo>
                    <a:cubicBezTo>
                      <a:pt x="497" y="527"/>
                      <a:pt x="1113" y="314"/>
                      <a:pt x="1731" y="314"/>
                    </a:cubicBezTo>
                    <a:cubicBezTo>
                      <a:pt x="2419" y="314"/>
                      <a:pt x="3107" y="577"/>
                      <a:pt x="3633" y="1093"/>
                    </a:cubicBezTo>
                    <a:cubicBezTo>
                      <a:pt x="4624" y="2094"/>
                      <a:pt x="4674" y="3672"/>
                      <a:pt x="3774" y="4724"/>
                    </a:cubicBezTo>
                    <a:cubicBezTo>
                      <a:pt x="3824" y="4684"/>
                      <a:pt x="3875" y="4643"/>
                      <a:pt x="3926" y="4593"/>
                    </a:cubicBezTo>
                    <a:cubicBezTo>
                      <a:pt x="4179" y="4340"/>
                      <a:pt x="4391" y="4036"/>
                      <a:pt x="4523" y="3703"/>
                    </a:cubicBezTo>
                    <a:cubicBezTo>
                      <a:pt x="4644" y="3400"/>
                      <a:pt x="4715" y="3086"/>
                      <a:pt x="4725" y="2762"/>
                    </a:cubicBezTo>
                    <a:lnTo>
                      <a:pt x="4725" y="2752"/>
                    </a:lnTo>
                    <a:lnTo>
                      <a:pt x="4725" y="2681"/>
                    </a:lnTo>
                    <a:lnTo>
                      <a:pt x="4725" y="2611"/>
                    </a:lnTo>
                    <a:lnTo>
                      <a:pt x="4725" y="2600"/>
                    </a:lnTo>
                    <a:cubicBezTo>
                      <a:pt x="4715" y="2287"/>
                      <a:pt x="4654" y="1973"/>
                      <a:pt x="4532" y="1680"/>
                    </a:cubicBezTo>
                    <a:cubicBezTo>
                      <a:pt x="4260" y="1002"/>
                      <a:pt x="3723" y="466"/>
                      <a:pt x="3056" y="193"/>
                    </a:cubicBezTo>
                    <a:cubicBezTo>
                      <a:pt x="2752" y="82"/>
                      <a:pt x="2439" y="10"/>
                      <a:pt x="2125" y="1"/>
                    </a:cubicBez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37"/>
              <p:cNvSpPr/>
              <p:nvPr/>
            </p:nvSpPr>
            <p:spPr>
              <a:xfrm>
                <a:off x="2494400" y="3802125"/>
                <a:ext cx="76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5" extrusionOk="0">
                    <a:moveTo>
                      <a:pt x="152" y="1"/>
                    </a:moveTo>
                    <a:cubicBezTo>
                      <a:pt x="102" y="1"/>
                      <a:pt x="51" y="1"/>
                      <a:pt x="1" y="10"/>
                    </a:cubicBezTo>
                    <a:lnTo>
                      <a:pt x="1" y="365"/>
                    </a:lnTo>
                    <a:lnTo>
                      <a:pt x="304" y="365"/>
                    </a:lnTo>
                    <a:lnTo>
                      <a:pt x="304" y="10"/>
                    </a:lnTo>
                    <a:cubicBezTo>
                      <a:pt x="253" y="1"/>
                      <a:pt x="203" y="1"/>
                      <a:pt x="152" y="1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37"/>
              <p:cNvSpPr/>
              <p:nvPr/>
            </p:nvSpPr>
            <p:spPr>
              <a:xfrm>
                <a:off x="2494400" y="3927050"/>
                <a:ext cx="762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6" extrusionOk="0">
                    <a:moveTo>
                      <a:pt x="1" y="1"/>
                    </a:moveTo>
                    <a:lnTo>
                      <a:pt x="1" y="365"/>
                    </a:lnTo>
                    <a:lnTo>
                      <a:pt x="304" y="365"/>
                    </a:lnTo>
                    <a:lnTo>
                      <a:pt x="304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37"/>
              <p:cNvSpPr/>
              <p:nvPr/>
            </p:nvSpPr>
            <p:spPr>
              <a:xfrm>
                <a:off x="2441300" y="3831975"/>
                <a:ext cx="862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74" extrusionOk="0">
                    <a:moveTo>
                      <a:pt x="41" y="0"/>
                    </a:moveTo>
                    <a:cubicBezTo>
                      <a:pt x="30" y="30"/>
                      <a:pt x="10" y="51"/>
                      <a:pt x="0" y="71"/>
                    </a:cubicBezTo>
                    <a:lnTo>
                      <a:pt x="304" y="273"/>
                    </a:lnTo>
                    <a:lnTo>
                      <a:pt x="344" y="203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37"/>
              <p:cNvSpPr/>
              <p:nvPr/>
            </p:nvSpPr>
            <p:spPr>
              <a:xfrm>
                <a:off x="2546250" y="3899750"/>
                <a:ext cx="887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4" extrusionOk="0">
                    <a:moveTo>
                      <a:pt x="51" y="0"/>
                    </a:moveTo>
                    <a:lnTo>
                      <a:pt x="0" y="61"/>
                    </a:lnTo>
                    <a:lnTo>
                      <a:pt x="314" y="263"/>
                    </a:lnTo>
                    <a:cubicBezTo>
                      <a:pt x="324" y="243"/>
                      <a:pt x="344" y="212"/>
                      <a:pt x="354" y="192"/>
                    </a:cubicBez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37"/>
              <p:cNvSpPr/>
              <p:nvPr/>
            </p:nvSpPr>
            <p:spPr>
              <a:xfrm>
                <a:off x="2461025" y="3917450"/>
                <a:ext cx="6850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274" h="345" extrusionOk="0">
                    <a:moveTo>
                      <a:pt x="203" y="0"/>
                    </a:moveTo>
                    <a:lnTo>
                      <a:pt x="0" y="304"/>
                    </a:lnTo>
                    <a:cubicBezTo>
                      <a:pt x="21" y="314"/>
                      <a:pt x="51" y="334"/>
                      <a:pt x="71" y="344"/>
                    </a:cubicBezTo>
                    <a:lnTo>
                      <a:pt x="273" y="41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37"/>
              <p:cNvSpPr/>
              <p:nvPr/>
            </p:nvSpPr>
            <p:spPr>
              <a:xfrm>
                <a:off x="2528525" y="3812250"/>
                <a:ext cx="6875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54" extrusionOk="0">
                    <a:moveTo>
                      <a:pt x="203" y="0"/>
                    </a:moveTo>
                    <a:lnTo>
                      <a:pt x="1" y="304"/>
                    </a:lnTo>
                    <a:lnTo>
                      <a:pt x="72" y="354"/>
                    </a:lnTo>
                    <a:lnTo>
                      <a:pt x="274" y="41"/>
                    </a:lnTo>
                    <a:cubicBezTo>
                      <a:pt x="244" y="30"/>
                      <a:pt x="223" y="10"/>
                      <a:pt x="203" y="0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37"/>
              <p:cNvSpPr/>
              <p:nvPr/>
            </p:nvSpPr>
            <p:spPr>
              <a:xfrm>
                <a:off x="2465325" y="3809725"/>
                <a:ext cx="607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65" extrusionOk="0">
                    <a:moveTo>
                      <a:pt x="71" y="0"/>
                    </a:moveTo>
                    <a:cubicBezTo>
                      <a:pt x="51" y="10"/>
                      <a:pt x="20" y="30"/>
                      <a:pt x="0" y="41"/>
                    </a:cubicBezTo>
                    <a:lnTo>
                      <a:pt x="172" y="364"/>
                    </a:lnTo>
                    <a:lnTo>
                      <a:pt x="243" y="324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37"/>
              <p:cNvSpPr/>
              <p:nvPr/>
            </p:nvSpPr>
            <p:spPr>
              <a:xfrm>
                <a:off x="2524750" y="3919725"/>
                <a:ext cx="635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5" extrusionOk="0">
                    <a:moveTo>
                      <a:pt x="82" y="0"/>
                    </a:moveTo>
                    <a:lnTo>
                      <a:pt x="1" y="31"/>
                    </a:lnTo>
                    <a:lnTo>
                      <a:pt x="183" y="355"/>
                    </a:lnTo>
                    <a:cubicBezTo>
                      <a:pt x="203" y="344"/>
                      <a:pt x="223" y="334"/>
                      <a:pt x="253" y="31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37"/>
              <p:cNvSpPr/>
              <p:nvPr/>
            </p:nvSpPr>
            <p:spPr>
              <a:xfrm>
                <a:off x="2438775" y="3895950"/>
                <a:ext cx="9125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43" extrusionOk="0">
                    <a:moveTo>
                      <a:pt x="324" y="0"/>
                    </a:moveTo>
                    <a:lnTo>
                      <a:pt x="0" y="173"/>
                    </a:lnTo>
                    <a:cubicBezTo>
                      <a:pt x="10" y="193"/>
                      <a:pt x="30" y="223"/>
                      <a:pt x="41" y="243"/>
                    </a:cubicBezTo>
                    <a:lnTo>
                      <a:pt x="364" y="71"/>
                    </a:lnTo>
                    <a:lnTo>
                      <a:pt x="324" y="0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37"/>
              <p:cNvSpPr/>
              <p:nvPr/>
            </p:nvSpPr>
            <p:spPr>
              <a:xfrm>
                <a:off x="2548525" y="3836250"/>
                <a:ext cx="9125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55" extrusionOk="0">
                    <a:moveTo>
                      <a:pt x="324" y="1"/>
                    </a:moveTo>
                    <a:lnTo>
                      <a:pt x="0" y="173"/>
                    </a:lnTo>
                    <a:lnTo>
                      <a:pt x="41" y="254"/>
                    </a:lnTo>
                    <a:lnTo>
                      <a:pt x="365" y="72"/>
                    </a:lnTo>
                    <a:cubicBezTo>
                      <a:pt x="354" y="52"/>
                      <a:pt x="334" y="32"/>
                      <a:pt x="324" y="1"/>
                    </a:cubicBez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37"/>
              <p:cNvSpPr/>
              <p:nvPr/>
            </p:nvSpPr>
            <p:spPr>
              <a:xfrm>
                <a:off x="2431175" y="3865350"/>
                <a:ext cx="9125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05" extrusionOk="0">
                    <a:moveTo>
                      <a:pt x="1" y="1"/>
                    </a:moveTo>
                    <a:lnTo>
                      <a:pt x="1" y="152"/>
                    </a:lnTo>
                    <a:lnTo>
                      <a:pt x="1" y="304"/>
                    </a:lnTo>
                    <a:lnTo>
                      <a:pt x="365" y="304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37"/>
              <p:cNvSpPr/>
              <p:nvPr/>
            </p:nvSpPr>
            <p:spPr>
              <a:xfrm>
                <a:off x="2556100" y="3865350"/>
                <a:ext cx="915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05" extrusionOk="0">
                    <a:moveTo>
                      <a:pt x="1" y="1"/>
                    </a:moveTo>
                    <a:lnTo>
                      <a:pt x="1" y="304"/>
                    </a:lnTo>
                    <a:lnTo>
                      <a:pt x="365" y="304"/>
                    </a:lnTo>
                    <a:lnTo>
                      <a:pt x="365" y="152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697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37"/>
              <p:cNvSpPr/>
              <p:nvPr/>
            </p:nvSpPr>
            <p:spPr>
              <a:xfrm>
                <a:off x="2496675" y="3826925"/>
                <a:ext cx="3645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477" extrusionOk="0">
                    <a:moveTo>
                      <a:pt x="1457" y="0"/>
                    </a:moveTo>
                    <a:lnTo>
                      <a:pt x="0" y="1376"/>
                    </a:lnTo>
                    <a:lnTo>
                      <a:pt x="102" y="1477"/>
                    </a:lnTo>
                    <a:lnTo>
                      <a:pt x="14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37"/>
              <p:cNvSpPr/>
              <p:nvPr/>
            </p:nvSpPr>
            <p:spPr>
              <a:xfrm>
                <a:off x="2477450" y="3842325"/>
                <a:ext cx="212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41" extrusionOk="0">
                    <a:moveTo>
                      <a:pt x="1" y="1"/>
                    </a:moveTo>
                    <a:lnTo>
                      <a:pt x="749" y="841"/>
                    </a:lnTo>
                    <a:lnTo>
                      <a:pt x="850" y="7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37"/>
              <p:cNvSpPr/>
              <p:nvPr/>
            </p:nvSpPr>
            <p:spPr>
              <a:xfrm>
                <a:off x="2490875" y="3856125"/>
                <a:ext cx="141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16" extrusionOk="0">
                    <a:moveTo>
                      <a:pt x="283" y="0"/>
                    </a:moveTo>
                    <a:cubicBezTo>
                      <a:pt x="218" y="0"/>
                      <a:pt x="152" y="25"/>
                      <a:pt x="101" y="76"/>
                    </a:cubicBezTo>
                    <a:cubicBezTo>
                      <a:pt x="0" y="177"/>
                      <a:pt x="0" y="339"/>
                      <a:pt x="101" y="440"/>
                    </a:cubicBezTo>
                    <a:cubicBezTo>
                      <a:pt x="152" y="491"/>
                      <a:pt x="218" y="516"/>
                      <a:pt x="283" y="516"/>
                    </a:cubicBezTo>
                    <a:cubicBezTo>
                      <a:pt x="349" y="516"/>
                      <a:pt x="415" y="491"/>
                      <a:pt x="465" y="440"/>
                    </a:cubicBezTo>
                    <a:cubicBezTo>
                      <a:pt x="567" y="339"/>
                      <a:pt x="567" y="177"/>
                      <a:pt x="465" y="76"/>
                    </a:cubicBezTo>
                    <a:cubicBezTo>
                      <a:pt x="415" y="25"/>
                      <a:pt x="349" y="0"/>
                      <a:pt x="2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7"/>
              <p:cNvSpPr/>
              <p:nvPr/>
            </p:nvSpPr>
            <p:spPr>
              <a:xfrm>
                <a:off x="2495425" y="3860275"/>
                <a:ext cx="50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83" extrusionOk="0">
                    <a:moveTo>
                      <a:pt x="101" y="1"/>
                    </a:moveTo>
                    <a:cubicBezTo>
                      <a:pt x="78" y="1"/>
                      <a:pt x="56" y="11"/>
                      <a:pt x="41" y="31"/>
                    </a:cubicBezTo>
                    <a:cubicBezTo>
                      <a:pt x="0" y="62"/>
                      <a:pt x="0" y="123"/>
                      <a:pt x="41" y="153"/>
                    </a:cubicBezTo>
                    <a:cubicBezTo>
                      <a:pt x="56" y="173"/>
                      <a:pt x="78" y="183"/>
                      <a:pt x="101" y="183"/>
                    </a:cubicBezTo>
                    <a:cubicBezTo>
                      <a:pt x="124" y="183"/>
                      <a:pt x="147" y="173"/>
                      <a:pt x="162" y="153"/>
                    </a:cubicBezTo>
                    <a:cubicBezTo>
                      <a:pt x="202" y="123"/>
                      <a:pt x="202" y="62"/>
                      <a:pt x="162" y="31"/>
                    </a:cubicBezTo>
                    <a:cubicBezTo>
                      <a:pt x="147" y="11"/>
                      <a:pt x="124" y="1"/>
                      <a:pt x="1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7"/>
              <p:cNvSpPr/>
              <p:nvPr/>
            </p:nvSpPr>
            <p:spPr>
              <a:xfrm>
                <a:off x="1756200" y="3884300"/>
                <a:ext cx="432475" cy="266850"/>
              </a:xfrm>
              <a:custGeom>
                <a:avLst/>
                <a:gdLst/>
                <a:ahLst/>
                <a:cxnLst/>
                <a:rect l="l" t="t" r="r" b="b"/>
                <a:pathLst>
                  <a:path w="17299" h="10674" extrusionOk="0">
                    <a:moveTo>
                      <a:pt x="1" y="1"/>
                    </a:moveTo>
                    <a:lnTo>
                      <a:pt x="1" y="10673"/>
                    </a:lnTo>
                    <a:lnTo>
                      <a:pt x="17299" y="10673"/>
                    </a:lnTo>
                    <a:lnTo>
                      <a:pt x="17299" y="1"/>
                    </a:ln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7"/>
              <p:cNvSpPr/>
              <p:nvPr/>
            </p:nvSpPr>
            <p:spPr>
              <a:xfrm>
                <a:off x="1782000" y="4120000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7"/>
              <p:cNvSpPr/>
              <p:nvPr/>
            </p:nvSpPr>
            <p:spPr>
              <a:xfrm>
                <a:off x="1782000" y="4085600"/>
                <a:ext cx="380875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3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7"/>
              <p:cNvSpPr/>
              <p:nvPr/>
            </p:nvSpPr>
            <p:spPr>
              <a:xfrm>
                <a:off x="1782000" y="4051225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0"/>
                    </a:moveTo>
                    <a:lnTo>
                      <a:pt x="1" y="71"/>
                    </a:lnTo>
                    <a:lnTo>
                      <a:pt x="15235" y="7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7"/>
              <p:cNvSpPr/>
              <p:nvPr/>
            </p:nvSpPr>
            <p:spPr>
              <a:xfrm>
                <a:off x="1782000" y="4016825"/>
                <a:ext cx="380875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72" extrusionOk="0">
                    <a:moveTo>
                      <a:pt x="1" y="1"/>
                    </a:moveTo>
                    <a:lnTo>
                      <a:pt x="1" y="72"/>
                    </a:lnTo>
                    <a:lnTo>
                      <a:pt x="15235" y="72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7"/>
              <p:cNvSpPr/>
              <p:nvPr/>
            </p:nvSpPr>
            <p:spPr>
              <a:xfrm>
                <a:off x="1782000" y="3982425"/>
                <a:ext cx="380875" cy="155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2" extrusionOk="0">
                    <a:moveTo>
                      <a:pt x="1" y="1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7"/>
              <p:cNvSpPr/>
              <p:nvPr/>
            </p:nvSpPr>
            <p:spPr>
              <a:xfrm>
                <a:off x="1782000" y="3948050"/>
                <a:ext cx="380875" cy="1525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1" extrusionOk="0">
                    <a:moveTo>
                      <a:pt x="1" y="0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7"/>
              <p:cNvSpPr/>
              <p:nvPr/>
            </p:nvSpPr>
            <p:spPr>
              <a:xfrm>
                <a:off x="1782000" y="3913650"/>
                <a:ext cx="380875" cy="1550"/>
              </a:xfrm>
              <a:custGeom>
                <a:avLst/>
                <a:gdLst/>
                <a:ahLst/>
                <a:cxnLst/>
                <a:rect l="l" t="t" r="r" b="b"/>
                <a:pathLst>
                  <a:path w="15235" h="62" extrusionOk="0">
                    <a:moveTo>
                      <a:pt x="1" y="0"/>
                    </a:moveTo>
                    <a:lnTo>
                      <a:pt x="1" y="61"/>
                    </a:lnTo>
                    <a:lnTo>
                      <a:pt x="15235" y="61"/>
                    </a:lnTo>
                    <a:lnTo>
                      <a:pt x="1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7"/>
              <p:cNvSpPr/>
              <p:nvPr/>
            </p:nvSpPr>
            <p:spPr>
              <a:xfrm>
                <a:off x="1806550" y="4062850"/>
                <a:ext cx="24525" cy="5820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2328" extrusionOk="0">
                    <a:moveTo>
                      <a:pt x="0" y="1"/>
                    </a:moveTo>
                    <a:lnTo>
                      <a:pt x="0" y="2327"/>
                    </a:lnTo>
                    <a:lnTo>
                      <a:pt x="981" y="2327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7"/>
              <p:cNvSpPr/>
              <p:nvPr/>
            </p:nvSpPr>
            <p:spPr>
              <a:xfrm>
                <a:off x="1806550" y="4022650"/>
                <a:ext cx="2452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609" extrusionOk="0">
                    <a:moveTo>
                      <a:pt x="0" y="1"/>
                    </a:moveTo>
                    <a:lnTo>
                      <a:pt x="0" y="1609"/>
                    </a:lnTo>
                    <a:lnTo>
                      <a:pt x="981" y="1609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37"/>
              <p:cNvSpPr/>
              <p:nvPr/>
            </p:nvSpPr>
            <p:spPr>
              <a:xfrm>
                <a:off x="1806550" y="3983200"/>
                <a:ext cx="24525" cy="39475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79" extrusionOk="0">
                    <a:moveTo>
                      <a:pt x="0" y="1"/>
                    </a:moveTo>
                    <a:lnTo>
                      <a:pt x="0" y="1579"/>
                    </a:lnTo>
                    <a:lnTo>
                      <a:pt x="981" y="1579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37"/>
              <p:cNvSpPr/>
              <p:nvPr/>
            </p:nvSpPr>
            <p:spPr>
              <a:xfrm>
                <a:off x="1855600" y="4076775"/>
                <a:ext cx="24550" cy="442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771" extrusionOk="0">
                    <a:moveTo>
                      <a:pt x="1" y="0"/>
                    </a:moveTo>
                    <a:lnTo>
                      <a:pt x="1" y="1770"/>
                    </a:lnTo>
                    <a:lnTo>
                      <a:pt x="981" y="1770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7"/>
              <p:cNvSpPr/>
              <p:nvPr/>
            </p:nvSpPr>
            <p:spPr>
              <a:xfrm>
                <a:off x="1855600" y="3948800"/>
                <a:ext cx="24550" cy="81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259" extrusionOk="0">
                    <a:moveTo>
                      <a:pt x="1" y="1"/>
                    </a:moveTo>
                    <a:lnTo>
                      <a:pt x="1" y="3258"/>
                    </a:lnTo>
                    <a:lnTo>
                      <a:pt x="981" y="3258"/>
                    </a:lnTo>
                    <a:lnTo>
                      <a:pt x="98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7"/>
              <p:cNvSpPr/>
              <p:nvPr/>
            </p:nvSpPr>
            <p:spPr>
              <a:xfrm>
                <a:off x="1904900" y="4067675"/>
                <a:ext cx="2457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2135" extrusionOk="0">
                    <a:moveTo>
                      <a:pt x="1" y="0"/>
                    </a:moveTo>
                    <a:lnTo>
                      <a:pt x="1" y="2134"/>
                    </a:lnTo>
                    <a:lnTo>
                      <a:pt x="982" y="2134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7"/>
              <p:cNvSpPr/>
              <p:nvPr/>
            </p:nvSpPr>
            <p:spPr>
              <a:xfrm>
                <a:off x="1904900" y="4038575"/>
                <a:ext cx="24575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165" extrusionOk="0">
                    <a:moveTo>
                      <a:pt x="1" y="0"/>
                    </a:moveTo>
                    <a:lnTo>
                      <a:pt x="1" y="1164"/>
                    </a:lnTo>
                    <a:lnTo>
                      <a:pt x="982" y="1164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7"/>
              <p:cNvSpPr/>
              <p:nvPr/>
            </p:nvSpPr>
            <p:spPr>
              <a:xfrm>
                <a:off x="1904900" y="4017600"/>
                <a:ext cx="2457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901" extrusionOk="0">
                    <a:moveTo>
                      <a:pt x="1" y="0"/>
                    </a:moveTo>
                    <a:lnTo>
                      <a:pt x="1" y="900"/>
                    </a:lnTo>
                    <a:lnTo>
                      <a:pt x="982" y="900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7"/>
              <p:cNvSpPr/>
              <p:nvPr/>
            </p:nvSpPr>
            <p:spPr>
              <a:xfrm>
                <a:off x="1953975" y="4082575"/>
                <a:ext cx="24550" cy="38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539" extrusionOk="0">
                    <a:moveTo>
                      <a:pt x="0" y="1"/>
                    </a:moveTo>
                    <a:lnTo>
                      <a:pt x="0" y="1538"/>
                    </a:lnTo>
                    <a:lnTo>
                      <a:pt x="982" y="1538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37"/>
              <p:cNvSpPr/>
              <p:nvPr/>
            </p:nvSpPr>
            <p:spPr>
              <a:xfrm>
                <a:off x="1953975" y="4043125"/>
                <a:ext cx="24550" cy="394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579" extrusionOk="0">
                    <a:moveTo>
                      <a:pt x="0" y="1"/>
                    </a:moveTo>
                    <a:lnTo>
                      <a:pt x="0" y="1579"/>
                    </a:lnTo>
                    <a:lnTo>
                      <a:pt x="982" y="1579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37"/>
              <p:cNvSpPr/>
              <p:nvPr/>
            </p:nvSpPr>
            <p:spPr>
              <a:xfrm>
                <a:off x="1953975" y="4009250"/>
                <a:ext cx="245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356" extrusionOk="0">
                    <a:moveTo>
                      <a:pt x="0" y="0"/>
                    </a:moveTo>
                    <a:lnTo>
                      <a:pt x="0" y="1356"/>
                    </a:lnTo>
                    <a:lnTo>
                      <a:pt x="982" y="1356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37"/>
              <p:cNvSpPr/>
              <p:nvPr/>
            </p:nvSpPr>
            <p:spPr>
              <a:xfrm>
                <a:off x="2003025" y="4076775"/>
                <a:ext cx="24575" cy="442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771" extrusionOk="0">
                    <a:moveTo>
                      <a:pt x="1" y="0"/>
                    </a:moveTo>
                    <a:lnTo>
                      <a:pt x="1" y="1770"/>
                    </a:lnTo>
                    <a:lnTo>
                      <a:pt x="982" y="1770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37"/>
              <p:cNvSpPr/>
              <p:nvPr/>
            </p:nvSpPr>
            <p:spPr>
              <a:xfrm>
                <a:off x="2003025" y="4034800"/>
                <a:ext cx="2457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680" extrusionOk="0">
                    <a:moveTo>
                      <a:pt x="1" y="0"/>
                    </a:moveTo>
                    <a:lnTo>
                      <a:pt x="1" y="1679"/>
                    </a:lnTo>
                    <a:lnTo>
                      <a:pt x="982" y="1679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7"/>
              <p:cNvSpPr/>
              <p:nvPr/>
            </p:nvSpPr>
            <p:spPr>
              <a:xfrm>
                <a:off x="2003025" y="3983200"/>
                <a:ext cx="24575" cy="52375"/>
              </a:xfrm>
              <a:custGeom>
                <a:avLst/>
                <a:gdLst/>
                <a:ahLst/>
                <a:cxnLst/>
                <a:rect l="l" t="t" r="r" b="b"/>
                <a:pathLst>
                  <a:path w="983" h="2095" extrusionOk="0">
                    <a:moveTo>
                      <a:pt x="1" y="1"/>
                    </a:moveTo>
                    <a:lnTo>
                      <a:pt x="1" y="2094"/>
                    </a:lnTo>
                    <a:lnTo>
                      <a:pt x="982" y="2094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37"/>
              <p:cNvSpPr/>
              <p:nvPr/>
            </p:nvSpPr>
            <p:spPr>
              <a:xfrm>
                <a:off x="2052100" y="4094200"/>
                <a:ext cx="245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1074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982" y="1073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37"/>
              <p:cNvSpPr/>
              <p:nvPr/>
            </p:nvSpPr>
            <p:spPr>
              <a:xfrm>
                <a:off x="2052100" y="4004675"/>
                <a:ext cx="24550" cy="895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582" extrusionOk="0">
                    <a:moveTo>
                      <a:pt x="0" y="1"/>
                    </a:moveTo>
                    <a:lnTo>
                      <a:pt x="0" y="3582"/>
                    </a:lnTo>
                    <a:lnTo>
                      <a:pt x="982" y="3582"/>
                    </a:lnTo>
                    <a:lnTo>
                      <a:pt x="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37"/>
              <p:cNvSpPr/>
              <p:nvPr/>
            </p:nvSpPr>
            <p:spPr>
              <a:xfrm>
                <a:off x="2052100" y="3914425"/>
                <a:ext cx="24550" cy="90275"/>
              </a:xfrm>
              <a:custGeom>
                <a:avLst/>
                <a:gdLst/>
                <a:ahLst/>
                <a:cxnLst/>
                <a:rect l="l" t="t" r="r" b="b"/>
                <a:pathLst>
                  <a:path w="982" h="3611" extrusionOk="0">
                    <a:moveTo>
                      <a:pt x="0" y="0"/>
                    </a:moveTo>
                    <a:lnTo>
                      <a:pt x="0" y="3611"/>
                    </a:lnTo>
                    <a:lnTo>
                      <a:pt x="982" y="3611"/>
                    </a:lnTo>
                    <a:lnTo>
                      <a:pt x="9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37"/>
              <p:cNvSpPr/>
              <p:nvPr/>
            </p:nvSpPr>
            <p:spPr>
              <a:xfrm>
                <a:off x="2101150" y="4044150"/>
                <a:ext cx="24800" cy="769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3076" extrusionOk="0">
                    <a:moveTo>
                      <a:pt x="0" y="0"/>
                    </a:moveTo>
                    <a:lnTo>
                      <a:pt x="0" y="3075"/>
                    </a:lnTo>
                    <a:lnTo>
                      <a:pt x="992" y="3075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37"/>
              <p:cNvSpPr/>
              <p:nvPr/>
            </p:nvSpPr>
            <p:spPr>
              <a:xfrm>
                <a:off x="2101150" y="4017600"/>
                <a:ext cx="2480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63" extrusionOk="0">
                    <a:moveTo>
                      <a:pt x="0" y="0"/>
                    </a:moveTo>
                    <a:lnTo>
                      <a:pt x="0" y="1062"/>
                    </a:lnTo>
                    <a:lnTo>
                      <a:pt x="992" y="106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37"/>
              <p:cNvSpPr/>
              <p:nvPr/>
            </p:nvSpPr>
            <p:spPr>
              <a:xfrm>
                <a:off x="2101150" y="3983950"/>
                <a:ext cx="24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47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992" y="1346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37"/>
              <p:cNvSpPr/>
              <p:nvPr/>
            </p:nvSpPr>
            <p:spPr>
              <a:xfrm>
                <a:off x="1855600" y="4009250"/>
                <a:ext cx="24550" cy="6755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702" extrusionOk="0">
                    <a:moveTo>
                      <a:pt x="1" y="0"/>
                    </a:moveTo>
                    <a:lnTo>
                      <a:pt x="1" y="2701"/>
                    </a:lnTo>
                    <a:lnTo>
                      <a:pt x="981" y="2701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7"/>
              <p:cNvSpPr/>
              <p:nvPr/>
            </p:nvSpPr>
            <p:spPr>
              <a:xfrm>
                <a:off x="1574400" y="4440425"/>
                <a:ext cx="29075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56" extrusionOk="0">
                    <a:moveTo>
                      <a:pt x="0" y="1"/>
                    </a:moveTo>
                    <a:lnTo>
                      <a:pt x="70" y="1255"/>
                    </a:lnTo>
                    <a:lnTo>
                      <a:pt x="1163" y="1255"/>
                    </a:lnTo>
                    <a:lnTo>
                      <a:pt x="1122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37"/>
              <p:cNvSpPr/>
              <p:nvPr/>
            </p:nvSpPr>
            <p:spPr>
              <a:xfrm>
                <a:off x="1523550" y="4470275"/>
                <a:ext cx="84750" cy="30100"/>
              </a:xfrm>
              <a:custGeom>
                <a:avLst/>
                <a:gdLst/>
                <a:ahLst/>
                <a:cxnLst/>
                <a:rect l="l" t="t" r="r" b="b"/>
                <a:pathLst>
                  <a:path w="3390" h="1204" extrusionOk="0">
                    <a:moveTo>
                      <a:pt x="2104" y="0"/>
                    </a:moveTo>
                    <a:lnTo>
                      <a:pt x="203" y="516"/>
                    </a:lnTo>
                    <a:lnTo>
                      <a:pt x="0" y="1204"/>
                    </a:lnTo>
                    <a:lnTo>
                      <a:pt x="3390" y="1204"/>
                    </a:lnTo>
                    <a:lnTo>
                      <a:pt x="3278" y="10"/>
                    </a:lnTo>
                    <a:lnTo>
                      <a:pt x="210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37"/>
              <p:cNvSpPr/>
              <p:nvPr/>
            </p:nvSpPr>
            <p:spPr>
              <a:xfrm>
                <a:off x="1513425" y="4478875"/>
                <a:ext cx="9587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3835" h="972" extrusionOk="0">
                    <a:moveTo>
                      <a:pt x="638" y="0"/>
                    </a:moveTo>
                    <a:cubicBezTo>
                      <a:pt x="92" y="0"/>
                      <a:pt x="1" y="971"/>
                      <a:pt x="1" y="971"/>
                    </a:cubicBezTo>
                    <a:lnTo>
                      <a:pt x="3835" y="971"/>
                    </a:lnTo>
                    <a:lnTo>
                      <a:pt x="3815" y="405"/>
                    </a:lnTo>
                    <a:lnTo>
                      <a:pt x="1245" y="405"/>
                    </a:lnTo>
                    <a:cubicBezTo>
                      <a:pt x="1245" y="405"/>
                      <a:pt x="1124" y="0"/>
                      <a:pt x="6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37"/>
              <p:cNvSpPr/>
              <p:nvPr/>
            </p:nvSpPr>
            <p:spPr>
              <a:xfrm>
                <a:off x="1591575" y="4475325"/>
                <a:ext cx="987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86" extrusionOk="0">
                    <a:moveTo>
                      <a:pt x="203" y="1"/>
                    </a:moveTo>
                    <a:cubicBezTo>
                      <a:pt x="92" y="1"/>
                      <a:pt x="1" y="91"/>
                      <a:pt x="1" y="192"/>
                    </a:cubicBezTo>
                    <a:cubicBezTo>
                      <a:pt x="1" y="304"/>
                      <a:pt x="92" y="385"/>
                      <a:pt x="203" y="385"/>
                    </a:cubicBezTo>
                    <a:cubicBezTo>
                      <a:pt x="304" y="385"/>
                      <a:pt x="395" y="304"/>
                      <a:pt x="395" y="192"/>
                    </a:cubicBezTo>
                    <a:cubicBezTo>
                      <a:pt x="395" y="91"/>
                      <a:pt x="304" y="1"/>
                      <a:pt x="2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37"/>
              <p:cNvSpPr/>
              <p:nvPr/>
            </p:nvSpPr>
            <p:spPr>
              <a:xfrm>
                <a:off x="1568550" y="4463425"/>
                <a:ext cx="14975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16" extrusionOk="0">
                    <a:moveTo>
                      <a:pt x="1" y="1"/>
                    </a:moveTo>
                    <a:lnTo>
                      <a:pt x="62" y="416"/>
                    </a:lnTo>
                    <a:lnTo>
                      <a:pt x="537" y="416"/>
                    </a:lnTo>
                    <a:lnTo>
                      <a:pt x="558" y="355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37"/>
              <p:cNvSpPr/>
              <p:nvPr/>
            </p:nvSpPr>
            <p:spPr>
              <a:xfrm>
                <a:off x="1719050" y="4441450"/>
                <a:ext cx="31875" cy="32375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295" extrusionOk="0">
                    <a:moveTo>
                      <a:pt x="1102" y="0"/>
                    </a:moveTo>
                    <a:lnTo>
                      <a:pt x="0" y="162"/>
                    </a:lnTo>
                    <a:lnTo>
                      <a:pt x="162" y="1204"/>
                    </a:lnTo>
                    <a:lnTo>
                      <a:pt x="1275" y="1295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37"/>
              <p:cNvSpPr/>
              <p:nvPr/>
            </p:nvSpPr>
            <p:spPr>
              <a:xfrm>
                <a:off x="1675050" y="4466475"/>
                <a:ext cx="842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1488" extrusionOk="0">
                    <a:moveTo>
                      <a:pt x="3146" y="0"/>
                    </a:moveTo>
                    <a:lnTo>
                      <a:pt x="1983" y="101"/>
                    </a:lnTo>
                    <a:lnTo>
                      <a:pt x="142" y="789"/>
                    </a:lnTo>
                    <a:lnTo>
                      <a:pt x="0" y="1488"/>
                    </a:lnTo>
                    <a:lnTo>
                      <a:pt x="3368" y="1174"/>
                    </a:lnTo>
                    <a:lnTo>
                      <a:pt x="3146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37"/>
              <p:cNvSpPr/>
              <p:nvPr/>
            </p:nvSpPr>
            <p:spPr>
              <a:xfrm>
                <a:off x="1665175" y="4481825"/>
                <a:ext cx="95375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3815" h="1036" extrusionOk="0">
                    <a:moveTo>
                      <a:pt x="614" y="1"/>
                    </a:moveTo>
                    <a:cubicBezTo>
                      <a:pt x="592" y="1"/>
                      <a:pt x="570" y="2"/>
                      <a:pt x="546" y="4"/>
                    </a:cubicBezTo>
                    <a:cubicBezTo>
                      <a:pt x="0" y="54"/>
                      <a:pt x="0" y="1035"/>
                      <a:pt x="0" y="1035"/>
                    </a:cubicBezTo>
                    <a:lnTo>
                      <a:pt x="3814" y="671"/>
                    </a:lnTo>
                    <a:lnTo>
                      <a:pt x="3743" y="105"/>
                    </a:lnTo>
                    <a:lnTo>
                      <a:pt x="1184" y="357"/>
                    </a:lnTo>
                    <a:cubicBezTo>
                      <a:pt x="1184" y="357"/>
                      <a:pt x="1038" y="1"/>
                      <a:pt x="6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37"/>
              <p:cNvSpPr/>
              <p:nvPr/>
            </p:nvSpPr>
            <p:spPr>
              <a:xfrm>
                <a:off x="1740800" y="4472000"/>
                <a:ext cx="101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05" h="388" extrusionOk="0">
                    <a:moveTo>
                      <a:pt x="199" y="1"/>
                    </a:moveTo>
                    <a:cubicBezTo>
                      <a:pt x="193" y="1"/>
                      <a:pt x="188" y="1"/>
                      <a:pt x="182" y="2"/>
                    </a:cubicBezTo>
                    <a:cubicBezTo>
                      <a:pt x="71" y="12"/>
                      <a:pt x="0" y="113"/>
                      <a:pt x="0" y="215"/>
                    </a:cubicBezTo>
                    <a:cubicBezTo>
                      <a:pt x="9" y="318"/>
                      <a:pt x="98" y="387"/>
                      <a:pt x="192" y="387"/>
                    </a:cubicBezTo>
                    <a:cubicBezTo>
                      <a:pt x="199" y="387"/>
                      <a:pt x="206" y="387"/>
                      <a:pt x="212" y="386"/>
                    </a:cubicBezTo>
                    <a:cubicBezTo>
                      <a:pt x="324" y="376"/>
                      <a:pt x="405" y="285"/>
                      <a:pt x="394" y="184"/>
                    </a:cubicBezTo>
                    <a:cubicBezTo>
                      <a:pt x="385" y="79"/>
                      <a:pt x="294" y="1"/>
                      <a:pt x="19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37"/>
              <p:cNvSpPr/>
              <p:nvPr/>
            </p:nvSpPr>
            <p:spPr>
              <a:xfrm>
                <a:off x="1716250" y="4461400"/>
                <a:ext cx="1495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457" extrusionOk="0">
                    <a:moveTo>
                      <a:pt x="598" y="1"/>
                    </a:moveTo>
                    <a:lnTo>
                      <a:pt x="0" y="62"/>
                    </a:lnTo>
                    <a:lnTo>
                      <a:pt x="102" y="457"/>
                    </a:lnTo>
                    <a:lnTo>
                      <a:pt x="577" y="416"/>
                    </a:lnTo>
                    <a:lnTo>
                      <a:pt x="587" y="355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37"/>
              <p:cNvSpPr/>
              <p:nvPr/>
            </p:nvSpPr>
            <p:spPr>
              <a:xfrm>
                <a:off x="1639375" y="4198150"/>
                <a:ext cx="2327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23" extrusionOk="0">
                    <a:moveTo>
                      <a:pt x="11" y="1"/>
                    </a:moveTo>
                    <a:lnTo>
                      <a:pt x="0" y="51"/>
                    </a:lnTo>
                    <a:lnTo>
                      <a:pt x="931" y="122"/>
                    </a:lnTo>
                    <a:lnTo>
                      <a:pt x="931" y="7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37"/>
              <p:cNvSpPr/>
              <p:nvPr/>
            </p:nvSpPr>
            <p:spPr>
              <a:xfrm>
                <a:off x="1683375" y="4097500"/>
                <a:ext cx="2052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932" extrusionOk="0">
                    <a:moveTo>
                      <a:pt x="0" y="1"/>
                    </a:moveTo>
                    <a:cubicBezTo>
                      <a:pt x="0" y="11"/>
                      <a:pt x="102" y="759"/>
                      <a:pt x="810" y="931"/>
                    </a:cubicBezTo>
                    <a:lnTo>
                      <a:pt x="820" y="880"/>
                    </a:lnTo>
                    <a:cubicBezTo>
                      <a:pt x="142" y="719"/>
                      <a:pt x="51" y="1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37"/>
              <p:cNvSpPr/>
              <p:nvPr/>
            </p:nvSpPr>
            <p:spPr>
              <a:xfrm>
                <a:off x="1600700" y="4097500"/>
                <a:ext cx="205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32" extrusionOk="0">
                    <a:moveTo>
                      <a:pt x="769" y="1"/>
                    </a:moveTo>
                    <a:cubicBezTo>
                      <a:pt x="769" y="1"/>
                      <a:pt x="677" y="719"/>
                      <a:pt x="0" y="880"/>
                    </a:cubicBezTo>
                    <a:lnTo>
                      <a:pt x="20" y="931"/>
                    </a:lnTo>
                    <a:cubicBezTo>
                      <a:pt x="718" y="759"/>
                      <a:pt x="819" y="11"/>
                      <a:pt x="8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37"/>
              <p:cNvSpPr/>
              <p:nvPr/>
            </p:nvSpPr>
            <p:spPr>
              <a:xfrm>
                <a:off x="1569575" y="4084875"/>
                <a:ext cx="88525" cy="356600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14264" extrusionOk="0">
                    <a:moveTo>
                      <a:pt x="1650" y="0"/>
                    </a:moveTo>
                    <a:cubicBezTo>
                      <a:pt x="1650" y="0"/>
                      <a:pt x="193" y="2822"/>
                      <a:pt x="193" y="8517"/>
                    </a:cubicBezTo>
                    <a:lnTo>
                      <a:pt x="0" y="14263"/>
                    </a:lnTo>
                    <a:lnTo>
                      <a:pt x="1538" y="14263"/>
                    </a:lnTo>
                    <a:lnTo>
                      <a:pt x="2246" y="9043"/>
                    </a:lnTo>
                    <a:lnTo>
                      <a:pt x="3541" y="3692"/>
                    </a:lnTo>
                    <a:lnTo>
                      <a:pt x="3541" y="0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37"/>
              <p:cNvSpPr/>
              <p:nvPr/>
            </p:nvSpPr>
            <p:spPr>
              <a:xfrm>
                <a:off x="1649475" y="4084875"/>
                <a:ext cx="101200" cy="362650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14506" extrusionOk="0">
                    <a:moveTo>
                      <a:pt x="345" y="0"/>
                    </a:moveTo>
                    <a:lnTo>
                      <a:pt x="1" y="3692"/>
                    </a:lnTo>
                    <a:lnTo>
                      <a:pt x="588" y="9003"/>
                    </a:lnTo>
                    <a:cubicBezTo>
                      <a:pt x="618" y="9205"/>
                      <a:pt x="659" y="9397"/>
                      <a:pt x="720" y="9579"/>
                    </a:cubicBezTo>
                    <a:lnTo>
                      <a:pt x="2419" y="14506"/>
                    </a:lnTo>
                    <a:lnTo>
                      <a:pt x="4047" y="14122"/>
                    </a:lnTo>
                    <a:lnTo>
                      <a:pt x="2925" y="9134"/>
                    </a:lnTo>
                    <a:cubicBezTo>
                      <a:pt x="2925" y="9134"/>
                      <a:pt x="2934" y="6069"/>
                      <a:pt x="2945" y="3490"/>
                    </a:cubicBezTo>
                    <a:cubicBezTo>
                      <a:pt x="2955" y="910"/>
                      <a:pt x="1731" y="0"/>
                      <a:pt x="1731" y="0"/>
                    </a:cubicBez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37"/>
              <p:cNvSpPr/>
              <p:nvPr/>
            </p:nvSpPr>
            <p:spPr>
              <a:xfrm>
                <a:off x="1562250" y="4433850"/>
                <a:ext cx="518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780" extrusionOk="0">
                    <a:moveTo>
                      <a:pt x="71" y="1"/>
                    </a:moveTo>
                    <a:cubicBezTo>
                      <a:pt x="30" y="1"/>
                      <a:pt x="0" y="41"/>
                      <a:pt x="0" y="82"/>
                    </a:cubicBezTo>
                    <a:lnTo>
                      <a:pt x="41" y="709"/>
                    </a:lnTo>
                    <a:cubicBezTo>
                      <a:pt x="51" y="749"/>
                      <a:pt x="81" y="779"/>
                      <a:pt x="111" y="779"/>
                    </a:cubicBezTo>
                    <a:lnTo>
                      <a:pt x="1973" y="779"/>
                    </a:lnTo>
                    <a:cubicBezTo>
                      <a:pt x="2003" y="779"/>
                      <a:pt x="2033" y="749"/>
                      <a:pt x="2033" y="709"/>
                    </a:cubicBezTo>
                    <a:lnTo>
                      <a:pt x="2074" y="71"/>
                    </a:lnTo>
                    <a:cubicBezTo>
                      <a:pt x="2074" y="41"/>
                      <a:pt x="2044" y="1"/>
                      <a:pt x="2003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37"/>
              <p:cNvSpPr/>
              <p:nvPr/>
            </p:nvSpPr>
            <p:spPr>
              <a:xfrm>
                <a:off x="1704375" y="4431075"/>
                <a:ext cx="50850" cy="27900"/>
              </a:xfrm>
              <a:custGeom>
                <a:avLst/>
                <a:gdLst/>
                <a:ahLst/>
                <a:cxnLst/>
                <a:rect l="l" t="t" r="r" b="b"/>
                <a:pathLst>
                  <a:path w="2034" h="1116" extrusionOk="0">
                    <a:moveTo>
                      <a:pt x="1851" y="0"/>
                    </a:moveTo>
                    <a:lnTo>
                      <a:pt x="61" y="364"/>
                    </a:lnTo>
                    <a:cubicBezTo>
                      <a:pt x="21" y="364"/>
                      <a:pt x="0" y="405"/>
                      <a:pt x="10" y="435"/>
                    </a:cubicBezTo>
                    <a:lnTo>
                      <a:pt x="162" y="1072"/>
                    </a:lnTo>
                    <a:cubicBezTo>
                      <a:pt x="170" y="1097"/>
                      <a:pt x="192" y="1116"/>
                      <a:pt x="216" y="1116"/>
                    </a:cubicBezTo>
                    <a:cubicBezTo>
                      <a:pt x="222" y="1116"/>
                      <a:pt x="227" y="1115"/>
                      <a:pt x="233" y="1113"/>
                    </a:cubicBezTo>
                    <a:lnTo>
                      <a:pt x="1983" y="749"/>
                    </a:lnTo>
                    <a:cubicBezTo>
                      <a:pt x="2013" y="739"/>
                      <a:pt x="2033" y="708"/>
                      <a:pt x="2024" y="678"/>
                    </a:cubicBezTo>
                    <a:lnTo>
                      <a:pt x="1922" y="51"/>
                    </a:lnTo>
                    <a:cubicBezTo>
                      <a:pt x="1922" y="20"/>
                      <a:pt x="1882" y="0"/>
                      <a:pt x="185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37"/>
              <p:cNvSpPr/>
              <p:nvPr/>
            </p:nvSpPr>
            <p:spPr>
              <a:xfrm>
                <a:off x="1646950" y="4159725"/>
                <a:ext cx="6100" cy="46800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872" extrusionOk="0">
                    <a:moveTo>
                      <a:pt x="1" y="0"/>
                    </a:moveTo>
                    <a:lnTo>
                      <a:pt x="193" y="1871"/>
                    </a:lnTo>
                    <a:lnTo>
                      <a:pt x="244" y="1871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37"/>
              <p:cNvSpPr/>
              <p:nvPr/>
            </p:nvSpPr>
            <p:spPr>
              <a:xfrm>
                <a:off x="1569075" y="4010525"/>
                <a:ext cx="3872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022" extrusionOk="0">
                    <a:moveTo>
                      <a:pt x="173" y="0"/>
                    </a:moveTo>
                    <a:cubicBezTo>
                      <a:pt x="112" y="232"/>
                      <a:pt x="51" y="486"/>
                      <a:pt x="0" y="749"/>
                    </a:cubicBezTo>
                    <a:lnTo>
                      <a:pt x="1437" y="1021"/>
                    </a:lnTo>
                    <a:cubicBezTo>
                      <a:pt x="1477" y="920"/>
                      <a:pt x="1508" y="819"/>
                      <a:pt x="1548" y="718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37"/>
              <p:cNvSpPr/>
              <p:nvPr/>
            </p:nvSpPr>
            <p:spPr>
              <a:xfrm>
                <a:off x="1652775" y="38428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1" y="1"/>
                    </a:moveTo>
                    <a:lnTo>
                      <a:pt x="1" y="5989"/>
                    </a:lnTo>
                    <a:lnTo>
                      <a:pt x="2469" y="5989"/>
                    </a:lnTo>
                    <a:cubicBezTo>
                      <a:pt x="3248" y="3774"/>
                      <a:pt x="1377" y="3966"/>
                      <a:pt x="1700" y="2702"/>
                    </a:cubicBezTo>
                    <a:cubicBezTo>
                      <a:pt x="2013" y="1448"/>
                      <a:pt x="1801" y="1"/>
                      <a:pt x="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37"/>
              <p:cNvSpPr/>
              <p:nvPr/>
            </p:nvSpPr>
            <p:spPr>
              <a:xfrm>
                <a:off x="1573375" y="38428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3247" y="1"/>
                    </a:moveTo>
                    <a:cubicBezTo>
                      <a:pt x="1528" y="1"/>
                      <a:pt x="1235" y="1448"/>
                      <a:pt x="1558" y="2702"/>
                    </a:cubicBezTo>
                    <a:cubicBezTo>
                      <a:pt x="1872" y="3966"/>
                      <a:pt x="1" y="3774"/>
                      <a:pt x="790" y="5989"/>
                    </a:cubicBezTo>
                    <a:lnTo>
                      <a:pt x="3247" y="5989"/>
                    </a:lnTo>
                    <a:lnTo>
                      <a:pt x="324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37"/>
              <p:cNvSpPr/>
              <p:nvPr/>
            </p:nvSpPr>
            <p:spPr>
              <a:xfrm>
                <a:off x="1583500" y="3929825"/>
                <a:ext cx="137825" cy="96400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3856" extrusionOk="0">
                    <a:moveTo>
                      <a:pt x="2145" y="1"/>
                    </a:moveTo>
                    <a:lnTo>
                      <a:pt x="2023" y="598"/>
                    </a:lnTo>
                    <a:cubicBezTo>
                      <a:pt x="2013" y="679"/>
                      <a:pt x="1952" y="729"/>
                      <a:pt x="1871" y="740"/>
                    </a:cubicBezTo>
                    <a:cubicBezTo>
                      <a:pt x="516" y="962"/>
                      <a:pt x="0" y="2206"/>
                      <a:pt x="344" y="3481"/>
                    </a:cubicBezTo>
                    <a:lnTo>
                      <a:pt x="394" y="3622"/>
                    </a:lnTo>
                    <a:cubicBezTo>
                      <a:pt x="1325" y="3683"/>
                      <a:pt x="2256" y="3744"/>
                      <a:pt x="3176" y="3824"/>
                    </a:cubicBezTo>
                    <a:lnTo>
                      <a:pt x="3278" y="3824"/>
                    </a:lnTo>
                    <a:cubicBezTo>
                      <a:pt x="3338" y="3824"/>
                      <a:pt x="3399" y="3824"/>
                      <a:pt x="3469" y="3835"/>
                    </a:cubicBezTo>
                    <a:lnTo>
                      <a:pt x="3550" y="3835"/>
                    </a:lnTo>
                    <a:cubicBezTo>
                      <a:pt x="4067" y="3845"/>
                      <a:pt x="4582" y="3855"/>
                      <a:pt x="5108" y="3855"/>
                    </a:cubicBezTo>
                    <a:lnTo>
                      <a:pt x="5200" y="3430"/>
                    </a:lnTo>
                    <a:cubicBezTo>
                      <a:pt x="5513" y="2165"/>
                      <a:pt x="4906" y="931"/>
                      <a:pt x="3550" y="719"/>
                    </a:cubicBezTo>
                    <a:cubicBezTo>
                      <a:pt x="3469" y="709"/>
                      <a:pt x="3409" y="648"/>
                      <a:pt x="3399" y="578"/>
                    </a:cubicBezTo>
                    <a:lnTo>
                      <a:pt x="3287" y="1"/>
                    </a:lnTo>
                    <a:lnTo>
                      <a:pt x="2731" y="61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7"/>
              <p:cNvSpPr/>
              <p:nvPr/>
            </p:nvSpPr>
            <p:spPr>
              <a:xfrm>
                <a:off x="1570575" y="3951325"/>
                <a:ext cx="161875" cy="133575"/>
              </a:xfrm>
              <a:custGeom>
                <a:avLst/>
                <a:gdLst/>
                <a:ahLst/>
                <a:cxnLst/>
                <a:rect l="l" t="t" r="r" b="b"/>
                <a:pathLst>
                  <a:path w="6475" h="5343" extrusionOk="0">
                    <a:moveTo>
                      <a:pt x="1893" y="1"/>
                    </a:moveTo>
                    <a:cubicBezTo>
                      <a:pt x="1" y="790"/>
                      <a:pt x="436" y="2409"/>
                      <a:pt x="436" y="2409"/>
                    </a:cubicBezTo>
                    <a:lnTo>
                      <a:pt x="1367" y="2955"/>
                    </a:lnTo>
                    <a:lnTo>
                      <a:pt x="1610" y="5342"/>
                    </a:lnTo>
                    <a:lnTo>
                      <a:pt x="4887" y="5342"/>
                    </a:lnTo>
                    <a:lnTo>
                      <a:pt x="5200" y="2995"/>
                    </a:lnTo>
                    <a:lnTo>
                      <a:pt x="6030" y="2570"/>
                    </a:lnTo>
                    <a:cubicBezTo>
                      <a:pt x="6475" y="567"/>
                      <a:pt x="4593" y="1"/>
                      <a:pt x="4593" y="1"/>
                    </a:cubicBezTo>
                    <a:cubicBezTo>
                      <a:pt x="4593" y="1"/>
                      <a:pt x="4179" y="800"/>
                      <a:pt x="3258" y="800"/>
                    </a:cubicBezTo>
                    <a:cubicBezTo>
                      <a:pt x="2267" y="800"/>
                      <a:pt x="1893" y="1"/>
                      <a:pt x="1893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37"/>
              <p:cNvSpPr/>
              <p:nvPr/>
            </p:nvSpPr>
            <p:spPr>
              <a:xfrm>
                <a:off x="1608775" y="3953875"/>
                <a:ext cx="852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1022" extrusionOk="0">
                    <a:moveTo>
                      <a:pt x="3369" y="0"/>
                    </a:moveTo>
                    <a:lnTo>
                      <a:pt x="3359" y="20"/>
                    </a:lnTo>
                    <a:cubicBezTo>
                      <a:pt x="3349" y="30"/>
                      <a:pt x="2782" y="971"/>
                      <a:pt x="1730" y="971"/>
                    </a:cubicBezTo>
                    <a:cubicBezTo>
                      <a:pt x="668" y="971"/>
                      <a:pt x="61" y="61"/>
                      <a:pt x="51" y="50"/>
                    </a:cubicBezTo>
                    <a:lnTo>
                      <a:pt x="41" y="30"/>
                    </a:lnTo>
                    <a:lnTo>
                      <a:pt x="1" y="50"/>
                    </a:lnTo>
                    <a:lnTo>
                      <a:pt x="10" y="71"/>
                    </a:lnTo>
                    <a:cubicBezTo>
                      <a:pt x="21" y="81"/>
                      <a:pt x="648" y="1021"/>
                      <a:pt x="1730" y="1021"/>
                    </a:cubicBezTo>
                    <a:cubicBezTo>
                      <a:pt x="2813" y="1021"/>
                      <a:pt x="3389" y="50"/>
                      <a:pt x="3400" y="41"/>
                    </a:cubicBezTo>
                    <a:lnTo>
                      <a:pt x="3409" y="20"/>
                    </a:lnTo>
                    <a:lnTo>
                      <a:pt x="336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37"/>
              <p:cNvSpPr/>
              <p:nvPr/>
            </p:nvSpPr>
            <p:spPr>
              <a:xfrm>
                <a:off x="1495725" y="4010525"/>
                <a:ext cx="1120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3553" extrusionOk="0">
                    <a:moveTo>
                      <a:pt x="436" y="0"/>
                    </a:moveTo>
                    <a:lnTo>
                      <a:pt x="1" y="779"/>
                    </a:lnTo>
                    <a:lnTo>
                      <a:pt x="2540" y="2994"/>
                    </a:lnTo>
                    <a:lnTo>
                      <a:pt x="2691" y="3125"/>
                    </a:lnTo>
                    <a:lnTo>
                      <a:pt x="2894" y="3307"/>
                    </a:lnTo>
                    <a:cubicBezTo>
                      <a:pt x="3045" y="3419"/>
                      <a:pt x="3242" y="3553"/>
                      <a:pt x="3420" y="3553"/>
                    </a:cubicBezTo>
                    <a:cubicBezTo>
                      <a:pt x="3565" y="3553"/>
                      <a:pt x="3698" y="3465"/>
                      <a:pt x="3784" y="3206"/>
                    </a:cubicBezTo>
                    <a:cubicBezTo>
                      <a:pt x="3804" y="3156"/>
                      <a:pt x="3815" y="3116"/>
                      <a:pt x="3824" y="3065"/>
                    </a:cubicBezTo>
                    <a:lnTo>
                      <a:pt x="4047" y="2195"/>
                    </a:lnTo>
                    <a:cubicBezTo>
                      <a:pt x="4179" y="1699"/>
                      <a:pt x="4300" y="1194"/>
                      <a:pt x="4482" y="718"/>
                    </a:cubicBezTo>
                    <a:lnTo>
                      <a:pt x="3107" y="0"/>
                    </a:lnTo>
                    <a:cubicBezTo>
                      <a:pt x="2995" y="435"/>
                      <a:pt x="2894" y="931"/>
                      <a:pt x="2793" y="1436"/>
                    </a:cubicBezTo>
                    <a:lnTo>
                      <a:pt x="436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37"/>
              <p:cNvSpPr/>
              <p:nvPr/>
            </p:nvSpPr>
            <p:spPr>
              <a:xfrm>
                <a:off x="1563000" y="40886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37"/>
              <p:cNvSpPr/>
              <p:nvPr/>
            </p:nvSpPr>
            <p:spPr>
              <a:xfrm>
                <a:off x="1569075" y="4010525"/>
                <a:ext cx="38725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022" extrusionOk="0">
                    <a:moveTo>
                      <a:pt x="173" y="0"/>
                    </a:moveTo>
                    <a:cubicBezTo>
                      <a:pt x="112" y="232"/>
                      <a:pt x="51" y="486"/>
                      <a:pt x="0" y="749"/>
                    </a:cubicBezTo>
                    <a:lnTo>
                      <a:pt x="1437" y="1021"/>
                    </a:lnTo>
                    <a:cubicBezTo>
                      <a:pt x="1477" y="920"/>
                      <a:pt x="1508" y="819"/>
                      <a:pt x="1548" y="718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37"/>
              <p:cNvSpPr/>
              <p:nvPr/>
            </p:nvSpPr>
            <p:spPr>
              <a:xfrm>
                <a:off x="1567825" y="3968525"/>
                <a:ext cx="41725" cy="665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661" extrusionOk="0">
                    <a:moveTo>
                      <a:pt x="1001" y="1"/>
                    </a:moveTo>
                    <a:cubicBezTo>
                      <a:pt x="252" y="891"/>
                      <a:pt x="0" y="1912"/>
                      <a:pt x="0" y="1912"/>
                    </a:cubicBezTo>
                    <a:lnTo>
                      <a:pt x="1669" y="266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37"/>
              <p:cNvSpPr/>
              <p:nvPr/>
            </p:nvSpPr>
            <p:spPr>
              <a:xfrm>
                <a:off x="1590575" y="3995350"/>
                <a:ext cx="22025" cy="34650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386" extrusionOk="0">
                    <a:moveTo>
                      <a:pt x="273" y="0"/>
                    </a:moveTo>
                    <a:lnTo>
                      <a:pt x="263" y="20"/>
                    </a:lnTo>
                    <a:cubicBezTo>
                      <a:pt x="263" y="30"/>
                      <a:pt x="0" y="1052"/>
                      <a:pt x="840" y="1376"/>
                    </a:cubicBezTo>
                    <a:lnTo>
                      <a:pt x="860" y="1386"/>
                    </a:lnTo>
                    <a:lnTo>
                      <a:pt x="880" y="1345"/>
                    </a:lnTo>
                    <a:lnTo>
                      <a:pt x="860" y="1335"/>
                    </a:lnTo>
                    <a:cubicBezTo>
                      <a:pt x="61" y="1021"/>
                      <a:pt x="304" y="71"/>
                      <a:pt x="314" y="30"/>
                    </a:cubicBezTo>
                    <a:lnTo>
                      <a:pt x="324" y="1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37"/>
              <p:cNvSpPr/>
              <p:nvPr/>
            </p:nvSpPr>
            <p:spPr>
              <a:xfrm>
                <a:off x="1603450" y="4024175"/>
                <a:ext cx="3850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739" extrusionOk="0">
                    <a:moveTo>
                      <a:pt x="52" y="0"/>
                    </a:moveTo>
                    <a:lnTo>
                      <a:pt x="1" y="10"/>
                    </a:lnTo>
                    <a:lnTo>
                      <a:pt x="102" y="738"/>
                    </a:lnTo>
                    <a:lnTo>
                      <a:pt x="153" y="729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37"/>
              <p:cNvSpPr/>
              <p:nvPr/>
            </p:nvSpPr>
            <p:spPr>
              <a:xfrm>
                <a:off x="1469925" y="3982700"/>
                <a:ext cx="38975" cy="47800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1912" extrusionOk="0">
                    <a:moveTo>
                      <a:pt x="1160" y="0"/>
                    </a:moveTo>
                    <a:cubicBezTo>
                      <a:pt x="1030" y="0"/>
                      <a:pt x="942" y="416"/>
                      <a:pt x="942" y="496"/>
                    </a:cubicBezTo>
                    <a:cubicBezTo>
                      <a:pt x="942" y="496"/>
                      <a:pt x="861" y="385"/>
                      <a:pt x="618" y="334"/>
                    </a:cubicBezTo>
                    <a:cubicBezTo>
                      <a:pt x="557" y="322"/>
                      <a:pt x="501" y="315"/>
                      <a:pt x="453" y="315"/>
                    </a:cubicBezTo>
                    <a:cubicBezTo>
                      <a:pt x="305" y="315"/>
                      <a:pt x="233" y="376"/>
                      <a:pt x="295" y="506"/>
                    </a:cubicBezTo>
                    <a:cubicBezTo>
                      <a:pt x="295" y="506"/>
                      <a:pt x="92" y="536"/>
                      <a:pt x="223" y="718"/>
                    </a:cubicBezTo>
                    <a:cubicBezTo>
                      <a:pt x="223" y="718"/>
                      <a:pt x="11" y="769"/>
                      <a:pt x="203" y="961"/>
                    </a:cubicBezTo>
                    <a:cubicBezTo>
                      <a:pt x="203" y="961"/>
                      <a:pt x="1" y="1001"/>
                      <a:pt x="193" y="1285"/>
                    </a:cubicBezTo>
                    <a:cubicBezTo>
                      <a:pt x="385" y="1568"/>
                      <a:pt x="497" y="1629"/>
                      <a:pt x="760" y="1760"/>
                    </a:cubicBezTo>
                    <a:lnTo>
                      <a:pt x="1053" y="1912"/>
                    </a:lnTo>
                    <a:lnTo>
                      <a:pt x="1559" y="1163"/>
                    </a:lnTo>
                    <a:lnTo>
                      <a:pt x="1377" y="992"/>
                    </a:lnTo>
                    <a:cubicBezTo>
                      <a:pt x="1377" y="992"/>
                      <a:pt x="1275" y="830"/>
                      <a:pt x="1266" y="547"/>
                    </a:cubicBezTo>
                    <a:cubicBezTo>
                      <a:pt x="1255" y="263"/>
                      <a:pt x="1306" y="21"/>
                      <a:pt x="1165" y="0"/>
                    </a:cubicBezTo>
                    <a:cubicBezTo>
                      <a:pt x="1163" y="0"/>
                      <a:pt x="1161" y="0"/>
                      <a:pt x="1160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37"/>
              <p:cNvSpPr/>
              <p:nvPr/>
            </p:nvSpPr>
            <p:spPr>
              <a:xfrm>
                <a:off x="1478025" y="3955600"/>
                <a:ext cx="17725" cy="7517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3007" extrusionOk="0">
                    <a:moveTo>
                      <a:pt x="518" y="1"/>
                    </a:moveTo>
                    <a:cubicBezTo>
                      <a:pt x="433" y="1"/>
                      <a:pt x="354" y="60"/>
                      <a:pt x="344" y="154"/>
                    </a:cubicBezTo>
                    <a:lnTo>
                      <a:pt x="21" y="2804"/>
                    </a:lnTo>
                    <a:cubicBezTo>
                      <a:pt x="1" y="2905"/>
                      <a:pt x="72" y="2986"/>
                      <a:pt x="173" y="3006"/>
                    </a:cubicBezTo>
                    <a:lnTo>
                      <a:pt x="193" y="3006"/>
                    </a:lnTo>
                    <a:cubicBezTo>
                      <a:pt x="284" y="3006"/>
                      <a:pt x="355" y="2935"/>
                      <a:pt x="375" y="2844"/>
                    </a:cubicBezTo>
                    <a:lnTo>
                      <a:pt x="699" y="194"/>
                    </a:lnTo>
                    <a:cubicBezTo>
                      <a:pt x="709" y="103"/>
                      <a:pt x="638" y="12"/>
                      <a:pt x="537" y="2"/>
                    </a:cubicBezTo>
                    <a:cubicBezTo>
                      <a:pt x="531" y="1"/>
                      <a:pt x="524" y="1"/>
                      <a:pt x="5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37"/>
              <p:cNvSpPr/>
              <p:nvPr/>
            </p:nvSpPr>
            <p:spPr>
              <a:xfrm>
                <a:off x="1464625" y="3931400"/>
                <a:ext cx="549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2081" extrusionOk="0">
                    <a:moveTo>
                      <a:pt x="1095" y="1"/>
                    </a:moveTo>
                    <a:cubicBezTo>
                      <a:pt x="581" y="1"/>
                      <a:pt x="137" y="387"/>
                      <a:pt x="71" y="919"/>
                    </a:cubicBezTo>
                    <a:cubicBezTo>
                      <a:pt x="1" y="1486"/>
                      <a:pt x="405" y="2001"/>
                      <a:pt x="972" y="2073"/>
                    </a:cubicBezTo>
                    <a:cubicBezTo>
                      <a:pt x="1015" y="2078"/>
                      <a:pt x="1058" y="2081"/>
                      <a:pt x="1100" y="2081"/>
                    </a:cubicBezTo>
                    <a:cubicBezTo>
                      <a:pt x="1614" y="2081"/>
                      <a:pt x="2059" y="1695"/>
                      <a:pt x="2125" y="1172"/>
                    </a:cubicBezTo>
                    <a:cubicBezTo>
                      <a:pt x="2196" y="596"/>
                      <a:pt x="1791" y="79"/>
                      <a:pt x="1224" y="9"/>
                    </a:cubicBezTo>
                    <a:cubicBezTo>
                      <a:pt x="1181" y="3"/>
                      <a:pt x="1138" y="1"/>
                      <a:pt x="10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37"/>
              <p:cNvSpPr/>
              <p:nvPr/>
            </p:nvSpPr>
            <p:spPr>
              <a:xfrm>
                <a:off x="1469925" y="3936475"/>
                <a:ext cx="44300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1772" h="1675" extrusionOk="0">
                    <a:moveTo>
                      <a:pt x="880" y="1"/>
                    </a:moveTo>
                    <a:cubicBezTo>
                      <a:pt x="462" y="1"/>
                      <a:pt x="108" y="309"/>
                      <a:pt x="52" y="737"/>
                    </a:cubicBezTo>
                    <a:cubicBezTo>
                      <a:pt x="1" y="1191"/>
                      <a:pt x="325" y="1616"/>
                      <a:pt x="780" y="1667"/>
                    </a:cubicBezTo>
                    <a:cubicBezTo>
                      <a:pt x="818" y="1672"/>
                      <a:pt x="855" y="1675"/>
                      <a:pt x="892" y="1675"/>
                    </a:cubicBezTo>
                    <a:cubicBezTo>
                      <a:pt x="1310" y="1675"/>
                      <a:pt x="1665" y="1367"/>
                      <a:pt x="1721" y="939"/>
                    </a:cubicBezTo>
                    <a:cubicBezTo>
                      <a:pt x="1771" y="483"/>
                      <a:pt x="1448" y="58"/>
                      <a:pt x="992" y="8"/>
                    </a:cubicBezTo>
                    <a:cubicBezTo>
                      <a:pt x="954" y="3"/>
                      <a:pt x="917" y="1"/>
                      <a:pt x="8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37"/>
              <p:cNvSpPr/>
              <p:nvPr/>
            </p:nvSpPr>
            <p:spPr>
              <a:xfrm>
                <a:off x="1474475" y="3990500"/>
                <a:ext cx="21275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120" extrusionOk="0">
                    <a:moveTo>
                      <a:pt x="283" y="0"/>
                    </a:moveTo>
                    <a:cubicBezTo>
                      <a:pt x="267" y="0"/>
                      <a:pt x="251" y="1"/>
                      <a:pt x="234" y="2"/>
                    </a:cubicBezTo>
                    <a:lnTo>
                      <a:pt x="153" y="214"/>
                    </a:lnTo>
                    <a:lnTo>
                      <a:pt x="153" y="689"/>
                    </a:lnTo>
                    <a:lnTo>
                      <a:pt x="1" y="862"/>
                    </a:lnTo>
                    <a:cubicBezTo>
                      <a:pt x="1" y="862"/>
                      <a:pt x="483" y="1120"/>
                      <a:pt x="589" y="1120"/>
                    </a:cubicBezTo>
                    <a:cubicBezTo>
                      <a:pt x="598" y="1120"/>
                      <a:pt x="605" y="1118"/>
                      <a:pt x="608" y="1114"/>
                    </a:cubicBezTo>
                    <a:cubicBezTo>
                      <a:pt x="659" y="1054"/>
                      <a:pt x="720" y="1044"/>
                      <a:pt x="608" y="871"/>
                    </a:cubicBezTo>
                    <a:lnTo>
                      <a:pt x="608" y="871"/>
                    </a:lnTo>
                    <a:cubicBezTo>
                      <a:pt x="608" y="871"/>
                      <a:pt x="657" y="889"/>
                      <a:pt x="706" y="889"/>
                    </a:cubicBezTo>
                    <a:cubicBezTo>
                      <a:pt x="740" y="889"/>
                      <a:pt x="773" y="881"/>
                      <a:pt x="790" y="851"/>
                    </a:cubicBezTo>
                    <a:cubicBezTo>
                      <a:pt x="830" y="781"/>
                      <a:pt x="729" y="639"/>
                      <a:pt x="729" y="639"/>
                    </a:cubicBezTo>
                    <a:cubicBezTo>
                      <a:pt x="729" y="639"/>
                      <a:pt x="851" y="619"/>
                      <a:pt x="851" y="548"/>
                    </a:cubicBezTo>
                    <a:cubicBezTo>
                      <a:pt x="851" y="477"/>
                      <a:pt x="770" y="406"/>
                      <a:pt x="709" y="366"/>
                    </a:cubicBezTo>
                    <a:cubicBezTo>
                      <a:pt x="709" y="366"/>
                      <a:pt x="800" y="356"/>
                      <a:pt x="800" y="305"/>
                    </a:cubicBezTo>
                    <a:cubicBezTo>
                      <a:pt x="800" y="255"/>
                      <a:pt x="760" y="184"/>
                      <a:pt x="760" y="184"/>
                    </a:cubicBezTo>
                    <a:cubicBezTo>
                      <a:pt x="760" y="184"/>
                      <a:pt x="604" y="0"/>
                      <a:pt x="283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37"/>
              <p:cNvSpPr/>
              <p:nvPr/>
            </p:nvSpPr>
            <p:spPr>
              <a:xfrm>
                <a:off x="1479300" y="3998875"/>
                <a:ext cx="169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780" extrusionOk="0">
                    <a:moveTo>
                      <a:pt x="506" y="1"/>
                    </a:moveTo>
                    <a:lnTo>
                      <a:pt x="496" y="21"/>
                    </a:lnTo>
                    <a:cubicBezTo>
                      <a:pt x="536" y="51"/>
                      <a:pt x="658" y="152"/>
                      <a:pt x="648" y="223"/>
                    </a:cubicBezTo>
                    <a:cubicBezTo>
                      <a:pt x="637" y="253"/>
                      <a:pt x="597" y="273"/>
                      <a:pt x="527" y="294"/>
                    </a:cubicBezTo>
                    <a:lnTo>
                      <a:pt x="506" y="294"/>
                    </a:lnTo>
                    <a:lnTo>
                      <a:pt x="516" y="304"/>
                    </a:lnTo>
                    <a:cubicBezTo>
                      <a:pt x="516" y="304"/>
                      <a:pt x="637" y="446"/>
                      <a:pt x="597" y="516"/>
                    </a:cubicBezTo>
                    <a:cubicBezTo>
                      <a:pt x="577" y="547"/>
                      <a:pt x="527" y="557"/>
                      <a:pt x="446" y="557"/>
                    </a:cubicBezTo>
                    <a:lnTo>
                      <a:pt x="435" y="547"/>
                    </a:lnTo>
                    <a:lnTo>
                      <a:pt x="435" y="567"/>
                    </a:lnTo>
                    <a:cubicBezTo>
                      <a:pt x="435" y="567"/>
                      <a:pt x="496" y="689"/>
                      <a:pt x="466" y="739"/>
                    </a:cubicBezTo>
                    <a:cubicBezTo>
                      <a:pt x="447" y="751"/>
                      <a:pt x="424" y="760"/>
                      <a:pt x="392" y="760"/>
                    </a:cubicBezTo>
                    <a:cubicBezTo>
                      <a:pt x="373" y="760"/>
                      <a:pt x="351" y="757"/>
                      <a:pt x="324" y="749"/>
                    </a:cubicBezTo>
                    <a:cubicBezTo>
                      <a:pt x="324" y="749"/>
                      <a:pt x="142" y="678"/>
                      <a:pt x="10" y="608"/>
                    </a:cubicBezTo>
                    <a:lnTo>
                      <a:pt x="1" y="628"/>
                    </a:lnTo>
                    <a:cubicBezTo>
                      <a:pt x="132" y="689"/>
                      <a:pt x="314" y="770"/>
                      <a:pt x="314" y="770"/>
                    </a:cubicBezTo>
                    <a:lnTo>
                      <a:pt x="334" y="770"/>
                    </a:lnTo>
                    <a:cubicBezTo>
                      <a:pt x="359" y="777"/>
                      <a:pt x="381" y="780"/>
                      <a:pt x="401" y="780"/>
                    </a:cubicBezTo>
                    <a:cubicBezTo>
                      <a:pt x="437" y="780"/>
                      <a:pt x="462" y="769"/>
                      <a:pt x="476" y="749"/>
                    </a:cubicBezTo>
                    <a:cubicBezTo>
                      <a:pt x="516" y="698"/>
                      <a:pt x="476" y="608"/>
                      <a:pt x="466" y="577"/>
                    </a:cubicBezTo>
                    <a:cubicBezTo>
                      <a:pt x="547" y="577"/>
                      <a:pt x="597" y="567"/>
                      <a:pt x="607" y="527"/>
                    </a:cubicBezTo>
                    <a:cubicBezTo>
                      <a:pt x="648" y="456"/>
                      <a:pt x="567" y="345"/>
                      <a:pt x="547" y="304"/>
                    </a:cubicBezTo>
                    <a:cubicBezTo>
                      <a:pt x="617" y="294"/>
                      <a:pt x="658" y="264"/>
                      <a:pt x="658" y="223"/>
                    </a:cubicBezTo>
                    <a:cubicBezTo>
                      <a:pt x="678" y="132"/>
                      <a:pt x="516" y="10"/>
                      <a:pt x="5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37"/>
              <p:cNvSpPr/>
              <p:nvPr/>
            </p:nvSpPr>
            <p:spPr>
              <a:xfrm>
                <a:off x="1479050" y="3998875"/>
                <a:ext cx="174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790" extrusionOk="0">
                    <a:moveTo>
                      <a:pt x="516" y="10"/>
                    </a:moveTo>
                    <a:cubicBezTo>
                      <a:pt x="546" y="31"/>
                      <a:pt x="688" y="142"/>
                      <a:pt x="668" y="223"/>
                    </a:cubicBezTo>
                    <a:cubicBezTo>
                      <a:pt x="658" y="264"/>
                      <a:pt x="617" y="284"/>
                      <a:pt x="546" y="304"/>
                    </a:cubicBezTo>
                    <a:lnTo>
                      <a:pt x="546" y="314"/>
                    </a:lnTo>
                    <a:cubicBezTo>
                      <a:pt x="577" y="345"/>
                      <a:pt x="647" y="456"/>
                      <a:pt x="617" y="527"/>
                    </a:cubicBezTo>
                    <a:cubicBezTo>
                      <a:pt x="601" y="552"/>
                      <a:pt x="563" y="570"/>
                      <a:pt x="510" y="570"/>
                    </a:cubicBezTo>
                    <a:cubicBezTo>
                      <a:pt x="500" y="570"/>
                      <a:pt x="488" y="569"/>
                      <a:pt x="476" y="567"/>
                    </a:cubicBezTo>
                    <a:lnTo>
                      <a:pt x="465" y="567"/>
                    </a:lnTo>
                    <a:lnTo>
                      <a:pt x="465" y="577"/>
                    </a:lnTo>
                    <a:cubicBezTo>
                      <a:pt x="486" y="608"/>
                      <a:pt x="516" y="698"/>
                      <a:pt x="486" y="739"/>
                    </a:cubicBezTo>
                    <a:cubicBezTo>
                      <a:pt x="463" y="762"/>
                      <a:pt x="435" y="773"/>
                      <a:pt x="391" y="773"/>
                    </a:cubicBezTo>
                    <a:cubicBezTo>
                      <a:pt x="377" y="773"/>
                      <a:pt x="362" y="772"/>
                      <a:pt x="344" y="770"/>
                    </a:cubicBezTo>
                    <a:cubicBezTo>
                      <a:pt x="344" y="770"/>
                      <a:pt x="334" y="759"/>
                      <a:pt x="324" y="759"/>
                    </a:cubicBezTo>
                    <a:cubicBezTo>
                      <a:pt x="283" y="739"/>
                      <a:pt x="132" y="678"/>
                      <a:pt x="20" y="617"/>
                    </a:cubicBezTo>
                    <a:lnTo>
                      <a:pt x="20" y="617"/>
                    </a:lnTo>
                    <a:cubicBezTo>
                      <a:pt x="91" y="648"/>
                      <a:pt x="202" y="698"/>
                      <a:pt x="324" y="749"/>
                    </a:cubicBezTo>
                    <a:lnTo>
                      <a:pt x="324" y="759"/>
                    </a:lnTo>
                    <a:lnTo>
                      <a:pt x="334" y="759"/>
                    </a:lnTo>
                    <a:cubicBezTo>
                      <a:pt x="360" y="763"/>
                      <a:pt x="384" y="765"/>
                      <a:pt x="404" y="765"/>
                    </a:cubicBezTo>
                    <a:cubicBezTo>
                      <a:pt x="438" y="765"/>
                      <a:pt x="463" y="758"/>
                      <a:pt x="476" y="739"/>
                    </a:cubicBezTo>
                    <a:cubicBezTo>
                      <a:pt x="516" y="689"/>
                      <a:pt x="465" y="577"/>
                      <a:pt x="456" y="567"/>
                    </a:cubicBezTo>
                    <a:lnTo>
                      <a:pt x="456" y="557"/>
                    </a:lnTo>
                    <a:cubicBezTo>
                      <a:pt x="475" y="559"/>
                      <a:pt x="492" y="560"/>
                      <a:pt x="508" y="560"/>
                    </a:cubicBezTo>
                    <a:cubicBezTo>
                      <a:pt x="559" y="560"/>
                      <a:pt x="592" y="547"/>
                      <a:pt x="607" y="516"/>
                    </a:cubicBezTo>
                    <a:cubicBezTo>
                      <a:pt x="647" y="446"/>
                      <a:pt x="537" y="304"/>
                      <a:pt x="537" y="304"/>
                    </a:cubicBezTo>
                    <a:lnTo>
                      <a:pt x="526" y="294"/>
                    </a:lnTo>
                    <a:lnTo>
                      <a:pt x="537" y="294"/>
                    </a:lnTo>
                    <a:cubicBezTo>
                      <a:pt x="607" y="284"/>
                      <a:pt x="647" y="253"/>
                      <a:pt x="658" y="223"/>
                    </a:cubicBezTo>
                    <a:cubicBezTo>
                      <a:pt x="678" y="142"/>
                      <a:pt x="537" y="41"/>
                      <a:pt x="516" y="21"/>
                    </a:cubicBezTo>
                    <a:lnTo>
                      <a:pt x="516" y="10"/>
                    </a:lnTo>
                    <a:close/>
                    <a:moveTo>
                      <a:pt x="516" y="1"/>
                    </a:moveTo>
                    <a:lnTo>
                      <a:pt x="496" y="21"/>
                    </a:lnTo>
                    <a:lnTo>
                      <a:pt x="496" y="31"/>
                    </a:lnTo>
                    <a:cubicBezTo>
                      <a:pt x="546" y="51"/>
                      <a:pt x="658" y="152"/>
                      <a:pt x="647" y="223"/>
                    </a:cubicBezTo>
                    <a:cubicBezTo>
                      <a:pt x="638" y="253"/>
                      <a:pt x="607" y="273"/>
                      <a:pt x="537" y="284"/>
                    </a:cubicBezTo>
                    <a:lnTo>
                      <a:pt x="506" y="284"/>
                    </a:lnTo>
                    <a:lnTo>
                      <a:pt x="526" y="304"/>
                    </a:lnTo>
                    <a:cubicBezTo>
                      <a:pt x="557" y="345"/>
                      <a:pt x="627" y="456"/>
                      <a:pt x="597" y="516"/>
                    </a:cubicBezTo>
                    <a:cubicBezTo>
                      <a:pt x="589" y="539"/>
                      <a:pt x="559" y="551"/>
                      <a:pt x="510" y="551"/>
                    </a:cubicBezTo>
                    <a:cubicBezTo>
                      <a:pt x="494" y="551"/>
                      <a:pt x="476" y="549"/>
                      <a:pt x="456" y="547"/>
                    </a:cubicBezTo>
                    <a:lnTo>
                      <a:pt x="435" y="547"/>
                    </a:lnTo>
                    <a:lnTo>
                      <a:pt x="445" y="567"/>
                    </a:lnTo>
                    <a:cubicBezTo>
                      <a:pt x="445" y="577"/>
                      <a:pt x="506" y="689"/>
                      <a:pt x="465" y="729"/>
                    </a:cubicBezTo>
                    <a:cubicBezTo>
                      <a:pt x="452" y="748"/>
                      <a:pt x="431" y="755"/>
                      <a:pt x="400" y="755"/>
                    </a:cubicBezTo>
                    <a:cubicBezTo>
                      <a:pt x="381" y="755"/>
                      <a:pt x="360" y="753"/>
                      <a:pt x="334" y="749"/>
                    </a:cubicBezTo>
                    <a:cubicBezTo>
                      <a:pt x="334" y="739"/>
                      <a:pt x="334" y="739"/>
                      <a:pt x="324" y="739"/>
                    </a:cubicBezTo>
                    <a:cubicBezTo>
                      <a:pt x="202" y="689"/>
                      <a:pt x="101" y="638"/>
                      <a:pt x="20" y="597"/>
                    </a:cubicBezTo>
                    <a:lnTo>
                      <a:pt x="0" y="628"/>
                    </a:lnTo>
                    <a:lnTo>
                      <a:pt x="11" y="628"/>
                    </a:lnTo>
                    <a:cubicBezTo>
                      <a:pt x="121" y="689"/>
                      <a:pt x="274" y="749"/>
                      <a:pt x="324" y="770"/>
                    </a:cubicBezTo>
                    <a:cubicBezTo>
                      <a:pt x="334" y="779"/>
                      <a:pt x="334" y="779"/>
                      <a:pt x="344" y="779"/>
                    </a:cubicBezTo>
                    <a:cubicBezTo>
                      <a:pt x="364" y="779"/>
                      <a:pt x="384" y="790"/>
                      <a:pt x="405" y="790"/>
                    </a:cubicBezTo>
                    <a:cubicBezTo>
                      <a:pt x="445" y="790"/>
                      <a:pt x="476" y="770"/>
                      <a:pt x="486" y="749"/>
                    </a:cubicBezTo>
                    <a:cubicBezTo>
                      <a:pt x="526" y="698"/>
                      <a:pt x="496" y="617"/>
                      <a:pt x="486" y="577"/>
                    </a:cubicBezTo>
                    <a:lnTo>
                      <a:pt x="486" y="577"/>
                    </a:lnTo>
                    <a:cubicBezTo>
                      <a:pt x="498" y="579"/>
                      <a:pt x="510" y="580"/>
                      <a:pt x="521" y="580"/>
                    </a:cubicBezTo>
                    <a:cubicBezTo>
                      <a:pt x="574" y="580"/>
                      <a:pt x="611" y="560"/>
                      <a:pt x="627" y="527"/>
                    </a:cubicBezTo>
                    <a:cubicBezTo>
                      <a:pt x="668" y="466"/>
                      <a:pt x="597" y="354"/>
                      <a:pt x="566" y="314"/>
                    </a:cubicBezTo>
                    <a:cubicBezTo>
                      <a:pt x="627" y="294"/>
                      <a:pt x="668" y="264"/>
                      <a:pt x="678" y="223"/>
                    </a:cubicBezTo>
                    <a:cubicBezTo>
                      <a:pt x="698" y="132"/>
                      <a:pt x="537" y="10"/>
                      <a:pt x="51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37"/>
              <p:cNvSpPr/>
              <p:nvPr/>
            </p:nvSpPr>
            <p:spPr>
              <a:xfrm>
                <a:off x="1491675" y="3994825"/>
                <a:ext cx="35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83" extrusionOk="0">
                    <a:moveTo>
                      <a:pt x="82" y="1"/>
                    </a:moveTo>
                    <a:lnTo>
                      <a:pt x="61" y="11"/>
                    </a:lnTo>
                    <a:cubicBezTo>
                      <a:pt x="82" y="31"/>
                      <a:pt x="122" y="102"/>
                      <a:pt x="102" y="132"/>
                    </a:cubicBezTo>
                    <a:cubicBezTo>
                      <a:pt x="92" y="152"/>
                      <a:pt x="52" y="163"/>
                      <a:pt x="1" y="163"/>
                    </a:cubicBezTo>
                    <a:lnTo>
                      <a:pt x="1" y="183"/>
                    </a:lnTo>
                    <a:cubicBezTo>
                      <a:pt x="61" y="183"/>
                      <a:pt x="102" y="172"/>
                      <a:pt x="112" y="142"/>
                    </a:cubicBezTo>
                    <a:cubicBezTo>
                      <a:pt x="142" y="92"/>
                      <a:pt x="82" y="11"/>
                      <a:pt x="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37"/>
              <p:cNvSpPr/>
              <p:nvPr/>
            </p:nvSpPr>
            <p:spPr>
              <a:xfrm>
                <a:off x="1491675" y="3994575"/>
                <a:ext cx="3825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03" extrusionOk="0">
                    <a:moveTo>
                      <a:pt x="82" y="21"/>
                    </a:moveTo>
                    <a:cubicBezTo>
                      <a:pt x="92" y="41"/>
                      <a:pt x="133" y="112"/>
                      <a:pt x="112" y="152"/>
                    </a:cubicBezTo>
                    <a:cubicBezTo>
                      <a:pt x="92" y="173"/>
                      <a:pt x="61" y="193"/>
                      <a:pt x="11" y="193"/>
                    </a:cubicBezTo>
                    <a:lnTo>
                      <a:pt x="11" y="182"/>
                    </a:lnTo>
                    <a:cubicBezTo>
                      <a:pt x="61" y="182"/>
                      <a:pt x="92" y="173"/>
                      <a:pt x="102" y="152"/>
                    </a:cubicBezTo>
                    <a:cubicBezTo>
                      <a:pt x="122" y="112"/>
                      <a:pt x="82" y="41"/>
                      <a:pt x="72" y="21"/>
                    </a:cubicBezTo>
                    <a:close/>
                    <a:moveTo>
                      <a:pt x="82" y="0"/>
                    </a:moveTo>
                    <a:lnTo>
                      <a:pt x="61" y="21"/>
                    </a:lnTo>
                    <a:lnTo>
                      <a:pt x="61" y="31"/>
                    </a:lnTo>
                    <a:cubicBezTo>
                      <a:pt x="72" y="51"/>
                      <a:pt x="112" y="112"/>
                      <a:pt x="92" y="142"/>
                    </a:cubicBezTo>
                    <a:cubicBezTo>
                      <a:pt x="82" y="162"/>
                      <a:pt x="52" y="173"/>
                      <a:pt x="1" y="173"/>
                    </a:cubicBezTo>
                    <a:lnTo>
                      <a:pt x="1" y="203"/>
                    </a:lnTo>
                    <a:lnTo>
                      <a:pt x="21" y="203"/>
                    </a:lnTo>
                    <a:cubicBezTo>
                      <a:pt x="72" y="203"/>
                      <a:pt x="102" y="182"/>
                      <a:pt x="122" y="152"/>
                    </a:cubicBezTo>
                    <a:cubicBezTo>
                      <a:pt x="153" y="102"/>
                      <a:pt x="92" y="21"/>
                      <a:pt x="82" y="11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37"/>
              <p:cNvSpPr/>
              <p:nvPr/>
            </p:nvSpPr>
            <p:spPr>
              <a:xfrm>
                <a:off x="1479050" y="3995075"/>
                <a:ext cx="12925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73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0" y="21"/>
                      <a:pt x="233" y="41"/>
                      <a:pt x="506" y="173"/>
                    </a:cubicBezTo>
                    <a:lnTo>
                      <a:pt x="516" y="153"/>
                    </a:lnTo>
                    <a:cubicBezTo>
                      <a:pt x="243" y="21"/>
                      <a:pt x="11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37"/>
              <p:cNvSpPr/>
              <p:nvPr/>
            </p:nvSpPr>
            <p:spPr>
              <a:xfrm>
                <a:off x="1479050" y="3995075"/>
                <a:ext cx="129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3" extrusionOk="0">
                    <a:moveTo>
                      <a:pt x="11" y="11"/>
                    </a:moveTo>
                    <a:cubicBezTo>
                      <a:pt x="51" y="11"/>
                      <a:pt x="263" y="41"/>
                      <a:pt x="506" y="162"/>
                    </a:cubicBezTo>
                    <a:cubicBezTo>
                      <a:pt x="253" y="41"/>
                      <a:pt x="51" y="21"/>
                      <a:pt x="11" y="21"/>
                    </a:cubicBezTo>
                    <a:lnTo>
                      <a:pt x="11" y="11"/>
                    </a:lnTo>
                    <a:close/>
                    <a:moveTo>
                      <a:pt x="0" y="1"/>
                    </a:moveTo>
                    <a:lnTo>
                      <a:pt x="0" y="31"/>
                    </a:lnTo>
                    <a:cubicBezTo>
                      <a:pt x="0" y="31"/>
                      <a:pt x="233" y="52"/>
                      <a:pt x="506" y="183"/>
                    </a:cubicBezTo>
                    <a:lnTo>
                      <a:pt x="516" y="153"/>
                    </a:lnTo>
                    <a:cubicBezTo>
                      <a:pt x="253" y="21"/>
                      <a:pt x="11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37"/>
              <p:cNvSpPr/>
              <p:nvPr/>
            </p:nvSpPr>
            <p:spPr>
              <a:xfrm>
                <a:off x="1479050" y="4000900"/>
                <a:ext cx="136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24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253" y="41"/>
                      <a:pt x="526" y="223"/>
                      <a:pt x="526" y="223"/>
                    </a:cubicBezTo>
                    <a:lnTo>
                      <a:pt x="546" y="213"/>
                    </a:lnTo>
                    <a:cubicBezTo>
                      <a:pt x="537" y="203"/>
                      <a:pt x="253" y="2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37"/>
              <p:cNvSpPr/>
              <p:nvPr/>
            </p:nvSpPr>
            <p:spPr>
              <a:xfrm>
                <a:off x="1479050" y="4000900"/>
                <a:ext cx="136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3" extrusionOk="0">
                    <a:moveTo>
                      <a:pt x="11" y="10"/>
                    </a:moveTo>
                    <a:cubicBezTo>
                      <a:pt x="243" y="31"/>
                      <a:pt x="496" y="183"/>
                      <a:pt x="537" y="213"/>
                    </a:cubicBezTo>
                    <a:lnTo>
                      <a:pt x="526" y="213"/>
                    </a:lnTo>
                    <a:cubicBezTo>
                      <a:pt x="496" y="192"/>
                      <a:pt x="243" y="31"/>
                      <a:pt x="11" y="21"/>
                    </a:cubicBezTo>
                    <a:lnTo>
                      <a:pt x="11" y="10"/>
                    </a:lnTo>
                    <a:close/>
                    <a:moveTo>
                      <a:pt x="0" y="1"/>
                    </a:moveTo>
                    <a:lnTo>
                      <a:pt x="0" y="31"/>
                    </a:lnTo>
                    <a:cubicBezTo>
                      <a:pt x="253" y="41"/>
                      <a:pt x="526" y="233"/>
                      <a:pt x="526" y="233"/>
                    </a:cubicBezTo>
                    <a:lnTo>
                      <a:pt x="537" y="233"/>
                    </a:lnTo>
                    <a:lnTo>
                      <a:pt x="546" y="203"/>
                    </a:lnTo>
                    <a:cubicBezTo>
                      <a:pt x="546" y="203"/>
                      <a:pt x="263" y="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7"/>
              <p:cNvSpPr/>
              <p:nvPr/>
            </p:nvSpPr>
            <p:spPr>
              <a:xfrm>
                <a:off x="1480050" y="4007225"/>
                <a:ext cx="106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34" extrusionOk="0">
                    <a:moveTo>
                      <a:pt x="0" y="0"/>
                    </a:moveTo>
                    <a:lnTo>
                      <a:pt x="0" y="20"/>
                    </a:lnTo>
                    <a:cubicBezTo>
                      <a:pt x="234" y="71"/>
                      <a:pt x="416" y="233"/>
                      <a:pt x="416" y="233"/>
                    </a:cubicBezTo>
                    <a:lnTo>
                      <a:pt x="425" y="223"/>
                    </a:lnTo>
                    <a:cubicBezTo>
                      <a:pt x="425" y="223"/>
                      <a:pt x="243" y="5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7"/>
              <p:cNvSpPr/>
              <p:nvPr/>
            </p:nvSpPr>
            <p:spPr>
              <a:xfrm>
                <a:off x="1479800" y="4006975"/>
                <a:ext cx="1115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53" extrusionOk="0">
                    <a:moveTo>
                      <a:pt x="21" y="21"/>
                    </a:moveTo>
                    <a:cubicBezTo>
                      <a:pt x="233" y="61"/>
                      <a:pt x="395" y="203"/>
                      <a:pt x="426" y="233"/>
                    </a:cubicBezTo>
                    <a:cubicBezTo>
                      <a:pt x="395" y="212"/>
                      <a:pt x="233" y="71"/>
                      <a:pt x="10" y="21"/>
                    </a:cubicBezTo>
                    <a:close/>
                    <a:moveTo>
                      <a:pt x="10" y="0"/>
                    </a:moveTo>
                    <a:lnTo>
                      <a:pt x="1" y="30"/>
                    </a:lnTo>
                    <a:lnTo>
                      <a:pt x="10" y="30"/>
                    </a:lnTo>
                    <a:cubicBezTo>
                      <a:pt x="244" y="81"/>
                      <a:pt x="415" y="243"/>
                      <a:pt x="415" y="253"/>
                    </a:cubicBezTo>
                    <a:lnTo>
                      <a:pt x="426" y="253"/>
                    </a:lnTo>
                    <a:lnTo>
                      <a:pt x="446" y="233"/>
                    </a:lnTo>
                    <a:lnTo>
                      <a:pt x="435" y="223"/>
                    </a:lnTo>
                    <a:cubicBezTo>
                      <a:pt x="435" y="223"/>
                      <a:pt x="253" y="51"/>
                      <a:pt x="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7"/>
              <p:cNvSpPr/>
              <p:nvPr/>
            </p:nvSpPr>
            <p:spPr>
              <a:xfrm>
                <a:off x="1638875" y="4157700"/>
                <a:ext cx="174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63" extrusionOk="0">
                    <a:moveTo>
                      <a:pt x="688" y="0"/>
                    </a:moveTo>
                    <a:lnTo>
                      <a:pt x="0" y="111"/>
                    </a:lnTo>
                    <a:lnTo>
                      <a:pt x="0" y="162"/>
                    </a:lnTo>
                    <a:lnTo>
                      <a:pt x="698" y="51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7"/>
              <p:cNvSpPr/>
              <p:nvPr/>
            </p:nvSpPr>
            <p:spPr>
              <a:xfrm>
                <a:off x="1680100" y="4090425"/>
                <a:ext cx="23800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739" extrusionOk="0">
                    <a:moveTo>
                      <a:pt x="51" y="1"/>
                    </a:moveTo>
                    <a:lnTo>
                      <a:pt x="0" y="10"/>
                    </a:lnTo>
                    <a:cubicBezTo>
                      <a:pt x="0" y="21"/>
                      <a:pt x="41" y="425"/>
                      <a:pt x="324" y="628"/>
                    </a:cubicBezTo>
                    <a:cubicBezTo>
                      <a:pt x="425" y="698"/>
                      <a:pt x="547" y="739"/>
                      <a:pt x="688" y="739"/>
                    </a:cubicBezTo>
                    <a:cubicBezTo>
                      <a:pt x="769" y="739"/>
                      <a:pt x="860" y="718"/>
                      <a:pt x="951" y="698"/>
                    </a:cubicBezTo>
                    <a:lnTo>
                      <a:pt x="941" y="648"/>
                    </a:lnTo>
                    <a:cubicBezTo>
                      <a:pt x="852" y="670"/>
                      <a:pt x="768" y="682"/>
                      <a:pt x="691" y="682"/>
                    </a:cubicBezTo>
                    <a:cubicBezTo>
                      <a:pt x="557" y="682"/>
                      <a:pt x="440" y="648"/>
                      <a:pt x="344" y="577"/>
                    </a:cubicBezTo>
                    <a:cubicBezTo>
                      <a:pt x="81" y="395"/>
                      <a:pt x="51" y="10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37"/>
              <p:cNvSpPr/>
              <p:nvPr/>
            </p:nvSpPr>
            <p:spPr>
              <a:xfrm>
                <a:off x="1605250" y="4092450"/>
                <a:ext cx="212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850" h="658" extrusionOk="0">
                    <a:moveTo>
                      <a:pt x="799" y="1"/>
                    </a:moveTo>
                    <a:cubicBezTo>
                      <a:pt x="799" y="10"/>
                      <a:pt x="769" y="344"/>
                      <a:pt x="546" y="516"/>
                    </a:cubicBezTo>
                    <a:cubicBezTo>
                      <a:pt x="459" y="572"/>
                      <a:pt x="360" y="602"/>
                      <a:pt x="245" y="602"/>
                    </a:cubicBezTo>
                    <a:cubicBezTo>
                      <a:pt x="173" y="602"/>
                      <a:pt x="95" y="590"/>
                      <a:pt x="10" y="567"/>
                    </a:cubicBezTo>
                    <a:lnTo>
                      <a:pt x="0" y="617"/>
                    </a:lnTo>
                    <a:cubicBezTo>
                      <a:pt x="81" y="637"/>
                      <a:pt x="162" y="658"/>
                      <a:pt x="232" y="658"/>
                    </a:cubicBezTo>
                    <a:cubicBezTo>
                      <a:pt x="364" y="658"/>
                      <a:pt x="475" y="617"/>
                      <a:pt x="576" y="556"/>
                    </a:cubicBezTo>
                    <a:cubicBezTo>
                      <a:pt x="819" y="374"/>
                      <a:pt x="850" y="21"/>
                      <a:pt x="850" y="10"/>
                    </a:cubicBezTo>
                    <a:lnTo>
                      <a:pt x="79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37"/>
              <p:cNvSpPr/>
              <p:nvPr/>
            </p:nvSpPr>
            <p:spPr>
              <a:xfrm>
                <a:off x="1618400" y="4016325"/>
                <a:ext cx="8095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825" extrusionOk="0">
                    <a:moveTo>
                      <a:pt x="3015" y="0"/>
                    </a:moveTo>
                    <a:lnTo>
                      <a:pt x="0" y="182"/>
                    </a:lnTo>
                    <a:lnTo>
                      <a:pt x="223" y="3824"/>
                    </a:lnTo>
                    <a:lnTo>
                      <a:pt x="3237" y="3652"/>
                    </a:lnTo>
                    <a:lnTo>
                      <a:pt x="30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37"/>
              <p:cNvSpPr/>
              <p:nvPr/>
            </p:nvSpPr>
            <p:spPr>
              <a:xfrm>
                <a:off x="1614350" y="4020625"/>
                <a:ext cx="80675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3227" h="3825" extrusionOk="0">
                    <a:moveTo>
                      <a:pt x="3015" y="1"/>
                    </a:moveTo>
                    <a:lnTo>
                      <a:pt x="0" y="183"/>
                    </a:lnTo>
                    <a:lnTo>
                      <a:pt x="223" y="3824"/>
                    </a:lnTo>
                    <a:lnTo>
                      <a:pt x="3227" y="3652"/>
                    </a:lnTo>
                    <a:lnTo>
                      <a:pt x="3015" y="1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37"/>
              <p:cNvSpPr/>
              <p:nvPr/>
            </p:nvSpPr>
            <p:spPr>
              <a:xfrm>
                <a:off x="1654550" y="4015075"/>
                <a:ext cx="108250" cy="7765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3106" extrusionOk="0">
                    <a:moveTo>
                      <a:pt x="3237" y="0"/>
                    </a:moveTo>
                    <a:lnTo>
                      <a:pt x="1751" y="364"/>
                    </a:lnTo>
                    <a:cubicBezTo>
                      <a:pt x="1922" y="789"/>
                      <a:pt x="2074" y="1194"/>
                      <a:pt x="2297" y="1659"/>
                    </a:cubicBezTo>
                    <a:lnTo>
                      <a:pt x="0" y="1902"/>
                    </a:lnTo>
                    <a:lnTo>
                      <a:pt x="122" y="2792"/>
                    </a:lnTo>
                    <a:lnTo>
                      <a:pt x="3025" y="3065"/>
                    </a:lnTo>
                    <a:lnTo>
                      <a:pt x="3217" y="3075"/>
                    </a:lnTo>
                    <a:lnTo>
                      <a:pt x="3491" y="3105"/>
                    </a:lnTo>
                    <a:cubicBezTo>
                      <a:pt x="3835" y="3105"/>
                      <a:pt x="4330" y="3075"/>
                      <a:pt x="4148" y="2489"/>
                    </a:cubicBezTo>
                    <a:cubicBezTo>
                      <a:pt x="4138" y="2448"/>
                      <a:pt x="4118" y="2408"/>
                      <a:pt x="4098" y="2357"/>
                    </a:cubicBezTo>
                    <a:lnTo>
                      <a:pt x="3754" y="1517"/>
                    </a:lnTo>
                    <a:cubicBezTo>
                      <a:pt x="3571" y="1042"/>
                      <a:pt x="3369" y="486"/>
                      <a:pt x="3237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7"/>
              <p:cNvSpPr/>
              <p:nvPr/>
            </p:nvSpPr>
            <p:spPr>
              <a:xfrm>
                <a:off x="1734975" y="409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7"/>
              <p:cNvSpPr/>
              <p:nvPr/>
            </p:nvSpPr>
            <p:spPr>
              <a:xfrm>
                <a:off x="1613075" y="4058000"/>
                <a:ext cx="48575" cy="3260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304" extrusionOk="0">
                    <a:moveTo>
                      <a:pt x="844" y="1"/>
                    </a:moveTo>
                    <a:cubicBezTo>
                      <a:pt x="758" y="1"/>
                      <a:pt x="695" y="18"/>
                      <a:pt x="678" y="63"/>
                    </a:cubicBezTo>
                    <a:cubicBezTo>
                      <a:pt x="627" y="205"/>
                      <a:pt x="951" y="336"/>
                      <a:pt x="951" y="336"/>
                    </a:cubicBezTo>
                    <a:cubicBezTo>
                      <a:pt x="780" y="315"/>
                      <a:pt x="597" y="301"/>
                      <a:pt x="442" y="301"/>
                    </a:cubicBezTo>
                    <a:cubicBezTo>
                      <a:pt x="230" y="301"/>
                      <a:pt x="69" y="327"/>
                      <a:pt x="51" y="397"/>
                    </a:cubicBezTo>
                    <a:cubicBezTo>
                      <a:pt x="41" y="498"/>
                      <a:pt x="233" y="579"/>
                      <a:pt x="233" y="579"/>
                    </a:cubicBezTo>
                    <a:cubicBezTo>
                      <a:pt x="233" y="579"/>
                      <a:pt x="132" y="599"/>
                      <a:pt x="112" y="660"/>
                    </a:cubicBezTo>
                    <a:cubicBezTo>
                      <a:pt x="81" y="751"/>
                      <a:pt x="243" y="822"/>
                      <a:pt x="243" y="822"/>
                    </a:cubicBezTo>
                    <a:cubicBezTo>
                      <a:pt x="0" y="862"/>
                      <a:pt x="233" y="1024"/>
                      <a:pt x="233" y="1024"/>
                    </a:cubicBezTo>
                    <a:cubicBezTo>
                      <a:pt x="31" y="1065"/>
                      <a:pt x="324" y="1247"/>
                      <a:pt x="870" y="1298"/>
                    </a:cubicBezTo>
                    <a:cubicBezTo>
                      <a:pt x="914" y="1301"/>
                      <a:pt x="958" y="1303"/>
                      <a:pt x="1001" y="1303"/>
                    </a:cubicBezTo>
                    <a:cubicBezTo>
                      <a:pt x="1520" y="1303"/>
                      <a:pt x="1943" y="1044"/>
                      <a:pt x="1943" y="1044"/>
                    </a:cubicBezTo>
                    <a:lnTo>
                      <a:pt x="1659" y="185"/>
                    </a:lnTo>
                    <a:cubicBezTo>
                      <a:pt x="1659" y="185"/>
                      <a:pt x="1126" y="1"/>
                      <a:pt x="84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7"/>
              <p:cNvSpPr/>
              <p:nvPr/>
            </p:nvSpPr>
            <p:spPr>
              <a:xfrm>
                <a:off x="1618625" y="4083075"/>
                <a:ext cx="116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467" h="163" extrusionOk="0">
                    <a:moveTo>
                      <a:pt x="11" y="1"/>
                    </a:moveTo>
                    <a:lnTo>
                      <a:pt x="1" y="32"/>
                    </a:lnTo>
                    <a:cubicBezTo>
                      <a:pt x="11" y="32"/>
                      <a:pt x="264" y="133"/>
                      <a:pt x="456" y="163"/>
                    </a:cubicBezTo>
                    <a:lnTo>
                      <a:pt x="466" y="133"/>
                    </a:lnTo>
                    <a:cubicBezTo>
                      <a:pt x="274" y="102"/>
                      <a:pt x="21" y="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7"/>
              <p:cNvSpPr/>
              <p:nvPr/>
            </p:nvSpPr>
            <p:spPr>
              <a:xfrm>
                <a:off x="1618900" y="4078025"/>
                <a:ext cx="111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22" extrusionOk="0">
                    <a:moveTo>
                      <a:pt x="10" y="1"/>
                    </a:moveTo>
                    <a:lnTo>
                      <a:pt x="0" y="31"/>
                    </a:lnTo>
                    <a:cubicBezTo>
                      <a:pt x="0" y="31"/>
                      <a:pt x="233" y="102"/>
                      <a:pt x="435" y="122"/>
                    </a:cubicBezTo>
                    <a:lnTo>
                      <a:pt x="445" y="92"/>
                    </a:lnTo>
                    <a:cubicBezTo>
                      <a:pt x="243" y="61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37"/>
              <p:cNvSpPr/>
              <p:nvPr/>
            </p:nvSpPr>
            <p:spPr>
              <a:xfrm>
                <a:off x="1618625" y="4071950"/>
                <a:ext cx="13700" cy="43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74" extrusionOk="0">
                    <a:moveTo>
                      <a:pt x="11" y="1"/>
                    </a:moveTo>
                    <a:lnTo>
                      <a:pt x="1" y="41"/>
                    </a:lnTo>
                    <a:cubicBezTo>
                      <a:pt x="1" y="41"/>
                      <a:pt x="274" y="122"/>
                      <a:pt x="537" y="173"/>
                    </a:cubicBezTo>
                    <a:lnTo>
                      <a:pt x="547" y="133"/>
                    </a:lnTo>
                    <a:cubicBezTo>
                      <a:pt x="274" y="92"/>
                      <a:pt x="11" y="1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37"/>
              <p:cNvSpPr/>
              <p:nvPr/>
            </p:nvSpPr>
            <p:spPr>
              <a:xfrm>
                <a:off x="1636325" y="4065875"/>
                <a:ext cx="6100" cy="257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03" extrusionOk="0">
                    <a:moveTo>
                      <a:pt x="11" y="1"/>
                    </a:moveTo>
                    <a:lnTo>
                      <a:pt x="1" y="32"/>
                    </a:lnTo>
                    <a:cubicBezTo>
                      <a:pt x="1" y="32"/>
                      <a:pt x="133" y="82"/>
                      <a:pt x="244" y="102"/>
                    </a:cubicBezTo>
                    <a:lnTo>
                      <a:pt x="244" y="72"/>
                    </a:lnTo>
                    <a:cubicBezTo>
                      <a:pt x="143" y="41"/>
                      <a:pt x="11" y="1"/>
                      <a:pt x="1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37"/>
              <p:cNvSpPr/>
              <p:nvPr/>
            </p:nvSpPr>
            <p:spPr>
              <a:xfrm>
                <a:off x="1699825" y="4010525"/>
                <a:ext cx="3997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1012" extrusionOk="0">
                    <a:moveTo>
                      <a:pt x="1376" y="0"/>
                    </a:moveTo>
                    <a:lnTo>
                      <a:pt x="0" y="718"/>
                    </a:lnTo>
                    <a:cubicBezTo>
                      <a:pt x="41" y="819"/>
                      <a:pt x="91" y="910"/>
                      <a:pt x="122" y="1012"/>
                    </a:cubicBezTo>
                    <a:lnTo>
                      <a:pt x="1599" y="738"/>
                    </a:lnTo>
                    <a:cubicBezTo>
                      <a:pt x="1518" y="475"/>
                      <a:pt x="1437" y="232"/>
                      <a:pt x="1376" y="0"/>
                    </a:cubicBez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37"/>
              <p:cNvSpPr/>
              <p:nvPr/>
            </p:nvSpPr>
            <p:spPr>
              <a:xfrm>
                <a:off x="1696025" y="3968525"/>
                <a:ext cx="41250" cy="65775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2631" extrusionOk="0">
                    <a:moveTo>
                      <a:pt x="607" y="1"/>
                    </a:moveTo>
                    <a:lnTo>
                      <a:pt x="0" y="2631"/>
                    </a:lnTo>
                    <a:lnTo>
                      <a:pt x="1649" y="1933"/>
                    </a:lnTo>
                    <a:cubicBezTo>
                      <a:pt x="1649" y="1933"/>
                      <a:pt x="1437" y="1033"/>
                      <a:pt x="607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37"/>
              <p:cNvSpPr/>
              <p:nvPr/>
            </p:nvSpPr>
            <p:spPr>
              <a:xfrm>
                <a:off x="1695275" y="4014800"/>
                <a:ext cx="53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29" extrusionOk="0">
                    <a:moveTo>
                      <a:pt x="50" y="1"/>
                    </a:moveTo>
                    <a:lnTo>
                      <a:pt x="0" y="21"/>
                    </a:lnTo>
                    <a:lnTo>
                      <a:pt x="162" y="729"/>
                    </a:lnTo>
                    <a:lnTo>
                      <a:pt x="212" y="71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37"/>
              <p:cNvSpPr/>
              <p:nvPr/>
            </p:nvSpPr>
            <p:spPr>
              <a:xfrm>
                <a:off x="1636600" y="3930325"/>
                <a:ext cx="31125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435" extrusionOk="0">
                    <a:moveTo>
                      <a:pt x="1184" y="1"/>
                    </a:moveTo>
                    <a:lnTo>
                      <a:pt x="0" y="72"/>
                    </a:lnTo>
                    <a:cubicBezTo>
                      <a:pt x="0" y="72"/>
                      <a:pt x="260" y="434"/>
                      <a:pt x="830" y="434"/>
                    </a:cubicBezTo>
                    <a:cubicBezTo>
                      <a:pt x="953" y="434"/>
                      <a:pt x="1091" y="417"/>
                      <a:pt x="1244" y="376"/>
                    </a:cubicBezTo>
                    <a:lnTo>
                      <a:pt x="1184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37"/>
              <p:cNvSpPr/>
              <p:nvPr/>
            </p:nvSpPr>
            <p:spPr>
              <a:xfrm>
                <a:off x="1672250" y="3891125"/>
                <a:ext cx="17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7" extrusionOk="0">
                    <a:moveTo>
                      <a:pt x="384" y="0"/>
                    </a:moveTo>
                    <a:cubicBezTo>
                      <a:pt x="254" y="0"/>
                      <a:pt x="127" y="102"/>
                      <a:pt x="72" y="254"/>
                    </a:cubicBezTo>
                    <a:cubicBezTo>
                      <a:pt x="0" y="456"/>
                      <a:pt x="72" y="669"/>
                      <a:pt x="233" y="730"/>
                    </a:cubicBezTo>
                    <a:cubicBezTo>
                      <a:pt x="261" y="741"/>
                      <a:pt x="291" y="746"/>
                      <a:pt x="321" y="746"/>
                    </a:cubicBezTo>
                    <a:cubicBezTo>
                      <a:pt x="452" y="746"/>
                      <a:pt x="590" y="643"/>
                      <a:pt x="648" y="487"/>
                    </a:cubicBezTo>
                    <a:cubicBezTo>
                      <a:pt x="719" y="294"/>
                      <a:pt x="638" y="82"/>
                      <a:pt x="486" y="22"/>
                    </a:cubicBezTo>
                    <a:cubicBezTo>
                      <a:pt x="452" y="7"/>
                      <a:pt x="418" y="0"/>
                      <a:pt x="384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37"/>
              <p:cNvSpPr/>
              <p:nvPr/>
            </p:nvSpPr>
            <p:spPr>
              <a:xfrm>
                <a:off x="1682350" y="3894925"/>
                <a:ext cx="5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5" extrusionOk="0">
                    <a:moveTo>
                      <a:pt x="32" y="1"/>
                    </a:moveTo>
                    <a:lnTo>
                      <a:pt x="1" y="41"/>
                    </a:lnTo>
                    <a:cubicBezTo>
                      <a:pt x="143" y="142"/>
                      <a:pt x="82" y="345"/>
                      <a:pt x="82" y="355"/>
                    </a:cubicBezTo>
                    <a:lnTo>
                      <a:pt x="133" y="365"/>
                    </a:lnTo>
                    <a:cubicBezTo>
                      <a:pt x="133" y="355"/>
                      <a:pt x="203" y="133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37"/>
              <p:cNvSpPr/>
              <p:nvPr/>
            </p:nvSpPr>
            <p:spPr>
              <a:xfrm>
                <a:off x="1617875" y="3891125"/>
                <a:ext cx="17975" cy="18675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7" extrusionOk="0">
                    <a:moveTo>
                      <a:pt x="331" y="0"/>
                    </a:moveTo>
                    <a:cubicBezTo>
                      <a:pt x="298" y="0"/>
                      <a:pt x="265" y="7"/>
                      <a:pt x="233" y="22"/>
                    </a:cubicBezTo>
                    <a:cubicBezTo>
                      <a:pt x="71" y="82"/>
                      <a:pt x="1" y="294"/>
                      <a:pt x="71" y="487"/>
                    </a:cubicBezTo>
                    <a:cubicBezTo>
                      <a:pt x="129" y="643"/>
                      <a:pt x="261" y="746"/>
                      <a:pt x="395" y="746"/>
                    </a:cubicBezTo>
                    <a:cubicBezTo>
                      <a:pt x="426" y="746"/>
                      <a:pt x="456" y="741"/>
                      <a:pt x="486" y="730"/>
                    </a:cubicBezTo>
                    <a:cubicBezTo>
                      <a:pt x="648" y="669"/>
                      <a:pt x="719" y="456"/>
                      <a:pt x="648" y="254"/>
                    </a:cubicBezTo>
                    <a:cubicBezTo>
                      <a:pt x="592" y="102"/>
                      <a:pt x="459" y="0"/>
                      <a:pt x="33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37"/>
              <p:cNvSpPr/>
              <p:nvPr/>
            </p:nvSpPr>
            <p:spPr>
              <a:xfrm>
                <a:off x="1621425" y="3848900"/>
                <a:ext cx="60725" cy="890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3562" extrusionOk="0">
                    <a:moveTo>
                      <a:pt x="1214" y="1"/>
                    </a:moveTo>
                    <a:cubicBezTo>
                      <a:pt x="547" y="1"/>
                      <a:pt x="1" y="578"/>
                      <a:pt x="1" y="1286"/>
                    </a:cubicBezTo>
                    <a:cubicBezTo>
                      <a:pt x="1" y="1326"/>
                      <a:pt x="1" y="1367"/>
                      <a:pt x="10" y="1417"/>
                    </a:cubicBezTo>
                    <a:lnTo>
                      <a:pt x="10" y="1427"/>
                    </a:lnTo>
                    <a:lnTo>
                      <a:pt x="132" y="2530"/>
                    </a:lnTo>
                    <a:cubicBezTo>
                      <a:pt x="132" y="2540"/>
                      <a:pt x="142" y="2540"/>
                      <a:pt x="142" y="2540"/>
                    </a:cubicBezTo>
                    <a:lnTo>
                      <a:pt x="142" y="2570"/>
                    </a:lnTo>
                    <a:cubicBezTo>
                      <a:pt x="213" y="3127"/>
                      <a:pt x="790" y="3561"/>
                      <a:pt x="1214" y="3561"/>
                    </a:cubicBezTo>
                    <a:cubicBezTo>
                      <a:pt x="1629" y="3561"/>
                      <a:pt x="2215" y="3137"/>
                      <a:pt x="2287" y="2581"/>
                    </a:cubicBezTo>
                    <a:lnTo>
                      <a:pt x="2287" y="2570"/>
                    </a:lnTo>
                    <a:cubicBezTo>
                      <a:pt x="2287" y="2560"/>
                      <a:pt x="2296" y="2540"/>
                      <a:pt x="2296" y="2530"/>
                    </a:cubicBezTo>
                    <a:lnTo>
                      <a:pt x="2418" y="1427"/>
                    </a:lnTo>
                    <a:lnTo>
                      <a:pt x="2418" y="1417"/>
                    </a:lnTo>
                    <a:cubicBezTo>
                      <a:pt x="2428" y="1367"/>
                      <a:pt x="2428" y="1326"/>
                      <a:pt x="2428" y="1286"/>
                    </a:cubicBezTo>
                    <a:cubicBezTo>
                      <a:pt x="2428" y="578"/>
                      <a:pt x="1882" y="1"/>
                      <a:pt x="121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37"/>
              <p:cNvSpPr/>
              <p:nvPr/>
            </p:nvSpPr>
            <p:spPr>
              <a:xfrm>
                <a:off x="1601950" y="3847400"/>
                <a:ext cx="9285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206" extrusionOk="0">
                    <a:moveTo>
                      <a:pt x="2023" y="0"/>
                    </a:moveTo>
                    <a:cubicBezTo>
                      <a:pt x="0" y="0"/>
                      <a:pt x="870" y="2185"/>
                      <a:pt x="870" y="2185"/>
                    </a:cubicBezTo>
                    <a:cubicBezTo>
                      <a:pt x="962" y="1861"/>
                      <a:pt x="941" y="1416"/>
                      <a:pt x="941" y="1416"/>
                    </a:cubicBezTo>
                    <a:cubicBezTo>
                      <a:pt x="1265" y="1184"/>
                      <a:pt x="1447" y="961"/>
                      <a:pt x="1447" y="961"/>
                    </a:cubicBezTo>
                    <a:cubicBezTo>
                      <a:pt x="2023" y="1315"/>
                      <a:pt x="2965" y="1487"/>
                      <a:pt x="2965" y="1487"/>
                    </a:cubicBezTo>
                    <a:cubicBezTo>
                      <a:pt x="2954" y="2043"/>
                      <a:pt x="3116" y="2205"/>
                      <a:pt x="3116" y="2205"/>
                    </a:cubicBezTo>
                    <a:lnTo>
                      <a:pt x="3278" y="1750"/>
                    </a:lnTo>
                    <a:cubicBezTo>
                      <a:pt x="3278" y="1750"/>
                      <a:pt x="3713" y="0"/>
                      <a:pt x="202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7"/>
              <p:cNvSpPr/>
              <p:nvPr/>
            </p:nvSpPr>
            <p:spPr>
              <a:xfrm>
                <a:off x="1640650" y="3899750"/>
                <a:ext cx="55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456" extrusionOk="0">
                    <a:moveTo>
                      <a:pt x="172" y="0"/>
                    </a:moveTo>
                    <a:cubicBezTo>
                      <a:pt x="162" y="10"/>
                      <a:pt x="0" y="233"/>
                      <a:pt x="61" y="365"/>
                    </a:cubicBezTo>
                    <a:cubicBezTo>
                      <a:pt x="81" y="415"/>
                      <a:pt x="142" y="445"/>
                      <a:pt x="223" y="455"/>
                    </a:cubicBezTo>
                    <a:lnTo>
                      <a:pt x="223" y="405"/>
                    </a:lnTo>
                    <a:cubicBezTo>
                      <a:pt x="162" y="394"/>
                      <a:pt x="122" y="374"/>
                      <a:pt x="101" y="344"/>
                    </a:cubicBezTo>
                    <a:cubicBezTo>
                      <a:pt x="61" y="253"/>
                      <a:pt x="172" y="81"/>
                      <a:pt x="212" y="30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7"/>
              <p:cNvSpPr/>
              <p:nvPr/>
            </p:nvSpPr>
            <p:spPr>
              <a:xfrm>
                <a:off x="1653800" y="3888350"/>
                <a:ext cx="1190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4" extrusionOk="0">
                    <a:moveTo>
                      <a:pt x="30" y="1"/>
                    </a:moveTo>
                    <a:lnTo>
                      <a:pt x="0" y="133"/>
                    </a:lnTo>
                    <a:lnTo>
                      <a:pt x="445" y="234"/>
                    </a:lnTo>
                    <a:lnTo>
                      <a:pt x="475" y="102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37"/>
              <p:cNvSpPr/>
              <p:nvPr/>
            </p:nvSpPr>
            <p:spPr>
              <a:xfrm>
                <a:off x="1626725" y="3887600"/>
                <a:ext cx="121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34" extrusionOk="0">
                    <a:moveTo>
                      <a:pt x="456" y="1"/>
                    </a:moveTo>
                    <a:lnTo>
                      <a:pt x="1" y="102"/>
                    </a:lnTo>
                    <a:lnTo>
                      <a:pt x="31" y="233"/>
                    </a:lnTo>
                    <a:lnTo>
                      <a:pt x="486" y="132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37"/>
              <p:cNvSpPr/>
              <p:nvPr/>
            </p:nvSpPr>
            <p:spPr>
              <a:xfrm>
                <a:off x="1631550" y="3896700"/>
                <a:ext cx="40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63" extrusionOk="0">
                    <a:moveTo>
                      <a:pt x="81" y="1"/>
                    </a:moveTo>
                    <a:cubicBezTo>
                      <a:pt x="30" y="1"/>
                      <a:pt x="0" y="41"/>
                      <a:pt x="0" y="82"/>
                    </a:cubicBezTo>
                    <a:cubicBezTo>
                      <a:pt x="0" y="122"/>
                      <a:pt x="30" y="163"/>
                      <a:pt x="81" y="163"/>
                    </a:cubicBezTo>
                    <a:cubicBezTo>
                      <a:pt x="122" y="163"/>
                      <a:pt x="162" y="122"/>
                      <a:pt x="162" y="82"/>
                    </a:cubicBezTo>
                    <a:cubicBezTo>
                      <a:pt x="162" y="41"/>
                      <a:pt x="12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37"/>
              <p:cNvSpPr/>
              <p:nvPr/>
            </p:nvSpPr>
            <p:spPr>
              <a:xfrm>
                <a:off x="1655825" y="3896700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1" y="1"/>
                    </a:moveTo>
                    <a:cubicBezTo>
                      <a:pt x="30" y="1"/>
                      <a:pt x="0" y="41"/>
                      <a:pt x="0" y="82"/>
                    </a:cubicBezTo>
                    <a:cubicBezTo>
                      <a:pt x="0" y="122"/>
                      <a:pt x="30" y="163"/>
                      <a:pt x="81" y="163"/>
                    </a:cubicBezTo>
                    <a:cubicBezTo>
                      <a:pt x="122" y="163"/>
                      <a:pt x="162" y="122"/>
                      <a:pt x="162" y="82"/>
                    </a:cubicBezTo>
                    <a:cubicBezTo>
                      <a:pt x="162" y="41"/>
                      <a:pt x="12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7"/>
              <p:cNvSpPr/>
              <p:nvPr/>
            </p:nvSpPr>
            <p:spPr>
              <a:xfrm>
                <a:off x="1638875" y="3918975"/>
                <a:ext cx="12925" cy="32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29" extrusionOk="0">
                    <a:moveTo>
                      <a:pt x="31" y="0"/>
                    </a:moveTo>
                    <a:lnTo>
                      <a:pt x="0" y="41"/>
                    </a:lnTo>
                    <a:cubicBezTo>
                      <a:pt x="11" y="50"/>
                      <a:pt x="51" y="81"/>
                      <a:pt x="121" y="101"/>
                    </a:cubicBezTo>
                    <a:cubicBezTo>
                      <a:pt x="162" y="116"/>
                      <a:pt x="218" y="129"/>
                      <a:pt x="285" y="129"/>
                    </a:cubicBezTo>
                    <a:cubicBezTo>
                      <a:pt x="352" y="129"/>
                      <a:pt x="430" y="116"/>
                      <a:pt x="516" y="81"/>
                    </a:cubicBezTo>
                    <a:lnTo>
                      <a:pt x="496" y="30"/>
                    </a:lnTo>
                    <a:cubicBezTo>
                      <a:pt x="415" y="66"/>
                      <a:pt x="342" y="79"/>
                      <a:pt x="279" y="79"/>
                    </a:cubicBezTo>
                    <a:cubicBezTo>
                      <a:pt x="130" y="79"/>
                      <a:pt x="38" y="7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7"/>
              <p:cNvSpPr/>
              <p:nvPr/>
            </p:nvSpPr>
            <p:spPr>
              <a:xfrm>
                <a:off x="1973950" y="4019850"/>
                <a:ext cx="81700" cy="141650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5666" extrusionOk="0">
                    <a:moveTo>
                      <a:pt x="1" y="1"/>
                    </a:moveTo>
                    <a:lnTo>
                      <a:pt x="1" y="5666"/>
                    </a:lnTo>
                    <a:lnTo>
                      <a:pt x="2479" y="5666"/>
                    </a:lnTo>
                    <a:cubicBezTo>
                      <a:pt x="3268" y="3572"/>
                      <a:pt x="1397" y="3754"/>
                      <a:pt x="1710" y="2561"/>
                    </a:cubicBezTo>
                    <a:cubicBezTo>
                      <a:pt x="2024" y="1377"/>
                      <a:pt x="1822" y="1"/>
                      <a:pt x="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7"/>
              <p:cNvSpPr/>
              <p:nvPr/>
            </p:nvSpPr>
            <p:spPr>
              <a:xfrm>
                <a:off x="1894275" y="4019850"/>
                <a:ext cx="81725" cy="141650"/>
              </a:xfrm>
              <a:custGeom>
                <a:avLst/>
                <a:gdLst/>
                <a:ahLst/>
                <a:cxnLst/>
                <a:rect l="l" t="t" r="r" b="b"/>
                <a:pathLst>
                  <a:path w="3269" h="5666" extrusionOk="0">
                    <a:moveTo>
                      <a:pt x="3269" y="1"/>
                    </a:moveTo>
                    <a:cubicBezTo>
                      <a:pt x="1538" y="1"/>
                      <a:pt x="1246" y="1377"/>
                      <a:pt x="1559" y="2561"/>
                    </a:cubicBezTo>
                    <a:cubicBezTo>
                      <a:pt x="1882" y="3754"/>
                      <a:pt x="1" y="3572"/>
                      <a:pt x="790" y="5666"/>
                    </a:cubicBezTo>
                    <a:lnTo>
                      <a:pt x="3269" y="5666"/>
                    </a:lnTo>
                    <a:lnTo>
                      <a:pt x="326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7"/>
              <p:cNvSpPr/>
              <p:nvPr/>
            </p:nvSpPr>
            <p:spPr>
              <a:xfrm>
                <a:off x="1943100" y="4091175"/>
                <a:ext cx="63000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2520" h="2692" extrusionOk="0">
                    <a:moveTo>
                      <a:pt x="567" y="1"/>
                    </a:moveTo>
                    <a:lnTo>
                      <a:pt x="506" y="810"/>
                    </a:lnTo>
                    <a:cubicBezTo>
                      <a:pt x="496" y="901"/>
                      <a:pt x="435" y="992"/>
                      <a:pt x="334" y="1012"/>
                    </a:cubicBezTo>
                    <a:lnTo>
                      <a:pt x="1" y="1093"/>
                    </a:lnTo>
                    <a:cubicBezTo>
                      <a:pt x="223" y="2216"/>
                      <a:pt x="1235" y="2691"/>
                      <a:pt x="1235" y="2691"/>
                    </a:cubicBezTo>
                    <a:cubicBezTo>
                      <a:pt x="2114" y="2206"/>
                      <a:pt x="2519" y="1083"/>
                      <a:pt x="2519" y="1083"/>
                    </a:cubicBezTo>
                    <a:lnTo>
                      <a:pt x="2145" y="1002"/>
                    </a:lnTo>
                    <a:cubicBezTo>
                      <a:pt x="2044" y="982"/>
                      <a:pt x="1973" y="901"/>
                      <a:pt x="1963" y="800"/>
                    </a:cubicBezTo>
                    <a:lnTo>
                      <a:pt x="1902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7"/>
              <p:cNvSpPr/>
              <p:nvPr/>
            </p:nvSpPr>
            <p:spPr>
              <a:xfrm>
                <a:off x="1888475" y="4272500"/>
                <a:ext cx="170975" cy="78175"/>
              </a:xfrm>
              <a:custGeom>
                <a:avLst/>
                <a:gdLst/>
                <a:ahLst/>
                <a:cxnLst/>
                <a:rect l="l" t="t" r="r" b="b"/>
                <a:pathLst>
                  <a:path w="6839" h="3127" extrusionOk="0">
                    <a:moveTo>
                      <a:pt x="1103" y="1"/>
                    </a:moveTo>
                    <a:lnTo>
                      <a:pt x="689" y="253"/>
                    </a:lnTo>
                    <a:cubicBezTo>
                      <a:pt x="132" y="597"/>
                      <a:pt x="1" y="1215"/>
                      <a:pt x="51" y="1852"/>
                    </a:cubicBezTo>
                    <a:lnTo>
                      <a:pt x="203" y="3126"/>
                    </a:lnTo>
                    <a:lnTo>
                      <a:pt x="3420" y="2823"/>
                    </a:lnTo>
                    <a:lnTo>
                      <a:pt x="3440" y="2823"/>
                    </a:lnTo>
                    <a:lnTo>
                      <a:pt x="6697" y="3126"/>
                    </a:lnTo>
                    <a:lnTo>
                      <a:pt x="6788" y="1852"/>
                    </a:lnTo>
                    <a:cubicBezTo>
                      <a:pt x="6839" y="1215"/>
                      <a:pt x="6738" y="597"/>
                      <a:pt x="6171" y="253"/>
                    </a:cubicBezTo>
                    <a:lnTo>
                      <a:pt x="5767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7"/>
              <p:cNvSpPr/>
              <p:nvPr/>
            </p:nvSpPr>
            <p:spPr>
              <a:xfrm>
                <a:off x="1935250" y="4059375"/>
                <a:ext cx="17500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04" extrusionOk="0">
                    <a:moveTo>
                      <a:pt x="320" y="1"/>
                    </a:moveTo>
                    <a:cubicBezTo>
                      <a:pt x="287" y="1"/>
                      <a:pt x="255" y="6"/>
                      <a:pt x="223" y="18"/>
                    </a:cubicBezTo>
                    <a:cubicBezTo>
                      <a:pt x="72" y="79"/>
                      <a:pt x="1" y="271"/>
                      <a:pt x="72" y="463"/>
                    </a:cubicBezTo>
                    <a:cubicBezTo>
                      <a:pt x="128" y="609"/>
                      <a:pt x="257" y="703"/>
                      <a:pt x="384" y="703"/>
                    </a:cubicBezTo>
                    <a:cubicBezTo>
                      <a:pt x="415" y="703"/>
                      <a:pt x="446" y="698"/>
                      <a:pt x="476" y="686"/>
                    </a:cubicBezTo>
                    <a:cubicBezTo>
                      <a:pt x="628" y="625"/>
                      <a:pt x="699" y="433"/>
                      <a:pt x="628" y="251"/>
                    </a:cubicBezTo>
                    <a:cubicBezTo>
                      <a:pt x="579" y="96"/>
                      <a:pt x="452" y="1"/>
                      <a:pt x="320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7"/>
              <p:cNvSpPr/>
              <p:nvPr/>
            </p:nvSpPr>
            <p:spPr>
              <a:xfrm>
                <a:off x="1938300" y="4063125"/>
                <a:ext cx="4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334" extrusionOk="0">
                    <a:moveTo>
                      <a:pt x="152" y="0"/>
                    </a:moveTo>
                    <a:cubicBezTo>
                      <a:pt x="0" y="121"/>
                      <a:pt x="61" y="334"/>
                      <a:pt x="61" y="334"/>
                    </a:cubicBezTo>
                    <a:lnTo>
                      <a:pt x="91" y="324"/>
                    </a:lnTo>
                    <a:cubicBezTo>
                      <a:pt x="91" y="324"/>
                      <a:pt x="31" y="131"/>
                      <a:pt x="172" y="30"/>
                    </a:cubicBez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37"/>
              <p:cNvSpPr/>
              <p:nvPr/>
            </p:nvSpPr>
            <p:spPr>
              <a:xfrm>
                <a:off x="1995700" y="4059375"/>
                <a:ext cx="17475" cy="1760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704" extrusionOk="0">
                    <a:moveTo>
                      <a:pt x="374" y="1"/>
                    </a:moveTo>
                    <a:cubicBezTo>
                      <a:pt x="247" y="1"/>
                      <a:pt x="118" y="96"/>
                      <a:pt x="61" y="251"/>
                    </a:cubicBezTo>
                    <a:cubicBezTo>
                      <a:pt x="1" y="433"/>
                      <a:pt x="71" y="625"/>
                      <a:pt x="223" y="686"/>
                    </a:cubicBezTo>
                    <a:cubicBezTo>
                      <a:pt x="253" y="698"/>
                      <a:pt x="284" y="703"/>
                      <a:pt x="315" y="703"/>
                    </a:cubicBezTo>
                    <a:cubicBezTo>
                      <a:pt x="442" y="703"/>
                      <a:pt x="571" y="609"/>
                      <a:pt x="628" y="463"/>
                    </a:cubicBezTo>
                    <a:cubicBezTo>
                      <a:pt x="698" y="271"/>
                      <a:pt x="628" y="79"/>
                      <a:pt x="466" y="18"/>
                    </a:cubicBezTo>
                    <a:cubicBezTo>
                      <a:pt x="436" y="6"/>
                      <a:pt x="405" y="1"/>
                      <a:pt x="37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37"/>
              <p:cNvSpPr/>
              <p:nvPr/>
            </p:nvSpPr>
            <p:spPr>
              <a:xfrm>
                <a:off x="2006325" y="4063125"/>
                <a:ext cx="4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334" extrusionOk="0">
                    <a:moveTo>
                      <a:pt x="21" y="0"/>
                    </a:moveTo>
                    <a:lnTo>
                      <a:pt x="1" y="30"/>
                    </a:lnTo>
                    <a:cubicBezTo>
                      <a:pt x="142" y="131"/>
                      <a:pt x="81" y="324"/>
                      <a:pt x="81" y="324"/>
                    </a:cubicBezTo>
                    <a:lnTo>
                      <a:pt x="111" y="334"/>
                    </a:lnTo>
                    <a:cubicBezTo>
                      <a:pt x="111" y="334"/>
                      <a:pt x="172" y="121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37"/>
              <p:cNvSpPr/>
              <p:nvPr/>
            </p:nvSpPr>
            <p:spPr>
              <a:xfrm>
                <a:off x="1957275" y="4094975"/>
                <a:ext cx="33650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759" extrusionOk="0">
                    <a:moveTo>
                      <a:pt x="0" y="1"/>
                    </a:moveTo>
                    <a:lnTo>
                      <a:pt x="0" y="334"/>
                    </a:lnTo>
                    <a:cubicBezTo>
                      <a:pt x="0" y="334"/>
                      <a:pt x="263" y="759"/>
                      <a:pt x="677" y="759"/>
                    </a:cubicBezTo>
                    <a:cubicBezTo>
                      <a:pt x="1093" y="759"/>
                      <a:pt x="1345" y="334"/>
                      <a:pt x="1345" y="334"/>
                    </a:cubicBezTo>
                    <a:lnTo>
                      <a:pt x="1345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37"/>
              <p:cNvSpPr/>
              <p:nvPr/>
            </p:nvSpPr>
            <p:spPr>
              <a:xfrm>
                <a:off x="1942850" y="4024925"/>
                <a:ext cx="62500" cy="83975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3359" extrusionOk="0">
                    <a:moveTo>
                      <a:pt x="1245" y="0"/>
                    </a:moveTo>
                    <a:cubicBezTo>
                      <a:pt x="557" y="0"/>
                      <a:pt x="0" y="537"/>
                      <a:pt x="0" y="1204"/>
                    </a:cubicBezTo>
                    <a:cubicBezTo>
                      <a:pt x="0" y="1245"/>
                      <a:pt x="0" y="1285"/>
                      <a:pt x="11" y="1326"/>
                    </a:cubicBezTo>
                    <a:lnTo>
                      <a:pt x="11" y="1346"/>
                    </a:lnTo>
                    <a:lnTo>
                      <a:pt x="142" y="2378"/>
                    </a:lnTo>
                    <a:lnTo>
                      <a:pt x="142" y="2418"/>
                    </a:lnTo>
                    <a:lnTo>
                      <a:pt x="142" y="2428"/>
                    </a:lnTo>
                    <a:cubicBezTo>
                      <a:pt x="223" y="2954"/>
                      <a:pt x="688" y="3359"/>
                      <a:pt x="1245" y="3359"/>
                    </a:cubicBezTo>
                    <a:cubicBezTo>
                      <a:pt x="1821" y="3359"/>
                      <a:pt x="2286" y="2944"/>
                      <a:pt x="2357" y="2418"/>
                    </a:cubicBezTo>
                    <a:lnTo>
                      <a:pt x="2357" y="2388"/>
                    </a:lnTo>
                    <a:lnTo>
                      <a:pt x="2489" y="1346"/>
                    </a:lnTo>
                    <a:lnTo>
                      <a:pt x="2489" y="1326"/>
                    </a:lnTo>
                    <a:cubicBezTo>
                      <a:pt x="2499" y="1285"/>
                      <a:pt x="2499" y="1245"/>
                      <a:pt x="2499" y="1204"/>
                    </a:cubicBezTo>
                    <a:cubicBezTo>
                      <a:pt x="2499" y="537"/>
                      <a:pt x="1942" y="0"/>
                      <a:pt x="1245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37"/>
              <p:cNvSpPr/>
              <p:nvPr/>
            </p:nvSpPr>
            <p:spPr>
              <a:xfrm>
                <a:off x="1941325" y="4024400"/>
                <a:ext cx="65025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2601" h="1802" extrusionOk="0">
                    <a:moveTo>
                      <a:pt x="1291" y="1"/>
                    </a:moveTo>
                    <a:cubicBezTo>
                      <a:pt x="1151" y="1"/>
                      <a:pt x="49" y="36"/>
                      <a:pt x="11" y="1154"/>
                    </a:cubicBezTo>
                    <a:cubicBezTo>
                      <a:pt x="0" y="1266"/>
                      <a:pt x="61" y="1397"/>
                      <a:pt x="81" y="1509"/>
                    </a:cubicBezTo>
                    <a:lnTo>
                      <a:pt x="122" y="1802"/>
                    </a:lnTo>
                    <a:cubicBezTo>
                      <a:pt x="122" y="1802"/>
                      <a:pt x="436" y="1327"/>
                      <a:pt x="577" y="902"/>
                    </a:cubicBezTo>
                    <a:lnTo>
                      <a:pt x="1306" y="861"/>
                    </a:lnTo>
                    <a:lnTo>
                      <a:pt x="2064" y="1104"/>
                    </a:lnTo>
                    <a:cubicBezTo>
                      <a:pt x="2206" y="1539"/>
                      <a:pt x="2489" y="1802"/>
                      <a:pt x="2489" y="1802"/>
                    </a:cubicBezTo>
                    <a:lnTo>
                      <a:pt x="2540" y="1509"/>
                    </a:lnTo>
                    <a:cubicBezTo>
                      <a:pt x="2550" y="1397"/>
                      <a:pt x="2601" y="1266"/>
                      <a:pt x="2601" y="1154"/>
                    </a:cubicBezTo>
                    <a:cubicBezTo>
                      <a:pt x="2563" y="36"/>
                      <a:pt x="1460" y="1"/>
                      <a:pt x="1320" y="1"/>
                    </a:cubicBezTo>
                    <a:cubicBezTo>
                      <a:pt x="1311" y="1"/>
                      <a:pt x="1306" y="1"/>
                      <a:pt x="1306" y="1"/>
                    </a:cubicBezTo>
                    <a:cubicBezTo>
                      <a:pt x="1306" y="1"/>
                      <a:pt x="1301" y="1"/>
                      <a:pt x="129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37"/>
              <p:cNvSpPr/>
              <p:nvPr/>
            </p:nvSpPr>
            <p:spPr>
              <a:xfrm>
                <a:off x="1973450" y="4074250"/>
                <a:ext cx="5075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395" extrusionOk="0">
                    <a:moveTo>
                      <a:pt x="51" y="0"/>
                    </a:moveTo>
                    <a:lnTo>
                      <a:pt x="21" y="30"/>
                    </a:lnTo>
                    <a:cubicBezTo>
                      <a:pt x="51" y="81"/>
                      <a:pt x="142" y="223"/>
                      <a:pt x="111" y="293"/>
                    </a:cubicBezTo>
                    <a:cubicBezTo>
                      <a:pt x="102" y="324"/>
                      <a:pt x="61" y="344"/>
                      <a:pt x="1" y="344"/>
                    </a:cubicBezTo>
                    <a:lnTo>
                      <a:pt x="10" y="394"/>
                    </a:lnTo>
                    <a:cubicBezTo>
                      <a:pt x="81" y="385"/>
                      <a:pt x="132" y="364"/>
                      <a:pt x="152" y="313"/>
                    </a:cubicBezTo>
                    <a:cubicBezTo>
                      <a:pt x="203" y="203"/>
                      <a:pt x="71" y="20"/>
                      <a:pt x="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37"/>
              <p:cNvSpPr/>
              <p:nvPr/>
            </p:nvSpPr>
            <p:spPr>
              <a:xfrm>
                <a:off x="1953225" y="4060075"/>
                <a:ext cx="11400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24" extrusionOk="0">
                    <a:moveTo>
                      <a:pt x="425" y="1"/>
                    </a:moveTo>
                    <a:lnTo>
                      <a:pt x="0" y="91"/>
                    </a:lnTo>
                    <a:lnTo>
                      <a:pt x="20" y="223"/>
                    </a:lnTo>
                    <a:lnTo>
                      <a:pt x="455" y="122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37"/>
              <p:cNvSpPr/>
              <p:nvPr/>
            </p:nvSpPr>
            <p:spPr>
              <a:xfrm>
                <a:off x="1983575" y="4060075"/>
                <a:ext cx="113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455" h="224" extrusionOk="0">
                    <a:moveTo>
                      <a:pt x="20" y="1"/>
                    </a:moveTo>
                    <a:lnTo>
                      <a:pt x="0" y="122"/>
                    </a:lnTo>
                    <a:lnTo>
                      <a:pt x="425" y="223"/>
                    </a:lnTo>
                    <a:lnTo>
                      <a:pt x="455" y="91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37"/>
              <p:cNvSpPr/>
              <p:nvPr/>
            </p:nvSpPr>
            <p:spPr>
              <a:xfrm>
                <a:off x="1965600" y="4088150"/>
                <a:ext cx="11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466" h="173" extrusionOk="0">
                    <a:moveTo>
                      <a:pt x="31" y="0"/>
                    </a:moveTo>
                    <a:lnTo>
                      <a:pt x="1" y="31"/>
                    </a:lnTo>
                    <a:cubicBezTo>
                      <a:pt x="122" y="152"/>
                      <a:pt x="254" y="173"/>
                      <a:pt x="344" y="173"/>
                    </a:cubicBezTo>
                    <a:cubicBezTo>
                      <a:pt x="416" y="173"/>
                      <a:pt x="456" y="162"/>
                      <a:pt x="466" y="162"/>
                    </a:cubicBezTo>
                    <a:lnTo>
                      <a:pt x="446" y="112"/>
                    </a:lnTo>
                    <a:cubicBezTo>
                      <a:pt x="441" y="116"/>
                      <a:pt x="403" y="129"/>
                      <a:pt x="344" y="129"/>
                    </a:cubicBezTo>
                    <a:cubicBezTo>
                      <a:pt x="264" y="129"/>
                      <a:pt x="148" y="105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37"/>
              <p:cNvSpPr/>
              <p:nvPr/>
            </p:nvSpPr>
            <p:spPr>
              <a:xfrm>
                <a:off x="1906175" y="4256575"/>
                <a:ext cx="137850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911" extrusionOk="0">
                    <a:moveTo>
                      <a:pt x="223" y="0"/>
                    </a:moveTo>
                    <a:cubicBezTo>
                      <a:pt x="1" y="385"/>
                      <a:pt x="273" y="719"/>
                      <a:pt x="273" y="719"/>
                    </a:cubicBezTo>
                    <a:cubicBezTo>
                      <a:pt x="273" y="719"/>
                      <a:pt x="1113" y="911"/>
                      <a:pt x="2712" y="911"/>
                    </a:cubicBezTo>
                    <a:cubicBezTo>
                      <a:pt x="4320" y="911"/>
                      <a:pt x="5210" y="719"/>
                      <a:pt x="5210" y="719"/>
                    </a:cubicBezTo>
                    <a:cubicBezTo>
                      <a:pt x="5513" y="324"/>
                      <a:pt x="5261" y="0"/>
                      <a:pt x="52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37"/>
              <p:cNvSpPr/>
              <p:nvPr/>
            </p:nvSpPr>
            <p:spPr>
              <a:xfrm>
                <a:off x="2010100" y="4121275"/>
                <a:ext cx="66300" cy="137450"/>
              </a:xfrm>
              <a:custGeom>
                <a:avLst/>
                <a:gdLst/>
                <a:ahLst/>
                <a:cxnLst/>
                <a:rect l="l" t="t" r="r" b="b"/>
                <a:pathLst>
                  <a:path w="2652" h="5498" extrusionOk="0">
                    <a:moveTo>
                      <a:pt x="214" y="1"/>
                    </a:moveTo>
                    <a:lnTo>
                      <a:pt x="1" y="1669"/>
                    </a:lnTo>
                    <a:cubicBezTo>
                      <a:pt x="345" y="3035"/>
                      <a:pt x="881" y="4937"/>
                      <a:pt x="932" y="5362"/>
                    </a:cubicBezTo>
                    <a:cubicBezTo>
                      <a:pt x="941" y="5441"/>
                      <a:pt x="1018" y="5497"/>
                      <a:pt x="1105" y="5497"/>
                    </a:cubicBezTo>
                    <a:cubicBezTo>
                      <a:pt x="1118" y="5497"/>
                      <a:pt x="1131" y="5496"/>
                      <a:pt x="1144" y="5493"/>
                    </a:cubicBezTo>
                    <a:lnTo>
                      <a:pt x="1154" y="5493"/>
                    </a:lnTo>
                    <a:cubicBezTo>
                      <a:pt x="2095" y="5261"/>
                      <a:pt x="2651" y="4411"/>
                      <a:pt x="2399" y="3591"/>
                    </a:cubicBezTo>
                    <a:cubicBezTo>
                      <a:pt x="2298" y="3247"/>
                      <a:pt x="2186" y="2944"/>
                      <a:pt x="2136" y="2813"/>
                    </a:cubicBezTo>
                    <a:cubicBezTo>
                      <a:pt x="1943" y="2317"/>
                      <a:pt x="942" y="354"/>
                      <a:pt x="214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37"/>
              <p:cNvSpPr/>
              <p:nvPr/>
            </p:nvSpPr>
            <p:spPr>
              <a:xfrm>
                <a:off x="1873050" y="4122025"/>
                <a:ext cx="63750" cy="136700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5468" extrusionOk="0">
                    <a:moveTo>
                      <a:pt x="2468" y="1"/>
                    </a:moveTo>
                    <a:cubicBezTo>
                      <a:pt x="1740" y="355"/>
                      <a:pt x="708" y="2287"/>
                      <a:pt x="516" y="2783"/>
                    </a:cubicBezTo>
                    <a:cubicBezTo>
                      <a:pt x="466" y="2914"/>
                      <a:pt x="364" y="3217"/>
                      <a:pt x="253" y="3561"/>
                    </a:cubicBezTo>
                    <a:cubicBezTo>
                      <a:pt x="0" y="4381"/>
                      <a:pt x="557" y="5231"/>
                      <a:pt x="1497" y="5463"/>
                    </a:cubicBezTo>
                    <a:lnTo>
                      <a:pt x="1508" y="5463"/>
                    </a:lnTo>
                    <a:cubicBezTo>
                      <a:pt x="1521" y="5466"/>
                      <a:pt x="1534" y="5467"/>
                      <a:pt x="1547" y="5467"/>
                    </a:cubicBezTo>
                    <a:cubicBezTo>
                      <a:pt x="1634" y="5467"/>
                      <a:pt x="1711" y="5411"/>
                      <a:pt x="1720" y="5332"/>
                    </a:cubicBezTo>
                    <a:cubicBezTo>
                      <a:pt x="1771" y="4907"/>
                      <a:pt x="2205" y="3056"/>
                      <a:pt x="2549" y="1680"/>
                    </a:cubicBezTo>
                    <a:lnTo>
                      <a:pt x="2468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37"/>
              <p:cNvSpPr/>
              <p:nvPr/>
            </p:nvSpPr>
            <p:spPr>
              <a:xfrm>
                <a:off x="1915275" y="4117750"/>
                <a:ext cx="1189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6272" extrusionOk="0">
                    <a:moveTo>
                      <a:pt x="3582" y="0"/>
                    </a:moveTo>
                    <a:cubicBezTo>
                      <a:pt x="3409" y="232"/>
                      <a:pt x="2742" y="587"/>
                      <a:pt x="2429" y="587"/>
                    </a:cubicBezTo>
                    <a:cubicBezTo>
                      <a:pt x="1963" y="587"/>
                      <a:pt x="1458" y="364"/>
                      <a:pt x="1204" y="10"/>
                    </a:cubicBezTo>
                    <a:lnTo>
                      <a:pt x="1114" y="30"/>
                    </a:lnTo>
                    <a:cubicBezTo>
                      <a:pt x="1114" y="41"/>
                      <a:pt x="658" y="384"/>
                      <a:pt x="658" y="384"/>
                    </a:cubicBezTo>
                    <a:cubicBezTo>
                      <a:pt x="678" y="526"/>
                      <a:pt x="729" y="657"/>
                      <a:pt x="739" y="809"/>
                    </a:cubicBezTo>
                    <a:cubicBezTo>
                      <a:pt x="739" y="961"/>
                      <a:pt x="729" y="1123"/>
                      <a:pt x="698" y="1275"/>
                    </a:cubicBezTo>
                    <a:cubicBezTo>
                      <a:pt x="689" y="1376"/>
                      <a:pt x="678" y="1457"/>
                      <a:pt x="658" y="1558"/>
                    </a:cubicBezTo>
                    <a:cubicBezTo>
                      <a:pt x="658" y="1558"/>
                      <a:pt x="476" y="2862"/>
                      <a:pt x="244" y="3651"/>
                    </a:cubicBezTo>
                    <a:lnTo>
                      <a:pt x="1" y="4390"/>
                    </a:lnTo>
                    <a:lnTo>
                      <a:pt x="1336" y="6272"/>
                    </a:lnTo>
                    <a:lnTo>
                      <a:pt x="3430" y="6272"/>
                    </a:lnTo>
                    <a:lnTo>
                      <a:pt x="4755" y="4390"/>
                    </a:lnTo>
                    <a:lnTo>
                      <a:pt x="4522" y="3651"/>
                    </a:lnTo>
                    <a:cubicBezTo>
                      <a:pt x="4290" y="2862"/>
                      <a:pt x="4108" y="1558"/>
                      <a:pt x="4108" y="1558"/>
                    </a:cubicBezTo>
                    <a:lnTo>
                      <a:pt x="4118" y="1558"/>
                    </a:lnTo>
                    <a:cubicBezTo>
                      <a:pt x="4118" y="1547"/>
                      <a:pt x="4108" y="1527"/>
                      <a:pt x="4108" y="1507"/>
                    </a:cubicBezTo>
                    <a:lnTo>
                      <a:pt x="4108" y="1527"/>
                    </a:lnTo>
                    <a:cubicBezTo>
                      <a:pt x="4108" y="1527"/>
                      <a:pt x="4097" y="1517"/>
                      <a:pt x="4097" y="1497"/>
                    </a:cubicBezTo>
                    <a:cubicBezTo>
                      <a:pt x="4088" y="1466"/>
                      <a:pt x="4077" y="1446"/>
                      <a:pt x="4077" y="1416"/>
                    </a:cubicBezTo>
                    <a:cubicBezTo>
                      <a:pt x="4077" y="1406"/>
                      <a:pt x="4067" y="1376"/>
                      <a:pt x="4067" y="1365"/>
                    </a:cubicBezTo>
                    <a:cubicBezTo>
                      <a:pt x="4027" y="1194"/>
                      <a:pt x="4057" y="1012"/>
                      <a:pt x="4037" y="850"/>
                    </a:cubicBezTo>
                    <a:cubicBezTo>
                      <a:pt x="4027" y="698"/>
                      <a:pt x="3632" y="182"/>
                      <a:pt x="3683" y="30"/>
                    </a:cubicBezTo>
                    <a:lnTo>
                      <a:pt x="358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37"/>
              <p:cNvSpPr/>
              <p:nvPr/>
            </p:nvSpPr>
            <p:spPr>
              <a:xfrm>
                <a:off x="2017950" y="41559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F742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37"/>
              <p:cNvSpPr/>
              <p:nvPr/>
            </p:nvSpPr>
            <p:spPr>
              <a:xfrm>
                <a:off x="1960800" y="4038575"/>
                <a:ext cx="374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790" extrusionOk="0">
                    <a:moveTo>
                      <a:pt x="648" y="0"/>
                    </a:moveTo>
                    <a:lnTo>
                      <a:pt x="1" y="81"/>
                    </a:lnTo>
                    <a:cubicBezTo>
                      <a:pt x="1" y="81"/>
                      <a:pt x="314" y="688"/>
                      <a:pt x="1498" y="790"/>
                    </a:cubicBezTo>
                    <a:lnTo>
                      <a:pt x="1447" y="375"/>
                    </a:lnTo>
                    <a:lnTo>
                      <a:pt x="6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37"/>
              <p:cNvSpPr/>
              <p:nvPr/>
            </p:nvSpPr>
            <p:spPr>
              <a:xfrm>
                <a:off x="1918575" y="4446750"/>
                <a:ext cx="29850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205" extrusionOk="0">
                    <a:moveTo>
                      <a:pt x="0" y="0"/>
                    </a:moveTo>
                    <a:lnTo>
                      <a:pt x="0" y="1204"/>
                    </a:lnTo>
                    <a:lnTo>
                      <a:pt x="1194" y="1204"/>
                    </a:lnTo>
                    <a:lnTo>
                      <a:pt x="1194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37"/>
              <p:cNvSpPr/>
              <p:nvPr/>
            </p:nvSpPr>
            <p:spPr>
              <a:xfrm>
                <a:off x="1903150" y="4470275"/>
                <a:ext cx="60725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224" extrusionOk="0">
                    <a:moveTo>
                      <a:pt x="365" y="0"/>
                    </a:moveTo>
                    <a:lnTo>
                      <a:pt x="0" y="961"/>
                    </a:lnTo>
                    <a:lnTo>
                      <a:pt x="1154" y="1224"/>
                    </a:lnTo>
                    <a:lnTo>
                      <a:pt x="2428" y="961"/>
                    </a:lnTo>
                    <a:lnTo>
                      <a:pt x="206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7"/>
              <p:cNvSpPr/>
              <p:nvPr/>
            </p:nvSpPr>
            <p:spPr>
              <a:xfrm>
                <a:off x="1903150" y="4494275"/>
                <a:ext cx="607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518" extrusionOk="0">
                    <a:moveTo>
                      <a:pt x="0" y="1"/>
                    </a:moveTo>
                    <a:lnTo>
                      <a:pt x="0" y="517"/>
                    </a:lnTo>
                    <a:lnTo>
                      <a:pt x="2428" y="517"/>
                    </a:lnTo>
                    <a:lnTo>
                      <a:pt x="24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37"/>
              <p:cNvSpPr/>
              <p:nvPr/>
            </p:nvSpPr>
            <p:spPr>
              <a:xfrm>
                <a:off x="1893525" y="4327375"/>
                <a:ext cx="73875" cy="1285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5140" extrusionOk="0">
                    <a:moveTo>
                      <a:pt x="2955" y="1"/>
                    </a:moveTo>
                    <a:lnTo>
                      <a:pt x="1" y="931"/>
                    </a:lnTo>
                    <a:lnTo>
                      <a:pt x="588" y="5139"/>
                    </a:lnTo>
                    <a:lnTo>
                      <a:pt x="2580" y="5130"/>
                    </a:lnTo>
                    <a:lnTo>
                      <a:pt x="2955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37"/>
              <p:cNvSpPr/>
              <p:nvPr/>
            </p:nvSpPr>
            <p:spPr>
              <a:xfrm>
                <a:off x="1900850" y="4434100"/>
                <a:ext cx="6527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932" extrusionOk="0">
                    <a:moveTo>
                      <a:pt x="11" y="0"/>
                    </a:moveTo>
                    <a:cubicBezTo>
                      <a:pt x="11" y="0"/>
                      <a:pt x="1" y="11"/>
                      <a:pt x="1" y="21"/>
                    </a:cubicBezTo>
                    <a:lnTo>
                      <a:pt x="1" y="921"/>
                    </a:lnTo>
                    <a:cubicBezTo>
                      <a:pt x="1" y="931"/>
                      <a:pt x="11" y="931"/>
                      <a:pt x="11" y="931"/>
                    </a:cubicBezTo>
                    <a:lnTo>
                      <a:pt x="2601" y="931"/>
                    </a:lnTo>
                    <a:cubicBezTo>
                      <a:pt x="2601" y="931"/>
                      <a:pt x="2611" y="931"/>
                      <a:pt x="2611" y="921"/>
                    </a:cubicBezTo>
                    <a:lnTo>
                      <a:pt x="2611" y="21"/>
                    </a:lnTo>
                    <a:cubicBezTo>
                      <a:pt x="2611" y="11"/>
                      <a:pt x="2601" y="0"/>
                      <a:pt x="26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7"/>
              <p:cNvSpPr/>
              <p:nvPr/>
            </p:nvSpPr>
            <p:spPr>
              <a:xfrm>
                <a:off x="1919325" y="4464200"/>
                <a:ext cx="142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28" extrusionOk="0">
                    <a:moveTo>
                      <a:pt x="567" y="1"/>
                    </a:moveTo>
                    <a:cubicBezTo>
                      <a:pt x="476" y="1"/>
                      <a:pt x="1" y="31"/>
                      <a:pt x="1" y="31"/>
                    </a:cubicBezTo>
                    <a:lnTo>
                      <a:pt x="132" y="628"/>
                    </a:lnTo>
                    <a:lnTo>
                      <a:pt x="567" y="628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7"/>
              <p:cNvSpPr/>
              <p:nvPr/>
            </p:nvSpPr>
            <p:spPr>
              <a:xfrm>
                <a:off x="1933500" y="4464200"/>
                <a:ext cx="1417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7" h="628" extrusionOk="0">
                    <a:moveTo>
                      <a:pt x="0" y="1"/>
                    </a:moveTo>
                    <a:lnTo>
                      <a:pt x="0" y="628"/>
                    </a:lnTo>
                    <a:lnTo>
                      <a:pt x="435" y="628"/>
                    </a:lnTo>
                    <a:lnTo>
                      <a:pt x="567" y="31"/>
                    </a:lnTo>
                    <a:cubicBezTo>
                      <a:pt x="567" y="31"/>
                      <a:pt x="91" y="1"/>
                      <a:pt x="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37"/>
              <p:cNvSpPr/>
              <p:nvPr/>
            </p:nvSpPr>
            <p:spPr>
              <a:xfrm>
                <a:off x="2001000" y="4446750"/>
                <a:ext cx="30125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205" extrusionOk="0">
                    <a:moveTo>
                      <a:pt x="1" y="0"/>
                    </a:moveTo>
                    <a:lnTo>
                      <a:pt x="1" y="1204"/>
                    </a:lnTo>
                    <a:lnTo>
                      <a:pt x="1205" y="1204"/>
                    </a:lnTo>
                    <a:lnTo>
                      <a:pt x="1205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37"/>
              <p:cNvSpPr/>
              <p:nvPr/>
            </p:nvSpPr>
            <p:spPr>
              <a:xfrm>
                <a:off x="1985600" y="4470275"/>
                <a:ext cx="607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1224" extrusionOk="0">
                    <a:moveTo>
                      <a:pt x="364" y="0"/>
                    </a:moveTo>
                    <a:lnTo>
                      <a:pt x="0" y="961"/>
                    </a:lnTo>
                    <a:lnTo>
                      <a:pt x="1275" y="1224"/>
                    </a:lnTo>
                    <a:lnTo>
                      <a:pt x="2428" y="961"/>
                    </a:lnTo>
                    <a:lnTo>
                      <a:pt x="2073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37"/>
              <p:cNvSpPr/>
              <p:nvPr/>
            </p:nvSpPr>
            <p:spPr>
              <a:xfrm>
                <a:off x="1985600" y="4494275"/>
                <a:ext cx="607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518" extrusionOk="0">
                    <a:moveTo>
                      <a:pt x="0" y="1"/>
                    </a:moveTo>
                    <a:lnTo>
                      <a:pt x="0" y="517"/>
                    </a:lnTo>
                    <a:lnTo>
                      <a:pt x="2428" y="517"/>
                    </a:lnTo>
                    <a:lnTo>
                      <a:pt x="24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7"/>
              <p:cNvSpPr/>
              <p:nvPr/>
            </p:nvSpPr>
            <p:spPr>
              <a:xfrm>
                <a:off x="1982050" y="4327375"/>
                <a:ext cx="73875" cy="1285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5140" extrusionOk="0">
                    <a:moveTo>
                      <a:pt x="0" y="1"/>
                    </a:moveTo>
                    <a:lnTo>
                      <a:pt x="385" y="5130"/>
                    </a:lnTo>
                    <a:lnTo>
                      <a:pt x="2377" y="5139"/>
                    </a:lnTo>
                    <a:lnTo>
                      <a:pt x="2954" y="93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37"/>
              <p:cNvSpPr/>
              <p:nvPr/>
            </p:nvSpPr>
            <p:spPr>
              <a:xfrm>
                <a:off x="1983300" y="4434100"/>
                <a:ext cx="6527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2611" h="932" extrusionOk="0">
                    <a:moveTo>
                      <a:pt x="21" y="0"/>
                    </a:moveTo>
                    <a:cubicBezTo>
                      <a:pt x="11" y="0"/>
                      <a:pt x="1" y="11"/>
                      <a:pt x="1" y="21"/>
                    </a:cubicBezTo>
                    <a:lnTo>
                      <a:pt x="1" y="921"/>
                    </a:lnTo>
                    <a:cubicBezTo>
                      <a:pt x="1" y="931"/>
                      <a:pt x="11" y="931"/>
                      <a:pt x="21" y="931"/>
                    </a:cubicBezTo>
                    <a:lnTo>
                      <a:pt x="2601" y="931"/>
                    </a:lnTo>
                    <a:cubicBezTo>
                      <a:pt x="2610" y="931"/>
                      <a:pt x="2610" y="931"/>
                      <a:pt x="2610" y="921"/>
                    </a:cubicBezTo>
                    <a:lnTo>
                      <a:pt x="2610" y="21"/>
                    </a:lnTo>
                    <a:cubicBezTo>
                      <a:pt x="2610" y="11"/>
                      <a:pt x="2610" y="0"/>
                      <a:pt x="260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37"/>
              <p:cNvSpPr/>
              <p:nvPr/>
            </p:nvSpPr>
            <p:spPr>
              <a:xfrm>
                <a:off x="2015925" y="4464200"/>
                <a:ext cx="142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28" extrusionOk="0">
                    <a:moveTo>
                      <a:pt x="1" y="1"/>
                    </a:moveTo>
                    <a:lnTo>
                      <a:pt x="1" y="628"/>
                    </a:lnTo>
                    <a:lnTo>
                      <a:pt x="435" y="628"/>
                    </a:lnTo>
                    <a:lnTo>
                      <a:pt x="567" y="31"/>
                    </a:lnTo>
                    <a:cubicBezTo>
                      <a:pt x="567" y="31"/>
                      <a:pt x="92" y="1"/>
                      <a:pt x="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7"/>
              <p:cNvSpPr/>
              <p:nvPr/>
            </p:nvSpPr>
            <p:spPr>
              <a:xfrm>
                <a:off x="2002025" y="4464200"/>
                <a:ext cx="1392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557" h="628" extrusionOk="0">
                    <a:moveTo>
                      <a:pt x="557" y="1"/>
                    </a:moveTo>
                    <a:cubicBezTo>
                      <a:pt x="465" y="1"/>
                      <a:pt x="0" y="31"/>
                      <a:pt x="0" y="31"/>
                    </a:cubicBezTo>
                    <a:lnTo>
                      <a:pt x="132" y="628"/>
                    </a:lnTo>
                    <a:lnTo>
                      <a:pt x="557" y="628"/>
                    </a:lnTo>
                    <a:lnTo>
                      <a:pt x="557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7"/>
              <p:cNvSpPr/>
              <p:nvPr/>
            </p:nvSpPr>
            <p:spPr>
              <a:xfrm>
                <a:off x="1898600" y="4118500"/>
                <a:ext cx="44525" cy="6930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772" extrusionOk="0">
                    <a:moveTo>
                      <a:pt x="1781" y="0"/>
                    </a:moveTo>
                    <a:cubicBezTo>
                      <a:pt x="405" y="334"/>
                      <a:pt x="0" y="1780"/>
                      <a:pt x="0" y="1780"/>
                    </a:cubicBezTo>
                    <a:lnTo>
                      <a:pt x="1538" y="2772"/>
                    </a:lnTo>
                    <a:lnTo>
                      <a:pt x="1781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37"/>
              <p:cNvSpPr/>
              <p:nvPr/>
            </p:nvSpPr>
            <p:spPr>
              <a:xfrm>
                <a:off x="2006075" y="4118250"/>
                <a:ext cx="44525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2782" extrusionOk="0">
                    <a:moveTo>
                      <a:pt x="0" y="0"/>
                    </a:moveTo>
                    <a:lnTo>
                      <a:pt x="243" y="2782"/>
                    </a:lnTo>
                    <a:lnTo>
                      <a:pt x="1780" y="1790"/>
                    </a:lnTo>
                    <a:cubicBezTo>
                      <a:pt x="1780" y="1790"/>
                      <a:pt x="1366" y="324"/>
                      <a:pt x="0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37"/>
              <p:cNvSpPr/>
              <p:nvPr/>
            </p:nvSpPr>
            <p:spPr>
              <a:xfrm>
                <a:off x="1938050" y="4157700"/>
                <a:ext cx="5825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042" extrusionOk="0">
                    <a:moveTo>
                      <a:pt x="182" y="0"/>
                    </a:moveTo>
                    <a:lnTo>
                      <a:pt x="0" y="1032"/>
                    </a:lnTo>
                    <a:lnTo>
                      <a:pt x="50" y="1042"/>
                    </a:lnTo>
                    <a:lnTo>
                      <a:pt x="233" y="10"/>
                    </a:lnTo>
                    <a:lnTo>
                      <a:pt x="18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7"/>
              <p:cNvSpPr/>
              <p:nvPr/>
            </p:nvSpPr>
            <p:spPr>
              <a:xfrm>
                <a:off x="2010625" y="4157700"/>
                <a:ext cx="5850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1042" extrusionOk="0">
                    <a:moveTo>
                      <a:pt x="51" y="0"/>
                    </a:moveTo>
                    <a:lnTo>
                      <a:pt x="0" y="10"/>
                    </a:lnTo>
                    <a:lnTo>
                      <a:pt x="182" y="1042"/>
                    </a:lnTo>
                    <a:lnTo>
                      <a:pt x="233" y="1032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7"/>
              <p:cNvSpPr/>
              <p:nvPr/>
            </p:nvSpPr>
            <p:spPr>
              <a:xfrm>
                <a:off x="1884675" y="4258600"/>
                <a:ext cx="176800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405" extrusionOk="0">
                    <a:moveTo>
                      <a:pt x="203" y="0"/>
                    </a:moveTo>
                    <a:cubicBezTo>
                      <a:pt x="92" y="0"/>
                      <a:pt x="1" y="92"/>
                      <a:pt x="1" y="202"/>
                    </a:cubicBezTo>
                    <a:cubicBezTo>
                      <a:pt x="1" y="314"/>
                      <a:pt x="92" y="405"/>
                      <a:pt x="203" y="405"/>
                    </a:cubicBezTo>
                    <a:lnTo>
                      <a:pt x="6869" y="405"/>
                    </a:lnTo>
                    <a:cubicBezTo>
                      <a:pt x="6980" y="405"/>
                      <a:pt x="7072" y="314"/>
                      <a:pt x="7072" y="202"/>
                    </a:cubicBezTo>
                    <a:cubicBezTo>
                      <a:pt x="7072" y="92"/>
                      <a:pt x="6980" y="0"/>
                      <a:pt x="686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7"/>
              <p:cNvSpPr/>
              <p:nvPr/>
            </p:nvSpPr>
            <p:spPr>
              <a:xfrm>
                <a:off x="1896825" y="4165275"/>
                <a:ext cx="152250" cy="103450"/>
              </a:xfrm>
              <a:custGeom>
                <a:avLst/>
                <a:gdLst/>
                <a:ahLst/>
                <a:cxnLst/>
                <a:rect l="l" t="t" r="r" b="b"/>
                <a:pathLst>
                  <a:path w="6090" h="4138" extrusionOk="0">
                    <a:moveTo>
                      <a:pt x="20" y="1"/>
                    </a:moveTo>
                    <a:cubicBezTo>
                      <a:pt x="11" y="1"/>
                      <a:pt x="0" y="11"/>
                      <a:pt x="0" y="21"/>
                    </a:cubicBezTo>
                    <a:lnTo>
                      <a:pt x="0" y="4118"/>
                    </a:lnTo>
                    <a:cubicBezTo>
                      <a:pt x="0" y="4128"/>
                      <a:pt x="11" y="4138"/>
                      <a:pt x="20" y="4138"/>
                    </a:cubicBezTo>
                    <a:lnTo>
                      <a:pt x="6069" y="4138"/>
                    </a:lnTo>
                    <a:cubicBezTo>
                      <a:pt x="6080" y="4138"/>
                      <a:pt x="6090" y="4128"/>
                      <a:pt x="6090" y="4118"/>
                    </a:cubicBezTo>
                    <a:lnTo>
                      <a:pt x="6090" y="21"/>
                    </a:lnTo>
                    <a:cubicBezTo>
                      <a:pt x="6090" y="11"/>
                      <a:pt x="6080" y="1"/>
                      <a:pt x="60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7"/>
              <p:cNvSpPr/>
              <p:nvPr/>
            </p:nvSpPr>
            <p:spPr>
              <a:xfrm>
                <a:off x="1962050" y="4206250"/>
                <a:ext cx="21775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871" h="860" extrusionOk="0">
                    <a:moveTo>
                      <a:pt x="21" y="1"/>
                    </a:moveTo>
                    <a:cubicBezTo>
                      <a:pt x="11" y="1"/>
                      <a:pt x="1" y="10"/>
                      <a:pt x="1" y="10"/>
                    </a:cubicBezTo>
                    <a:lnTo>
                      <a:pt x="1" y="850"/>
                    </a:lnTo>
                    <a:cubicBezTo>
                      <a:pt x="1" y="860"/>
                      <a:pt x="11" y="860"/>
                      <a:pt x="21" y="860"/>
                    </a:cubicBezTo>
                    <a:lnTo>
                      <a:pt x="851" y="860"/>
                    </a:lnTo>
                    <a:cubicBezTo>
                      <a:pt x="861" y="860"/>
                      <a:pt x="871" y="860"/>
                      <a:pt x="871" y="850"/>
                    </a:cubicBezTo>
                    <a:lnTo>
                      <a:pt x="871" y="10"/>
                    </a:lnTo>
                    <a:cubicBezTo>
                      <a:pt x="871" y="10"/>
                      <a:pt x="861" y="1"/>
                      <a:pt x="85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7"/>
              <p:cNvSpPr/>
              <p:nvPr/>
            </p:nvSpPr>
            <p:spPr>
              <a:xfrm>
                <a:off x="1948675" y="4044150"/>
                <a:ext cx="22000" cy="15175"/>
              </a:xfrm>
              <a:custGeom>
                <a:avLst/>
                <a:gdLst/>
                <a:ahLst/>
                <a:cxnLst/>
                <a:rect l="l" t="t" r="r" b="b"/>
                <a:pathLst>
                  <a:path w="880" h="607" extrusionOk="0">
                    <a:moveTo>
                      <a:pt x="0" y="0"/>
                    </a:moveTo>
                    <a:lnTo>
                      <a:pt x="50" y="607"/>
                    </a:lnTo>
                    <a:cubicBezTo>
                      <a:pt x="50" y="607"/>
                      <a:pt x="637" y="405"/>
                      <a:pt x="880" y="7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7"/>
              <p:cNvSpPr/>
              <p:nvPr/>
            </p:nvSpPr>
            <p:spPr>
              <a:xfrm>
                <a:off x="1772150" y="4268700"/>
                <a:ext cx="4064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16256" h="1094" extrusionOk="0">
                    <a:moveTo>
                      <a:pt x="30" y="1"/>
                    </a:moveTo>
                    <a:cubicBezTo>
                      <a:pt x="10" y="1"/>
                      <a:pt x="0" y="21"/>
                      <a:pt x="0" y="41"/>
                    </a:cubicBezTo>
                    <a:lnTo>
                      <a:pt x="0" y="1053"/>
                    </a:lnTo>
                    <a:cubicBezTo>
                      <a:pt x="0" y="1073"/>
                      <a:pt x="10" y="1093"/>
                      <a:pt x="30" y="1093"/>
                    </a:cubicBezTo>
                    <a:lnTo>
                      <a:pt x="16226" y="1093"/>
                    </a:lnTo>
                    <a:cubicBezTo>
                      <a:pt x="16246" y="1093"/>
                      <a:pt x="16256" y="1073"/>
                      <a:pt x="16256" y="1053"/>
                    </a:cubicBezTo>
                    <a:lnTo>
                      <a:pt x="16256" y="41"/>
                    </a:lnTo>
                    <a:cubicBezTo>
                      <a:pt x="16256" y="21"/>
                      <a:pt x="16246" y="1"/>
                      <a:pt x="162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7"/>
              <p:cNvSpPr/>
              <p:nvPr/>
            </p:nvSpPr>
            <p:spPr>
              <a:xfrm>
                <a:off x="1935750" y="4120000"/>
                <a:ext cx="78175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831" extrusionOk="0">
                    <a:moveTo>
                      <a:pt x="3096" y="1"/>
                    </a:moveTo>
                    <a:cubicBezTo>
                      <a:pt x="2577" y="520"/>
                      <a:pt x="2049" y="784"/>
                      <a:pt x="1521" y="784"/>
                    </a:cubicBezTo>
                    <a:cubicBezTo>
                      <a:pt x="1483" y="784"/>
                      <a:pt x="1445" y="783"/>
                      <a:pt x="1407" y="780"/>
                    </a:cubicBezTo>
                    <a:cubicBezTo>
                      <a:pt x="588" y="719"/>
                      <a:pt x="52" y="21"/>
                      <a:pt x="41" y="11"/>
                    </a:cubicBezTo>
                    <a:lnTo>
                      <a:pt x="1" y="41"/>
                    </a:lnTo>
                    <a:cubicBezTo>
                      <a:pt x="11" y="52"/>
                      <a:pt x="558" y="760"/>
                      <a:pt x="1407" y="830"/>
                    </a:cubicBezTo>
                    <a:lnTo>
                      <a:pt x="1529" y="830"/>
                    </a:lnTo>
                    <a:cubicBezTo>
                      <a:pt x="2064" y="830"/>
                      <a:pt x="2601" y="567"/>
                      <a:pt x="3127" y="41"/>
                    </a:cubicBezTo>
                    <a:lnTo>
                      <a:pt x="309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7"/>
              <p:cNvSpPr/>
              <p:nvPr/>
            </p:nvSpPr>
            <p:spPr>
              <a:xfrm>
                <a:off x="1958275" y="4069425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1" y="1"/>
                    </a:moveTo>
                    <a:cubicBezTo>
                      <a:pt x="41" y="1"/>
                      <a:pt x="1" y="41"/>
                      <a:pt x="1" y="82"/>
                    </a:cubicBezTo>
                    <a:cubicBezTo>
                      <a:pt x="1" y="133"/>
                      <a:pt x="41" y="162"/>
                      <a:pt x="81" y="162"/>
                    </a:cubicBezTo>
                    <a:cubicBezTo>
                      <a:pt x="132" y="162"/>
                      <a:pt x="162" y="133"/>
                      <a:pt x="162" y="82"/>
                    </a:cubicBezTo>
                    <a:cubicBezTo>
                      <a:pt x="162" y="41"/>
                      <a:pt x="132" y="1"/>
                      <a:pt x="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7"/>
              <p:cNvSpPr/>
              <p:nvPr/>
            </p:nvSpPr>
            <p:spPr>
              <a:xfrm>
                <a:off x="1985825" y="4069425"/>
                <a:ext cx="40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3" extrusionOk="0">
                    <a:moveTo>
                      <a:pt x="82" y="1"/>
                    </a:moveTo>
                    <a:cubicBezTo>
                      <a:pt x="41" y="1"/>
                      <a:pt x="1" y="41"/>
                      <a:pt x="1" y="82"/>
                    </a:cubicBezTo>
                    <a:cubicBezTo>
                      <a:pt x="1" y="133"/>
                      <a:pt x="41" y="162"/>
                      <a:pt x="82" y="162"/>
                    </a:cubicBezTo>
                    <a:cubicBezTo>
                      <a:pt x="133" y="162"/>
                      <a:pt x="163" y="133"/>
                      <a:pt x="163" y="82"/>
                    </a:cubicBezTo>
                    <a:cubicBezTo>
                      <a:pt x="163" y="41"/>
                      <a:pt x="133" y="1"/>
                      <a:pt x="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7"/>
              <p:cNvSpPr/>
              <p:nvPr/>
            </p:nvSpPr>
            <p:spPr>
              <a:xfrm>
                <a:off x="1835100" y="4273775"/>
                <a:ext cx="46325" cy="23395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9358" extrusionOk="0">
                    <a:moveTo>
                      <a:pt x="760" y="0"/>
                    </a:moveTo>
                    <a:lnTo>
                      <a:pt x="1" y="9317"/>
                    </a:lnTo>
                    <a:lnTo>
                      <a:pt x="1" y="9357"/>
                    </a:lnTo>
                    <a:lnTo>
                      <a:pt x="284" y="9357"/>
                    </a:lnTo>
                    <a:lnTo>
                      <a:pt x="1852" y="142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7"/>
              <p:cNvSpPr/>
              <p:nvPr/>
            </p:nvSpPr>
            <p:spPr>
              <a:xfrm>
                <a:off x="2069275" y="4273775"/>
                <a:ext cx="46325" cy="23395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9358" extrusionOk="0">
                    <a:moveTo>
                      <a:pt x="1093" y="0"/>
                    </a:moveTo>
                    <a:lnTo>
                      <a:pt x="1" y="142"/>
                    </a:lnTo>
                    <a:lnTo>
                      <a:pt x="1569" y="9357"/>
                    </a:lnTo>
                    <a:lnTo>
                      <a:pt x="1852" y="9357"/>
                    </a:lnTo>
                    <a:lnTo>
                      <a:pt x="1852" y="9317"/>
                    </a:lnTo>
                    <a:lnTo>
                      <a:pt x="10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7"/>
              <p:cNvSpPr/>
              <p:nvPr/>
            </p:nvSpPr>
            <p:spPr>
              <a:xfrm>
                <a:off x="1418350" y="4191075"/>
                <a:ext cx="14450" cy="2165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866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2" y="354"/>
                      <a:pt x="152" y="709"/>
                      <a:pt x="203" y="1062"/>
                    </a:cubicBezTo>
                    <a:cubicBezTo>
                      <a:pt x="254" y="1427"/>
                      <a:pt x="294" y="1781"/>
                      <a:pt x="314" y="2145"/>
                    </a:cubicBezTo>
                    <a:cubicBezTo>
                      <a:pt x="375" y="2863"/>
                      <a:pt x="395" y="3591"/>
                      <a:pt x="395" y="4310"/>
                    </a:cubicBezTo>
                    <a:cubicBezTo>
                      <a:pt x="405" y="5038"/>
                      <a:pt x="395" y="5756"/>
                      <a:pt x="375" y="6484"/>
                    </a:cubicBezTo>
                    <a:cubicBezTo>
                      <a:pt x="364" y="6849"/>
                      <a:pt x="344" y="7203"/>
                      <a:pt x="334" y="7567"/>
                    </a:cubicBezTo>
                    <a:cubicBezTo>
                      <a:pt x="314" y="7931"/>
                      <a:pt x="294" y="8296"/>
                      <a:pt x="283" y="8660"/>
                    </a:cubicBezTo>
                    <a:cubicBezTo>
                      <a:pt x="334" y="8296"/>
                      <a:pt x="375" y="7931"/>
                      <a:pt x="415" y="7577"/>
                    </a:cubicBezTo>
                    <a:lnTo>
                      <a:pt x="506" y="6484"/>
                    </a:lnTo>
                    <a:cubicBezTo>
                      <a:pt x="557" y="5767"/>
                      <a:pt x="577" y="5038"/>
                      <a:pt x="567" y="4310"/>
                    </a:cubicBezTo>
                    <a:cubicBezTo>
                      <a:pt x="567" y="3582"/>
                      <a:pt x="537" y="2853"/>
                      <a:pt x="445" y="2135"/>
                    </a:cubicBezTo>
                    <a:cubicBezTo>
                      <a:pt x="405" y="1770"/>
                      <a:pt x="355" y="1406"/>
                      <a:pt x="283" y="1053"/>
                    </a:cubicBezTo>
                    <a:cubicBezTo>
                      <a:pt x="213" y="698"/>
                      <a:pt x="122" y="345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7"/>
              <p:cNvSpPr/>
              <p:nvPr/>
            </p:nvSpPr>
            <p:spPr>
              <a:xfrm>
                <a:off x="1404700" y="4214075"/>
                <a:ext cx="30125" cy="19475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779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3" y="628"/>
                      <a:pt x="384" y="1266"/>
                      <a:pt x="526" y="1903"/>
                    </a:cubicBezTo>
                    <a:cubicBezTo>
                      <a:pt x="658" y="2550"/>
                      <a:pt x="759" y="3197"/>
                      <a:pt x="840" y="3855"/>
                    </a:cubicBezTo>
                    <a:cubicBezTo>
                      <a:pt x="921" y="4503"/>
                      <a:pt x="991" y="5160"/>
                      <a:pt x="1042" y="5818"/>
                    </a:cubicBezTo>
                    <a:cubicBezTo>
                      <a:pt x="1093" y="6465"/>
                      <a:pt x="1143" y="7122"/>
                      <a:pt x="1173" y="7790"/>
                    </a:cubicBezTo>
                    <a:cubicBezTo>
                      <a:pt x="1204" y="7122"/>
                      <a:pt x="1204" y="6465"/>
                      <a:pt x="1173" y="5807"/>
                    </a:cubicBezTo>
                    <a:cubicBezTo>
                      <a:pt x="1143" y="5150"/>
                      <a:pt x="1093" y="4482"/>
                      <a:pt x="1012" y="3824"/>
                    </a:cubicBezTo>
                    <a:cubicBezTo>
                      <a:pt x="921" y="3177"/>
                      <a:pt x="809" y="2520"/>
                      <a:pt x="658" y="1873"/>
                    </a:cubicBezTo>
                    <a:cubicBezTo>
                      <a:pt x="496" y="1235"/>
                      <a:pt x="294" y="598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7"/>
              <p:cNvSpPr/>
              <p:nvPr/>
            </p:nvSpPr>
            <p:spPr>
              <a:xfrm>
                <a:off x="1427950" y="4216875"/>
                <a:ext cx="33925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7779" extrusionOk="0">
                    <a:moveTo>
                      <a:pt x="1356" y="0"/>
                    </a:moveTo>
                    <a:cubicBezTo>
                      <a:pt x="1063" y="597"/>
                      <a:pt x="850" y="1224"/>
                      <a:pt x="689" y="1871"/>
                    </a:cubicBezTo>
                    <a:cubicBezTo>
                      <a:pt x="517" y="2509"/>
                      <a:pt x="396" y="3166"/>
                      <a:pt x="294" y="3814"/>
                    </a:cubicBezTo>
                    <a:cubicBezTo>
                      <a:pt x="193" y="4472"/>
                      <a:pt x="122" y="5129"/>
                      <a:pt x="72" y="5796"/>
                    </a:cubicBezTo>
                    <a:cubicBezTo>
                      <a:pt x="21" y="6454"/>
                      <a:pt x="1" y="7122"/>
                      <a:pt x="11" y="7779"/>
                    </a:cubicBezTo>
                    <a:cubicBezTo>
                      <a:pt x="61" y="7122"/>
                      <a:pt x="133" y="6464"/>
                      <a:pt x="203" y="5807"/>
                    </a:cubicBezTo>
                    <a:cubicBezTo>
                      <a:pt x="274" y="5149"/>
                      <a:pt x="355" y="4492"/>
                      <a:pt x="456" y="3844"/>
                    </a:cubicBezTo>
                    <a:cubicBezTo>
                      <a:pt x="557" y="3197"/>
                      <a:pt x="679" y="2539"/>
                      <a:pt x="820" y="1902"/>
                    </a:cubicBezTo>
                    <a:cubicBezTo>
                      <a:pt x="962" y="1255"/>
                      <a:pt x="1124" y="617"/>
                      <a:pt x="1356" y="0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7"/>
              <p:cNvSpPr/>
              <p:nvPr/>
            </p:nvSpPr>
            <p:spPr>
              <a:xfrm>
                <a:off x="1418350" y="4163000"/>
                <a:ext cx="24050" cy="2463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9854" extrusionOk="0">
                    <a:moveTo>
                      <a:pt x="901" y="0"/>
                    </a:moveTo>
                    <a:cubicBezTo>
                      <a:pt x="911" y="416"/>
                      <a:pt x="901" y="820"/>
                      <a:pt x="881" y="1235"/>
                    </a:cubicBezTo>
                    <a:cubicBezTo>
                      <a:pt x="860" y="1650"/>
                      <a:pt x="840" y="2054"/>
                      <a:pt x="810" y="2469"/>
                    </a:cubicBezTo>
                    <a:cubicBezTo>
                      <a:pt x="739" y="3288"/>
                      <a:pt x="668" y="4107"/>
                      <a:pt x="577" y="4937"/>
                    </a:cubicBezTo>
                    <a:cubicBezTo>
                      <a:pt x="496" y="5757"/>
                      <a:pt x="395" y="6576"/>
                      <a:pt x="294" y="7395"/>
                    </a:cubicBezTo>
                    <a:lnTo>
                      <a:pt x="0" y="9853"/>
                    </a:lnTo>
                    <a:cubicBezTo>
                      <a:pt x="81" y="9448"/>
                      <a:pt x="152" y="9044"/>
                      <a:pt x="233" y="8629"/>
                    </a:cubicBezTo>
                    <a:cubicBezTo>
                      <a:pt x="294" y="8225"/>
                      <a:pt x="364" y="7820"/>
                      <a:pt x="425" y="7405"/>
                    </a:cubicBezTo>
                    <a:cubicBezTo>
                      <a:pt x="557" y="6596"/>
                      <a:pt x="658" y="5777"/>
                      <a:pt x="749" y="4947"/>
                    </a:cubicBezTo>
                    <a:cubicBezTo>
                      <a:pt x="830" y="4128"/>
                      <a:pt x="901" y="3309"/>
                      <a:pt x="941" y="2479"/>
                    </a:cubicBezTo>
                    <a:cubicBezTo>
                      <a:pt x="951" y="2064"/>
                      <a:pt x="962" y="1650"/>
                      <a:pt x="962" y="1235"/>
                    </a:cubicBezTo>
                    <a:cubicBezTo>
                      <a:pt x="962" y="820"/>
                      <a:pt x="951" y="405"/>
                      <a:pt x="901" y="0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7"/>
              <p:cNvSpPr/>
              <p:nvPr/>
            </p:nvSpPr>
            <p:spPr>
              <a:xfrm>
                <a:off x="1350125" y="4249875"/>
                <a:ext cx="106175" cy="158450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6338" extrusionOk="0">
                    <a:moveTo>
                      <a:pt x="1350" y="0"/>
                    </a:moveTo>
                    <a:cubicBezTo>
                      <a:pt x="0" y="0"/>
                      <a:pt x="1198" y="6059"/>
                      <a:pt x="2396" y="6338"/>
                    </a:cubicBezTo>
                    <a:lnTo>
                      <a:pt x="2922" y="6257"/>
                    </a:lnTo>
                    <a:cubicBezTo>
                      <a:pt x="2922" y="6257"/>
                      <a:pt x="4247" y="2190"/>
                      <a:pt x="1971" y="299"/>
                    </a:cubicBezTo>
                    <a:cubicBezTo>
                      <a:pt x="1722" y="92"/>
                      <a:pt x="1517" y="0"/>
                      <a:pt x="1350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37"/>
              <p:cNvSpPr/>
              <p:nvPr/>
            </p:nvSpPr>
            <p:spPr>
              <a:xfrm>
                <a:off x="1384225" y="4264425"/>
                <a:ext cx="31625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726" extrusionOk="0">
                    <a:moveTo>
                      <a:pt x="0" y="0"/>
                    </a:moveTo>
                    <a:cubicBezTo>
                      <a:pt x="101" y="223"/>
                      <a:pt x="192" y="455"/>
                      <a:pt x="273" y="688"/>
                    </a:cubicBezTo>
                    <a:cubicBezTo>
                      <a:pt x="354" y="920"/>
                      <a:pt x="425" y="1153"/>
                      <a:pt x="495" y="1386"/>
                    </a:cubicBezTo>
                    <a:cubicBezTo>
                      <a:pt x="637" y="1851"/>
                      <a:pt x="749" y="2327"/>
                      <a:pt x="850" y="2812"/>
                    </a:cubicBezTo>
                    <a:cubicBezTo>
                      <a:pt x="951" y="3287"/>
                      <a:pt x="1032" y="3773"/>
                      <a:pt x="1093" y="4258"/>
                    </a:cubicBezTo>
                    <a:cubicBezTo>
                      <a:pt x="1133" y="4501"/>
                      <a:pt x="1163" y="4744"/>
                      <a:pt x="1183" y="4987"/>
                    </a:cubicBezTo>
                    <a:cubicBezTo>
                      <a:pt x="1214" y="5230"/>
                      <a:pt x="1234" y="5472"/>
                      <a:pt x="1254" y="5726"/>
                    </a:cubicBezTo>
                    <a:cubicBezTo>
                      <a:pt x="1264" y="5230"/>
                      <a:pt x="1244" y="4734"/>
                      <a:pt x="1194" y="4249"/>
                    </a:cubicBezTo>
                    <a:cubicBezTo>
                      <a:pt x="1143" y="3753"/>
                      <a:pt x="1072" y="3267"/>
                      <a:pt x="971" y="2782"/>
                    </a:cubicBezTo>
                    <a:cubicBezTo>
                      <a:pt x="870" y="2296"/>
                      <a:pt x="749" y="1821"/>
                      <a:pt x="587" y="1356"/>
                    </a:cubicBezTo>
                    <a:cubicBezTo>
                      <a:pt x="516" y="1123"/>
                      <a:pt x="425" y="890"/>
                      <a:pt x="324" y="668"/>
                    </a:cubicBezTo>
                    <a:cubicBezTo>
                      <a:pt x="232" y="435"/>
                      <a:pt x="121" y="212"/>
                      <a:pt x="0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37"/>
              <p:cNvSpPr/>
              <p:nvPr/>
            </p:nvSpPr>
            <p:spPr>
              <a:xfrm>
                <a:off x="1387750" y="4249550"/>
                <a:ext cx="116600" cy="15927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6371" extrusionOk="0">
                    <a:moveTo>
                      <a:pt x="3421" y="0"/>
                    </a:moveTo>
                    <a:cubicBezTo>
                      <a:pt x="3331" y="0"/>
                      <a:pt x="3256" y="92"/>
                      <a:pt x="3217" y="312"/>
                    </a:cubicBezTo>
                    <a:cubicBezTo>
                      <a:pt x="3045" y="1232"/>
                      <a:pt x="2691" y="1141"/>
                      <a:pt x="1963" y="1748"/>
                    </a:cubicBezTo>
                    <a:cubicBezTo>
                      <a:pt x="1235" y="2365"/>
                      <a:pt x="1437" y="2709"/>
                      <a:pt x="1619" y="3509"/>
                    </a:cubicBezTo>
                    <a:cubicBezTo>
                      <a:pt x="1791" y="4307"/>
                      <a:pt x="1397" y="3954"/>
                      <a:pt x="698" y="4712"/>
                    </a:cubicBezTo>
                    <a:cubicBezTo>
                      <a:pt x="1" y="5471"/>
                      <a:pt x="1588" y="6371"/>
                      <a:pt x="1588" y="6371"/>
                    </a:cubicBezTo>
                    <a:lnTo>
                      <a:pt x="2267" y="6199"/>
                    </a:lnTo>
                    <a:cubicBezTo>
                      <a:pt x="4391" y="5683"/>
                      <a:pt x="2064" y="3569"/>
                      <a:pt x="3359" y="3437"/>
                    </a:cubicBezTo>
                    <a:cubicBezTo>
                      <a:pt x="4664" y="3296"/>
                      <a:pt x="3713" y="2558"/>
                      <a:pt x="3955" y="1647"/>
                    </a:cubicBezTo>
                    <a:cubicBezTo>
                      <a:pt x="4149" y="959"/>
                      <a:pt x="3711" y="0"/>
                      <a:pt x="3421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7"/>
              <p:cNvSpPr/>
              <p:nvPr/>
            </p:nvSpPr>
            <p:spPr>
              <a:xfrm>
                <a:off x="1429975" y="4278075"/>
                <a:ext cx="44025" cy="123675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947" extrusionOk="0">
                    <a:moveTo>
                      <a:pt x="1761" y="0"/>
                    </a:moveTo>
                    <a:cubicBezTo>
                      <a:pt x="1477" y="344"/>
                      <a:pt x="1235" y="718"/>
                      <a:pt x="1032" y="1113"/>
                    </a:cubicBezTo>
                    <a:cubicBezTo>
                      <a:pt x="830" y="1507"/>
                      <a:pt x="659" y="1922"/>
                      <a:pt x="517" y="2337"/>
                    </a:cubicBezTo>
                    <a:cubicBezTo>
                      <a:pt x="375" y="2762"/>
                      <a:pt x="254" y="3197"/>
                      <a:pt x="162" y="3632"/>
                    </a:cubicBezTo>
                    <a:cubicBezTo>
                      <a:pt x="72" y="4067"/>
                      <a:pt x="11" y="4502"/>
                      <a:pt x="1" y="4947"/>
                    </a:cubicBezTo>
                    <a:cubicBezTo>
                      <a:pt x="72" y="4512"/>
                      <a:pt x="173" y="4077"/>
                      <a:pt x="284" y="3652"/>
                    </a:cubicBezTo>
                    <a:cubicBezTo>
                      <a:pt x="395" y="3227"/>
                      <a:pt x="517" y="2802"/>
                      <a:pt x="659" y="2388"/>
                    </a:cubicBezTo>
                    <a:cubicBezTo>
                      <a:pt x="942" y="1558"/>
                      <a:pt x="1306" y="759"/>
                      <a:pt x="1761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7"/>
              <p:cNvSpPr/>
              <p:nvPr/>
            </p:nvSpPr>
            <p:spPr>
              <a:xfrm>
                <a:off x="1385975" y="4401225"/>
                <a:ext cx="86275" cy="10167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4067" extrusionOk="0">
                    <a:moveTo>
                      <a:pt x="0" y="0"/>
                    </a:moveTo>
                    <a:lnTo>
                      <a:pt x="344" y="3197"/>
                    </a:lnTo>
                    <a:cubicBezTo>
                      <a:pt x="395" y="3693"/>
                      <a:pt x="810" y="4067"/>
                      <a:pt x="1306" y="4067"/>
                    </a:cubicBezTo>
                    <a:lnTo>
                      <a:pt x="2054" y="4067"/>
                    </a:lnTo>
                    <a:cubicBezTo>
                      <a:pt x="2540" y="4067"/>
                      <a:pt x="2954" y="3703"/>
                      <a:pt x="3015" y="3228"/>
                    </a:cubicBez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7"/>
              <p:cNvSpPr/>
              <p:nvPr/>
            </p:nvSpPr>
            <p:spPr>
              <a:xfrm>
                <a:off x="1381675" y="4396425"/>
                <a:ext cx="933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96" extrusionOk="0">
                    <a:moveTo>
                      <a:pt x="31" y="1"/>
                    </a:moveTo>
                    <a:cubicBezTo>
                      <a:pt x="21" y="1"/>
                      <a:pt x="1" y="21"/>
                      <a:pt x="1" y="31"/>
                    </a:cubicBezTo>
                    <a:lnTo>
                      <a:pt x="1" y="476"/>
                    </a:lnTo>
                    <a:cubicBezTo>
                      <a:pt x="1" y="486"/>
                      <a:pt x="21" y="496"/>
                      <a:pt x="31" y="496"/>
                    </a:cubicBezTo>
                    <a:lnTo>
                      <a:pt x="3713" y="496"/>
                    </a:lnTo>
                    <a:cubicBezTo>
                      <a:pt x="3723" y="496"/>
                      <a:pt x="3733" y="486"/>
                      <a:pt x="3733" y="476"/>
                    </a:cubicBezTo>
                    <a:lnTo>
                      <a:pt x="3733" y="31"/>
                    </a:lnTo>
                    <a:cubicBezTo>
                      <a:pt x="3733" y="21"/>
                      <a:pt x="3723" y="1"/>
                      <a:pt x="37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7"/>
              <p:cNvSpPr/>
              <p:nvPr/>
            </p:nvSpPr>
            <p:spPr>
              <a:xfrm>
                <a:off x="1437325" y="4399975"/>
                <a:ext cx="38450" cy="1029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4117" extrusionOk="0">
                    <a:moveTo>
                      <a:pt x="1507" y="0"/>
                    </a:moveTo>
                    <a:lnTo>
                      <a:pt x="1507" y="223"/>
                    </a:lnTo>
                    <a:cubicBezTo>
                      <a:pt x="1527" y="192"/>
                      <a:pt x="1538" y="152"/>
                      <a:pt x="1538" y="111"/>
                    </a:cubicBezTo>
                    <a:cubicBezTo>
                      <a:pt x="1538" y="71"/>
                      <a:pt x="1527" y="30"/>
                      <a:pt x="1507" y="0"/>
                    </a:cubicBezTo>
                    <a:close/>
                    <a:moveTo>
                      <a:pt x="1356" y="354"/>
                    </a:moveTo>
                    <a:lnTo>
                      <a:pt x="961" y="3278"/>
                    </a:lnTo>
                    <a:cubicBezTo>
                      <a:pt x="900" y="3753"/>
                      <a:pt x="486" y="4117"/>
                      <a:pt x="0" y="4117"/>
                    </a:cubicBezTo>
                    <a:lnTo>
                      <a:pt x="30" y="4117"/>
                    </a:lnTo>
                    <a:cubicBezTo>
                      <a:pt x="516" y="4117"/>
                      <a:pt x="931" y="3753"/>
                      <a:pt x="992" y="3278"/>
                    </a:cubicBezTo>
                    <a:lnTo>
                      <a:pt x="1386" y="354"/>
                    </a:lnTo>
                    <a:close/>
                  </a:path>
                </a:pathLst>
              </a:custGeom>
              <a:solidFill>
                <a:srgbClr val="E9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7"/>
              <p:cNvSpPr/>
              <p:nvPr/>
            </p:nvSpPr>
            <p:spPr>
              <a:xfrm>
                <a:off x="1416575" y="4408800"/>
                <a:ext cx="54650" cy="94100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3764" extrusionOk="0">
                    <a:moveTo>
                      <a:pt x="1245" y="1"/>
                    </a:moveTo>
                    <a:lnTo>
                      <a:pt x="851" y="2925"/>
                    </a:lnTo>
                    <a:cubicBezTo>
                      <a:pt x="790" y="3370"/>
                      <a:pt x="435" y="3703"/>
                      <a:pt x="1" y="3754"/>
                    </a:cubicBezTo>
                    <a:cubicBezTo>
                      <a:pt x="31" y="3764"/>
                      <a:pt x="71" y="3764"/>
                      <a:pt x="112" y="3764"/>
                    </a:cubicBezTo>
                    <a:lnTo>
                      <a:pt x="830" y="3764"/>
                    </a:lnTo>
                    <a:cubicBezTo>
                      <a:pt x="1316" y="3764"/>
                      <a:pt x="1730" y="3400"/>
                      <a:pt x="1791" y="2925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37"/>
              <p:cNvSpPr/>
              <p:nvPr/>
            </p:nvSpPr>
            <p:spPr>
              <a:xfrm>
                <a:off x="1445150" y="4396425"/>
                <a:ext cx="29875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496" extrusionOk="0">
                    <a:moveTo>
                      <a:pt x="1" y="1"/>
                    </a:moveTo>
                    <a:cubicBezTo>
                      <a:pt x="142" y="1"/>
                      <a:pt x="254" y="111"/>
                      <a:pt x="254" y="253"/>
                    </a:cubicBezTo>
                    <a:cubicBezTo>
                      <a:pt x="254" y="354"/>
                      <a:pt x="193" y="435"/>
                      <a:pt x="102" y="476"/>
                    </a:cubicBezTo>
                    <a:lnTo>
                      <a:pt x="102" y="496"/>
                    </a:lnTo>
                    <a:lnTo>
                      <a:pt x="1073" y="496"/>
                    </a:lnTo>
                    <a:lnTo>
                      <a:pt x="1073" y="476"/>
                    </a:lnTo>
                    <a:cubicBezTo>
                      <a:pt x="1124" y="455"/>
                      <a:pt x="1174" y="415"/>
                      <a:pt x="1194" y="365"/>
                    </a:cubicBezTo>
                    <a:lnTo>
                      <a:pt x="1194" y="142"/>
                    </a:lnTo>
                    <a:cubicBezTo>
                      <a:pt x="1154" y="61"/>
                      <a:pt x="1073" y="1"/>
                      <a:pt x="982" y="1"/>
                    </a:cubicBezTo>
                    <a:close/>
                  </a:path>
                </a:pathLst>
              </a:custGeom>
              <a:solidFill>
                <a:srgbClr val="E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37"/>
              <p:cNvSpPr/>
              <p:nvPr/>
            </p:nvSpPr>
            <p:spPr>
              <a:xfrm>
                <a:off x="2496675" y="4194850"/>
                <a:ext cx="14450" cy="2165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8660" extrusionOk="0">
                    <a:moveTo>
                      <a:pt x="0" y="1"/>
                    </a:moveTo>
                    <a:cubicBezTo>
                      <a:pt x="81" y="355"/>
                      <a:pt x="152" y="709"/>
                      <a:pt x="203" y="1064"/>
                    </a:cubicBezTo>
                    <a:cubicBezTo>
                      <a:pt x="254" y="1428"/>
                      <a:pt x="294" y="1781"/>
                      <a:pt x="314" y="2145"/>
                    </a:cubicBezTo>
                    <a:cubicBezTo>
                      <a:pt x="375" y="2864"/>
                      <a:pt x="395" y="3592"/>
                      <a:pt x="395" y="4310"/>
                    </a:cubicBezTo>
                    <a:cubicBezTo>
                      <a:pt x="405" y="5039"/>
                      <a:pt x="395" y="5757"/>
                      <a:pt x="375" y="6486"/>
                    </a:cubicBezTo>
                    <a:cubicBezTo>
                      <a:pt x="365" y="6850"/>
                      <a:pt x="344" y="7203"/>
                      <a:pt x="335" y="7568"/>
                    </a:cubicBezTo>
                    <a:lnTo>
                      <a:pt x="274" y="8660"/>
                    </a:lnTo>
                    <a:cubicBezTo>
                      <a:pt x="335" y="8296"/>
                      <a:pt x="375" y="7932"/>
                      <a:pt x="416" y="7578"/>
                    </a:cubicBezTo>
                    <a:lnTo>
                      <a:pt x="506" y="6486"/>
                    </a:lnTo>
                    <a:cubicBezTo>
                      <a:pt x="557" y="5767"/>
                      <a:pt x="577" y="5039"/>
                      <a:pt x="567" y="4310"/>
                    </a:cubicBezTo>
                    <a:cubicBezTo>
                      <a:pt x="567" y="3582"/>
                      <a:pt x="537" y="2854"/>
                      <a:pt x="445" y="2136"/>
                    </a:cubicBezTo>
                    <a:cubicBezTo>
                      <a:pt x="405" y="1772"/>
                      <a:pt x="355" y="1407"/>
                      <a:pt x="284" y="1053"/>
                    </a:cubicBezTo>
                    <a:cubicBezTo>
                      <a:pt x="213" y="699"/>
                      <a:pt x="122" y="345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7"/>
              <p:cNvSpPr/>
              <p:nvPr/>
            </p:nvSpPr>
            <p:spPr>
              <a:xfrm>
                <a:off x="2483025" y="4217875"/>
                <a:ext cx="30125" cy="19475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779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3" y="628"/>
                      <a:pt x="385" y="1265"/>
                      <a:pt x="526" y="1903"/>
                    </a:cubicBezTo>
                    <a:cubicBezTo>
                      <a:pt x="658" y="2550"/>
                      <a:pt x="759" y="3197"/>
                      <a:pt x="840" y="3855"/>
                    </a:cubicBezTo>
                    <a:cubicBezTo>
                      <a:pt x="921" y="4502"/>
                      <a:pt x="991" y="5160"/>
                      <a:pt x="1042" y="5817"/>
                    </a:cubicBezTo>
                    <a:cubicBezTo>
                      <a:pt x="1093" y="6475"/>
                      <a:pt x="1144" y="7132"/>
                      <a:pt x="1174" y="7790"/>
                    </a:cubicBezTo>
                    <a:cubicBezTo>
                      <a:pt x="1204" y="7122"/>
                      <a:pt x="1204" y="6464"/>
                      <a:pt x="1174" y="5807"/>
                    </a:cubicBezTo>
                    <a:cubicBezTo>
                      <a:pt x="1144" y="5149"/>
                      <a:pt x="1093" y="4482"/>
                      <a:pt x="1012" y="3825"/>
                    </a:cubicBezTo>
                    <a:cubicBezTo>
                      <a:pt x="921" y="3177"/>
                      <a:pt x="809" y="2519"/>
                      <a:pt x="648" y="1872"/>
                    </a:cubicBezTo>
                    <a:cubicBezTo>
                      <a:pt x="496" y="1235"/>
                      <a:pt x="294" y="597"/>
                      <a:pt x="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7"/>
              <p:cNvSpPr/>
              <p:nvPr/>
            </p:nvSpPr>
            <p:spPr>
              <a:xfrm>
                <a:off x="2506275" y="4220650"/>
                <a:ext cx="33925" cy="194525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7781" extrusionOk="0">
                    <a:moveTo>
                      <a:pt x="1356" y="1"/>
                    </a:moveTo>
                    <a:lnTo>
                      <a:pt x="1356" y="1"/>
                    </a:lnTo>
                    <a:cubicBezTo>
                      <a:pt x="1063" y="598"/>
                      <a:pt x="850" y="1225"/>
                      <a:pt x="689" y="1873"/>
                    </a:cubicBezTo>
                    <a:cubicBezTo>
                      <a:pt x="517" y="2509"/>
                      <a:pt x="396" y="3167"/>
                      <a:pt x="295" y="3825"/>
                    </a:cubicBezTo>
                    <a:cubicBezTo>
                      <a:pt x="193" y="4472"/>
                      <a:pt x="122" y="5140"/>
                      <a:pt x="72" y="5797"/>
                    </a:cubicBezTo>
                    <a:cubicBezTo>
                      <a:pt x="21" y="6455"/>
                      <a:pt x="1" y="7122"/>
                      <a:pt x="11" y="7780"/>
                    </a:cubicBezTo>
                    <a:cubicBezTo>
                      <a:pt x="61" y="7122"/>
                      <a:pt x="133" y="6465"/>
                      <a:pt x="203" y="5807"/>
                    </a:cubicBezTo>
                    <a:cubicBezTo>
                      <a:pt x="274" y="5150"/>
                      <a:pt x="355" y="4492"/>
                      <a:pt x="456" y="3845"/>
                    </a:cubicBezTo>
                    <a:cubicBezTo>
                      <a:pt x="558" y="3197"/>
                      <a:pt x="668" y="2540"/>
                      <a:pt x="810" y="1903"/>
                    </a:cubicBezTo>
                    <a:cubicBezTo>
                      <a:pt x="962" y="1255"/>
                      <a:pt x="1124" y="618"/>
                      <a:pt x="1356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7"/>
              <p:cNvSpPr/>
              <p:nvPr/>
            </p:nvSpPr>
            <p:spPr>
              <a:xfrm>
                <a:off x="2496675" y="4166800"/>
                <a:ext cx="24050" cy="2463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9854" extrusionOk="0">
                    <a:moveTo>
                      <a:pt x="901" y="1"/>
                    </a:moveTo>
                    <a:lnTo>
                      <a:pt x="901" y="1"/>
                    </a:lnTo>
                    <a:cubicBezTo>
                      <a:pt x="911" y="415"/>
                      <a:pt x="901" y="820"/>
                      <a:pt x="881" y="1235"/>
                    </a:cubicBezTo>
                    <a:cubicBezTo>
                      <a:pt x="861" y="1649"/>
                      <a:pt x="840" y="2054"/>
                      <a:pt x="810" y="2469"/>
                    </a:cubicBezTo>
                    <a:cubicBezTo>
                      <a:pt x="739" y="3288"/>
                      <a:pt x="668" y="4117"/>
                      <a:pt x="577" y="4937"/>
                    </a:cubicBezTo>
                    <a:cubicBezTo>
                      <a:pt x="486" y="5756"/>
                      <a:pt x="395" y="6576"/>
                      <a:pt x="294" y="7395"/>
                    </a:cubicBezTo>
                    <a:lnTo>
                      <a:pt x="0" y="9853"/>
                    </a:lnTo>
                    <a:cubicBezTo>
                      <a:pt x="81" y="9449"/>
                      <a:pt x="152" y="9044"/>
                      <a:pt x="233" y="8629"/>
                    </a:cubicBezTo>
                    <a:cubicBezTo>
                      <a:pt x="294" y="8224"/>
                      <a:pt x="365" y="7820"/>
                      <a:pt x="425" y="7405"/>
                    </a:cubicBezTo>
                    <a:cubicBezTo>
                      <a:pt x="557" y="6596"/>
                      <a:pt x="658" y="5776"/>
                      <a:pt x="749" y="4947"/>
                    </a:cubicBezTo>
                    <a:cubicBezTo>
                      <a:pt x="830" y="4128"/>
                      <a:pt x="901" y="3308"/>
                      <a:pt x="942" y="2478"/>
                    </a:cubicBezTo>
                    <a:cubicBezTo>
                      <a:pt x="951" y="2064"/>
                      <a:pt x="962" y="1649"/>
                      <a:pt x="962" y="1235"/>
                    </a:cubicBezTo>
                    <a:cubicBezTo>
                      <a:pt x="962" y="820"/>
                      <a:pt x="951" y="405"/>
                      <a:pt x="901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2428400" y="4253650"/>
                <a:ext cx="105975" cy="158475"/>
              </a:xfrm>
              <a:custGeom>
                <a:avLst/>
                <a:gdLst/>
                <a:ahLst/>
                <a:cxnLst/>
                <a:rect l="l" t="t" r="r" b="b"/>
                <a:pathLst>
                  <a:path w="4239" h="6339" extrusionOk="0">
                    <a:moveTo>
                      <a:pt x="1352" y="0"/>
                    </a:moveTo>
                    <a:cubicBezTo>
                      <a:pt x="1" y="0"/>
                      <a:pt x="1191" y="6059"/>
                      <a:pt x="2398" y="6339"/>
                    </a:cubicBezTo>
                    <a:lnTo>
                      <a:pt x="2924" y="6258"/>
                    </a:lnTo>
                    <a:cubicBezTo>
                      <a:pt x="2924" y="6258"/>
                      <a:pt x="4239" y="2191"/>
                      <a:pt x="1973" y="299"/>
                    </a:cubicBezTo>
                    <a:cubicBezTo>
                      <a:pt x="1724" y="93"/>
                      <a:pt x="1519" y="0"/>
                      <a:pt x="1352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7"/>
              <p:cNvSpPr/>
              <p:nvPr/>
            </p:nvSpPr>
            <p:spPr>
              <a:xfrm>
                <a:off x="2462550" y="4268200"/>
                <a:ext cx="31625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72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01" y="223"/>
                      <a:pt x="192" y="456"/>
                      <a:pt x="273" y="688"/>
                    </a:cubicBezTo>
                    <a:cubicBezTo>
                      <a:pt x="354" y="921"/>
                      <a:pt x="425" y="1154"/>
                      <a:pt x="495" y="1387"/>
                    </a:cubicBezTo>
                    <a:cubicBezTo>
                      <a:pt x="637" y="1852"/>
                      <a:pt x="749" y="2327"/>
                      <a:pt x="850" y="2813"/>
                    </a:cubicBezTo>
                    <a:cubicBezTo>
                      <a:pt x="951" y="3289"/>
                      <a:pt x="1021" y="3774"/>
                      <a:pt x="1093" y="4260"/>
                    </a:cubicBezTo>
                    <a:cubicBezTo>
                      <a:pt x="1133" y="4502"/>
                      <a:pt x="1163" y="4745"/>
                      <a:pt x="1183" y="4988"/>
                    </a:cubicBezTo>
                    <a:cubicBezTo>
                      <a:pt x="1214" y="5231"/>
                      <a:pt x="1234" y="5474"/>
                      <a:pt x="1254" y="5726"/>
                    </a:cubicBezTo>
                    <a:cubicBezTo>
                      <a:pt x="1264" y="5231"/>
                      <a:pt x="1234" y="4735"/>
                      <a:pt x="1194" y="4249"/>
                    </a:cubicBezTo>
                    <a:cubicBezTo>
                      <a:pt x="1143" y="3754"/>
                      <a:pt x="1072" y="3268"/>
                      <a:pt x="971" y="2783"/>
                    </a:cubicBezTo>
                    <a:cubicBezTo>
                      <a:pt x="870" y="2297"/>
                      <a:pt x="749" y="1821"/>
                      <a:pt x="587" y="1356"/>
                    </a:cubicBezTo>
                    <a:cubicBezTo>
                      <a:pt x="506" y="1124"/>
                      <a:pt x="425" y="891"/>
                      <a:pt x="324" y="668"/>
                    </a:cubicBezTo>
                    <a:cubicBezTo>
                      <a:pt x="232" y="436"/>
                      <a:pt x="122" y="213"/>
                      <a:pt x="0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37"/>
              <p:cNvSpPr/>
              <p:nvPr/>
            </p:nvSpPr>
            <p:spPr>
              <a:xfrm>
                <a:off x="2466075" y="4253325"/>
                <a:ext cx="116350" cy="159300"/>
              </a:xfrm>
              <a:custGeom>
                <a:avLst/>
                <a:gdLst/>
                <a:ahLst/>
                <a:cxnLst/>
                <a:rect l="l" t="t" r="r" b="b"/>
                <a:pathLst>
                  <a:path w="4654" h="6372" extrusionOk="0">
                    <a:moveTo>
                      <a:pt x="3420" y="1"/>
                    </a:moveTo>
                    <a:cubicBezTo>
                      <a:pt x="3331" y="1"/>
                      <a:pt x="3256" y="93"/>
                      <a:pt x="3218" y="312"/>
                    </a:cubicBezTo>
                    <a:cubicBezTo>
                      <a:pt x="3045" y="1233"/>
                      <a:pt x="2692" y="1142"/>
                      <a:pt x="1963" y="1759"/>
                    </a:cubicBezTo>
                    <a:cubicBezTo>
                      <a:pt x="1235" y="2366"/>
                      <a:pt x="1437" y="2710"/>
                      <a:pt x="1609" y="3509"/>
                    </a:cubicBezTo>
                    <a:cubicBezTo>
                      <a:pt x="1791" y="4308"/>
                      <a:pt x="1386" y="3954"/>
                      <a:pt x="698" y="4713"/>
                    </a:cubicBezTo>
                    <a:cubicBezTo>
                      <a:pt x="1" y="5471"/>
                      <a:pt x="1589" y="6372"/>
                      <a:pt x="1589" y="6372"/>
                    </a:cubicBezTo>
                    <a:lnTo>
                      <a:pt x="2267" y="6200"/>
                    </a:lnTo>
                    <a:cubicBezTo>
                      <a:pt x="4391" y="5684"/>
                      <a:pt x="2064" y="3570"/>
                      <a:pt x="3359" y="3438"/>
                    </a:cubicBezTo>
                    <a:cubicBezTo>
                      <a:pt x="4654" y="3297"/>
                      <a:pt x="3713" y="2558"/>
                      <a:pt x="3956" y="1648"/>
                    </a:cubicBezTo>
                    <a:cubicBezTo>
                      <a:pt x="4141" y="960"/>
                      <a:pt x="3707" y="1"/>
                      <a:pt x="3420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2508300" y="4281850"/>
                <a:ext cx="43800" cy="1237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4948" extrusionOk="0">
                    <a:moveTo>
                      <a:pt x="1751" y="1"/>
                    </a:moveTo>
                    <a:lnTo>
                      <a:pt x="1751" y="1"/>
                    </a:lnTo>
                    <a:cubicBezTo>
                      <a:pt x="1478" y="345"/>
                      <a:pt x="1235" y="719"/>
                      <a:pt x="1032" y="1113"/>
                    </a:cubicBezTo>
                    <a:cubicBezTo>
                      <a:pt x="830" y="1508"/>
                      <a:pt x="659" y="1923"/>
                      <a:pt x="517" y="2338"/>
                    </a:cubicBezTo>
                    <a:cubicBezTo>
                      <a:pt x="375" y="2763"/>
                      <a:pt x="254" y="3197"/>
                      <a:pt x="163" y="3633"/>
                    </a:cubicBezTo>
                    <a:cubicBezTo>
                      <a:pt x="72" y="4067"/>
                      <a:pt x="11" y="4503"/>
                      <a:pt x="1" y="4948"/>
                    </a:cubicBezTo>
                    <a:cubicBezTo>
                      <a:pt x="72" y="4512"/>
                      <a:pt x="173" y="4078"/>
                      <a:pt x="284" y="3653"/>
                    </a:cubicBezTo>
                    <a:cubicBezTo>
                      <a:pt x="396" y="3228"/>
                      <a:pt x="517" y="2803"/>
                      <a:pt x="659" y="2388"/>
                    </a:cubicBezTo>
                    <a:cubicBezTo>
                      <a:pt x="942" y="1559"/>
                      <a:pt x="1295" y="760"/>
                      <a:pt x="175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2464300" y="4405275"/>
                <a:ext cx="86275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4057" extrusionOk="0">
                    <a:moveTo>
                      <a:pt x="1" y="0"/>
                    </a:moveTo>
                    <a:lnTo>
                      <a:pt x="344" y="3187"/>
                    </a:lnTo>
                    <a:cubicBezTo>
                      <a:pt x="395" y="3682"/>
                      <a:pt x="810" y="4057"/>
                      <a:pt x="1306" y="4057"/>
                    </a:cubicBezTo>
                    <a:lnTo>
                      <a:pt x="2054" y="4057"/>
                    </a:lnTo>
                    <a:cubicBezTo>
                      <a:pt x="2540" y="4057"/>
                      <a:pt x="2954" y="3693"/>
                      <a:pt x="3015" y="3217"/>
                    </a:cubicBez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7"/>
              <p:cNvSpPr/>
              <p:nvPr/>
            </p:nvSpPr>
            <p:spPr>
              <a:xfrm>
                <a:off x="2460000" y="4400200"/>
                <a:ext cx="9335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97" extrusionOk="0">
                    <a:moveTo>
                      <a:pt x="31" y="1"/>
                    </a:moveTo>
                    <a:cubicBezTo>
                      <a:pt x="21" y="1"/>
                      <a:pt x="1" y="21"/>
                      <a:pt x="1" y="32"/>
                    </a:cubicBezTo>
                    <a:lnTo>
                      <a:pt x="1" y="477"/>
                    </a:lnTo>
                    <a:cubicBezTo>
                      <a:pt x="1" y="486"/>
                      <a:pt x="21" y="497"/>
                      <a:pt x="31" y="497"/>
                    </a:cubicBezTo>
                    <a:lnTo>
                      <a:pt x="3713" y="497"/>
                    </a:lnTo>
                    <a:cubicBezTo>
                      <a:pt x="3724" y="497"/>
                      <a:pt x="3733" y="486"/>
                      <a:pt x="3733" y="477"/>
                    </a:cubicBezTo>
                    <a:lnTo>
                      <a:pt x="3733" y="32"/>
                    </a:lnTo>
                    <a:cubicBezTo>
                      <a:pt x="3733" y="21"/>
                      <a:pt x="3724" y="1"/>
                      <a:pt x="37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7"/>
              <p:cNvSpPr/>
              <p:nvPr/>
            </p:nvSpPr>
            <p:spPr>
              <a:xfrm>
                <a:off x="2515650" y="4403750"/>
                <a:ext cx="38475" cy="10295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4118" extrusionOk="0">
                    <a:moveTo>
                      <a:pt x="1507" y="1"/>
                    </a:moveTo>
                    <a:lnTo>
                      <a:pt x="1507" y="223"/>
                    </a:lnTo>
                    <a:cubicBezTo>
                      <a:pt x="1527" y="193"/>
                      <a:pt x="1538" y="153"/>
                      <a:pt x="1538" y="112"/>
                    </a:cubicBezTo>
                    <a:cubicBezTo>
                      <a:pt x="1538" y="72"/>
                      <a:pt x="1527" y="31"/>
                      <a:pt x="1507" y="1"/>
                    </a:cubicBezTo>
                    <a:close/>
                    <a:moveTo>
                      <a:pt x="1356" y="355"/>
                    </a:moveTo>
                    <a:lnTo>
                      <a:pt x="961" y="3278"/>
                    </a:lnTo>
                    <a:cubicBezTo>
                      <a:pt x="900" y="3754"/>
                      <a:pt x="486" y="4118"/>
                      <a:pt x="0" y="4118"/>
                    </a:cubicBezTo>
                    <a:lnTo>
                      <a:pt x="30" y="4118"/>
                    </a:lnTo>
                    <a:cubicBezTo>
                      <a:pt x="516" y="4118"/>
                      <a:pt x="931" y="3754"/>
                      <a:pt x="992" y="3278"/>
                    </a:cubicBezTo>
                    <a:lnTo>
                      <a:pt x="1386" y="355"/>
                    </a:lnTo>
                    <a:close/>
                  </a:path>
                </a:pathLst>
              </a:custGeom>
              <a:solidFill>
                <a:srgbClr val="E9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7"/>
              <p:cNvSpPr/>
              <p:nvPr/>
            </p:nvSpPr>
            <p:spPr>
              <a:xfrm>
                <a:off x="2494900" y="4412600"/>
                <a:ext cx="54650" cy="94100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3764" extrusionOk="0">
                    <a:moveTo>
                      <a:pt x="1245" y="1"/>
                    </a:moveTo>
                    <a:lnTo>
                      <a:pt x="851" y="2924"/>
                    </a:lnTo>
                    <a:cubicBezTo>
                      <a:pt x="790" y="3369"/>
                      <a:pt x="436" y="3703"/>
                      <a:pt x="1" y="3753"/>
                    </a:cubicBezTo>
                    <a:cubicBezTo>
                      <a:pt x="31" y="3764"/>
                      <a:pt x="71" y="3764"/>
                      <a:pt x="112" y="3764"/>
                    </a:cubicBezTo>
                    <a:lnTo>
                      <a:pt x="830" y="3764"/>
                    </a:lnTo>
                    <a:cubicBezTo>
                      <a:pt x="1316" y="3764"/>
                      <a:pt x="1730" y="3400"/>
                      <a:pt x="1791" y="2924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2523475" y="4400200"/>
                <a:ext cx="29875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497" extrusionOk="0">
                    <a:moveTo>
                      <a:pt x="1" y="1"/>
                    </a:moveTo>
                    <a:cubicBezTo>
                      <a:pt x="142" y="1"/>
                      <a:pt x="254" y="113"/>
                      <a:pt x="254" y="254"/>
                    </a:cubicBezTo>
                    <a:cubicBezTo>
                      <a:pt x="254" y="355"/>
                      <a:pt x="193" y="436"/>
                      <a:pt x="102" y="477"/>
                    </a:cubicBezTo>
                    <a:lnTo>
                      <a:pt x="102" y="497"/>
                    </a:lnTo>
                    <a:lnTo>
                      <a:pt x="1073" y="497"/>
                    </a:lnTo>
                    <a:lnTo>
                      <a:pt x="1073" y="477"/>
                    </a:lnTo>
                    <a:cubicBezTo>
                      <a:pt x="1124" y="457"/>
                      <a:pt x="1174" y="416"/>
                      <a:pt x="1194" y="365"/>
                    </a:cubicBezTo>
                    <a:lnTo>
                      <a:pt x="1194" y="143"/>
                    </a:lnTo>
                    <a:cubicBezTo>
                      <a:pt x="1154" y="62"/>
                      <a:pt x="1073" y="1"/>
                      <a:pt x="972" y="1"/>
                    </a:cubicBezTo>
                    <a:close/>
                  </a:path>
                </a:pathLst>
              </a:custGeom>
              <a:solidFill>
                <a:srgbClr val="E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37"/>
              <p:cNvSpPr/>
              <p:nvPr/>
            </p:nvSpPr>
            <p:spPr>
              <a:xfrm>
                <a:off x="2364925" y="4443700"/>
                <a:ext cx="29100" cy="3140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1256" extrusionOk="0">
                    <a:moveTo>
                      <a:pt x="41" y="1"/>
                    </a:moveTo>
                    <a:lnTo>
                      <a:pt x="1" y="1255"/>
                    </a:lnTo>
                    <a:lnTo>
                      <a:pt x="1082" y="1255"/>
                    </a:lnTo>
                    <a:lnTo>
                      <a:pt x="1163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37"/>
              <p:cNvSpPr/>
              <p:nvPr/>
            </p:nvSpPr>
            <p:spPr>
              <a:xfrm>
                <a:off x="2359875" y="4473550"/>
                <a:ext cx="84725" cy="30125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205" extrusionOk="0">
                    <a:moveTo>
                      <a:pt x="1284" y="0"/>
                    </a:moveTo>
                    <a:lnTo>
                      <a:pt x="122" y="11"/>
                    </a:lnTo>
                    <a:lnTo>
                      <a:pt x="0" y="1205"/>
                    </a:lnTo>
                    <a:lnTo>
                      <a:pt x="3389" y="1205"/>
                    </a:lnTo>
                    <a:lnTo>
                      <a:pt x="3186" y="517"/>
                    </a:lnTo>
                    <a:lnTo>
                      <a:pt x="128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2358850" y="4482400"/>
                <a:ext cx="961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972" extrusionOk="0">
                    <a:moveTo>
                      <a:pt x="3197" y="1"/>
                    </a:moveTo>
                    <a:cubicBezTo>
                      <a:pt x="2721" y="1"/>
                      <a:pt x="2590" y="406"/>
                      <a:pt x="2590" y="406"/>
                    </a:cubicBezTo>
                    <a:lnTo>
                      <a:pt x="21" y="395"/>
                    </a:lnTo>
                    <a:lnTo>
                      <a:pt x="1" y="972"/>
                    </a:lnTo>
                    <a:lnTo>
                      <a:pt x="3845" y="972"/>
                    </a:lnTo>
                    <a:cubicBezTo>
                      <a:pt x="3845" y="972"/>
                      <a:pt x="3753" y="1"/>
                      <a:pt x="31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2366950" y="4478875"/>
                <a:ext cx="9625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85" extrusionOk="0">
                    <a:moveTo>
                      <a:pt x="192" y="0"/>
                    </a:moveTo>
                    <a:cubicBezTo>
                      <a:pt x="81" y="0"/>
                      <a:pt x="0" y="81"/>
                      <a:pt x="0" y="192"/>
                    </a:cubicBezTo>
                    <a:cubicBezTo>
                      <a:pt x="0" y="293"/>
                      <a:pt x="81" y="385"/>
                      <a:pt x="192" y="385"/>
                    </a:cubicBezTo>
                    <a:cubicBezTo>
                      <a:pt x="293" y="385"/>
                      <a:pt x="385" y="293"/>
                      <a:pt x="385" y="192"/>
                    </a:cubicBezTo>
                    <a:cubicBezTo>
                      <a:pt x="385" y="81"/>
                      <a:pt x="293" y="0"/>
                      <a:pt x="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7"/>
              <p:cNvSpPr/>
              <p:nvPr/>
            </p:nvSpPr>
            <p:spPr>
              <a:xfrm>
                <a:off x="2384650" y="4466975"/>
                <a:ext cx="152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406" extrusionOk="0">
                    <a:moveTo>
                      <a:pt x="1" y="0"/>
                    </a:moveTo>
                    <a:lnTo>
                      <a:pt x="41" y="344"/>
                    </a:lnTo>
                    <a:lnTo>
                      <a:pt x="61" y="405"/>
                    </a:lnTo>
                    <a:lnTo>
                      <a:pt x="547" y="405"/>
                    </a:lnTo>
                    <a:lnTo>
                      <a:pt x="607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7"/>
              <p:cNvSpPr/>
              <p:nvPr/>
            </p:nvSpPr>
            <p:spPr>
              <a:xfrm>
                <a:off x="2308275" y="4201425"/>
                <a:ext cx="230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921" h="133" extrusionOk="0">
                    <a:moveTo>
                      <a:pt x="921" y="1"/>
                    </a:moveTo>
                    <a:lnTo>
                      <a:pt x="1" y="72"/>
                    </a:lnTo>
                    <a:lnTo>
                      <a:pt x="1" y="133"/>
                    </a:lnTo>
                    <a:lnTo>
                      <a:pt x="921" y="52"/>
                    </a:lnTo>
                    <a:lnTo>
                      <a:pt x="92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7"/>
              <p:cNvSpPr/>
              <p:nvPr/>
            </p:nvSpPr>
            <p:spPr>
              <a:xfrm>
                <a:off x="2267050" y="4100775"/>
                <a:ext cx="2052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932" extrusionOk="0">
                    <a:moveTo>
                      <a:pt x="769" y="1"/>
                    </a:moveTo>
                    <a:cubicBezTo>
                      <a:pt x="769" y="11"/>
                      <a:pt x="668" y="720"/>
                      <a:pt x="0" y="881"/>
                    </a:cubicBezTo>
                    <a:lnTo>
                      <a:pt x="11" y="932"/>
                    </a:lnTo>
                    <a:cubicBezTo>
                      <a:pt x="719" y="760"/>
                      <a:pt x="820" y="21"/>
                      <a:pt x="820" y="11"/>
                    </a:cubicBezTo>
                    <a:lnTo>
                      <a:pt x="76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2349500" y="4100775"/>
                <a:ext cx="20500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32" extrusionOk="0">
                    <a:moveTo>
                      <a:pt x="51" y="1"/>
                    </a:moveTo>
                    <a:lnTo>
                      <a:pt x="0" y="11"/>
                    </a:lnTo>
                    <a:cubicBezTo>
                      <a:pt x="0" y="21"/>
                      <a:pt x="101" y="760"/>
                      <a:pt x="809" y="932"/>
                    </a:cubicBezTo>
                    <a:lnTo>
                      <a:pt x="820" y="881"/>
                    </a:lnTo>
                    <a:cubicBezTo>
                      <a:pt x="152" y="720"/>
                      <a:pt x="51" y="11"/>
                      <a:pt x="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37"/>
              <p:cNvSpPr/>
              <p:nvPr/>
            </p:nvSpPr>
            <p:spPr>
              <a:xfrm>
                <a:off x="2312825" y="4088150"/>
                <a:ext cx="90050" cy="356850"/>
              </a:xfrm>
              <a:custGeom>
                <a:avLst/>
                <a:gdLst/>
                <a:ahLst/>
                <a:cxnLst/>
                <a:rect l="l" t="t" r="r" b="b"/>
                <a:pathLst>
                  <a:path w="3602" h="14274" extrusionOk="0">
                    <a:moveTo>
                      <a:pt x="1" y="0"/>
                    </a:moveTo>
                    <a:lnTo>
                      <a:pt x="1" y="3702"/>
                    </a:lnTo>
                    <a:lnTo>
                      <a:pt x="1579" y="8841"/>
                    </a:lnTo>
                    <a:lnTo>
                      <a:pt x="1872" y="14274"/>
                    </a:lnTo>
                    <a:lnTo>
                      <a:pt x="3349" y="14223"/>
                    </a:lnTo>
                    <a:lnTo>
                      <a:pt x="3602" y="8771"/>
                    </a:lnTo>
                    <a:cubicBezTo>
                      <a:pt x="3602" y="3075"/>
                      <a:pt x="1892" y="0"/>
                      <a:pt x="1892" y="0"/>
                    </a:cubicBez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7"/>
              <p:cNvSpPr/>
              <p:nvPr/>
            </p:nvSpPr>
            <p:spPr>
              <a:xfrm>
                <a:off x="2180550" y="4088150"/>
                <a:ext cx="148225" cy="338900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13556" extrusionOk="0">
                    <a:moveTo>
                      <a:pt x="3896" y="0"/>
                    </a:moveTo>
                    <a:cubicBezTo>
                      <a:pt x="3896" y="0"/>
                      <a:pt x="2682" y="921"/>
                      <a:pt x="2692" y="3500"/>
                    </a:cubicBezTo>
                    <a:cubicBezTo>
                      <a:pt x="2702" y="6080"/>
                      <a:pt x="2803" y="8700"/>
                      <a:pt x="2803" y="8700"/>
                    </a:cubicBezTo>
                    <a:lnTo>
                      <a:pt x="1" y="12473"/>
                    </a:lnTo>
                    <a:lnTo>
                      <a:pt x="1023" y="13555"/>
                    </a:lnTo>
                    <a:lnTo>
                      <a:pt x="4725" y="9934"/>
                    </a:lnTo>
                    <a:cubicBezTo>
                      <a:pt x="4968" y="9691"/>
                      <a:pt x="5130" y="9367"/>
                      <a:pt x="5180" y="9023"/>
                    </a:cubicBezTo>
                    <a:lnTo>
                      <a:pt x="5929" y="3794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5669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2355050" y="4434600"/>
                <a:ext cx="47825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882" extrusionOk="0">
                    <a:moveTo>
                      <a:pt x="82" y="1"/>
                    </a:moveTo>
                    <a:cubicBezTo>
                      <a:pt x="31" y="1"/>
                      <a:pt x="1" y="41"/>
                      <a:pt x="1" y="82"/>
                    </a:cubicBezTo>
                    <a:lnTo>
                      <a:pt x="31" y="800"/>
                    </a:lnTo>
                    <a:cubicBezTo>
                      <a:pt x="31" y="850"/>
                      <a:pt x="72" y="881"/>
                      <a:pt x="112" y="881"/>
                    </a:cubicBezTo>
                    <a:lnTo>
                      <a:pt x="1791" y="881"/>
                    </a:lnTo>
                    <a:cubicBezTo>
                      <a:pt x="1832" y="881"/>
                      <a:pt x="1872" y="850"/>
                      <a:pt x="1872" y="800"/>
                    </a:cubicBezTo>
                    <a:lnTo>
                      <a:pt x="1913" y="82"/>
                    </a:lnTo>
                    <a:cubicBezTo>
                      <a:pt x="1913" y="41"/>
                      <a:pt x="1882" y="1"/>
                      <a:pt x="1832" y="1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2167175" y="4399975"/>
                <a:ext cx="4300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1619" extrusionOk="0">
                    <a:moveTo>
                      <a:pt x="940" y="0"/>
                    </a:moveTo>
                    <a:lnTo>
                      <a:pt x="0" y="839"/>
                    </a:lnTo>
                    <a:lnTo>
                      <a:pt x="758" y="1619"/>
                    </a:lnTo>
                    <a:lnTo>
                      <a:pt x="1720" y="809"/>
                    </a:lnTo>
                    <a:lnTo>
                      <a:pt x="940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37"/>
              <p:cNvSpPr/>
              <p:nvPr/>
            </p:nvSpPr>
            <p:spPr>
              <a:xfrm>
                <a:off x="2143125" y="4418425"/>
                <a:ext cx="67800" cy="79700"/>
              </a:xfrm>
              <a:custGeom>
                <a:avLst/>
                <a:gdLst/>
                <a:ahLst/>
                <a:cxnLst/>
                <a:rect l="l" t="t" r="r" b="b"/>
                <a:pathLst>
                  <a:path w="2712" h="3188" extrusionOk="0">
                    <a:moveTo>
                      <a:pt x="942" y="0"/>
                    </a:moveTo>
                    <a:lnTo>
                      <a:pt x="1" y="749"/>
                    </a:lnTo>
                    <a:lnTo>
                      <a:pt x="2358" y="3187"/>
                    </a:lnTo>
                    <a:lnTo>
                      <a:pt x="2712" y="2570"/>
                    </a:lnTo>
                    <a:lnTo>
                      <a:pt x="1761" y="840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7"/>
              <p:cNvSpPr/>
              <p:nvPr/>
            </p:nvSpPr>
            <p:spPr>
              <a:xfrm>
                <a:off x="2140350" y="4429050"/>
                <a:ext cx="82725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147" extrusionOk="0">
                    <a:moveTo>
                      <a:pt x="426" y="0"/>
                    </a:moveTo>
                    <a:lnTo>
                      <a:pt x="1" y="375"/>
                    </a:lnTo>
                    <a:lnTo>
                      <a:pt x="2671" y="3146"/>
                    </a:lnTo>
                    <a:cubicBezTo>
                      <a:pt x="2671" y="3146"/>
                      <a:pt x="3308" y="2398"/>
                      <a:pt x="2924" y="2003"/>
                    </a:cubicBezTo>
                    <a:cubicBezTo>
                      <a:pt x="2767" y="1841"/>
                      <a:pt x="2598" y="1798"/>
                      <a:pt x="2464" y="1798"/>
                    </a:cubicBezTo>
                    <a:cubicBezTo>
                      <a:pt x="2313" y="1798"/>
                      <a:pt x="2206" y="1852"/>
                      <a:pt x="2206" y="1852"/>
                    </a:cubicBezTo>
                    <a:lnTo>
                      <a:pt x="4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7"/>
              <p:cNvSpPr/>
              <p:nvPr/>
            </p:nvSpPr>
            <p:spPr>
              <a:xfrm>
                <a:off x="2160600" y="4426950"/>
                <a:ext cx="106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388" extrusionOk="0">
                    <a:moveTo>
                      <a:pt x="217" y="1"/>
                    </a:moveTo>
                    <a:cubicBezTo>
                      <a:pt x="167" y="1"/>
                      <a:pt x="116" y="19"/>
                      <a:pt x="81" y="54"/>
                    </a:cubicBezTo>
                    <a:cubicBezTo>
                      <a:pt x="0" y="125"/>
                      <a:pt x="0" y="246"/>
                      <a:pt x="70" y="327"/>
                    </a:cubicBezTo>
                    <a:cubicBezTo>
                      <a:pt x="111" y="367"/>
                      <a:pt x="162" y="388"/>
                      <a:pt x="211" y="388"/>
                    </a:cubicBezTo>
                    <a:cubicBezTo>
                      <a:pt x="260" y="388"/>
                      <a:pt x="308" y="367"/>
                      <a:pt x="344" y="327"/>
                    </a:cubicBezTo>
                    <a:cubicBezTo>
                      <a:pt x="425" y="256"/>
                      <a:pt x="425" y="135"/>
                      <a:pt x="354" y="54"/>
                    </a:cubicBezTo>
                    <a:cubicBezTo>
                      <a:pt x="319" y="19"/>
                      <a:pt x="268" y="1"/>
                      <a:pt x="2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2180550" y="4429550"/>
                <a:ext cx="167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68" extrusionOk="0">
                    <a:moveTo>
                      <a:pt x="254" y="0"/>
                    </a:moveTo>
                    <a:lnTo>
                      <a:pt x="32" y="274"/>
                    </a:lnTo>
                    <a:lnTo>
                      <a:pt x="1" y="324"/>
                    </a:lnTo>
                    <a:lnTo>
                      <a:pt x="335" y="668"/>
                    </a:lnTo>
                    <a:lnTo>
                      <a:pt x="668" y="43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7"/>
              <p:cNvSpPr/>
              <p:nvPr/>
            </p:nvSpPr>
            <p:spPr>
              <a:xfrm>
                <a:off x="2173975" y="4386575"/>
                <a:ext cx="46325" cy="4710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1884" extrusionOk="0">
                    <a:moveTo>
                      <a:pt x="543" y="0"/>
                    </a:moveTo>
                    <a:cubicBezTo>
                      <a:pt x="522" y="0"/>
                      <a:pt x="502" y="10"/>
                      <a:pt x="486" y="30"/>
                    </a:cubicBezTo>
                    <a:lnTo>
                      <a:pt x="32" y="536"/>
                    </a:lnTo>
                    <a:cubicBezTo>
                      <a:pt x="1" y="577"/>
                      <a:pt x="11" y="617"/>
                      <a:pt x="32" y="647"/>
                    </a:cubicBezTo>
                    <a:lnTo>
                      <a:pt x="1205" y="1861"/>
                    </a:lnTo>
                    <a:cubicBezTo>
                      <a:pt x="1220" y="1876"/>
                      <a:pt x="1240" y="1884"/>
                      <a:pt x="1260" y="1884"/>
                    </a:cubicBezTo>
                    <a:cubicBezTo>
                      <a:pt x="1281" y="1884"/>
                      <a:pt x="1301" y="1876"/>
                      <a:pt x="1316" y="1861"/>
                    </a:cubicBezTo>
                    <a:lnTo>
                      <a:pt x="1812" y="1406"/>
                    </a:lnTo>
                    <a:cubicBezTo>
                      <a:pt x="1852" y="1375"/>
                      <a:pt x="1852" y="1315"/>
                      <a:pt x="1822" y="1285"/>
                    </a:cubicBezTo>
                    <a:lnTo>
                      <a:pt x="608" y="30"/>
                    </a:lnTo>
                    <a:cubicBezTo>
                      <a:pt x="588" y="10"/>
                      <a:pt x="565" y="0"/>
                      <a:pt x="543" y="0"/>
                    </a:cubicBezTo>
                    <a:close/>
                  </a:path>
                </a:pathLst>
              </a:custGeom>
              <a:solidFill>
                <a:srgbClr val="81A4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7"/>
              <p:cNvSpPr/>
              <p:nvPr/>
            </p:nvSpPr>
            <p:spPr>
              <a:xfrm>
                <a:off x="2323200" y="4164525"/>
                <a:ext cx="532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115" extrusionOk="0">
                    <a:moveTo>
                      <a:pt x="162" y="0"/>
                    </a:moveTo>
                    <a:lnTo>
                      <a:pt x="0" y="2104"/>
                    </a:lnTo>
                    <a:lnTo>
                      <a:pt x="51" y="2115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2236950" y="38461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3248" y="1"/>
                    </a:moveTo>
                    <a:cubicBezTo>
                      <a:pt x="1437" y="1"/>
                      <a:pt x="1235" y="1447"/>
                      <a:pt x="1548" y="2712"/>
                    </a:cubicBezTo>
                    <a:cubicBezTo>
                      <a:pt x="1862" y="3976"/>
                      <a:pt x="1" y="3774"/>
                      <a:pt x="779" y="5989"/>
                    </a:cubicBezTo>
                    <a:lnTo>
                      <a:pt x="3248" y="5989"/>
                    </a:lnTo>
                    <a:lnTo>
                      <a:pt x="324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2316375" y="3846125"/>
                <a:ext cx="812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5990" extrusionOk="0">
                    <a:moveTo>
                      <a:pt x="0" y="1"/>
                    </a:moveTo>
                    <a:lnTo>
                      <a:pt x="0" y="5989"/>
                    </a:lnTo>
                    <a:lnTo>
                      <a:pt x="2458" y="5989"/>
                    </a:lnTo>
                    <a:cubicBezTo>
                      <a:pt x="3247" y="3774"/>
                      <a:pt x="1376" y="3976"/>
                      <a:pt x="1689" y="2712"/>
                    </a:cubicBezTo>
                    <a:cubicBezTo>
                      <a:pt x="2013" y="1447"/>
                      <a:pt x="1720" y="1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7"/>
              <p:cNvSpPr/>
              <p:nvPr/>
            </p:nvSpPr>
            <p:spPr>
              <a:xfrm>
                <a:off x="2249350" y="3933375"/>
                <a:ext cx="136850" cy="9637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3855" extrusionOk="0">
                    <a:moveTo>
                      <a:pt x="2226" y="0"/>
                    </a:moveTo>
                    <a:lnTo>
                      <a:pt x="2125" y="567"/>
                    </a:lnTo>
                    <a:cubicBezTo>
                      <a:pt x="2115" y="648"/>
                      <a:pt x="2054" y="708"/>
                      <a:pt x="1973" y="719"/>
                    </a:cubicBezTo>
                    <a:cubicBezTo>
                      <a:pt x="618" y="921"/>
                      <a:pt x="0" y="2155"/>
                      <a:pt x="314" y="3419"/>
                    </a:cubicBezTo>
                    <a:lnTo>
                      <a:pt x="415" y="3855"/>
                    </a:lnTo>
                    <a:cubicBezTo>
                      <a:pt x="931" y="3844"/>
                      <a:pt x="1457" y="3835"/>
                      <a:pt x="1973" y="3824"/>
                    </a:cubicBezTo>
                    <a:lnTo>
                      <a:pt x="2054" y="3824"/>
                    </a:lnTo>
                    <a:cubicBezTo>
                      <a:pt x="2115" y="3824"/>
                      <a:pt x="2185" y="3824"/>
                      <a:pt x="2246" y="3814"/>
                    </a:cubicBezTo>
                    <a:lnTo>
                      <a:pt x="2337" y="3814"/>
                    </a:lnTo>
                    <a:cubicBezTo>
                      <a:pt x="3268" y="3733"/>
                      <a:pt x="4148" y="3136"/>
                      <a:pt x="5078" y="3086"/>
                    </a:cubicBezTo>
                    <a:lnTo>
                      <a:pt x="5119" y="2944"/>
                    </a:lnTo>
                    <a:cubicBezTo>
                      <a:pt x="5473" y="1659"/>
                      <a:pt x="5008" y="951"/>
                      <a:pt x="3642" y="739"/>
                    </a:cubicBezTo>
                    <a:cubicBezTo>
                      <a:pt x="3571" y="729"/>
                      <a:pt x="3511" y="668"/>
                      <a:pt x="3491" y="598"/>
                    </a:cubicBezTo>
                    <a:lnTo>
                      <a:pt x="3379" y="0"/>
                    </a:lnTo>
                    <a:lnTo>
                      <a:pt x="2792" y="61"/>
                    </a:lnTo>
                    <a:lnTo>
                      <a:pt x="2226" y="0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7"/>
              <p:cNvSpPr/>
              <p:nvPr/>
            </p:nvSpPr>
            <p:spPr>
              <a:xfrm>
                <a:off x="2238475" y="3953600"/>
                <a:ext cx="162125" cy="134575"/>
              </a:xfrm>
              <a:custGeom>
                <a:avLst/>
                <a:gdLst/>
                <a:ahLst/>
                <a:cxnLst/>
                <a:rect l="l" t="t" r="r" b="b"/>
                <a:pathLst>
                  <a:path w="6485" h="5383" extrusionOk="0">
                    <a:moveTo>
                      <a:pt x="4593" y="1"/>
                    </a:moveTo>
                    <a:cubicBezTo>
                      <a:pt x="4593" y="1"/>
                      <a:pt x="4198" y="841"/>
                      <a:pt x="3217" y="841"/>
                    </a:cubicBezTo>
                    <a:cubicBezTo>
                      <a:pt x="2297" y="841"/>
                      <a:pt x="1882" y="52"/>
                      <a:pt x="1882" y="52"/>
                    </a:cubicBezTo>
                    <a:cubicBezTo>
                      <a:pt x="1882" y="52"/>
                      <a:pt x="1" y="608"/>
                      <a:pt x="446" y="2621"/>
                    </a:cubicBezTo>
                    <a:lnTo>
                      <a:pt x="1275" y="3035"/>
                    </a:lnTo>
                    <a:lnTo>
                      <a:pt x="1579" y="5382"/>
                    </a:lnTo>
                    <a:lnTo>
                      <a:pt x="4866" y="5382"/>
                    </a:lnTo>
                    <a:lnTo>
                      <a:pt x="5342" y="2590"/>
                    </a:lnTo>
                    <a:lnTo>
                      <a:pt x="6090" y="2237"/>
                    </a:lnTo>
                    <a:cubicBezTo>
                      <a:pt x="6090" y="2237"/>
                      <a:pt x="6484" y="790"/>
                      <a:pt x="4593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7"/>
              <p:cNvSpPr/>
              <p:nvPr/>
            </p:nvSpPr>
            <p:spPr>
              <a:xfrm>
                <a:off x="2318625" y="4162750"/>
                <a:ext cx="17500" cy="3825"/>
              </a:xfrm>
              <a:custGeom>
                <a:avLst/>
                <a:gdLst/>
                <a:ahLst/>
                <a:cxnLst/>
                <a:rect l="l" t="t" r="r" b="b"/>
                <a:pathLst>
                  <a:path w="700" h="153" extrusionOk="0">
                    <a:moveTo>
                      <a:pt x="1" y="1"/>
                    </a:moveTo>
                    <a:lnTo>
                      <a:pt x="1" y="51"/>
                    </a:lnTo>
                    <a:lnTo>
                      <a:pt x="689" y="152"/>
                    </a:lnTo>
                    <a:lnTo>
                      <a:pt x="699" y="10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7"/>
              <p:cNvSpPr/>
              <p:nvPr/>
            </p:nvSpPr>
            <p:spPr>
              <a:xfrm>
                <a:off x="2262000" y="4098250"/>
                <a:ext cx="237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30" extrusionOk="0">
                    <a:moveTo>
                      <a:pt x="901" y="1"/>
                    </a:moveTo>
                    <a:cubicBezTo>
                      <a:pt x="901" y="1"/>
                      <a:pt x="870" y="385"/>
                      <a:pt x="607" y="578"/>
                    </a:cubicBezTo>
                    <a:cubicBezTo>
                      <a:pt x="512" y="641"/>
                      <a:pt x="396" y="677"/>
                      <a:pt x="263" y="677"/>
                    </a:cubicBezTo>
                    <a:cubicBezTo>
                      <a:pt x="185" y="677"/>
                      <a:pt x="101" y="665"/>
                      <a:pt x="11" y="638"/>
                    </a:cubicBezTo>
                    <a:lnTo>
                      <a:pt x="0" y="689"/>
                    </a:lnTo>
                    <a:cubicBezTo>
                      <a:pt x="91" y="719"/>
                      <a:pt x="182" y="729"/>
                      <a:pt x="263" y="729"/>
                    </a:cubicBezTo>
                    <a:cubicBezTo>
                      <a:pt x="405" y="729"/>
                      <a:pt x="537" y="689"/>
                      <a:pt x="638" y="618"/>
                    </a:cubicBezTo>
                    <a:cubicBezTo>
                      <a:pt x="921" y="416"/>
                      <a:pt x="951" y="21"/>
                      <a:pt x="95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7"/>
              <p:cNvSpPr/>
              <p:nvPr/>
            </p:nvSpPr>
            <p:spPr>
              <a:xfrm>
                <a:off x="2348475" y="4099775"/>
                <a:ext cx="21275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648" extrusionOk="0">
                    <a:moveTo>
                      <a:pt x="1" y="0"/>
                    </a:moveTo>
                    <a:cubicBezTo>
                      <a:pt x="1" y="21"/>
                      <a:pt x="31" y="365"/>
                      <a:pt x="274" y="547"/>
                    </a:cubicBezTo>
                    <a:cubicBezTo>
                      <a:pt x="375" y="618"/>
                      <a:pt x="486" y="648"/>
                      <a:pt x="608" y="648"/>
                    </a:cubicBezTo>
                    <a:cubicBezTo>
                      <a:pt x="688" y="648"/>
                      <a:pt x="769" y="638"/>
                      <a:pt x="850" y="618"/>
                    </a:cubicBezTo>
                    <a:lnTo>
                      <a:pt x="841" y="567"/>
                    </a:lnTo>
                    <a:cubicBezTo>
                      <a:pt x="757" y="590"/>
                      <a:pt x="681" y="601"/>
                      <a:pt x="610" y="601"/>
                    </a:cubicBezTo>
                    <a:cubicBezTo>
                      <a:pt x="493" y="601"/>
                      <a:pt x="393" y="569"/>
                      <a:pt x="304" y="506"/>
                    </a:cubicBezTo>
                    <a:cubicBezTo>
                      <a:pt x="82" y="344"/>
                      <a:pt x="52" y="0"/>
                      <a:pt x="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7"/>
              <p:cNvSpPr/>
              <p:nvPr/>
            </p:nvSpPr>
            <p:spPr>
              <a:xfrm>
                <a:off x="2168425" y="4012775"/>
                <a:ext cx="104475" cy="87125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3485" extrusionOk="0">
                    <a:moveTo>
                      <a:pt x="2803" y="1"/>
                    </a:moveTo>
                    <a:cubicBezTo>
                      <a:pt x="2661" y="426"/>
                      <a:pt x="2519" y="841"/>
                      <a:pt x="2398" y="1346"/>
                    </a:cubicBezTo>
                    <a:lnTo>
                      <a:pt x="476" y="61"/>
                    </a:lnTo>
                    <a:lnTo>
                      <a:pt x="0" y="830"/>
                    </a:lnTo>
                    <a:lnTo>
                      <a:pt x="2074" y="2884"/>
                    </a:lnTo>
                    <a:lnTo>
                      <a:pt x="2205" y="3026"/>
                    </a:lnTo>
                    <a:lnTo>
                      <a:pt x="2408" y="3208"/>
                    </a:lnTo>
                    <a:cubicBezTo>
                      <a:pt x="2558" y="3335"/>
                      <a:pt x="2754" y="3485"/>
                      <a:pt x="2936" y="3485"/>
                    </a:cubicBezTo>
                    <a:cubicBezTo>
                      <a:pt x="3073" y="3485"/>
                      <a:pt x="3202" y="3400"/>
                      <a:pt x="3298" y="3157"/>
                    </a:cubicBezTo>
                    <a:cubicBezTo>
                      <a:pt x="3318" y="3116"/>
                      <a:pt x="3329" y="3066"/>
                      <a:pt x="3349" y="3026"/>
                    </a:cubicBezTo>
                    <a:lnTo>
                      <a:pt x="3622" y="2165"/>
                    </a:lnTo>
                    <a:cubicBezTo>
                      <a:pt x="3774" y="1670"/>
                      <a:pt x="3976" y="1124"/>
                      <a:pt x="4178" y="659"/>
                    </a:cubicBezTo>
                    <a:lnTo>
                      <a:pt x="2803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7"/>
              <p:cNvSpPr/>
              <p:nvPr/>
            </p:nvSpPr>
            <p:spPr>
              <a:xfrm>
                <a:off x="2223550" y="40884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37"/>
              <p:cNvSpPr/>
              <p:nvPr/>
            </p:nvSpPr>
            <p:spPr>
              <a:xfrm>
                <a:off x="2135650" y="3992725"/>
                <a:ext cx="44700" cy="4285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714" extrusionOk="0">
                    <a:moveTo>
                      <a:pt x="451" y="0"/>
                    </a:moveTo>
                    <a:cubicBezTo>
                      <a:pt x="435" y="0"/>
                      <a:pt x="421" y="5"/>
                      <a:pt x="411" y="14"/>
                    </a:cubicBezTo>
                    <a:cubicBezTo>
                      <a:pt x="340" y="74"/>
                      <a:pt x="432" y="267"/>
                      <a:pt x="432" y="267"/>
                    </a:cubicBezTo>
                    <a:cubicBezTo>
                      <a:pt x="432" y="267"/>
                      <a:pt x="385" y="241"/>
                      <a:pt x="340" y="241"/>
                    </a:cubicBezTo>
                    <a:cubicBezTo>
                      <a:pt x="322" y="241"/>
                      <a:pt x="304" y="245"/>
                      <a:pt x="290" y="256"/>
                    </a:cubicBezTo>
                    <a:cubicBezTo>
                      <a:pt x="209" y="297"/>
                      <a:pt x="290" y="459"/>
                      <a:pt x="290" y="459"/>
                    </a:cubicBezTo>
                    <a:cubicBezTo>
                      <a:pt x="251" y="437"/>
                      <a:pt x="222" y="428"/>
                      <a:pt x="201" y="428"/>
                    </a:cubicBezTo>
                    <a:cubicBezTo>
                      <a:pt x="104" y="428"/>
                      <a:pt x="158" y="611"/>
                      <a:pt x="158" y="611"/>
                    </a:cubicBezTo>
                    <a:cubicBezTo>
                      <a:pt x="134" y="598"/>
                      <a:pt x="116" y="593"/>
                      <a:pt x="101" y="593"/>
                    </a:cubicBezTo>
                    <a:cubicBezTo>
                      <a:pt x="0" y="593"/>
                      <a:pt x="134" y="889"/>
                      <a:pt x="462" y="1218"/>
                    </a:cubicBezTo>
                    <a:cubicBezTo>
                      <a:pt x="886" y="1632"/>
                      <a:pt x="1453" y="1713"/>
                      <a:pt x="1453" y="1713"/>
                    </a:cubicBezTo>
                    <a:lnTo>
                      <a:pt x="1787" y="863"/>
                    </a:lnTo>
                    <a:cubicBezTo>
                      <a:pt x="1787" y="863"/>
                      <a:pt x="1338" y="137"/>
                      <a:pt x="1134" y="137"/>
                    </a:cubicBezTo>
                    <a:cubicBezTo>
                      <a:pt x="1122" y="137"/>
                      <a:pt x="1110" y="140"/>
                      <a:pt x="1099" y="146"/>
                    </a:cubicBezTo>
                    <a:cubicBezTo>
                      <a:pt x="978" y="226"/>
                      <a:pt x="1140" y="530"/>
                      <a:pt x="1140" y="530"/>
                    </a:cubicBezTo>
                    <a:cubicBezTo>
                      <a:pt x="897" y="269"/>
                      <a:pt x="582" y="0"/>
                      <a:pt x="45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37"/>
              <p:cNvSpPr/>
              <p:nvPr/>
            </p:nvSpPr>
            <p:spPr>
              <a:xfrm>
                <a:off x="2139075" y="4007475"/>
                <a:ext cx="7375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415" extrusionOk="0">
                    <a:moveTo>
                      <a:pt x="32" y="1"/>
                    </a:moveTo>
                    <a:lnTo>
                      <a:pt x="1" y="21"/>
                    </a:lnTo>
                    <a:cubicBezTo>
                      <a:pt x="1" y="21"/>
                      <a:pt x="142" y="264"/>
                      <a:pt x="264" y="415"/>
                    </a:cubicBezTo>
                    <a:lnTo>
                      <a:pt x="295" y="395"/>
                    </a:lnTo>
                    <a:cubicBezTo>
                      <a:pt x="173" y="243"/>
                      <a:pt x="32" y="10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37"/>
              <p:cNvSpPr/>
              <p:nvPr/>
            </p:nvSpPr>
            <p:spPr>
              <a:xfrm>
                <a:off x="2142375" y="4003950"/>
                <a:ext cx="76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65" extrusionOk="0">
                    <a:moveTo>
                      <a:pt x="31" y="0"/>
                    </a:moveTo>
                    <a:lnTo>
                      <a:pt x="1" y="10"/>
                    </a:lnTo>
                    <a:cubicBezTo>
                      <a:pt x="1" y="20"/>
                      <a:pt x="142" y="212"/>
                      <a:pt x="284" y="364"/>
                    </a:cubicBezTo>
                    <a:lnTo>
                      <a:pt x="304" y="344"/>
                    </a:lnTo>
                    <a:cubicBezTo>
                      <a:pt x="172" y="192"/>
                      <a:pt x="31" y="0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37"/>
              <p:cNvSpPr/>
              <p:nvPr/>
            </p:nvSpPr>
            <p:spPr>
              <a:xfrm>
                <a:off x="2145925" y="3999125"/>
                <a:ext cx="91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365" h="457" extrusionOk="0">
                    <a:moveTo>
                      <a:pt x="30" y="0"/>
                    </a:moveTo>
                    <a:lnTo>
                      <a:pt x="0" y="21"/>
                    </a:lnTo>
                    <a:cubicBezTo>
                      <a:pt x="10" y="21"/>
                      <a:pt x="152" y="254"/>
                      <a:pt x="334" y="456"/>
                    </a:cubicBezTo>
                    <a:lnTo>
                      <a:pt x="365" y="436"/>
                    </a:lnTo>
                    <a:cubicBezTo>
                      <a:pt x="182" y="233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37"/>
              <p:cNvSpPr/>
              <p:nvPr/>
            </p:nvSpPr>
            <p:spPr>
              <a:xfrm>
                <a:off x="2163625" y="4005700"/>
                <a:ext cx="40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23" extrusionOk="0">
                    <a:moveTo>
                      <a:pt x="30" y="0"/>
                    </a:moveTo>
                    <a:lnTo>
                      <a:pt x="0" y="11"/>
                    </a:lnTo>
                    <a:cubicBezTo>
                      <a:pt x="0" y="11"/>
                      <a:pt x="71" y="132"/>
                      <a:pt x="142" y="223"/>
                    </a:cubicBezTo>
                    <a:lnTo>
                      <a:pt x="162" y="193"/>
                    </a:lnTo>
                    <a:cubicBezTo>
                      <a:pt x="102" y="112"/>
                      <a:pt x="30" y="0"/>
                      <a:pt x="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37"/>
              <p:cNvSpPr/>
              <p:nvPr/>
            </p:nvSpPr>
            <p:spPr>
              <a:xfrm>
                <a:off x="2360875" y="3876400"/>
                <a:ext cx="503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1592" extrusionOk="0">
                    <a:moveTo>
                      <a:pt x="569" y="1"/>
                    </a:moveTo>
                    <a:cubicBezTo>
                      <a:pt x="448" y="1"/>
                      <a:pt x="408" y="41"/>
                      <a:pt x="486" y="105"/>
                    </a:cubicBezTo>
                    <a:cubicBezTo>
                      <a:pt x="486" y="105"/>
                      <a:pt x="203" y="135"/>
                      <a:pt x="395" y="287"/>
                    </a:cubicBezTo>
                    <a:cubicBezTo>
                      <a:pt x="395" y="287"/>
                      <a:pt x="389" y="287"/>
                      <a:pt x="379" y="287"/>
                    </a:cubicBezTo>
                    <a:cubicBezTo>
                      <a:pt x="336" y="287"/>
                      <a:pt x="221" y="294"/>
                      <a:pt x="213" y="368"/>
                    </a:cubicBezTo>
                    <a:cubicBezTo>
                      <a:pt x="203" y="429"/>
                      <a:pt x="284" y="489"/>
                      <a:pt x="284" y="489"/>
                    </a:cubicBezTo>
                    <a:cubicBezTo>
                      <a:pt x="284" y="489"/>
                      <a:pt x="278" y="489"/>
                      <a:pt x="267" y="489"/>
                    </a:cubicBezTo>
                    <a:cubicBezTo>
                      <a:pt x="216" y="489"/>
                      <a:pt x="66" y="496"/>
                      <a:pt x="41" y="580"/>
                    </a:cubicBezTo>
                    <a:cubicBezTo>
                      <a:pt x="1" y="692"/>
                      <a:pt x="426" y="904"/>
                      <a:pt x="799" y="1045"/>
                    </a:cubicBezTo>
                    <a:cubicBezTo>
                      <a:pt x="799" y="1045"/>
                      <a:pt x="758" y="1040"/>
                      <a:pt x="703" y="1040"/>
                    </a:cubicBezTo>
                    <a:cubicBezTo>
                      <a:pt x="600" y="1040"/>
                      <a:pt x="448" y="1058"/>
                      <a:pt x="435" y="1157"/>
                    </a:cubicBezTo>
                    <a:cubicBezTo>
                      <a:pt x="405" y="1359"/>
                      <a:pt x="1427" y="1591"/>
                      <a:pt x="1427" y="1591"/>
                    </a:cubicBezTo>
                    <a:lnTo>
                      <a:pt x="2013" y="863"/>
                    </a:lnTo>
                    <a:cubicBezTo>
                      <a:pt x="2013" y="863"/>
                      <a:pt x="1710" y="368"/>
                      <a:pt x="1174" y="155"/>
                    </a:cubicBezTo>
                    <a:cubicBezTo>
                      <a:pt x="914" y="46"/>
                      <a:pt x="696" y="1"/>
                      <a:pt x="569" y="1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37"/>
              <p:cNvSpPr/>
              <p:nvPr/>
            </p:nvSpPr>
            <p:spPr>
              <a:xfrm>
                <a:off x="2367200" y="3888125"/>
                <a:ext cx="1062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264" extrusionOk="0">
                    <a:moveTo>
                      <a:pt x="20" y="0"/>
                    </a:moveTo>
                    <a:lnTo>
                      <a:pt x="0" y="30"/>
                    </a:lnTo>
                    <a:cubicBezTo>
                      <a:pt x="162" y="142"/>
                      <a:pt x="415" y="253"/>
                      <a:pt x="415" y="263"/>
                    </a:cubicBezTo>
                    <a:lnTo>
                      <a:pt x="425" y="223"/>
                    </a:lnTo>
                    <a:cubicBezTo>
                      <a:pt x="425" y="223"/>
                      <a:pt x="173" y="111"/>
                      <a:pt x="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37"/>
              <p:cNvSpPr/>
              <p:nvPr/>
            </p:nvSpPr>
            <p:spPr>
              <a:xfrm>
                <a:off x="2369975" y="3883050"/>
                <a:ext cx="106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04" extrusionOk="0">
                    <a:moveTo>
                      <a:pt x="21" y="1"/>
                    </a:moveTo>
                    <a:lnTo>
                      <a:pt x="1" y="31"/>
                    </a:lnTo>
                    <a:cubicBezTo>
                      <a:pt x="193" y="122"/>
                      <a:pt x="415" y="203"/>
                      <a:pt x="415" y="203"/>
                    </a:cubicBezTo>
                    <a:lnTo>
                      <a:pt x="426" y="172"/>
                    </a:lnTo>
                    <a:cubicBezTo>
                      <a:pt x="426" y="172"/>
                      <a:pt x="203" y="91"/>
                      <a:pt x="2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37"/>
              <p:cNvSpPr/>
              <p:nvPr/>
            </p:nvSpPr>
            <p:spPr>
              <a:xfrm>
                <a:off x="2372500" y="3878750"/>
                <a:ext cx="131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23" extrusionOk="0">
                    <a:moveTo>
                      <a:pt x="21" y="0"/>
                    </a:moveTo>
                    <a:lnTo>
                      <a:pt x="1" y="31"/>
                    </a:lnTo>
                    <a:cubicBezTo>
                      <a:pt x="253" y="142"/>
                      <a:pt x="516" y="223"/>
                      <a:pt x="516" y="223"/>
                    </a:cubicBezTo>
                    <a:lnTo>
                      <a:pt x="527" y="193"/>
                    </a:lnTo>
                    <a:cubicBezTo>
                      <a:pt x="527" y="193"/>
                      <a:pt x="264" y="112"/>
                      <a:pt x="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37"/>
              <p:cNvSpPr/>
              <p:nvPr/>
            </p:nvSpPr>
            <p:spPr>
              <a:xfrm>
                <a:off x="2380600" y="3901775"/>
                <a:ext cx="6100" cy="227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91" extrusionOk="0">
                    <a:moveTo>
                      <a:pt x="10" y="0"/>
                    </a:moveTo>
                    <a:lnTo>
                      <a:pt x="1" y="41"/>
                    </a:lnTo>
                    <a:cubicBezTo>
                      <a:pt x="102" y="61"/>
                      <a:pt x="243" y="91"/>
                      <a:pt x="243" y="91"/>
                    </a:cubicBezTo>
                    <a:lnTo>
                      <a:pt x="243" y="50"/>
                    </a:lnTo>
                    <a:cubicBezTo>
                      <a:pt x="243" y="50"/>
                      <a:pt x="112" y="30"/>
                      <a:pt x="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37"/>
              <p:cNvSpPr/>
              <p:nvPr/>
            </p:nvSpPr>
            <p:spPr>
              <a:xfrm>
                <a:off x="2234675" y="4017100"/>
                <a:ext cx="40250" cy="25550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022" extrusionOk="0">
                    <a:moveTo>
                      <a:pt x="92" y="0"/>
                    </a:moveTo>
                    <a:cubicBezTo>
                      <a:pt x="61" y="91"/>
                      <a:pt x="41" y="202"/>
                      <a:pt x="1" y="293"/>
                    </a:cubicBezTo>
                    <a:lnTo>
                      <a:pt x="1306" y="1021"/>
                    </a:lnTo>
                    <a:cubicBezTo>
                      <a:pt x="1417" y="769"/>
                      <a:pt x="1508" y="526"/>
                      <a:pt x="1609" y="313"/>
                    </a:cubicBez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7"/>
              <p:cNvSpPr/>
              <p:nvPr/>
            </p:nvSpPr>
            <p:spPr>
              <a:xfrm>
                <a:off x="2233425" y="3972075"/>
                <a:ext cx="51350" cy="69825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2793" extrusionOk="0">
                    <a:moveTo>
                      <a:pt x="1052" y="0"/>
                    </a:moveTo>
                    <a:cubicBezTo>
                      <a:pt x="223" y="1032"/>
                      <a:pt x="0" y="1922"/>
                      <a:pt x="0" y="1922"/>
                    </a:cubicBezTo>
                    <a:lnTo>
                      <a:pt x="2053" y="2792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7"/>
              <p:cNvSpPr/>
              <p:nvPr/>
            </p:nvSpPr>
            <p:spPr>
              <a:xfrm>
                <a:off x="2270350" y="4018350"/>
                <a:ext cx="53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29" extrusionOk="0">
                    <a:moveTo>
                      <a:pt x="162" y="0"/>
                    </a:moveTo>
                    <a:lnTo>
                      <a:pt x="0" y="719"/>
                    </a:lnTo>
                    <a:lnTo>
                      <a:pt x="50" y="729"/>
                    </a:lnTo>
                    <a:lnTo>
                      <a:pt x="212" y="11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7"/>
              <p:cNvSpPr/>
              <p:nvPr/>
            </p:nvSpPr>
            <p:spPr>
              <a:xfrm>
                <a:off x="2303225" y="3933625"/>
                <a:ext cx="30875" cy="10950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438" extrusionOk="0">
                    <a:moveTo>
                      <a:pt x="61" y="1"/>
                    </a:moveTo>
                    <a:lnTo>
                      <a:pt x="0" y="375"/>
                    </a:lnTo>
                    <a:cubicBezTo>
                      <a:pt x="159" y="420"/>
                      <a:pt x="301" y="438"/>
                      <a:pt x="428" y="438"/>
                    </a:cubicBezTo>
                    <a:cubicBezTo>
                      <a:pt x="985" y="438"/>
                      <a:pt x="1234" y="82"/>
                      <a:pt x="1234" y="82"/>
                    </a:cubicBez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7"/>
              <p:cNvSpPr/>
              <p:nvPr/>
            </p:nvSpPr>
            <p:spPr>
              <a:xfrm>
                <a:off x="2280700" y="3894500"/>
                <a:ext cx="1800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720" h="748" extrusionOk="0">
                    <a:moveTo>
                      <a:pt x="329" y="0"/>
                    </a:moveTo>
                    <a:cubicBezTo>
                      <a:pt x="297" y="0"/>
                      <a:pt x="265" y="6"/>
                      <a:pt x="234" y="18"/>
                    </a:cubicBezTo>
                    <a:cubicBezTo>
                      <a:pt x="72" y="78"/>
                      <a:pt x="1" y="291"/>
                      <a:pt x="72" y="483"/>
                    </a:cubicBezTo>
                    <a:cubicBezTo>
                      <a:pt x="128" y="644"/>
                      <a:pt x="261" y="747"/>
                      <a:pt x="389" y="747"/>
                    </a:cubicBezTo>
                    <a:cubicBezTo>
                      <a:pt x="422" y="747"/>
                      <a:pt x="455" y="740"/>
                      <a:pt x="486" y="726"/>
                    </a:cubicBezTo>
                    <a:cubicBezTo>
                      <a:pt x="648" y="665"/>
                      <a:pt x="719" y="453"/>
                      <a:pt x="648" y="261"/>
                    </a:cubicBezTo>
                    <a:cubicBezTo>
                      <a:pt x="591" y="98"/>
                      <a:pt x="462" y="0"/>
                      <a:pt x="329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7"/>
              <p:cNvSpPr/>
              <p:nvPr/>
            </p:nvSpPr>
            <p:spPr>
              <a:xfrm>
                <a:off x="2283500" y="3898225"/>
                <a:ext cx="48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5" extrusionOk="0">
                    <a:moveTo>
                      <a:pt x="162" y="1"/>
                    </a:moveTo>
                    <a:cubicBezTo>
                      <a:pt x="0" y="132"/>
                      <a:pt x="71" y="354"/>
                      <a:pt x="71" y="365"/>
                    </a:cubicBezTo>
                    <a:lnTo>
                      <a:pt x="122" y="354"/>
                    </a:lnTo>
                    <a:cubicBezTo>
                      <a:pt x="122" y="354"/>
                      <a:pt x="61" y="152"/>
                      <a:pt x="192" y="41"/>
                    </a:cubicBezTo>
                    <a:lnTo>
                      <a:pt x="16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7"/>
              <p:cNvSpPr/>
              <p:nvPr/>
            </p:nvSpPr>
            <p:spPr>
              <a:xfrm>
                <a:off x="2335075" y="3894500"/>
                <a:ext cx="17975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748" extrusionOk="0">
                    <a:moveTo>
                      <a:pt x="391" y="0"/>
                    </a:moveTo>
                    <a:cubicBezTo>
                      <a:pt x="258" y="0"/>
                      <a:pt x="129" y="98"/>
                      <a:pt x="71" y="261"/>
                    </a:cubicBezTo>
                    <a:cubicBezTo>
                      <a:pt x="1" y="453"/>
                      <a:pt x="71" y="665"/>
                      <a:pt x="233" y="726"/>
                    </a:cubicBezTo>
                    <a:cubicBezTo>
                      <a:pt x="266" y="740"/>
                      <a:pt x="300" y="747"/>
                      <a:pt x="334" y="747"/>
                    </a:cubicBezTo>
                    <a:cubicBezTo>
                      <a:pt x="465" y="747"/>
                      <a:pt x="592" y="644"/>
                      <a:pt x="648" y="483"/>
                    </a:cubicBezTo>
                    <a:cubicBezTo>
                      <a:pt x="719" y="291"/>
                      <a:pt x="648" y="78"/>
                      <a:pt x="486" y="18"/>
                    </a:cubicBezTo>
                    <a:cubicBezTo>
                      <a:pt x="455" y="6"/>
                      <a:pt x="423" y="0"/>
                      <a:pt x="391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7"/>
              <p:cNvSpPr/>
              <p:nvPr/>
            </p:nvSpPr>
            <p:spPr>
              <a:xfrm>
                <a:off x="2288800" y="3852450"/>
                <a:ext cx="60725" cy="890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3562" extrusionOk="0">
                    <a:moveTo>
                      <a:pt x="1214" y="0"/>
                    </a:moveTo>
                    <a:cubicBezTo>
                      <a:pt x="547" y="0"/>
                      <a:pt x="0" y="567"/>
                      <a:pt x="0" y="1275"/>
                    </a:cubicBezTo>
                    <a:lnTo>
                      <a:pt x="0" y="1407"/>
                    </a:lnTo>
                    <a:cubicBezTo>
                      <a:pt x="11" y="1417"/>
                      <a:pt x="11" y="1417"/>
                      <a:pt x="11" y="1427"/>
                    </a:cubicBezTo>
                    <a:lnTo>
                      <a:pt x="132" y="2520"/>
                    </a:lnTo>
                    <a:cubicBezTo>
                      <a:pt x="132" y="2540"/>
                      <a:pt x="132" y="2549"/>
                      <a:pt x="142" y="2570"/>
                    </a:cubicBezTo>
                    <a:lnTo>
                      <a:pt x="142" y="2580"/>
                    </a:lnTo>
                    <a:cubicBezTo>
                      <a:pt x="213" y="3136"/>
                      <a:pt x="789" y="3561"/>
                      <a:pt x="1214" y="3561"/>
                    </a:cubicBezTo>
                    <a:cubicBezTo>
                      <a:pt x="1639" y="3561"/>
                      <a:pt x="2216" y="3126"/>
                      <a:pt x="2286" y="2560"/>
                    </a:cubicBezTo>
                    <a:lnTo>
                      <a:pt x="2286" y="2529"/>
                    </a:lnTo>
                    <a:lnTo>
                      <a:pt x="2418" y="1427"/>
                    </a:lnTo>
                    <a:lnTo>
                      <a:pt x="2418" y="1407"/>
                    </a:lnTo>
                    <a:cubicBezTo>
                      <a:pt x="2418" y="1366"/>
                      <a:pt x="2428" y="1326"/>
                      <a:pt x="2428" y="1275"/>
                    </a:cubicBezTo>
                    <a:cubicBezTo>
                      <a:pt x="2428" y="567"/>
                      <a:pt x="1882" y="0"/>
                      <a:pt x="1214" y="0"/>
                    </a:cubicBez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7"/>
              <p:cNvSpPr/>
              <p:nvPr/>
            </p:nvSpPr>
            <p:spPr>
              <a:xfrm>
                <a:off x="2276150" y="3850675"/>
                <a:ext cx="92850" cy="55175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207" extrusionOk="0">
                    <a:moveTo>
                      <a:pt x="1690" y="1"/>
                    </a:moveTo>
                    <a:cubicBezTo>
                      <a:pt x="1" y="1"/>
                      <a:pt x="436" y="1751"/>
                      <a:pt x="436" y="1751"/>
                    </a:cubicBezTo>
                    <a:lnTo>
                      <a:pt x="598" y="2206"/>
                    </a:lnTo>
                    <a:cubicBezTo>
                      <a:pt x="598" y="2206"/>
                      <a:pt x="760" y="2044"/>
                      <a:pt x="749" y="1498"/>
                    </a:cubicBezTo>
                    <a:cubicBezTo>
                      <a:pt x="749" y="1498"/>
                      <a:pt x="1690" y="1316"/>
                      <a:pt x="2266" y="962"/>
                    </a:cubicBezTo>
                    <a:cubicBezTo>
                      <a:pt x="2266" y="962"/>
                      <a:pt x="2449" y="1184"/>
                      <a:pt x="2772" y="1417"/>
                    </a:cubicBezTo>
                    <a:cubicBezTo>
                      <a:pt x="2772" y="1417"/>
                      <a:pt x="2742" y="1872"/>
                      <a:pt x="2843" y="2196"/>
                    </a:cubicBezTo>
                    <a:cubicBezTo>
                      <a:pt x="2843" y="2196"/>
                      <a:pt x="3713" y="1"/>
                      <a:pt x="16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37"/>
              <p:cNvSpPr/>
              <p:nvPr/>
            </p:nvSpPr>
            <p:spPr>
              <a:xfrm>
                <a:off x="2324475" y="3903025"/>
                <a:ext cx="58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7" extrusionOk="0">
                    <a:moveTo>
                      <a:pt x="61" y="0"/>
                    </a:moveTo>
                    <a:lnTo>
                      <a:pt x="20" y="31"/>
                    </a:lnTo>
                    <a:cubicBezTo>
                      <a:pt x="61" y="92"/>
                      <a:pt x="162" y="263"/>
                      <a:pt x="121" y="344"/>
                    </a:cubicBezTo>
                    <a:cubicBezTo>
                      <a:pt x="111" y="385"/>
                      <a:pt x="70" y="405"/>
                      <a:pt x="0" y="405"/>
                    </a:cubicBezTo>
                    <a:lnTo>
                      <a:pt x="10" y="456"/>
                    </a:lnTo>
                    <a:cubicBezTo>
                      <a:pt x="91" y="456"/>
                      <a:pt x="151" y="425"/>
                      <a:pt x="172" y="365"/>
                    </a:cubicBezTo>
                    <a:cubicBezTo>
                      <a:pt x="232" y="234"/>
                      <a:pt x="70" y="11"/>
                      <a:pt x="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37"/>
              <p:cNvSpPr/>
              <p:nvPr/>
            </p:nvSpPr>
            <p:spPr>
              <a:xfrm>
                <a:off x="2304975" y="3891650"/>
                <a:ext cx="12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44" extrusionOk="0">
                    <a:moveTo>
                      <a:pt x="456" y="1"/>
                    </a:moveTo>
                    <a:lnTo>
                      <a:pt x="1" y="102"/>
                    </a:lnTo>
                    <a:lnTo>
                      <a:pt x="31" y="243"/>
                    </a:lnTo>
                    <a:lnTo>
                      <a:pt x="486" y="132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37"/>
              <p:cNvSpPr/>
              <p:nvPr/>
            </p:nvSpPr>
            <p:spPr>
              <a:xfrm>
                <a:off x="2332050" y="3890875"/>
                <a:ext cx="12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44" extrusionOk="0">
                    <a:moveTo>
                      <a:pt x="30" y="1"/>
                    </a:moveTo>
                    <a:lnTo>
                      <a:pt x="0" y="133"/>
                    </a:lnTo>
                    <a:lnTo>
                      <a:pt x="455" y="244"/>
                    </a:lnTo>
                    <a:lnTo>
                      <a:pt x="486" y="113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7"/>
              <p:cNvSpPr/>
              <p:nvPr/>
            </p:nvSpPr>
            <p:spPr>
              <a:xfrm>
                <a:off x="2335325" y="3900000"/>
                <a:ext cx="4075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2" extrusionOk="0">
                    <a:moveTo>
                      <a:pt x="82" y="0"/>
                    </a:moveTo>
                    <a:cubicBezTo>
                      <a:pt x="41" y="0"/>
                      <a:pt x="1" y="41"/>
                      <a:pt x="1" y="81"/>
                    </a:cubicBezTo>
                    <a:cubicBezTo>
                      <a:pt x="1" y="132"/>
                      <a:pt x="41" y="162"/>
                      <a:pt x="82" y="162"/>
                    </a:cubicBezTo>
                    <a:cubicBezTo>
                      <a:pt x="122" y="162"/>
                      <a:pt x="162" y="132"/>
                      <a:pt x="162" y="81"/>
                    </a:cubicBezTo>
                    <a:cubicBezTo>
                      <a:pt x="162" y="41"/>
                      <a:pt x="122" y="0"/>
                      <a:pt x="8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7"/>
              <p:cNvSpPr/>
              <p:nvPr/>
            </p:nvSpPr>
            <p:spPr>
              <a:xfrm>
                <a:off x="2311050" y="3900000"/>
                <a:ext cx="4075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2" extrusionOk="0">
                    <a:moveTo>
                      <a:pt x="81" y="0"/>
                    </a:moveTo>
                    <a:cubicBezTo>
                      <a:pt x="41" y="0"/>
                      <a:pt x="0" y="41"/>
                      <a:pt x="0" y="81"/>
                    </a:cubicBezTo>
                    <a:cubicBezTo>
                      <a:pt x="0" y="132"/>
                      <a:pt x="41" y="162"/>
                      <a:pt x="81" y="162"/>
                    </a:cubicBezTo>
                    <a:cubicBezTo>
                      <a:pt x="132" y="162"/>
                      <a:pt x="162" y="132"/>
                      <a:pt x="162" y="81"/>
                    </a:cubicBezTo>
                    <a:cubicBezTo>
                      <a:pt x="162" y="41"/>
                      <a:pt x="132" y="0"/>
                      <a:pt x="8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7"/>
              <p:cNvSpPr/>
              <p:nvPr/>
            </p:nvSpPr>
            <p:spPr>
              <a:xfrm>
                <a:off x="2365425" y="3896950"/>
                <a:ext cx="136825" cy="116875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4675" extrusionOk="0">
                    <a:moveTo>
                      <a:pt x="1781" y="1"/>
                    </a:moveTo>
                    <a:lnTo>
                      <a:pt x="1245" y="769"/>
                    </a:lnTo>
                    <a:lnTo>
                      <a:pt x="3247" y="2165"/>
                    </a:lnTo>
                    <a:cubicBezTo>
                      <a:pt x="3247" y="2165"/>
                      <a:pt x="199" y="2783"/>
                      <a:pt x="143" y="2783"/>
                    </a:cubicBezTo>
                    <a:cubicBezTo>
                      <a:pt x="143" y="2783"/>
                      <a:pt x="142" y="2783"/>
                      <a:pt x="142" y="2783"/>
                    </a:cubicBezTo>
                    <a:lnTo>
                      <a:pt x="1" y="4674"/>
                    </a:lnTo>
                    <a:lnTo>
                      <a:pt x="4826" y="3137"/>
                    </a:lnTo>
                    <a:cubicBezTo>
                      <a:pt x="5382" y="2954"/>
                      <a:pt x="5473" y="2216"/>
                      <a:pt x="4978" y="1913"/>
                    </a:cubicBezTo>
                    <a:lnTo>
                      <a:pt x="1781" y="1"/>
                    </a:lnTo>
                    <a:close/>
                  </a:path>
                </a:pathLst>
              </a:custGeom>
              <a:solidFill>
                <a:srgbClr val="FCBD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7"/>
              <p:cNvSpPr/>
              <p:nvPr/>
            </p:nvSpPr>
            <p:spPr>
              <a:xfrm>
                <a:off x="2397300" y="3959175"/>
                <a:ext cx="232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639" extrusionOk="0">
                    <a:moveTo>
                      <a:pt x="374" y="0"/>
                    </a:moveTo>
                    <a:cubicBezTo>
                      <a:pt x="91" y="51"/>
                      <a:pt x="243" y="41"/>
                      <a:pt x="0" y="61"/>
                    </a:cubicBezTo>
                    <a:lnTo>
                      <a:pt x="466" y="1639"/>
                    </a:lnTo>
                    <a:cubicBezTo>
                      <a:pt x="567" y="1619"/>
                      <a:pt x="830" y="1518"/>
                      <a:pt x="931" y="1488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F9A6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7"/>
              <p:cNvSpPr/>
              <p:nvPr/>
            </p:nvSpPr>
            <p:spPr>
              <a:xfrm>
                <a:off x="2353300" y="3953600"/>
                <a:ext cx="60950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2712" extrusionOk="0">
                    <a:moveTo>
                      <a:pt x="0" y="1"/>
                    </a:moveTo>
                    <a:lnTo>
                      <a:pt x="142" y="2712"/>
                    </a:lnTo>
                    <a:lnTo>
                      <a:pt x="2438" y="1943"/>
                    </a:lnTo>
                    <a:lnTo>
                      <a:pt x="2013" y="173"/>
                    </a:lnTo>
                    <a:cubicBezTo>
                      <a:pt x="2013" y="173"/>
                      <a:pt x="1728" y="216"/>
                      <a:pt x="1334" y="216"/>
                    </a:cubicBezTo>
                    <a:cubicBezTo>
                      <a:pt x="940" y="216"/>
                      <a:pt x="436" y="173"/>
                      <a:pt x="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7"/>
              <p:cNvSpPr/>
              <p:nvPr/>
            </p:nvSpPr>
            <p:spPr>
              <a:xfrm>
                <a:off x="2277425" y="3954875"/>
                <a:ext cx="85500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3420" h="1013" extrusionOk="0">
                    <a:moveTo>
                      <a:pt x="51" y="1"/>
                    </a:moveTo>
                    <a:lnTo>
                      <a:pt x="1" y="21"/>
                    </a:lnTo>
                    <a:lnTo>
                      <a:pt x="21" y="51"/>
                    </a:lnTo>
                    <a:cubicBezTo>
                      <a:pt x="21" y="61"/>
                      <a:pt x="602" y="1012"/>
                      <a:pt x="1673" y="1012"/>
                    </a:cubicBezTo>
                    <a:cubicBezTo>
                      <a:pt x="1679" y="1012"/>
                      <a:pt x="1684" y="1012"/>
                      <a:pt x="1689" y="1012"/>
                    </a:cubicBezTo>
                    <a:cubicBezTo>
                      <a:pt x="2772" y="1012"/>
                      <a:pt x="3399" y="71"/>
                      <a:pt x="3409" y="61"/>
                    </a:cubicBezTo>
                    <a:lnTo>
                      <a:pt x="3420" y="41"/>
                    </a:lnTo>
                    <a:lnTo>
                      <a:pt x="3379" y="10"/>
                    </a:lnTo>
                    <a:lnTo>
                      <a:pt x="3359" y="31"/>
                    </a:lnTo>
                    <a:cubicBezTo>
                      <a:pt x="3359" y="41"/>
                      <a:pt x="2752" y="961"/>
                      <a:pt x="1689" y="961"/>
                    </a:cubicBezTo>
                    <a:cubicBezTo>
                      <a:pt x="1684" y="961"/>
                      <a:pt x="1678" y="961"/>
                      <a:pt x="1672" y="961"/>
                    </a:cubicBezTo>
                    <a:cubicBezTo>
                      <a:pt x="631" y="961"/>
                      <a:pt x="61" y="30"/>
                      <a:pt x="61" y="21"/>
                    </a:cubicBez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7"/>
              <p:cNvSpPr/>
              <p:nvPr/>
            </p:nvSpPr>
            <p:spPr>
              <a:xfrm>
                <a:off x="2361625" y="3992050"/>
                <a:ext cx="220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397" extrusionOk="0">
                    <a:moveTo>
                      <a:pt x="608" y="0"/>
                    </a:moveTo>
                    <a:lnTo>
                      <a:pt x="557" y="20"/>
                    </a:lnTo>
                    <a:lnTo>
                      <a:pt x="567" y="41"/>
                    </a:lnTo>
                    <a:cubicBezTo>
                      <a:pt x="578" y="81"/>
                      <a:pt x="820" y="1022"/>
                      <a:pt x="21" y="1335"/>
                    </a:cubicBezTo>
                    <a:lnTo>
                      <a:pt x="1" y="1346"/>
                    </a:lnTo>
                    <a:lnTo>
                      <a:pt x="21" y="1396"/>
                    </a:lnTo>
                    <a:lnTo>
                      <a:pt x="41" y="1386"/>
                    </a:lnTo>
                    <a:cubicBezTo>
                      <a:pt x="881" y="1052"/>
                      <a:pt x="618" y="41"/>
                      <a:pt x="608" y="31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7"/>
              <p:cNvSpPr/>
              <p:nvPr/>
            </p:nvSpPr>
            <p:spPr>
              <a:xfrm>
                <a:off x="2367950" y="4020125"/>
                <a:ext cx="38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153" h="729" extrusionOk="0">
                    <a:moveTo>
                      <a:pt x="102" y="0"/>
                    </a:moveTo>
                    <a:lnTo>
                      <a:pt x="1" y="729"/>
                    </a:lnTo>
                    <a:lnTo>
                      <a:pt x="51" y="729"/>
                    </a:lnTo>
                    <a:lnTo>
                      <a:pt x="152" y="1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7"/>
              <p:cNvSpPr/>
              <p:nvPr/>
            </p:nvSpPr>
            <p:spPr>
              <a:xfrm>
                <a:off x="2361125" y="3866750"/>
                <a:ext cx="5137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1996" extrusionOk="0">
                    <a:moveTo>
                      <a:pt x="790" y="1"/>
                    </a:moveTo>
                    <a:cubicBezTo>
                      <a:pt x="783" y="1"/>
                      <a:pt x="776" y="5"/>
                      <a:pt x="769" y="5"/>
                    </a:cubicBezTo>
                    <a:lnTo>
                      <a:pt x="11" y="896"/>
                    </a:lnTo>
                    <a:cubicBezTo>
                      <a:pt x="0" y="905"/>
                      <a:pt x="0" y="916"/>
                      <a:pt x="11" y="925"/>
                    </a:cubicBezTo>
                    <a:lnTo>
                      <a:pt x="1255" y="1988"/>
                    </a:lnTo>
                    <a:cubicBezTo>
                      <a:pt x="1260" y="1993"/>
                      <a:pt x="1265" y="1995"/>
                      <a:pt x="1270" y="1995"/>
                    </a:cubicBezTo>
                    <a:cubicBezTo>
                      <a:pt x="1275" y="1995"/>
                      <a:pt x="1280" y="1993"/>
                      <a:pt x="1285" y="1988"/>
                    </a:cubicBezTo>
                    <a:lnTo>
                      <a:pt x="2044" y="1098"/>
                    </a:lnTo>
                    <a:cubicBezTo>
                      <a:pt x="2054" y="1087"/>
                      <a:pt x="2044" y="1078"/>
                      <a:pt x="2034" y="1067"/>
                    </a:cubicBezTo>
                    <a:lnTo>
                      <a:pt x="800" y="5"/>
                    </a:lnTo>
                    <a:cubicBezTo>
                      <a:pt x="796" y="2"/>
                      <a:pt x="793" y="1"/>
                      <a:pt x="790" y="1"/>
                    </a:cubicBez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7"/>
              <p:cNvSpPr/>
              <p:nvPr/>
            </p:nvSpPr>
            <p:spPr>
              <a:xfrm>
                <a:off x="2364925" y="3870725"/>
                <a:ext cx="432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668" extrusionOk="0">
                    <a:moveTo>
                      <a:pt x="633" y="0"/>
                    </a:moveTo>
                    <a:cubicBezTo>
                      <a:pt x="627" y="0"/>
                      <a:pt x="622" y="3"/>
                      <a:pt x="617" y="8"/>
                    </a:cubicBezTo>
                    <a:lnTo>
                      <a:pt x="10" y="716"/>
                    </a:lnTo>
                    <a:cubicBezTo>
                      <a:pt x="1" y="726"/>
                      <a:pt x="1" y="737"/>
                      <a:pt x="10" y="737"/>
                    </a:cubicBezTo>
                    <a:lnTo>
                      <a:pt x="1093" y="1667"/>
                    </a:lnTo>
                    <a:lnTo>
                      <a:pt x="1113" y="1667"/>
                    </a:lnTo>
                    <a:lnTo>
                      <a:pt x="1720" y="949"/>
                    </a:lnTo>
                    <a:cubicBezTo>
                      <a:pt x="1730" y="949"/>
                      <a:pt x="1730" y="928"/>
                      <a:pt x="1720" y="928"/>
                    </a:cubicBezTo>
                    <a:lnTo>
                      <a:pt x="648" y="8"/>
                    </a:lnTo>
                    <a:cubicBezTo>
                      <a:pt x="643" y="3"/>
                      <a:pt x="638" y="0"/>
                      <a:pt x="6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7"/>
              <p:cNvSpPr/>
              <p:nvPr/>
            </p:nvSpPr>
            <p:spPr>
              <a:xfrm>
                <a:off x="2371000" y="3878150"/>
                <a:ext cx="1525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61" h="53" extrusionOk="0">
                    <a:moveTo>
                      <a:pt x="40" y="0"/>
                    </a:moveTo>
                    <a:cubicBezTo>
                      <a:pt x="30" y="0"/>
                      <a:pt x="17" y="7"/>
                      <a:pt x="10" y="15"/>
                    </a:cubicBezTo>
                    <a:cubicBezTo>
                      <a:pt x="0" y="24"/>
                      <a:pt x="0" y="35"/>
                      <a:pt x="10" y="45"/>
                    </a:cubicBezTo>
                    <a:cubicBezTo>
                      <a:pt x="15" y="50"/>
                      <a:pt x="23" y="52"/>
                      <a:pt x="31" y="52"/>
                    </a:cubicBezTo>
                    <a:cubicBezTo>
                      <a:pt x="38" y="52"/>
                      <a:pt x="46" y="50"/>
                      <a:pt x="50" y="45"/>
                    </a:cubicBezTo>
                    <a:cubicBezTo>
                      <a:pt x="61" y="35"/>
                      <a:pt x="61" y="15"/>
                      <a:pt x="50" y="4"/>
                    </a:cubicBezTo>
                    <a:cubicBezTo>
                      <a:pt x="48" y="1"/>
                      <a:pt x="44" y="0"/>
                      <a:pt x="40" y="0"/>
                    </a:cubicBez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7"/>
              <p:cNvSpPr/>
              <p:nvPr/>
            </p:nvSpPr>
            <p:spPr>
              <a:xfrm>
                <a:off x="2371225" y="3878500"/>
                <a:ext cx="1050" cy="725"/>
              </a:xfrm>
              <a:custGeom>
                <a:avLst/>
                <a:gdLst/>
                <a:ahLst/>
                <a:cxnLst/>
                <a:rect l="l" t="t" r="r" b="b"/>
                <a:pathLst>
                  <a:path w="42" h="29" extrusionOk="0">
                    <a:moveTo>
                      <a:pt x="12" y="1"/>
                    </a:moveTo>
                    <a:cubicBezTo>
                      <a:pt x="1" y="10"/>
                      <a:pt x="1" y="21"/>
                      <a:pt x="12" y="21"/>
                    </a:cubicBezTo>
                    <a:cubicBezTo>
                      <a:pt x="16" y="26"/>
                      <a:pt x="21" y="28"/>
                      <a:pt x="25" y="28"/>
                    </a:cubicBezTo>
                    <a:cubicBezTo>
                      <a:pt x="29" y="28"/>
                      <a:pt x="32" y="26"/>
                      <a:pt x="32" y="21"/>
                    </a:cubicBezTo>
                    <a:cubicBezTo>
                      <a:pt x="41" y="21"/>
                      <a:pt x="41" y="10"/>
                      <a:pt x="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7"/>
              <p:cNvSpPr/>
              <p:nvPr/>
            </p:nvSpPr>
            <p:spPr>
              <a:xfrm>
                <a:off x="2400325" y="3903250"/>
                <a:ext cx="230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92" h="85" extrusionOk="0">
                    <a:moveTo>
                      <a:pt x="50" y="0"/>
                    </a:moveTo>
                    <a:cubicBezTo>
                      <a:pt x="37" y="0"/>
                      <a:pt x="22" y="6"/>
                      <a:pt x="10" y="12"/>
                    </a:cubicBezTo>
                    <a:cubicBezTo>
                      <a:pt x="1" y="32"/>
                      <a:pt x="1" y="63"/>
                      <a:pt x="21" y="72"/>
                    </a:cubicBezTo>
                    <a:cubicBezTo>
                      <a:pt x="25" y="81"/>
                      <a:pt x="33" y="84"/>
                      <a:pt x="42" y="84"/>
                    </a:cubicBezTo>
                    <a:cubicBezTo>
                      <a:pt x="53" y="84"/>
                      <a:pt x="66" y="78"/>
                      <a:pt x="71" y="72"/>
                    </a:cubicBezTo>
                    <a:cubicBezTo>
                      <a:pt x="91" y="52"/>
                      <a:pt x="91" y="22"/>
                      <a:pt x="71" y="12"/>
                    </a:cubicBezTo>
                    <a:cubicBezTo>
                      <a:pt x="67" y="3"/>
                      <a:pt x="59" y="0"/>
                      <a:pt x="50" y="0"/>
                    </a:cubicBez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7"/>
              <p:cNvSpPr/>
              <p:nvPr/>
            </p:nvSpPr>
            <p:spPr>
              <a:xfrm>
                <a:off x="2084975" y="3975100"/>
                <a:ext cx="98900" cy="117375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4695" extrusionOk="0">
                    <a:moveTo>
                      <a:pt x="2863" y="1"/>
                    </a:moveTo>
                    <a:lnTo>
                      <a:pt x="0" y="810"/>
                    </a:lnTo>
                    <a:lnTo>
                      <a:pt x="1093" y="4695"/>
                    </a:lnTo>
                    <a:lnTo>
                      <a:pt x="3956" y="3895"/>
                    </a:lnTo>
                    <a:lnTo>
                      <a:pt x="2863" y="1"/>
                    </a:lnTo>
                    <a:close/>
                  </a:path>
                </a:pathLst>
              </a:custGeom>
              <a:solidFill>
                <a:srgbClr val="FF4F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7"/>
              <p:cNvSpPr/>
              <p:nvPr/>
            </p:nvSpPr>
            <p:spPr>
              <a:xfrm>
                <a:off x="2092825" y="3983200"/>
                <a:ext cx="83475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4057" extrusionOk="0">
                    <a:moveTo>
                      <a:pt x="2387" y="1"/>
                    </a:moveTo>
                    <a:lnTo>
                      <a:pt x="0" y="668"/>
                    </a:lnTo>
                    <a:lnTo>
                      <a:pt x="951" y="4057"/>
                    </a:lnTo>
                    <a:lnTo>
                      <a:pt x="3338" y="3379"/>
                    </a:lnTo>
                    <a:lnTo>
                      <a:pt x="23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7"/>
              <p:cNvSpPr/>
              <p:nvPr/>
            </p:nvSpPr>
            <p:spPr>
              <a:xfrm>
                <a:off x="2101925" y="3977125"/>
                <a:ext cx="3947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1579" h="901" extrusionOk="0">
                    <a:moveTo>
                      <a:pt x="1437" y="1"/>
                    </a:moveTo>
                    <a:lnTo>
                      <a:pt x="0" y="405"/>
                    </a:lnTo>
                    <a:lnTo>
                      <a:pt x="142" y="901"/>
                    </a:lnTo>
                    <a:lnTo>
                      <a:pt x="1578" y="496"/>
                    </a:lnTo>
                    <a:lnTo>
                      <a:pt x="1437" y="1"/>
                    </a:lnTo>
                    <a:close/>
                  </a:path>
                </a:pathLst>
              </a:custGeom>
              <a:solidFill>
                <a:srgbClr val="F739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7"/>
              <p:cNvSpPr/>
              <p:nvPr/>
            </p:nvSpPr>
            <p:spPr>
              <a:xfrm>
                <a:off x="2107225" y="3994325"/>
                <a:ext cx="356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487" extrusionOk="0">
                    <a:moveTo>
                      <a:pt x="1396" y="1"/>
                    </a:moveTo>
                    <a:lnTo>
                      <a:pt x="0" y="395"/>
                    </a:lnTo>
                    <a:lnTo>
                      <a:pt x="31" y="486"/>
                    </a:lnTo>
                    <a:lnTo>
                      <a:pt x="1427" y="91"/>
                    </a:lnTo>
                    <a:lnTo>
                      <a:pt x="139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7"/>
              <p:cNvSpPr/>
              <p:nvPr/>
            </p:nvSpPr>
            <p:spPr>
              <a:xfrm>
                <a:off x="2106475" y="4015450"/>
                <a:ext cx="73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64" extrusionOk="0">
                    <a:moveTo>
                      <a:pt x="148" y="0"/>
                    </a:moveTo>
                    <a:cubicBezTo>
                      <a:pt x="136" y="0"/>
                      <a:pt x="124" y="2"/>
                      <a:pt x="111" y="5"/>
                    </a:cubicBezTo>
                    <a:cubicBezTo>
                      <a:pt x="41" y="26"/>
                      <a:pt x="0" y="96"/>
                      <a:pt x="21" y="167"/>
                    </a:cubicBezTo>
                    <a:cubicBezTo>
                      <a:pt x="37" y="225"/>
                      <a:pt x="88" y="263"/>
                      <a:pt x="145" y="263"/>
                    </a:cubicBezTo>
                    <a:cubicBezTo>
                      <a:pt x="158" y="263"/>
                      <a:pt x="170" y="261"/>
                      <a:pt x="182" y="258"/>
                    </a:cubicBezTo>
                    <a:cubicBezTo>
                      <a:pt x="253" y="238"/>
                      <a:pt x="293" y="167"/>
                      <a:pt x="273" y="96"/>
                    </a:cubicBezTo>
                    <a:cubicBezTo>
                      <a:pt x="256" y="38"/>
                      <a:pt x="205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7"/>
              <p:cNvSpPr/>
              <p:nvPr/>
            </p:nvSpPr>
            <p:spPr>
              <a:xfrm>
                <a:off x="2114800" y="4004950"/>
                <a:ext cx="357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487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1" y="486"/>
                    </a:lnTo>
                    <a:lnTo>
                      <a:pt x="1427" y="102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7"/>
              <p:cNvSpPr/>
              <p:nvPr/>
            </p:nvSpPr>
            <p:spPr>
              <a:xfrm>
                <a:off x="2115825" y="4010525"/>
                <a:ext cx="291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415" extrusionOk="0">
                    <a:moveTo>
                      <a:pt x="1133" y="0"/>
                    </a:moveTo>
                    <a:lnTo>
                      <a:pt x="0" y="324"/>
                    </a:lnTo>
                    <a:lnTo>
                      <a:pt x="31" y="414"/>
                    </a:lnTo>
                    <a:lnTo>
                      <a:pt x="1164" y="101"/>
                    </a:lnTo>
                    <a:lnTo>
                      <a:pt x="11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7"/>
              <p:cNvSpPr/>
              <p:nvPr/>
            </p:nvSpPr>
            <p:spPr>
              <a:xfrm>
                <a:off x="2111025" y="4031625"/>
                <a:ext cx="735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74" extrusionOk="0">
                    <a:moveTo>
                      <a:pt x="148" y="1"/>
                    </a:moveTo>
                    <a:cubicBezTo>
                      <a:pt x="136" y="1"/>
                      <a:pt x="124" y="2"/>
                      <a:pt x="111" y="6"/>
                    </a:cubicBezTo>
                    <a:cubicBezTo>
                      <a:pt x="41" y="26"/>
                      <a:pt x="0" y="96"/>
                      <a:pt x="21" y="168"/>
                    </a:cubicBezTo>
                    <a:cubicBezTo>
                      <a:pt x="38" y="227"/>
                      <a:pt x="91" y="273"/>
                      <a:pt x="151" y="273"/>
                    </a:cubicBezTo>
                    <a:cubicBezTo>
                      <a:pt x="161" y="273"/>
                      <a:pt x="172" y="272"/>
                      <a:pt x="182" y="269"/>
                    </a:cubicBezTo>
                    <a:cubicBezTo>
                      <a:pt x="253" y="249"/>
                      <a:pt x="293" y="168"/>
                      <a:pt x="273" y="96"/>
                    </a:cubicBezTo>
                    <a:cubicBezTo>
                      <a:pt x="256" y="38"/>
                      <a:pt x="206" y="1"/>
                      <a:pt x="14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7"/>
              <p:cNvSpPr/>
              <p:nvPr/>
            </p:nvSpPr>
            <p:spPr>
              <a:xfrm>
                <a:off x="2119350" y="4021125"/>
                <a:ext cx="3570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497" extrusionOk="0">
                    <a:moveTo>
                      <a:pt x="1407" y="1"/>
                    </a:moveTo>
                    <a:lnTo>
                      <a:pt x="1" y="395"/>
                    </a:lnTo>
                    <a:lnTo>
                      <a:pt x="32" y="496"/>
                    </a:lnTo>
                    <a:lnTo>
                      <a:pt x="1428" y="102"/>
                    </a:lnTo>
                    <a:lnTo>
                      <a:pt x="140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7"/>
              <p:cNvSpPr/>
              <p:nvPr/>
            </p:nvSpPr>
            <p:spPr>
              <a:xfrm>
                <a:off x="2120375" y="4026950"/>
                <a:ext cx="29100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416" extrusionOk="0">
                    <a:moveTo>
                      <a:pt x="1133" y="0"/>
                    </a:moveTo>
                    <a:lnTo>
                      <a:pt x="0" y="314"/>
                    </a:lnTo>
                    <a:lnTo>
                      <a:pt x="31" y="415"/>
                    </a:lnTo>
                    <a:lnTo>
                      <a:pt x="1164" y="92"/>
                    </a:lnTo>
                    <a:lnTo>
                      <a:pt x="11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7"/>
              <p:cNvSpPr/>
              <p:nvPr/>
            </p:nvSpPr>
            <p:spPr>
              <a:xfrm>
                <a:off x="2115575" y="4047825"/>
                <a:ext cx="735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74" extrusionOk="0">
                    <a:moveTo>
                      <a:pt x="144" y="1"/>
                    </a:moveTo>
                    <a:cubicBezTo>
                      <a:pt x="133" y="1"/>
                      <a:pt x="122" y="2"/>
                      <a:pt x="111" y="5"/>
                    </a:cubicBezTo>
                    <a:cubicBezTo>
                      <a:pt x="41" y="25"/>
                      <a:pt x="0" y="106"/>
                      <a:pt x="21" y="177"/>
                    </a:cubicBezTo>
                    <a:cubicBezTo>
                      <a:pt x="37" y="236"/>
                      <a:pt x="88" y="273"/>
                      <a:pt x="146" y="273"/>
                    </a:cubicBezTo>
                    <a:cubicBezTo>
                      <a:pt x="158" y="273"/>
                      <a:pt x="170" y="272"/>
                      <a:pt x="183" y="268"/>
                    </a:cubicBezTo>
                    <a:cubicBezTo>
                      <a:pt x="253" y="248"/>
                      <a:pt x="293" y="177"/>
                      <a:pt x="273" y="106"/>
                    </a:cubicBezTo>
                    <a:cubicBezTo>
                      <a:pt x="256" y="46"/>
                      <a:pt x="203" y="1"/>
                      <a:pt x="1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7"/>
              <p:cNvSpPr/>
              <p:nvPr/>
            </p:nvSpPr>
            <p:spPr>
              <a:xfrm>
                <a:off x="2123900" y="4037575"/>
                <a:ext cx="359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86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2" y="486"/>
                    </a:lnTo>
                    <a:lnTo>
                      <a:pt x="1437" y="91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7"/>
              <p:cNvSpPr/>
              <p:nvPr/>
            </p:nvSpPr>
            <p:spPr>
              <a:xfrm>
                <a:off x="2124925" y="4043125"/>
                <a:ext cx="29125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416" extrusionOk="0">
                    <a:moveTo>
                      <a:pt x="1133" y="1"/>
                    </a:moveTo>
                    <a:lnTo>
                      <a:pt x="0" y="324"/>
                    </a:lnTo>
                    <a:lnTo>
                      <a:pt x="31" y="416"/>
                    </a:lnTo>
                    <a:lnTo>
                      <a:pt x="1164" y="102"/>
                    </a:lnTo>
                    <a:lnTo>
                      <a:pt x="11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7"/>
              <p:cNvSpPr/>
              <p:nvPr/>
            </p:nvSpPr>
            <p:spPr>
              <a:xfrm>
                <a:off x="2120125" y="4064250"/>
                <a:ext cx="73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64" extrusionOk="0">
                    <a:moveTo>
                      <a:pt x="148" y="0"/>
                    </a:moveTo>
                    <a:cubicBezTo>
                      <a:pt x="136" y="0"/>
                      <a:pt x="124" y="2"/>
                      <a:pt x="111" y="5"/>
                    </a:cubicBezTo>
                    <a:cubicBezTo>
                      <a:pt x="41" y="26"/>
                      <a:pt x="1" y="97"/>
                      <a:pt x="21" y="167"/>
                    </a:cubicBezTo>
                    <a:cubicBezTo>
                      <a:pt x="38" y="226"/>
                      <a:pt x="88" y="264"/>
                      <a:pt x="146" y="264"/>
                    </a:cubicBezTo>
                    <a:cubicBezTo>
                      <a:pt x="158" y="264"/>
                      <a:pt x="170" y="262"/>
                      <a:pt x="183" y="259"/>
                    </a:cubicBezTo>
                    <a:cubicBezTo>
                      <a:pt x="253" y="238"/>
                      <a:pt x="294" y="167"/>
                      <a:pt x="273" y="97"/>
                    </a:cubicBezTo>
                    <a:cubicBezTo>
                      <a:pt x="257" y="38"/>
                      <a:pt x="206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7"/>
              <p:cNvSpPr/>
              <p:nvPr/>
            </p:nvSpPr>
            <p:spPr>
              <a:xfrm>
                <a:off x="2128450" y="4053750"/>
                <a:ext cx="3595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497" extrusionOk="0">
                    <a:moveTo>
                      <a:pt x="1407" y="0"/>
                    </a:moveTo>
                    <a:lnTo>
                      <a:pt x="1" y="395"/>
                    </a:lnTo>
                    <a:lnTo>
                      <a:pt x="32" y="496"/>
                    </a:lnTo>
                    <a:lnTo>
                      <a:pt x="1437" y="102"/>
                    </a:lnTo>
                    <a:lnTo>
                      <a:pt x="140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7"/>
              <p:cNvSpPr/>
              <p:nvPr/>
            </p:nvSpPr>
            <p:spPr>
              <a:xfrm>
                <a:off x="2129725" y="4059575"/>
                <a:ext cx="28875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406" extrusionOk="0">
                    <a:moveTo>
                      <a:pt x="1123" y="0"/>
                    </a:moveTo>
                    <a:lnTo>
                      <a:pt x="1" y="314"/>
                    </a:lnTo>
                    <a:lnTo>
                      <a:pt x="21" y="405"/>
                    </a:lnTo>
                    <a:lnTo>
                      <a:pt x="1154" y="91"/>
                    </a:lnTo>
                    <a:lnTo>
                      <a:pt x="11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7"/>
              <p:cNvSpPr/>
              <p:nvPr/>
            </p:nvSpPr>
            <p:spPr>
              <a:xfrm>
                <a:off x="2277925" y="4059825"/>
                <a:ext cx="8220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3288" h="1322" extrusionOk="0">
                    <a:moveTo>
                      <a:pt x="1811" y="0"/>
                    </a:moveTo>
                    <a:lnTo>
                      <a:pt x="1" y="1133"/>
                    </a:lnTo>
                    <a:cubicBezTo>
                      <a:pt x="1" y="1133"/>
                      <a:pt x="733" y="1322"/>
                      <a:pt x="1707" y="1322"/>
                    </a:cubicBezTo>
                    <a:cubicBezTo>
                      <a:pt x="2194" y="1322"/>
                      <a:pt x="2742" y="1275"/>
                      <a:pt x="3288" y="1133"/>
                    </a:cubicBezTo>
                    <a:lnTo>
                      <a:pt x="1811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7"/>
              <p:cNvSpPr/>
              <p:nvPr/>
            </p:nvSpPr>
            <p:spPr>
              <a:xfrm>
                <a:off x="2322950" y="3921000"/>
                <a:ext cx="6100" cy="7850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14" extrusionOk="0">
                    <a:moveTo>
                      <a:pt x="122" y="0"/>
                    </a:moveTo>
                    <a:cubicBezTo>
                      <a:pt x="61" y="0"/>
                      <a:pt x="10" y="61"/>
                      <a:pt x="0" y="142"/>
                    </a:cubicBezTo>
                    <a:cubicBezTo>
                      <a:pt x="21" y="151"/>
                      <a:pt x="41" y="151"/>
                      <a:pt x="61" y="162"/>
                    </a:cubicBezTo>
                    <a:cubicBezTo>
                      <a:pt x="111" y="202"/>
                      <a:pt x="152" y="263"/>
                      <a:pt x="162" y="313"/>
                    </a:cubicBezTo>
                    <a:cubicBezTo>
                      <a:pt x="212" y="293"/>
                      <a:pt x="243" y="232"/>
                      <a:pt x="243" y="162"/>
                    </a:cubicBezTo>
                    <a:cubicBezTo>
                      <a:pt x="243" y="70"/>
                      <a:pt x="192" y="0"/>
                      <a:pt x="12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7"/>
              <p:cNvSpPr/>
              <p:nvPr/>
            </p:nvSpPr>
            <p:spPr>
              <a:xfrm>
                <a:off x="2322950" y="3924525"/>
                <a:ext cx="407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83" extrusionOk="0">
                    <a:moveTo>
                      <a:pt x="0" y="1"/>
                    </a:moveTo>
                    <a:lnTo>
                      <a:pt x="0" y="21"/>
                    </a:lnTo>
                    <a:cubicBezTo>
                      <a:pt x="0" y="112"/>
                      <a:pt x="50" y="183"/>
                      <a:pt x="122" y="183"/>
                    </a:cubicBezTo>
                    <a:cubicBezTo>
                      <a:pt x="131" y="183"/>
                      <a:pt x="142" y="183"/>
                      <a:pt x="162" y="172"/>
                    </a:cubicBezTo>
                    <a:cubicBezTo>
                      <a:pt x="152" y="122"/>
                      <a:pt x="111" y="61"/>
                      <a:pt x="61" y="21"/>
                    </a:cubicBezTo>
                    <a:cubicBezTo>
                      <a:pt x="41" y="10"/>
                      <a:pt x="21" y="10"/>
                      <a:pt x="0" y="1"/>
                    </a:cubicBezTo>
                    <a:close/>
                  </a:path>
                </a:pathLst>
              </a:custGeom>
              <a:solidFill>
                <a:srgbClr val="F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7"/>
              <p:cNvSpPr/>
              <p:nvPr/>
            </p:nvSpPr>
            <p:spPr>
              <a:xfrm>
                <a:off x="2206100" y="3814500"/>
                <a:ext cx="18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72" h="73" extrusionOk="0">
                    <a:moveTo>
                      <a:pt x="31" y="1"/>
                    </a:moveTo>
                    <a:cubicBezTo>
                      <a:pt x="11" y="12"/>
                      <a:pt x="1" y="32"/>
                      <a:pt x="1" y="52"/>
                    </a:cubicBezTo>
                    <a:cubicBezTo>
                      <a:pt x="11" y="62"/>
                      <a:pt x="21" y="72"/>
                      <a:pt x="41" y="72"/>
                    </a:cubicBezTo>
                    <a:cubicBezTo>
                      <a:pt x="62" y="62"/>
                      <a:pt x="71" y="52"/>
                      <a:pt x="71" y="32"/>
                    </a:cubicBezTo>
                    <a:cubicBezTo>
                      <a:pt x="62" y="12"/>
                      <a:pt x="41" y="1"/>
                      <a:pt x="31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7"/>
              <p:cNvSpPr/>
              <p:nvPr/>
            </p:nvSpPr>
            <p:spPr>
              <a:xfrm>
                <a:off x="2170450" y="3776625"/>
                <a:ext cx="56925" cy="51775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071" extrusionOk="0">
                    <a:moveTo>
                      <a:pt x="1135" y="1"/>
                    </a:moveTo>
                    <a:cubicBezTo>
                      <a:pt x="1054" y="1"/>
                      <a:pt x="972" y="10"/>
                      <a:pt x="890" y="29"/>
                    </a:cubicBezTo>
                    <a:cubicBezTo>
                      <a:pt x="334" y="171"/>
                      <a:pt x="0" y="727"/>
                      <a:pt x="132" y="1284"/>
                    </a:cubicBezTo>
                    <a:cubicBezTo>
                      <a:pt x="253" y="1758"/>
                      <a:pt x="675" y="2071"/>
                      <a:pt x="1142" y="2071"/>
                    </a:cubicBezTo>
                    <a:cubicBezTo>
                      <a:pt x="1223" y="2071"/>
                      <a:pt x="1304" y="2061"/>
                      <a:pt x="1386" y="2042"/>
                    </a:cubicBezTo>
                    <a:cubicBezTo>
                      <a:pt x="1942" y="1900"/>
                      <a:pt x="2277" y="1344"/>
                      <a:pt x="2145" y="788"/>
                    </a:cubicBezTo>
                    <a:cubicBezTo>
                      <a:pt x="2024" y="314"/>
                      <a:pt x="1602" y="1"/>
                      <a:pt x="1135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37"/>
              <p:cNvSpPr/>
              <p:nvPr/>
            </p:nvSpPr>
            <p:spPr>
              <a:xfrm>
                <a:off x="2202800" y="3781575"/>
                <a:ext cx="172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91" extrusionOk="0">
                    <a:moveTo>
                      <a:pt x="50" y="0"/>
                    </a:moveTo>
                    <a:cubicBezTo>
                      <a:pt x="31" y="0"/>
                      <a:pt x="10" y="17"/>
                      <a:pt x="1" y="34"/>
                    </a:cubicBezTo>
                    <a:cubicBezTo>
                      <a:pt x="1" y="64"/>
                      <a:pt x="12" y="84"/>
                      <a:pt x="41" y="94"/>
                    </a:cubicBezTo>
                    <a:cubicBezTo>
                      <a:pt x="315" y="165"/>
                      <a:pt x="527" y="378"/>
                      <a:pt x="588" y="650"/>
                    </a:cubicBezTo>
                    <a:cubicBezTo>
                      <a:pt x="598" y="681"/>
                      <a:pt x="618" y="691"/>
                      <a:pt x="648" y="691"/>
                    </a:cubicBezTo>
                    <a:cubicBezTo>
                      <a:pt x="659" y="681"/>
                      <a:pt x="669" y="681"/>
                      <a:pt x="679" y="661"/>
                    </a:cubicBezTo>
                    <a:cubicBezTo>
                      <a:pt x="689" y="650"/>
                      <a:pt x="689" y="641"/>
                      <a:pt x="679" y="630"/>
                    </a:cubicBezTo>
                    <a:cubicBezTo>
                      <a:pt x="608" y="317"/>
                      <a:pt x="365" y="84"/>
                      <a:pt x="62" y="3"/>
                    </a:cubicBezTo>
                    <a:cubicBezTo>
                      <a:pt x="58" y="1"/>
                      <a:pt x="54" y="0"/>
                      <a:pt x="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37"/>
              <p:cNvSpPr/>
              <p:nvPr/>
            </p:nvSpPr>
            <p:spPr>
              <a:xfrm>
                <a:off x="2192700" y="3780900"/>
                <a:ext cx="76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22" extrusionOk="0">
                    <a:moveTo>
                      <a:pt x="254" y="0"/>
                    </a:moveTo>
                    <a:cubicBezTo>
                      <a:pt x="182" y="0"/>
                      <a:pt x="112" y="10"/>
                      <a:pt x="41" y="20"/>
                    </a:cubicBezTo>
                    <a:cubicBezTo>
                      <a:pt x="11" y="30"/>
                      <a:pt x="0" y="61"/>
                      <a:pt x="0" y="81"/>
                    </a:cubicBezTo>
                    <a:cubicBezTo>
                      <a:pt x="11" y="111"/>
                      <a:pt x="41" y="121"/>
                      <a:pt x="61" y="121"/>
                    </a:cubicBezTo>
                    <a:cubicBezTo>
                      <a:pt x="122" y="101"/>
                      <a:pt x="193" y="91"/>
                      <a:pt x="254" y="91"/>
                    </a:cubicBezTo>
                    <a:cubicBezTo>
                      <a:pt x="274" y="91"/>
                      <a:pt x="294" y="91"/>
                      <a:pt x="294" y="70"/>
                    </a:cubicBezTo>
                    <a:cubicBezTo>
                      <a:pt x="304" y="61"/>
                      <a:pt x="304" y="61"/>
                      <a:pt x="304" y="50"/>
                    </a:cubicBezTo>
                    <a:cubicBezTo>
                      <a:pt x="304" y="20"/>
                      <a:pt x="284" y="0"/>
                      <a:pt x="2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7"/>
              <p:cNvSpPr/>
              <p:nvPr/>
            </p:nvSpPr>
            <p:spPr>
              <a:xfrm>
                <a:off x="2144900" y="3747250"/>
                <a:ext cx="108000" cy="97625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3905" extrusionOk="0">
                    <a:moveTo>
                      <a:pt x="2307" y="0"/>
                    </a:moveTo>
                    <a:lnTo>
                      <a:pt x="2236" y="1063"/>
                    </a:lnTo>
                    <a:lnTo>
                      <a:pt x="2277" y="1063"/>
                    </a:lnTo>
                    <a:lnTo>
                      <a:pt x="2378" y="11"/>
                    </a:lnTo>
                    <a:cubicBezTo>
                      <a:pt x="2357" y="11"/>
                      <a:pt x="2328" y="11"/>
                      <a:pt x="2307" y="0"/>
                    </a:cubicBezTo>
                    <a:close/>
                    <a:moveTo>
                      <a:pt x="1042" y="304"/>
                    </a:moveTo>
                    <a:lnTo>
                      <a:pt x="982" y="334"/>
                    </a:lnTo>
                    <a:lnTo>
                      <a:pt x="1548" y="1234"/>
                    </a:lnTo>
                    <a:cubicBezTo>
                      <a:pt x="1559" y="1225"/>
                      <a:pt x="1568" y="1225"/>
                      <a:pt x="1579" y="1214"/>
                    </a:cubicBezTo>
                    <a:lnTo>
                      <a:pt x="1042" y="304"/>
                    </a:lnTo>
                    <a:close/>
                    <a:moveTo>
                      <a:pt x="3582" y="517"/>
                    </a:moveTo>
                    <a:lnTo>
                      <a:pt x="2904" y="1326"/>
                    </a:lnTo>
                    <a:cubicBezTo>
                      <a:pt x="2904" y="1335"/>
                      <a:pt x="2914" y="1335"/>
                      <a:pt x="2924" y="1346"/>
                    </a:cubicBezTo>
                    <a:lnTo>
                      <a:pt x="3622" y="557"/>
                    </a:lnTo>
                    <a:cubicBezTo>
                      <a:pt x="3612" y="537"/>
                      <a:pt x="3592" y="526"/>
                      <a:pt x="3582" y="517"/>
                    </a:cubicBezTo>
                    <a:close/>
                    <a:moveTo>
                      <a:pt x="132" y="1326"/>
                    </a:moveTo>
                    <a:cubicBezTo>
                      <a:pt x="122" y="1346"/>
                      <a:pt x="122" y="1366"/>
                      <a:pt x="112" y="1386"/>
                    </a:cubicBezTo>
                    <a:lnTo>
                      <a:pt x="1093" y="1781"/>
                    </a:lnTo>
                    <a:cubicBezTo>
                      <a:pt x="1093" y="1771"/>
                      <a:pt x="1093" y="1760"/>
                      <a:pt x="1103" y="1751"/>
                    </a:cubicBezTo>
                    <a:lnTo>
                      <a:pt x="132" y="1326"/>
                    </a:lnTo>
                    <a:close/>
                    <a:moveTo>
                      <a:pt x="4300" y="1670"/>
                    </a:moveTo>
                    <a:lnTo>
                      <a:pt x="3278" y="1922"/>
                    </a:lnTo>
                    <a:lnTo>
                      <a:pt x="3278" y="1933"/>
                    </a:lnTo>
                    <a:cubicBezTo>
                      <a:pt x="3278" y="1942"/>
                      <a:pt x="3288" y="1953"/>
                      <a:pt x="3288" y="1963"/>
                    </a:cubicBezTo>
                    <a:lnTo>
                      <a:pt x="4320" y="1740"/>
                    </a:lnTo>
                    <a:cubicBezTo>
                      <a:pt x="4320" y="1720"/>
                      <a:pt x="4310" y="1700"/>
                      <a:pt x="4310" y="1679"/>
                    </a:cubicBezTo>
                    <a:lnTo>
                      <a:pt x="4300" y="1670"/>
                    </a:lnTo>
                    <a:close/>
                    <a:moveTo>
                      <a:pt x="1033" y="2459"/>
                    </a:moveTo>
                    <a:lnTo>
                      <a:pt x="1" y="2681"/>
                    </a:lnTo>
                    <a:cubicBezTo>
                      <a:pt x="1" y="2702"/>
                      <a:pt x="11" y="2722"/>
                      <a:pt x="11" y="2742"/>
                    </a:cubicBezTo>
                    <a:lnTo>
                      <a:pt x="1042" y="2489"/>
                    </a:lnTo>
                    <a:cubicBezTo>
                      <a:pt x="1033" y="2479"/>
                      <a:pt x="1033" y="2468"/>
                      <a:pt x="1033" y="2459"/>
                    </a:cubicBezTo>
                    <a:close/>
                    <a:moveTo>
                      <a:pt x="3227" y="2641"/>
                    </a:moveTo>
                    <a:cubicBezTo>
                      <a:pt x="3227" y="2651"/>
                      <a:pt x="3218" y="2661"/>
                      <a:pt x="3218" y="2671"/>
                    </a:cubicBezTo>
                    <a:lnTo>
                      <a:pt x="4178" y="3106"/>
                    </a:lnTo>
                    <a:lnTo>
                      <a:pt x="4209" y="3045"/>
                    </a:lnTo>
                    <a:lnTo>
                      <a:pt x="3227" y="2641"/>
                    </a:lnTo>
                    <a:close/>
                    <a:moveTo>
                      <a:pt x="1397" y="3075"/>
                    </a:moveTo>
                    <a:lnTo>
                      <a:pt x="689" y="3864"/>
                    </a:lnTo>
                    <a:cubicBezTo>
                      <a:pt x="709" y="3875"/>
                      <a:pt x="719" y="3895"/>
                      <a:pt x="739" y="3905"/>
                    </a:cubicBezTo>
                    <a:lnTo>
                      <a:pt x="1417" y="3096"/>
                    </a:lnTo>
                    <a:lnTo>
                      <a:pt x="1397" y="3075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7"/>
              <p:cNvSpPr/>
              <p:nvPr/>
            </p:nvSpPr>
            <p:spPr>
              <a:xfrm>
                <a:off x="2193975" y="3816300"/>
                <a:ext cx="21500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759" extrusionOk="0">
                    <a:moveTo>
                      <a:pt x="718" y="0"/>
                    </a:moveTo>
                    <a:lnTo>
                      <a:pt x="0" y="182"/>
                    </a:lnTo>
                    <a:lnTo>
                      <a:pt x="142" y="758"/>
                    </a:lnTo>
                    <a:lnTo>
                      <a:pt x="860" y="576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7"/>
              <p:cNvSpPr/>
              <p:nvPr/>
            </p:nvSpPr>
            <p:spPr>
              <a:xfrm>
                <a:off x="2196000" y="3814000"/>
                <a:ext cx="63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810" extrusionOk="0">
                    <a:moveTo>
                      <a:pt x="50" y="1"/>
                    </a:moveTo>
                    <a:lnTo>
                      <a:pt x="0" y="11"/>
                    </a:lnTo>
                    <a:lnTo>
                      <a:pt x="203" y="810"/>
                    </a:lnTo>
                    <a:lnTo>
                      <a:pt x="253" y="800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7"/>
              <p:cNvSpPr/>
              <p:nvPr/>
            </p:nvSpPr>
            <p:spPr>
              <a:xfrm>
                <a:off x="2205850" y="3811475"/>
                <a:ext cx="61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821" extrusionOk="0">
                    <a:moveTo>
                      <a:pt x="51" y="1"/>
                    </a:moveTo>
                    <a:lnTo>
                      <a:pt x="0" y="11"/>
                    </a:lnTo>
                    <a:lnTo>
                      <a:pt x="203" y="820"/>
                    </a:lnTo>
                    <a:lnTo>
                      <a:pt x="243" y="800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7"/>
              <p:cNvSpPr/>
              <p:nvPr/>
            </p:nvSpPr>
            <p:spPr>
              <a:xfrm>
                <a:off x="2191175" y="3809725"/>
                <a:ext cx="207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253" extrusionOk="0">
                    <a:moveTo>
                      <a:pt x="810" y="0"/>
                    </a:moveTo>
                    <a:lnTo>
                      <a:pt x="1" y="203"/>
                    </a:lnTo>
                    <a:lnTo>
                      <a:pt x="11" y="253"/>
                    </a:lnTo>
                    <a:lnTo>
                      <a:pt x="830" y="50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7"/>
              <p:cNvSpPr/>
              <p:nvPr/>
            </p:nvSpPr>
            <p:spPr>
              <a:xfrm>
                <a:off x="2191450" y="3810450"/>
                <a:ext cx="5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4" extrusionOk="0">
                    <a:moveTo>
                      <a:pt x="83" y="0"/>
                    </a:moveTo>
                    <a:cubicBezTo>
                      <a:pt x="79" y="0"/>
                      <a:pt x="75" y="0"/>
                      <a:pt x="71" y="1"/>
                    </a:cubicBezTo>
                    <a:cubicBezTo>
                      <a:pt x="20" y="21"/>
                      <a:pt x="0" y="102"/>
                      <a:pt x="20" y="194"/>
                    </a:cubicBezTo>
                    <a:lnTo>
                      <a:pt x="71" y="183"/>
                    </a:lnTo>
                    <a:cubicBezTo>
                      <a:pt x="50" y="113"/>
                      <a:pt x="71" y="52"/>
                      <a:pt x="91" y="52"/>
                    </a:cubicBezTo>
                    <a:cubicBezTo>
                      <a:pt x="93" y="51"/>
                      <a:pt x="95" y="50"/>
                      <a:pt x="98" y="50"/>
                    </a:cubicBezTo>
                    <a:cubicBezTo>
                      <a:pt x="117" y="50"/>
                      <a:pt x="144" y="90"/>
                      <a:pt x="162" y="153"/>
                    </a:cubicBezTo>
                    <a:lnTo>
                      <a:pt x="212" y="143"/>
                    </a:lnTo>
                    <a:cubicBezTo>
                      <a:pt x="193" y="58"/>
                      <a:pt x="140" y="0"/>
                      <a:pt x="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7"/>
              <p:cNvSpPr/>
              <p:nvPr/>
            </p:nvSpPr>
            <p:spPr>
              <a:xfrm>
                <a:off x="2194975" y="3809625"/>
                <a:ext cx="532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87" extrusionOk="0">
                    <a:moveTo>
                      <a:pt x="102" y="0"/>
                    </a:moveTo>
                    <a:cubicBezTo>
                      <a:pt x="95" y="0"/>
                      <a:pt x="88" y="2"/>
                      <a:pt x="82" y="4"/>
                    </a:cubicBezTo>
                    <a:cubicBezTo>
                      <a:pt x="21" y="14"/>
                      <a:pt x="1" y="95"/>
                      <a:pt x="21" y="186"/>
                    </a:cubicBezTo>
                    <a:lnTo>
                      <a:pt x="71" y="176"/>
                    </a:lnTo>
                    <a:cubicBezTo>
                      <a:pt x="51" y="105"/>
                      <a:pt x="71" y="54"/>
                      <a:pt x="91" y="45"/>
                    </a:cubicBezTo>
                    <a:cubicBezTo>
                      <a:pt x="112" y="45"/>
                      <a:pt x="152" y="85"/>
                      <a:pt x="163" y="156"/>
                    </a:cubicBezTo>
                    <a:lnTo>
                      <a:pt x="213" y="146"/>
                    </a:lnTo>
                    <a:cubicBezTo>
                      <a:pt x="195" y="58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7"/>
              <p:cNvSpPr/>
              <p:nvPr/>
            </p:nvSpPr>
            <p:spPr>
              <a:xfrm>
                <a:off x="2198525" y="3808675"/>
                <a:ext cx="5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4" extrusionOk="0">
                    <a:moveTo>
                      <a:pt x="93" y="1"/>
                    </a:moveTo>
                    <a:cubicBezTo>
                      <a:pt x="89" y="1"/>
                      <a:pt x="85" y="1"/>
                      <a:pt x="81" y="2"/>
                    </a:cubicBezTo>
                    <a:cubicBezTo>
                      <a:pt x="21" y="22"/>
                      <a:pt x="0" y="103"/>
                      <a:pt x="21" y="194"/>
                    </a:cubicBezTo>
                    <a:lnTo>
                      <a:pt x="71" y="184"/>
                    </a:lnTo>
                    <a:cubicBezTo>
                      <a:pt x="51" y="113"/>
                      <a:pt x="71" y="52"/>
                      <a:pt x="91" y="52"/>
                    </a:cubicBezTo>
                    <a:cubicBezTo>
                      <a:pt x="93" y="51"/>
                      <a:pt x="95" y="50"/>
                      <a:pt x="98" y="50"/>
                    </a:cubicBezTo>
                    <a:cubicBezTo>
                      <a:pt x="119" y="50"/>
                      <a:pt x="153" y="90"/>
                      <a:pt x="162" y="153"/>
                    </a:cubicBezTo>
                    <a:lnTo>
                      <a:pt x="212" y="143"/>
                    </a:lnTo>
                    <a:cubicBezTo>
                      <a:pt x="194" y="59"/>
                      <a:pt x="140" y="1"/>
                      <a:pt x="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7"/>
              <p:cNvSpPr/>
              <p:nvPr/>
            </p:nvSpPr>
            <p:spPr>
              <a:xfrm>
                <a:off x="2202075" y="3807850"/>
                <a:ext cx="532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87" extrusionOk="0">
                    <a:moveTo>
                      <a:pt x="101" y="0"/>
                    </a:moveTo>
                    <a:cubicBezTo>
                      <a:pt x="94" y="0"/>
                      <a:pt x="87" y="1"/>
                      <a:pt x="81" y="4"/>
                    </a:cubicBezTo>
                    <a:cubicBezTo>
                      <a:pt x="20" y="14"/>
                      <a:pt x="0" y="95"/>
                      <a:pt x="20" y="186"/>
                    </a:cubicBezTo>
                    <a:lnTo>
                      <a:pt x="70" y="176"/>
                    </a:lnTo>
                    <a:cubicBezTo>
                      <a:pt x="50" y="105"/>
                      <a:pt x="70" y="55"/>
                      <a:pt x="91" y="44"/>
                    </a:cubicBezTo>
                    <a:cubicBezTo>
                      <a:pt x="111" y="44"/>
                      <a:pt x="151" y="85"/>
                      <a:pt x="162" y="156"/>
                    </a:cubicBezTo>
                    <a:lnTo>
                      <a:pt x="212" y="146"/>
                    </a:lnTo>
                    <a:cubicBezTo>
                      <a:pt x="194" y="58"/>
                      <a:pt x="146" y="0"/>
                      <a:pt x="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7"/>
              <p:cNvSpPr/>
              <p:nvPr/>
            </p:nvSpPr>
            <p:spPr>
              <a:xfrm>
                <a:off x="2205600" y="3806900"/>
                <a:ext cx="5325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5" extrusionOk="0">
                    <a:moveTo>
                      <a:pt x="92" y="0"/>
                    </a:moveTo>
                    <a:cubicBezTo>
                      <a:pt x="89" y="0"/>
                      <a:pt x="85" y="1"/>
                      <a:pt x="82" y="2"/>
                    </a:cubicBezTo>
                    <a:cubicBezTo>
                      <a:pt x="21" y="22"/>
                      <a:pt x="1" y="103"/>
                      <a:pt x="21" y="194"/>
                    </a:cubicBezTo>
                    <a:lnTo>
                      <a:pt x="71" y="184"/>
                    </a:lnTo>
                    <a:cubicBezTo>
                      <a:pt x="51" y="113"/>
                      <a:pt x="71" y="52"/>
                      <a:pt x="91" y="52"/>
                    </a:cubicBezTo>
                    <a:cubicBezTo>
                      <a:pt x="93" y="51"/>
                      <a:pt x="96" y="51"/>
                      <a:pt x="98" y="51"/>
                    </a:cubicBezTo>
                    <a:cubicBezTo>
                      <a:pt x="120" y="51"/>
                      <a:pt x="153" y="90"/>
                      <a:pt x="163" y="154"/>
                    </a:cubicBezTo>
                    <a:lnTo>
                      <a:pt x="213" y="143"/>
                    </a:lnTo>
                    <a:cubicBezTo>
                      <a:pt x="194" y="59"/>
                      <a:pt x="140" y="0"/>
                      <a:pt x="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7"/>
              <p:cNvSpPr/>
              <p:nvPr/>
            </p:nvSpPr>
            <p:spPr>
              <a:xfrm>
                <a:off x="2194975" y="3828925"/>
                <a:ext cx="2330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386" extrusionOk="0">
                    <a:moveTo>
                      <a:pt x="891" y="1"/>
                    </a:moveTo>
                    <a:lnTo>
                      <a:pt x="1" y="224"/>
                    </a:lnTo>
                    <a:lnTo>
                      <a:pt x="1" y="233"/>
                    </a:lnTo>
                    <a:lnTo>
                      <a:pt x="41" y="375"/>
                    </a:lnTo>
                    <a:lnTo>
                      <a:pt x="41" y="385"/>
                    </a:lnTo>
                    <a:lnTo>
                      <a:pt x="931" y="163"/>
                    </a:lnTo>
                    <a:lnTo>
                      <a:pt x="931" y="152"/>
                    </a:lnTo>
                    <a:lnTo>
                      <a:pt x="891" y="11"/>
                    </a:lnTo>
                    <a:lnTo>
                      <a:pt x="89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7"/>
              <p:cNvSpPr/>
              <p:nvPr/>
            </p:nvSpPr>
            <p:spPr>
              <a:xfrm>
                <a:off x="2196000" y="3832975"/>
                <a:ext cx="2327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1" h="386" extrusionOk="0">
                    <a:moveTo>
                      <a:pt x="880" y="1"/>
                    </a:moveTo>
                    <a:lnTo>
                      <a:pt x="0" y="223"/>
                    </a:lnTo>
                    <a:lnTo>
                      <a:pt x="0" y="233"/>
                    </a:lnTo>
                    <a:lnTo>
                      <a:pt x="30" y="375"/>
                    </a:lnTo>
                    <a:lnTo>
                      <a:pt x="41" y="385"/>
                    </a:lnTo>
                    <a:lnTo>
                      <a:pt x="920" y="163"/>
                    </a:lnTo>
                    <a:cubicBezTo>
                      <a:pt x="931" y="163"/>
                      <a:pt x="931" y="163"/>
                      <a:pt x="931" y="152"/>
                    </a:cubicBezTo>
                    <a:lnTo>
                      <a:pt x="890" y="11"/>
                    </a:lnTo>
                    <a:cubicBezTo>
                      <a:pt x="890" y="1"/>
                      <a:pt x="890" y="1"/>
                      <a:pt x="8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7"/>
              <p:cNvSpPr/>
              <p:nvPr/>
            </p:nvSpPr>
            <p:spPr>
              <a:xfrm>
                <a:off x="2197000" y="3837025"/>
                <a:ext cx="23300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386" extrusionOk="0">
                    <a:moveTo>
                      <a:pt x="880" y="1"/>
                    </a:moveTo>
                    <a:lnTo>
                      <a:pt x="1" y="223"/>
                    </a:lnTo>
                    <a:lnTo>
                      <a:pt x="1" y="233"/>
                    </a:lnTo>
                    <a:lnTo>
                      <a:pt x="31" y="375"/>
                    </a:lnTo>
                    <a:lnTo>
                      <a:pt x="41" y="385"/>
                    </a:lnTo>
                    <a:lnTo>
                      <a:pt x="921" y="163"/>
                    </a:lnTo>
                    <a:cubicBezTo>
                      <a:pt x="931" y="163"/>
                      <a:pt x="931" y="163"/>
                      <a:pt x="931" y="152"/>
                    </a:cubicBezTo>
                    <a:lnTo>
                      <a:pt x="891" y="10"/>
                    </a:lnTo>
                    <a:cubicBezTo>
                      <a:pt x="891" y="1"/>
                      <a:pt x="891" y="1"/>
                      <a:pt x="8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7"/>
              <p:cNvSpPr/>
              <p:nvPr/>
            </p:nvSpPr>
            <p:spPr>
              <a:xfrm>
                <a:off x="2201800" y="3840075"/>
                <a:ext cx="147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588" h="304" extrusionOk="0">
                    <a:moveTo>
                      <a:pt x="547" y="0"/>
                    </a:moveTo>
                    <a:lnTo>
                      <a:pt x="1" y="142"/>
                    </a:lnTo>
                    <a:lnTo>
                      <a:pt x="1" y="151"/>
                    </a:lnTo>
                    <a:lnTo>
                      <a:pt x="31" y="293"/>
                    </a:lnTo>
                    <a:lnTo>
                      <a:pt x="41" y="304"/>
                    </a:lnTo>
                    <a:lnTo>
                      <a:pt x="587" y="162"/>
                    </a:lnTo>
                    <a:lnTo>
                      <a:pt x="587" y="151"/>
                    </a:lnTo>
                    <a:lnTo>
                      <a:pt x="557" y="10"/>
                    </a:lnTo>
                    <a:cubicBezTo>
                      <a:pt x="547" y="10"/>
                      <a:pt x="547" y="0"/>
                      <a:pt x="54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7"/>
              <p:cNvSpPr/>
              <p:nvPr/>
            </p:nvSpPr>
            <p:spPr>
              <a:xfrm>
                <a:off x="1353100" y="4081050"/>
                <a:ext cx="150000" cy="56450"/>
              </a:xfrm>
              <a:custGeom>
                <a:avLst/>
                <a:gdLst/>
                <a:ahLst/>
                <a:cxnLst/>
                <a:rect l="l" t="t" r="r" b="b"/>
                <a:pathLst>
                  <a:path w="6000" h="2258" extrusionOk="0">
                    <a:moveTo>
                      <a:pt x="5908" y="1"/>
                    </a:moveTo>
                    <a:lnTo>
                      <a:pt x="3612" y="2085"/>
                    </a:lnTo>
                    <a:lnTo>
                      <a:pt x="1589" y="720"/>
                    </a:lnTo>
                    <a:lnTo>
                      <a:pt x="1549" y="760"/>
                    </a:lnTo>
                    <a:cubicBezTo>
                      <a:pt x="1396" y="881"/>
                      <a:pt x="51" y="1954"/>
                      <a:pt x="0" y="2014"/>
                    </a:cubicBezTo>
                    <a:lnTo>
                      <a:pt x="102" y="2105"/>
                    </a:lnTo>
                    <a:cubicBezTo>
                      <a:pt x="142" y="2065"/>
                      <a:pt x="1002" y="1377"/>
                      <a:pt x="1599" y="891"/>
                    </a:cubicBezTo>
                    <a:lnTo>
                      <a:pt x="3622" y="2257"/>
                    </a:lnTo>
                    <a:lnTo>
                      <a:pt x="5999" y="102"/>
                    </a:lnTo>
                    <a:lnTo>
                      <a:pt x="5908" y="1"/>
                    </a:ln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7"/>
              <p:cNvSpPr/>
              <p:nvPr/>
            </p:nvSpPr>
            <p:spPr>
              <a:xfrm>
                <a:off x="1347025" y="4125700"/>
                <a:ext cx="147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3" y="0"/>
                    </a:moveTo>
                    <a:cubicBezTo>
                      <a:pt x="170" y="0"/>
                      <a:pt x="58" y="93"/>
                      <a:pt x="31" y="218"/>
                    </a:cubicBezTo>
                    <a:cubicBezTo>
                      <a:pt x="1" y="370"/>
                      <a:pt x="92" y="512"/>
                      <a:pt x="243" y="542"/>
                    </a:cubicBezTo>
                    <a:cubicBezTo>
                      <a:pt x="257" y="543"/>
                      <a:pt x="270" y="544"/>
                      <a:pt x="283" y="544"/>
                    </a:cubicBezTo>
                    <a:cubicBezTo>
                      <a:pt x="411" y="544"/>
                      <a:pt x="530" y="458"/>
                      <a:pt x="557" y="329"/>
                    </a:cubicBezTo>
                    <a:cubicBezTo>
                      <a:pt x="587" y="177"/>
                      <a:pt x="497" y="36"/>
                      <a:pt x="345" y="6"/>
                    </a:cubicBezTo>
                    <a:cubicBezTo>
                      <a:pt x="327" y="2"/>
                      <a:pt x="310" y="0"/>
                      <a:pt x="293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7"/>
              <p:cNvSpPr/>
              <p:nvPr/>
            </p:nvSpPr>
            <p:spPr>
              <a:xfrm>
                <a:off x="1386475" y="4095575"/>
                <a:ext cx="14700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39" extrusionOk="0">
                    <a:moveTo>
                      <a:pt x="290" y="1"/>
                    </a:moveTo>
                    <a:cubicBezTo>
                      <a:pt x="168" y="1"/>
                      <a:pt x="58" y="86"/>
                      <a:pt x="31" y="209"/>
                    </a:cubicBezTo>
                    <a:cubicBezTo>
                      <a:pt x="1" y="361"/>
                      <a:pt x="92" y="503"/>
                      <a:pt x="234" y="533"/>
                    </a:cubicBezTo>
                    <a:cubicBezTo>
                      <a:pt x="252" y="536"/>
                      <a:pt x="270" y="538"/>
                      <a:pt x="288" y="538"/>
                    </a:cubicBezTo>
                    <a:cubicBezTo>
                      <a:pt x="418" y="538"/>
                      <a:pt x="530" y="445"/>
                      <a:pt x="557" y="321"/>
                    </a:cubicBezTo>
                    <a:cubicBezTo>
                      <a:pt x="587" y="179"/>
                      <a:pt x="497" y="37"/>
                      <a:pt x="345" y="7"/>
                    </a:cubicBezTo>
                    <a:cubicBezTo>
                      <a:pt x="326" y="3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7"/>
              <p:cNvSpPr/>
              <p:nvPr/>
            </p:nvSpPr>
            <p:spPr>
              <a:xfrm>
                <a:off x="1436050" y="4128475"/>
                <a:ext cx="1470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45" extrusionOk="0">
                    <a:moveTo>
                      <a:pt x="294" y="0"/>
                    </a:moveTo>
                    <a:cubicBezTo>
                      <a:pt x="168" y="0"/>
                      <a:pt x="49" y="94"/>
                      <a:pt x="31" y="218"/>
                    </a:cubicBezTo>
                    <a:cubicBezTo>
                      <a:pt x="0" y="370"/>
                      <a:pt x="92" y="511"/>
                      <a:pt x="233" y="542"/>
                    </a:cubicBezTo>
                    <a:cubicBezTo>
                      <a:pt x="247" y="544"/>
                      <a:pt x="261" y="545"/>
                      <a:pt x="275" y="545"/>
                    </a:cubicBezTo>
                    <a:cubicBezTo>
                      <a:pt x="410" y="545"/>
                      <a:pt x="529" y="458"/>
                      <a:pt x="557" y="329"/>
                    </a:cubicBezTo>
                    <a:cubicBezTo>
                      <a:pt x="587" y="178"/>
                      <a:pt x="486" y="36"/>
                      <a:pt x="344" y="6"/>
                    </a:cubicBezTo>
                    <a:cubicBezTo>
                      <a:pt x="327" y="2"/>
                      <a:pt x="310" y="0"/>
                      <a:pt x="294" y="0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7"/>
              <p:cNvSpPr/>
              <p:nvPr/>
            </p:nvSpPr>
            <p:spPr>
              <a:xfrm>
                <a:off x="1494475" y="4075600"/>
                <a:ext cx="14700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39" extrusionOk="0">
                    <a:moveTo>
                      <a:pt x="295" y="1"/>
                    </a:moveTo>
                    <a:cubicBezTo>
                      <a:pt x="168" y="1"/>
                      <a:pt x="57" y="86"/>
                      <a:pt x="30" y="209"/>
                    </a:cubicBezTo>
                    <a:cubicBezTo>
                      <a:pt x="0" y="361"/>
                      <a:pt x="102" y="502"/>
                      <a:pt x="243" y="533"/>
                    </a:cubicBezTo>
                    <a:cubicBezTo>
                      <a:pt x="260" y="536"/>
                      <a:pt x="277" y="538"/>
                      <a:pt x="294" y="538"/>
                    </a:cubicBezTo>
                    <a:cubicBezTo>
                      <a:pt x="417" y="538"/>
                      <a:pt x="530" y="445"/>
                      <a:pt x="556" y="320"/>
                    </a:cubicBezTo>
                    <a:cubicBezTo>
                      <a:pt x="587" y="178"/>
                      <a:pt x="496" y="37"/>
                      <a:pt x="354" y="7"/>
                    </a:cubicBezTo>
                    <a:cubicBezTo>
                      <a:pt x="334" y="3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rgbClr val="FFC5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38"/>
          <p:cNvSpPr txBox="1">
            <a:spLocks noGrp="1"/>
          </p:cNvSpPr>
          <p:nvPr>
            <p:ph type="subTitle" idx="2"/>
          </p:nvPr>
        </p:nvSpPr>
        <p:spPr>
          <a:xfrm>
            <a:off x="571250" y="892150"/>
            <a:ext cx="7999800" cy="3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Some questions to think about: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b="1"/>
              <a:t>Describe </a:t>
            </a:r>
            <a:r>
              <a:rPr lang="en" sz="1800"/>
              <a:t>what types of things could be considered being a positive influence in their community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b="1"/>
              <a:t>Describe </a:t>
            </a:r>
            <a:r>
              <a:rPr lang="en" sz="1800"/>
              <a:t>a situation where their peers have used their influence to help the environment or to help their community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b="1"/>
              <a:t>Describe</a:t>
            </a:r>
            <a:r>
              <a:rPr lang="en" sz="1800"/>
              <a:t> a situation where they have used their influence to help the environment or to help their community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b="1"/>
              <a:t>Describe </a:t>
            </a:r>
            <a:r>
              <a:rPr lang="en" sz="1800"/>
              <a:t>what types of things youth at their age level</a:t>
            </a:r>
            <a:r>
              <a:rPr lang="en" sz="1800" b="1"/>
              <a:t> </a:t>
            </a:r>
            <a:r>
              <a:rPr lang="en" sz="1800"/>
              <a:t>could do in their community to be a positive influence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39"/>
          <p:cNvSpPr txBox="1">
            <a:spLocks noGrp="1"/>
          </p:cNvSpPr>
          <p:nvPr>
            <p:ph type="title"/>
          </p:nvPr>
        </p:nvSpPr>
        <p:spPr>
          <a:xfrm>
            <a:off x="720000" y="1299163"/>
            <a:ext cx="77040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End of Lesson</a:t>
            </a:r>
            <a:endParaRPr sz="8000"/>
          </a:p>
        </p:txBody>
      </p:sp>
      <p:sp>
        <p:nvSpPr>
          <p:cNvPr id="2232" name="Google Shape;2232;p39"/>
          <p:cNvSpPr txBox="1">
            <a:spLocks noGrp="1"/>
          </p:cNvSpPr>
          <p:nvPr>
            <p:ph type="subTitle" idx="1"/>
          </p:nvPr>
        </p:nvSpPr>
        <p:spPr>
          <a:xfrm>
            <a:off x="1388700" y="3374538"/>
            <a:ext cx="63666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think about leadership in your life!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40"/>
          <p:cNvSpPr txBox="1">
            <a:spLocks noGrp="1"/>
          </p:cNvSpPr>
          <p:nvPr>
            <p:ph type="ctrTitle"/>
          </p:nvPr>
        </p:nvSpPr>
        <p:spPr>
          <a:xfrm>
            <a:off x="1387500" y="1012700"/>
            <a:ext cx="63690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38" name="Google Shape;2238;p40"/>
          <p:cNvGrpSpPr/>
          <p:nvPr/>
        </p:nvGrpSpPr>
        <p:grpSpPr>
          <a:xfrm>
            <a:off x="719998" y="1461967"/>
            <a:ext cx="1671180" cy="2989284"/>
            <a:chOff x="6299014" y="3109755"/>
            <a:chExt cx="556707" cy="995764"/>
          </a:xfrm>
        </p:grpSpPr>
        <p:sp>
          <p:nvSpPr>
            <p:cNvPr id="2239" name="Google Shape;2239;p40"/>
            <p:cNvSpPr/>
            <p:nvPr/>
          </p:nvSpPr>
          <p:spPr>
            <a:xfrm>
              <a:off x="6299014" y="4058294"/>
              <a:ext cx="556707" cy="47225"/>
            </a:xfrm>
            <a:custGeom>
              <a:avLst/>
              <a:gdLst/>
              <a:ahLst/>
              <a:cxnLst/>
              <a:rect l="l" t="t" r="r" b="b"/>
              <a:pathLst>
                <a:path w="17541" h="1488" extrusionOk="0">
                  <a:moveTo>
                    <a:pt x="8771" y="1"/>
                  </a:moveTo>
                  <a:cubicBezTo>
                    <a:pt x="3925" y="1"/>
                    <a:pt x="0" y="334"/>
                    <a:pt x="0" y="749"/>
                  </a:cubicBezTo>
                  <a:cubicBezTo>
                    <a:pt x="0" y="1154"/>
                    <a:pt x="3925" y="1487"/>
                    <a:pt x="8771" y="1487"/>
                  </a:cubicBezTo>
                  <a:cubicBezTo>
                    <a:pt x="13616" y="1487"/>
                    <a:pt x="17541" y="1154"/>
                    <a:pt x="17541" y="749"/>
                  </a:cubicBezTo>
                  <a:cubicBezTo>
                    <a:pt x="17541" y="334"/>
                    <a:pt x="13616" y="1"/>
                    <a:pt x="87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0"/>
            <p:cNvSpPr/>
            <p:nvPr/>
          </p:nvSpPr>
          <p:spPr>
            <a:xfrm>
              <a:off x="6787644" y="3299355"/>
              <a:ext cx="3872" cy="22502"/>
            </a:xfrm>
            <a:custGeom>
              <a:avLst/>
              <a:gdLst/>
              <a:ahLst/>
              <a:cxnLst/>
              <a:rect l="l" t="t" r="r" b="b"/>
              <a:pathLst>
                <a:path w="122" h="709" extrusionOk="0">
                  <a:moveTo>
                    <a:pt x="72" y="0"/>
                  </a:moveTo>
                  <a:cubicBezTo>
                    <a:pt x="72" y="0"/>
                    <a:pt x="0" y="425"/>
                    <a:pt x="0" y="708"/>
                  </a:cubicBezTo>
                  <a:lnTo>
                    <a:pt x="41" y="708"/>
                  </a:lnTo>
                  <a:cubicBezTo>
                    <a:pt x="41" y="425"/>
                    <a:pt x="112" y="10"/>
                    <a:pt x="122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0"/>
            <p:cNvSpPr/>
            <p:nvPr/>
          </p:nvSpPr>
          <p:spPr>
            <a:xfrm>
              <a:off x="6427106" y="4060547"/>
              <a:ext cx="123332" cy="9648"/>
            </a:xfrm>
            <a:custGeom>
              <a:avLst/>
              <a:gdLst/>
              <a:ahLst/>
              <a:cxnLst/>
              <a:rect l="l" t="t" r="r" b="b"/>
              <a:pathLst>
                <a:path w="3886" h="304" extrusionOk="0">
                  <a:moveTo>
                    <a:pt x="1" y="0"/>
                  </a:moveTo>
                  <a:lnTo>
                    <a:pt x="1" y="304"/>
                  </a:lnTo>
                  <a:lnTo>
                    <a:pt x="779" y="304"/>
                  </a:lnTo>
                  <a:cubicBezTo>
                    <a:pt x="800" y="233"/>
                    <a:pt x="860" y="182"/>
                    <a:pt x="941" y="182"/>
                  </a:cubicBezTo>
                  <a:lnTo>
                    <a:pt x="961" y="182"/>
                  </a:lnTo>
                  <a:cubicBezTo>
                    <a:pt x="1042" y="182"/>
                    <a:pt x="1103" y="233"/>
                    <a:pt x="1123" y="304"/>
                  </a:cubicBezTo>
                  <a:lnTo>
                    <a:pt x="3885" y="3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0"/>
            <p:cNvSpPr/>
            <p:nvPr/>
          </p:nvSpPr>
          <p:spPr>
            <a:xfrm>
              <a:off x="6427106" y="4021066"/>
              <a:ext cx="121396" cy="39513"/>
            </a:xfrm>
            <a:custGeom>
              <a:avLst/>
              <a:gdLst/>
              <a:ahLst/>
              <a:cxnLst/>
              <a:rect l="l" t="t" r="r" b="b"/>
              <a:pathLst>
                <a:path w="3825" h="1245" extrusionOk="0">
                  <a:moveTo>
                    <a:pt x="31" y="0"/>
                  </a:moveTo>
                  <a:lnTo>
                    <a:pt x="1" y="1244"/>
                  </a:lnTo>
                  <a:lnTo>
                    <a:pt x="3825" y="1244"/>
                  </a:lnTo>
                  <a:cubicBezTo>
                    <a:pt x="3825" y="1244"/>
                    <a:pt x="3541" y="354"/>
                    <a:pt x="2438" y="21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0"/>
            <p:cNvSpPr/>
            <p:nvPr/>
          </p:nvSpPr>
          <p:spPr>
            <a:xfrm>
              <a:off x="6574146" y="4060547"/>
              <a:ext cx="123332" cy="9648"/>
            </a:xfrm>
            <a:custGeom>
              <a:avLst/>
              <a:gdLst/>
              <a:ahLst/>
              <a:cxnLst/>
              <a:rect l="l" t="t" r="r" b="b"/>
              <a:pathLst>
                <a:path w="3886" h="304" extrusionOk="0">
                  <a:moveTo>
                    <a:pt x="1" y="0"/>
                  </a:moveTo>
                  <a:lnTo>
                    <a:pt x="1" y="304"/>
                  </a:lnTo>
                  <a:lnTo>
                    <a:pt x="779" y="304"/>
                  </a:lnTo>
                  <a:cubicBezTo>
                    <a:pt x="800" y="233"/>
                    <a:pt x="871" y="182"/>
                    <a:pt x="941" y="182"/>
                  </a:cubicBezTo>
                  <a:lnTo>
                    <a:pt x="972" y="182"/>
                  </a:lnTo>
                  <a:cubicBezTo>
                    <a:pt x="1042" y="182"/>
                    <a:pt x="1114" y="233"/>
                    <a:pt x="1134" y="304"/>
                  </a:cubicBezTo>
                  <a:lnTo>
                    <a:pt x="3885" y="304"/>
                  </a:lnTo>
                  <a:lnTo>
                    <a:pt x="3834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0"/>
            <p:cNvSpPr/>
            <p:nvPr/>
          </p:nvSpPr>
          <p:spPr>
            <a:xfrm>
              <a:off x="6574146" y="4021066"/>
              <a:ext cx="121713" cy="39513"/>
            </a:xfrm>
            <a:custGeom>
              <a:avLst/>
              <a:gdLst/>
              <a:ahLst/>
              <a:cxnLst/>
              <a:rect l="l" t="t" r="r" b="b"/>
              <a:pathLst>
                <a:path w="3835" h="1245" extrusionOk="0">
                  <a:moveTo>
                    <a:pt x="31" y="0"/>
                  </a:moveTo>
                  <a:lnTo>
                    <a:pt x="1" y="1244"/>
                  </a:lnTo>
                  <a:lnTo>
                    <a:pt x="3834" y="1244"/>
                  </a:lnTo>
                  <a:cubicBezTo>
                    <a:pt x="3834" y="1244"/>
                    <a:pt x="3551" y="354"/>
                    <a:pt x="2449" y="21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0"/>
            <p:cNvSpPr/>
            <p:nvPr/>
          </p:nvSpPr>
          <p:spPr>
            <a:xfrm>
              <a:off x="6469508" y="3109755"/>
              <a:ext cx="139010" cy="106162"/>
            </a:xfrm>
            <a:custGeom>
              <a:avLst/>
              <a:gdLst/>
              <a:ahLst/>
              <a:cxnLst/>
              <a:rect l="l" t="t" r="r" b="b"/>
              <a:pathLst>
                <a:path w="4380" h="3345" extrusionOk="0">
                  <a:moveTo>
                    <a:pt x="2280" y="0"/>
                  </a:moveTo>
                  <a:cubicBezTo>
                    <a:pt x="2241" y="0"/>
                    <a:pt x="2202" y="2"/>
                    <a:pt x="2165" y="6"/>
                  </a:cubicBezTo>
                  <a:cubicBezTo>
                    <a:pt x="2043" y="6"/>
                    <a:pt x="1922" y="26"/>
                    <a:pt x="1821" y="76"/>
                  </a:cubicBezTo>
                  <a:cubicBezTo>
                    <a:pt x="1709" y="127"/>
                    <a:pt x="1619" y="218"/>
                    <a:pt x="1598" y="339"/>
                  </a:cubicBezTo>
                  <a:cubicBezTo>
                    <a:pt x="1536" y="254"/>
                    <a:pt x="1438" y="224"/>
                    <a:pt x="1334" y="224"/>
                  </a:cubicBezTo>
                  <a:cubicBezTo>
                    <a:pt x="1253" y="224"/>
                    <a:pt x="1168" y="242"/>
                    <a:pt x="1093" y="269"/>
                  </a:cubicBezTo>
                  <a:cubicBezTo>
                    <a:pt x="991" y="299"/>
                    <a:pt x="880" y="350"/>
                    <a:pt x="809" y="441"/>
                  </a:cubicBezTo>
                  <a:cubicBezTo>
                    <a:pt x="738" y="522"/>
                    <a:pt x="718" y="674"/>
                    <a:pt x="809" y="744"/>
                  </a:cubicBezTo>
                  <a:cubicBezTo>
                    <a:pt x="781" y="728"/>
                    <a:pt x="749" y="721"/>
                    <a:pt x="717" y="721"/>
                  </a:cubicBezTo>
                  <a:cubicBezTo>
                    <a:pt x="669" y="721"/>
                    <a:pt x="619" y="736"/>
                    <a:pt x="576" y="755"/>
                  </a:cubicBezTo>
                  <a:cubicBezTo>
                    <a:pt x="313" y="865"/>
                    <a:pt x="182" y="1200"/>
                    <a:pt x="283" y="1463"/>
                  </a:cubicBezTo>
                  <a:cubicBezTo>
                    <a:pt x="162" y="1513"/>
                    <a:pt x="71" y="1614"/>
                    <a:pt x="41" y="1735"/>
                  </a:cubicBezTo>
                  <a:cubicBezTo>
                    <a:pt x="0" y="1857"/>
                    <a:pt x="30" y="1998"/>
                    <a:pt x="101" y="2100"/>
                  </a:cubicBezTo>
                  <a:cubicBezTo>
                    <a:pt x="162" y="2171"/>
                    <a:pt x="131" y="2171"/>
                    <a:pt x="202" y="2241"/>
                  </a:cubicBezTo>
                  <a:cubicBezTo>
                    <a:pt x="194" y="2239"/>
                    <a:pt x="187" y="2239"/>
                    <a:pt x="180" y="2239"/>
                  </a:cubicBezTo>
                  <a:cubicBezTo>
                    <a:pt x="106" y="2239"/>
                    <a:pt x="81" y="2331"/>
                    <a:pt x="81" y="2423"/>
                  </a:cubicBezTo>
                  <a:cubicBezTo>
                    <a:pt x="81" y="2484"/>
                    <a:pt x="71" y="2616"/>
                    <a:pt x="101" y="2666"/>
                  </a:cubicBezTo>
                  <a:cubicBezTo>
                    <a:pt x="131" y="2717"/>
                    <a:pt x="212" y="2757"/>
                    <a:pt x="263" y="2787"/>
                  </a:cubicBezTo>
                  <a:cubicBezTo>
                    <a:pt x="354" y="2859"/>
                    <a:pt x="425" y="2859"/>
                    <a:pt x="536" y="2889"/>
                  </a:cubicBezTo>
                  <a:cubicBezTo>
                    <a:pt x="559" y="2897"/>
                    <a:pt x="581" y="2901"/>
                    <a:pt x="603" y="2901"/>
                  </a:cubicBezTo>
                  <a:cubicBezTo>
                    <a:pt x="689" y="2901"/>
                    <a:pt x="769" y="2846"/>
                    <a:pt x="850" y="2798"/>
                  </a:cubicBezTo>
                  <a:lnTo>
                    <a:pt x="3510" y="3344"/>
                  </a:lnTo>
                  <a:cubicBezTo>
                    <a:pt x="3631" y="3313"/>
                    <a:pt x="3763" y="3284"/>
                    <a:pt x="3885" y="3263"/>
                  </a:cubicBezTo>
                  <a:cubicBezTo>
                    <a:pt x="3935" y="3253"/>
                    <a:pt x="3986" y="3233"/>
                    <a:pt x="4036" y="3212"/>
                  </a:cubicBezTo>
                  <a:cubicBezTo>
                    <a:pt x="4076" y="3182"/>
                    <a:pt x="4107" y="3142"/>
                    <a:pt x="4137" y="3101"/>
                  </a:cubicBezTo>
                  <a:cubicBezTo>
                    <a:pt x="4218" y="2980"/>
                    <a:pt x="4279" y="2818"/>
                    <a:pt x="4198" y="2686"/>
                  </a:cubicBezTo>
                  <a:cubicBezTo>
                    <a:pt x="4188" y="2666"/>
                    <a:pt x="4168" y="2636"/>
                    <a:pt x="4157" y="2605"/>
                  </a:cubicBezTo>
                  <a:cubicBezTo>
                    <a:pt x="4157" y="2565"/>
                    <a:pt x="4188" y="2524"/>
                    <a:pt x="4208" y="2484"/>
                  </a:cubicBezTo>
                  <a:cubicBezTo>
                    <a:pt x="4370" y="2272"/>
                    <a:pt x="4380" y="1948"/>
                    <a:pt x="4188" y="1776"/>
                  </a:cubicBezTo>
                  <a:cubicBezTo>
                    <a:pt x="4168" y="1756"/>
                    <a:pt x="4148" y="1746"/>
                    <a:pt x="4148" y="1715"/>
                  </a:cubicBezTo>
                  <a:cubicBezTo>
                    <a:pt x="4137" y="1685"/>
                    <a:pt x="4168" y="1645"/>
                    <a:pt x="4188" y="1614"/>
                  </a:cubicBezTo>
                  <a:cubicBezTo>
                    <a:pt x="4299" y="1463"/>
                    <a:pt x="4249" y="1240"/>
                    <a:pt x="4117" y="1099"/>
                  </a:cubicBezTo>
                  <a:cubicBezTo>
                    <a:pt x="3986" y="957"/>
                    <a:pt x="3804" y="886"/>
                    <a:pt x="3631" y="815"/>
                  </a:cubicBezTo>
                  <a:cubicBezTo>
                    <a:pt x="3732" y="744"/>
                    <a:pt x="3702" y="582"/>
                    <a:pt x="3631" y="471"/>
                  </a:cubicBezTo>
                  <a:cubicBezTo>
                    <a:pt x="3507" y="288"/>
                    <a:pt x="3284" y="185"/>
                    <a:pt x="3063" y="185"/>
                  </a:cubicBezTo>
                  <a:cubicBezTo>
                    <a:pt x="2943" y="185"/>
                    <a:pt x="2824" y="215"/>
                    <a:pt x="2721" y="279"/>
                  </a:cubicBezTo>
                  <a:cubicBezTo>
                    <a:pt x="2701" y="168"/>
                    <a:pt x="2610" y="76"/>
                    <a:pt x="2498" y="36"/>
                  </a:cubicBezTo>
                  <a:cubicBezTo>
                    <a:pt x="2431" y="9"/>
                    <a:pt x="2355" y="0"/>
                    <a:pt x="228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0"/>
            <p:cNvSpPr/>
            <p:nvPr/>
          </p:nvSpPr>
          <p:spPr>
            <a:xfrm>
              <a:off x="6518288" y="3998247"/>
              <a:ext cx="32" cy="1968"/>
            </a:xfrm>
            <a:custGeom>
              <a:avLst/>
              <a:gdLst/>
              <a:ahLst/>
              <a:cxnLst/>
              <a:rect l="l" t="t" r="r" b="b"/>
              <a:pathLst>
                <a:path w="1" h="62" extrusionOk="0">
                  <a:moveTo>
                    <a:pt x="1" y="6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0"/>
            <p:cNvSpPr/>
            <p:nvPr/>
          </p:nvSpPr>
          <p:spPr>
            <a:xfrm>
              <a:off x="6418759" y="3500317"/>
              <a:ext cx="127172" cy="522717"/>
            </a:xfrm>
            <a:custGeom>
              <a:avLst/>
              <a:gdLst/>
              <a:ahLst/>
              <a:cxnLst/>
              <a:rect l="l" t="t" r="r" b="b"/>
              <a:pathLst>
                <a:path w="4007" h="16470" extrusionOk="0">
                  <a:moveTo>
                    <a:pt x="972" y="1"/>
                  </a:moveTo>
                  <a:lnTo>
                    <a:pt x="1" y="16469"/>
                  </a:lnTo>
                  <a:lnTo>
                    <a:pt x="3389" y="16469"/>
                  </a:lnTo>
                  <a:lnTo>
                    <a:pt x="3784" y="3693"/>
                  </a:lnTo>
                  <a:lnTo>
                    <a:pt x="4007" y="3693"/>
                  </a:lnTo>
                  <a:lnTo>
                    <a:pt x="400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0"/>
            <p:cNvSpPr/>
            <p:nvPr/>
          </p:nvSpPr>
          <p:spPr>
            <a:xfrm>
              <a:off x="6423266" y="4006308"/>
              <a:ext cx="99561" cy="1936"/>
            </a:xfrm>
            <a:custGeom>
              <a:avLst/>
              <a:gdLst/>
              <a:ahLst/>
              <a:cxnLst/>
              <a:rect l="l" t="t" r="r" b="b"/>
              <a:pathLst>
                <a:path w="3137" h="61" extrusionOk="0">
                  <a:moveTo>
                    <a:pt x="0" y="0"/>
                  </a:moveTo>
                  <a:lnTo>
                    <a:pt x="0" y="61"/>
                  </a:lnTo>
                  <a:lnTo>
                    <a:pt x="3136" y="61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0"/>
            <p:cNvSpPr/>
            <p:nvPr/>
          </p:nvSpPr>
          <p:spPr>
            <a:xfrm>
              <a:off x="6573511" y="3998247"/>
              <a:ext cx="32" cy="1968"/>
            </a:xfrm>
            <a:custGeom>
              <a:avLst/>
              <a:gdLst/>
              <a:ahLst/>
              <a:cxnLst/>
              <a:rect l="l" t="t" r="r" b="b"/>
              <a:pathLst>
                <a:path w="1" h="62" extrusionOk="0">
                  <a:moveTo>
                    <a:pt x="1" y="6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0"/>
            <p:cNvSpPr/>
            <p:nvPr/>
          </p:nvSpPr>
          <p:spPr>
            <a:xfrm>
              <a:off x="6545900" y="3500317"/>
              <a:ext cx="124919" cy="525573"/>
            </a:xfrm>
            <a:custGeom>
              <a:avLst/>
              <a:gdLst/>
              <a:ahLst/>
              <a:cxnLst/>
              <a:rect l="l" t="t" r="r" b="b"/>
              <a:pathLst>
                <a:path w="3936" h="16560" extrusionOk="0">
                  <a:moveTo>
                    <a:pt x="1" y="1"/>
                  </a:moveTo>
                  <a:lnTo>
                    <a:pt x="1" y="3693"/>
                  </a:lnTo>
                  <a:lnTo>
                    <a:pt x="223" y="3693"/>
                  </a:lnTo>
                  <a:lnTo>
                    <a:pt x="648" y="16560"/>
                  </a:lnTo>
                  <a:lnTo>
                    <a:pt x="3935" y="16560"/>
                  </a:lnTo>
                  <a:lnTo>
                    <a:pt x="303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0"/>
            <p:cNvSpPr/>
            <p:nvPr/>
          </p:nvSpPr>
          <p:spPr>
            <a:xfrm>
              <a:off x="6569957" y="4006308"/>
              <a:ext cx="96038" cy="1936"/>
            </a:xfrm>
            <a:custGeom>
              <a:avLst/>
              <a:gdLst/>
              <a:ahLst/>
              <a:cxnLst/>
              <a:rect l="l" t="t" r="r" b="b"/>
              <a:pathLst>
                <a:path w="3026" h="61" extrusionOk="0">
                  <a:moveTo>
                    <a:pt x="1" y="0"/>
                  </a:moveTo>
                  <a:lnTo>
                    <a:pt x="1" y="61"/>
                  </a:lnTo>
                  <a:lnTo>
                    <a:pt x="3026" y="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0"/>
            <p:cNvSpPr/>
            <p:nvPr/>
          </p:nvSpPr>
          <p:spPr>
            <a:xfrm>
              <a:off x="6482012" y="3192305"/>
              <a:ext cx="27326" cy="28373"/>
            </a:xfrm>
            <a:custGeom>
              <a:avLst/>
              <a:gdLst/>
              <a:ahLst/>
              <a:cxnLst/>
              <a:rect l="l" t="t" r="r" b="b"/>
              <a:pathLst>
                <a:path w="861" h="894" extrusionOk="0">
                  <a:moveTo>
                    <a:pt x="397" y="1"/>
                  </a:moveTo>
                  <a:cubicBezTo>
                    <a:pt x="358" y="1"/>
                    <a:pt x="320" y="8"/>
                    <a:pt x="283" y="25"/>
                  </a:cubicBezTo>
                  <a:cubicBezTo>
                    <a:pt x="92" y="96"/>
                    <a:pt x="0" y="348"/>
                    <a:pt x="92" y="581"/>
                  </a:cubicBezTo>
                  <a:cubicBezTo>
                    <a:pt x="158" y="771"/>
                    <a:pt x="318" y="894"/>
                    <a:pt x="479" y="894"/>
                  </a:cubicBezTo>
                  <a:cubicBezTo>
                    <a:pt x="515" y="894"/>
                    <a:pt x="552" y="887"/>
                    <a:pt x="587" y="874"/>
                  </a:cubicBezTo>
                  <a:cubicBezTo>
                    <a:pt x="769" y="793"/>
                    <a:pt x="860" y="551"/>
                    <a:pt x="769" y="308"/>
                  </a:cubicBezTo>
                  <a:cubicBezTo>
                    <a:pt x="704" y="122"/>
                    <a:pt x="549" y="1"/>
                    <a:pt x="397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0"/>
            <p:cNvSpPr/>
            <p:nvPr/>
          </p:nvSpPr>
          <p:spPr>
            <a:xfrm>
              <a:off x="6486836" y="3198208"/>
              <a:ext cx="6760" cy="13520"/>
            </a:xfrm>
            <a:custGeom>
              <a:avLst/>
              <a:gdLst/>
              <a:ahLst/>
              <a:cxnLst/>
              <a:rect l="l" t="t" r="r" b="b"/>
              <a:pathLst>
                <a:path w="213" h="426" extrusionOk="0">
                  <a:moveTo>
                    <a:pt x="182" y="0"/>
                  </a:moveTo>
                  <a:cubicBezTo>
                    <a:pt x="0" y="153"/>
                    <a:pt x="71" y="416"/>
                    <a:pt x="71" y="425"/>
                  </a:cubicBezTo>
                  <a:lnTo>
                    <a:pt x="111" y="416"/>
                  </a:lnTo>
                  <a:cubicBezTo>
                    <a:pt x="111" y="416"/>
                    <a:pt x="41" y="173"/>
                    <a:pt x="212" y="31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0"/>
            <p:cNvSpPr/>
            <p:nvPr/>
          </p:nvSpPr>
          <p:spPr>
            <a:xfrm>
              <a:off x="6575733" y="3192305"/>
              <a:ext cx="27009" cy="28373"/>
            </a:xfrm>
            <a:custGeom>
              <a:avLst/>
              <a:gdLst/>
              <a:ahLst/>
              <a:cxnLst/>
              <a:rect l="l" t="t" r="r" b="b"/>
              <a:pathLst>
                <a:path w="851" h="894" extrusionOk="0">
                  <a:moveTo>
                    <a:pt x="460" y="1"/>
                  </a:moveTo>
                  <a:cubicBezTo>
                    <a:pt x="302" y="1"/>
                    <a:pt x="147" y="122"/>
                    <a:pt x="82" y="308"/>
                  </a:cubicBezTo>
                  <a:cubicBezTo>
                    <a:pt x="1" y="551"/>
                    <a:pt x="82" y="793"/>
                    <a:pt x="275" y="874"/>
                  </a:cubicBezTo>
                  <a:cubicBezTo>
                    <a:pt x="310" y="887"/>
                    <a:pt x="346" y="894"/>
                    <a:pt x="382" y="894"/>
                  </a:cubicBezTo>
                  <a:cubicBezTo>
                    <a:pt x="543" y="894"/>
                    <a:pt x="704" y="771"/>
                    <a:pt x="770" y="581"/>
                  </a:cubicBezTo>
                  <a:cubicBezTo>
                    <a:pt x="851" y="348"/>
                    <a:pt x="770" y="96"/>
                    <a:pt x="578" y="25"/>
                  </a:cubicBezTo>
                  <a:cubicBezTo>
                    <a:pt x="539" y="8"/>
                    <a:pt x="499" y="1"/>
                    <a:pt x="460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0"/>
            <p:cNvSpPr/>
            <p:nvPr/>
          </p:nvSpPr>
          <p:spPr>
            <a:xfrm>
              <a:off x="6592459" y="3198208"/>
              <a:ext cx="6760" cy="13520"/>
            </a:xfrm>
            <a:custGeom>
              <a:avLst/>
              <a:gdLst/>
              <a:ahLst/>
              <a:cxnLst/>
              <a:rect l="l" t="t" r="r" b="b"/>
              <a:pathLst>
                <a:path w="213" h="426" extrusionOk="0">
                  <a:moveTo>
                    <a:pt x="20" y="0"/>
                  </a:moveTo>
                  <a:lnTo>
                    <a:pt x="0" y="31"/>
                  </a:lnTo>
                  <a:cubicBezTo>
                    <a:pt x="172" y="173"/>
                    <a:pt x="101" y="416"/>
                    <a:pt x="101" y="416"/>
                  </a:cubicBezTo>
                  <a:lnTo>
                    <a:pt x="132" y="425"/>
                  </a:lnTo>
                  <a:cubicBezTo>
                    <a:pt x="142" y="416"/>
                    <a:pt x="213" y="153"/>
                    <a:pt x="2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0"/>
            <p:cNvSpPr/>
            <p:nvPr/>
          </p:nvSpPr>
          <p:spPr>
            <a:xfrm>
              <a:off x="6445102" y="3281360"/>
              <a:ext cx="205500" cy="269959"/>
            </a:xfrm>
            <a:custGeom>
              <a:avLst/>
              <a:gdLst/>
              <a:ahLst/>
              <a:cxnLst/>
              <a:rect l="l" t="t" r="r" b="b"/>
              <a:pathLst>
                <a:path w="6475" h="8506" extrusionOk="0">
                  <a:moveTo>
                    <a:pt x="2104" y="1"/>
                  </a:moveTo>
                  <a:cubicBezTo>
                    <a:pt x="466" y="1"/>
                    <a:pt x="0" y="1538"/>
                    <a:pt x="203" y="3167"/>
                  </a:cubicBezTo>
                  <a:lnTo>
                    <a:pt x="30" y="8154"/>
                  </a:lnTo>
                  <a:cubicBezTo>
                    <a:pt x="30" y="8154"/>
                    <a:pt x="1162" y="8506"/>
                    <a:pt x="2915" y="8506"/>
                  </a:cubicBezTo>
                  <a:cubicBezTo>
                    <a:pt x="3885" y="8506"/>
                    <a:pt x="5047" y="8398"/>
                    <a:pt x="6312" y="8063"/>
                  </a:cubicBezTo>
                  <a:lnTo>
                    <a:pt x="6282" y="3065"/>
                  </a:lnTo>
                  <a:cubicBezTo>
                    <a:pt x="6474" y="1437"/>
                    <a:pt x="5756" y="1"/>
                    <a:pt x="4107" y="1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0"/>
            <p:cNvSpPr/>
            <p:nvPr/>
          </p:nvSpPr>
          <p:spPr>
            <a:xfrm>
              <a:off x="6514765" y="3243497"/>
              <a:ext cx="55223" cy="41417"/>
            </a:xfrm>
            <a:custGeom>
              <a:avLst/>
              <a:gdLst/>
              <a:ahLst/>
              <a:cxnLst/>
              <a:rect l="l" t="t" r="r" b="b"/>
              <a:pathLst>
                <a:path w="1740" h="1305" extrusionOk="0">
                  <a:moveTo>
                    <a:pt x="91" y="0"/>
                  </a:moveTo>
                  <a:lnTo>
                    <a:pt x="0" y="1305"/>
                  </a:lnTo>
                  <a:lnTo>
                    <a:pt x="1740" y="1305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0"/>
            <p:cNvSpPr/>
            <p:nvPr/>
          </p:nvSpPr>
          <p:spPr>
            <a:xfrm>
              <a:off x="6501912" y="3276536"/>
              <a:ext cx="80931" cy="32785"/>
            </a:xfrm>
            <a:custGeom>
              <a:avLst/>
              <a:gdLst/>
              <a:ahLst/>
              <a:cxnLst/>
              <a:rect l="l" t="t" r="r" b="b"/>
              <a:pathLst>
                <a:path w="2550" h="1033" extrusionOk="0">
                  <a:moveTo>
                    <a:pt x="1255" y="1"/>
                  </a:moveTo>
                  <a:lnTo>
                    <a:pt x="0" y="173"/>
                  </a:lnTo>
                  <a:cubicBezTo>
                    <a:pt x="0" y="173"/>
                    <a:pt x="112" y="1032"/>
                    <a:pt x="1255" y="1032"/>
                  </a:cubicBezTo>
                  <a:cubicBezTo>
                    <a:pt x="2408" y="1032"/>
                    <a:pt x="2550" y="163"/>
                    <a:pt x="2550" y="163"/>
                  </a:cubicBezTo>
                  <a:lnTo>
                    <a:pt x="1255" y="1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0"/>
            <p:cNvSpPr/>
            <p:nvPr/>
          </p:nvSpPr>
          <p:spPr>
            <a:xfrm>
              <a:off x="6516384" y="3249559"/>
              <a:ext cx="52018" cy="30563"/>
            </a:xfrm>
            <a:custGeom>
              <a:avLst/>
              <a:gdLst/>
              <a:ahLst/>
              <a:cxnLst/>
              <a:rect l="l" t="t" r="r" b="b"/>
              <a:pathLst>
                <a:path w="1639" h="963" extrusionOk="0">
                  <a:moveTo>
                    <a:pt x="0" y="1"/>
                  </a:moveTo>
                  <a:lnTo>
                    <a:pt x="0" y="426"/>
                  </a:lnTo>
                  <a:cubicBezTo>
                    <a:pt x="0" y="426"/>
                    <a:pt x="313" y="962"/>
                    <a:pt x="819" y="962"/>
                  </a:cubicBezTo>
                  <a:cubicBezTo>
                    <a:pt x="1335" y="962"/>
                    <a:pt x="1639" y="426"/>
                    <a:pt x="1639" y="426"/>
                  </a:cubicBezTo>
                  <a:lnTo>
                    <a:pt x="1639" y="1"/>
                  </a:lnTo>
                  <a:close/>
                </a:path>
              </a:pathLst>
            </a:custGeom>
            <a:solidFill>
              <a:srgbClr val="7D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0"/>
            <p:cNvSpPr/>
            <p:nvPr/>
          </p:nvSpPr>
          <p:spPr>
            <a:xfrm>
              <a:off x="6493882" y="3136891"/>
              <a:ext cx="96990" cy="134884"/>
            </a:xfrm>
            <a:custGeom>
              <a:avLst/>
              <a:gdLst/>
              <a:ahLst/>
              <a:cxnLst/>
              <a:rect l="l" t="t" r="r" b="b"/>
              <a:pathLst>
                <a:path w="3056" h="4250" extrusionOk="0">
                  <a:moveTo>
                    <a:pt x="1528" y="1"/>
                  </a:moveTo>
                  <a:cubicBezTo>
                    <a:pt x="678" y="1"/>
                    <a:pt x="1" y="689"/>
                    <a:pt x="1" y="1528"/>
                  </a:cubicBezTo>
                  <a:cubicBezTo>
                    <a:pt x="1" y="1579"/>
                    <a:pt x="1" y="1629"/>
                    <a:pt x="11" y="1680"/>
                  </a:cubicBezTo>
                  <a:lnTo>
                    <a:pt x="11" y="1700"/>
                  </a:lnTo>
                  <a:lnTo>
                    <a:pt x="163" y="3015"/>
                  </a:lnTo>
                  <a:cubicBezTo>
                    <a:pt x="172" y="3035"/>
                    <a:pt x="172" y="3045"/>
                    <a:pt x="172" y="3065"/>
                  </a:cubicBezTo>
                  <a:lnTo>
                    <a:pt x="172" y="3076"/>
                  </a:lnTo>
                  <a:cubicBezTo>
                    <a:pt x="274" y="3744"/>
                    <a:pt x="840" y="4249"/>
                    <a:pt x="1528" y="4249"/>
                  </a:cubicBezTo>
                  <a:cubicBezTo>
                    <a:pt x="2226" y="4249"/>
                    <a:pt x="2793" y="3733"/>
                    <a:pt x="2883" y="3056"/>
                  </a:cubicBezTo>
                  <a:lnTo>
                    <a:pt x="2883" y="3025"/>
                  </a:lnTo>
                  <a:lnTo>
                    <a:pt x="2883" y="3015"/>
                  </a:lnTo>
                  <a:lnTo>
                    <a:pt x="3045" y="1700"/>
                  </a:lnTo>
                  <a:lnTo>
                    <a:pt x="3045" y="1680"/>
                  </a:lnTo>
                  <a:cubicBezTo>
                    <a:pt x="3056" y="1629"/>
                    <a:pt x="3056" y="1579"/>
                    <a:pt x="3056" y="1528"/>
                  </a:cubicBezTo>
                  <a:cubicBezTo>
                    <a:pt x="3056" y="689"/>
                    <a:pt x="2368" y="1"/>
                    <a:pt x="1528" y="1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0"/>
            <p:cNvSpPr/>
            <p:nvPr/>
          </p:nvSpPr>
          <p:spPr>
            <a:xfrm>
              <a:off x="6490994" y="3136256"/>
              <a:ext cx="99878" cy="72266"/>
            </a:xfrm>
            <a:custGeom>
              <a:avLst/>
              <a:gdLst/>
              <a:ahLst/>
              <a:cxnLst/>
              <a:rect l="l" t="t" r="r" b="b"/>
              <a:pathLst>
                <a:path w="3147" h="2277" extrusionOk="0">
                  <a:moveTo>
                    <a:pt x="1607" y="0"/>
                  </a:moveTo>
                  <a:cubicBezTo>
                    <a:pt x="1464" y="0"/>
                    <a:pt x="58" y="37"/>
                    <a:pt x="0" y="1467"/>
                  </a:cubicBezTo>
                  <a:cubicBezTo>
                    <a:pt x="0" y="1608"/>
                    <a:pt x="92" y="1770"/>
                    <a:pt x="112" y="1902"/>
                  </a:cubicBezTo>
                  <a:lnTo>
                    <a:pt x="173" y="2276"/>
                  </a:lnTo>
                  <a:cubicBezTo>
                    <a:pt x="173" y="2276"/>
                    <a:pt x="517" y="1932"/>
                    <a:pt x="688" y="1396"/>
                  </a:cubicBezTo>
                  <a:lnTo>
                    <a:pt x="2540" y="1396"/>
                  </a:lnTo>
                  <a:cubicBezTo>
                    <a:pt x="2711" y="1932"/>
                    <a:pt x="3066" y="2276"/>
                    <a:pt x="3066" y="2276"/>
                  </a:cubicBezTo>
                  <a:lnTo>
                    <a:pt x="3116" y="1902"/>
                  </a:lnTo>
                  <a:cubicBezTo>
                    <a:pt x="3136" y="1770"/>
                    <a:pt x="3147" y="1629"/>
                    <a:pt x="3147" y="1487"/>
                  </a:cubicBezTo>
                  <a:cubicBezTo>
                    <a:pt x="3088" y="20"/>
                    <a:pt x="1695" y="0"/>
                    <a:pt x="1622" y="0"/>
                  </a:cubicBezTo>
                  <a:cubicBezTo>
                    <a:pt x="1620" y="0"/>
                    <a:pt x="1619" y="1"/>
                    <a:pt x="1619" y="1"/>
                  </a:cubicBezTo>
                  <a:cubicBezTo>
                    <a:pt x="1619" y="1"/>
                    <a:pt x="1615" y="0"/>
                    <a:pt x="1607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0"/>
            <p:cNvSpPr/>
            <p:nvPr/>
          </p:nvSpPr>
          <p:spPr>
            <a:xfrm>
              <a:off x="6583160" y="3163868"/>
              <a:ext cx="9966" cy="28595"/>
            </a:xfrm>
            <a:custGeom>
              <a:avLst/>
              <a:gdLst/>
              <a:ahLst/>
              <a:cxnLst/>
              <a:rect l="l" t="t" r="r" b="b"/>
              <a:pathLst>
                <a:path w="314" h="901" extrusionOk="0">
                  <a:moveTo>
                    <a:pt x="313" y="0"/>
                  </a:moveTo>
                  <a:lnTo>
                    <a:pt x="0" y="233"/>
                  </a:lnTo>
                  <a:lnTo>
                    <a:pt x="232" y="90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0"/>
            <p:cNvSpPr/>
            <p:nvPr/>
          </p:nvSpPr>
          <p:spPr>
            <a:xfrm>
              <a:off x="6541425" y="3216171"/>
              <a:ext cx="8030" cy="15774"/>
            </a:xfrm>
            <a:custGeom>
              <a:avLst/>
              <a:gdLst/>
              <a:ahLst/>
              <a:cxnLst/>
              <a:rect l="l" t="t" r="r" b="b"/>
              <a:pathLst>
                <a:path w="253" h="497" extrusionOk="0">
                  <a:moveTo>
                    <a:pt x="61" y="1"/>
                  </a:moveTo>
                  <a:lnTo>
                    <a:pt x="20" y="41"/>
                  </a:lnTo>
                  <a:cubicBezTo>
                    <a:pt x="61" y="102"/>
                    <a:pt x="172" y="284"/>
                    <a:pt x="131" y="376"/>
                  </a:cubicBezTo>
                  <a:cubicBezTo>
                    <a:pt x="111" y="416"/>
                    <a:pt x="70" y="436"/>
                    <a:pt x="0" y="436"/>
                  </a:cubicBezTo>
                  <a:lnTo>
                    <a:pt x="10" y="497"/>
                  </a:lnTo>
                  <a:cubicBezTo>
                    <a:pt x="101" y="497"/>
                    <a:pt x="162" y="457"/>
                    <a:pt x="182" y="406"/>
                  </a:cubicBezTo>
                  <a:cubicBezTo>
                    <a:pt x="253" y="264"/>
                    <a:pt x="81" y="32"/>
                    <a:pt x="6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0"/>
            <p:cNvSpPr/>
            <p:nvPr/>
          </p:nvSpPr>
          <p:spPr>
            <a:xfrm>
              <a:off x="6509624" y="3193066"/>
              <a:ext cx="17995" cy="8379"/>
            </a:xfrm>
            <a:custGeom>
              <a:avLst/>
              <a:gdLst/>
              <a:ahLst/>
              <a:cxnLst/>
              <a:rect l="l" t="t" r="r" b="b"/>
              <a:pathLst>
                <a:path w="567" h="264" extrusionOk="0">
                  <a:moveTo>
                    <a:pt x="526" y="1"/>
                  </a:moveTo>
                  <a:lnTo>
                    <a:pt x="0" y="112"/>
                  </a:lnTo>
                  <a:lnTo>
                    <a:pt x="41" y="264"/>
                  </a:lnTo>
                  <a:lnTo>
                    <a:pt x="567" y="153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0"/>
            <p:cNvSpPr/>
            <p:nvPr/>
          </p:nvSpPr>
          <p:spPr>
            <a:xfrm>
              <a:off x="6556818" y="3193066"/>
              <a:ext cx="17678" cy="8379"/>
            </a:xfrm>
            <a:custGeom>
              <a:avLst/>
              <a:gdLst/>
              <a:ahLst/>
              <a:cxnLst/>
              <a:rect l="l" t="t" r="r" b="b"/>
              <a:pathLst>
                <a:path w="557" h="264" extrusionOk="0">
                  <a:moveTo>
                    <a:pt x="41" y="1"/>
                  </a:moveTo>
                  <a:lnTo>
                    <a:pt x="1" y="153"/>
                  </a:lnTo>
                  <a:lnTo>
                    <a:pt x="527" y="264"/>
                  </a:lnTo>
                  <a:lnTo>
                    <a:pt x="557" y="11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0"/>
            <p:cNvSpPr/>
            <p:nvPr/>
          </p:nvSpPr>
          <p:spPr>
            <a:xfrm>
              <a:off x="6560023" y="3210744"/>
              <a:ext cx="5808" cy="6125"/>
            </a:xfrm>
            <a:custGeom>
              <a:avLst/>
              <a:gdLst/>
              <a:ahLst/>
              <a:cxnLst/>
              <a:rect l="l" t="t" r="r" b="b"/>
              <a:pathLst>
                <a:path w="183" h="193" extrusionOk="0">
                  <a:moveTo>
                    <a:pt x="91" y="0"/>
                  </a:moveTo>
                  <a:cubicBezTo>
                    <a:pt x="41" y="0"/>
                    <a:pt x="1" y="41"/>
                    <a:pt x="1" y="91"/>
                  </a:cubicBezTo>
                  <a:cubicBezTo>
                    <a:pt x="1" y="152"/>
                    <a:pt x="41" y="192"/>
                    <a:pt x="91" y="192"/>
                  </a:cubicBezTo>
                  <a:cubicBezTo>
                    <a:pt x="142" y="192"/>
                    <a:pt x="183" y="152"/>
                    <a:pt x="183" y="91"/>
                  </a:cubicBezTo>
                  <a:cubicBezTo>
                    <a:pt x="183" y="41"/>
                    <a:pt x="142" y="0"/>
                    <a:pt x="9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0"/>
            <p:cNvSpPr/>
            <p:nvPr/>
          </p:nvSpPr>
          <p:spPr>
            <a:xfrm>
              <a:off x="6518606" y="3210744"/>
              <a:ext cx="5808" cy="6125"/>
            </a:xfrm>
            <a:custGeom>
              <a:avLst/>
              <a:gdLst/>
              <a:ahLst/>
              <a:cxnLst/>
              <a:rect l="l" t="t" r="r" b="b"/>
              <a:pathLst>
                <a:path w="183" h="193" extrusionOk="0">
                  <a:moveTo>
                    <a:pt x="92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52"/>
                    <a:pt x="41" y="192"/>
                    <a:pt x="92" y="192"/>
                  </a:cubicBezTo>
                  <a:cubicBezTo>
                    <a:pt x="142" y="192"/>
                    <a:pt x="182" y="152"/>
                    <a:pt x="182" y="91"/>
                  </a:cubicBezTo>
                  <a:cubicBezTo>
                    <a:pt x="182" y="41"/>
                    <a:pt x="142" y="0"/>
                    <a:pt x="92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0"/>
            <p:cNvSpPr/>
            <p:nvPr/>
          </p:nvSpPr>
          <p:spPr>
            <a:xfrm>
              <a:off x="6523747" y="3616540"/>
              <a:ext cx="39831" cy="3555"/>
            </a:xfrm>
            <a:custGeom>
              <a:avLst/>
              <a:gdLst/>
              <a:ahLst/>
              <a:cxnLst/>
              <a:rect l="l" t="t" r="r" b="b"/>
              <a:pathLst>
                <a:path w="1255" h="112" extrusionOk="0">
                  <a:moveTo>
                    <a:pt x="1255" y="1"/>
                  </a:moveTo>
                  <a:lnTo>
                    <a:pt x="0" y="21"/>
                  </a:lnTo>
                  <a:lnTo>
                    <a:pt x="11" y="111"/>
                  </a:lnTo>
                  <a:lnTo>
                    <a:pt x="1255" y="91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0"/>
            <p:cNvSpPr/>
            <p:nvPr/>
          </p:nvSpPr>
          <p:spPr>
            <a:xfrm>
              <a:off x="6721853" y="3279392"/>
              <a:ext cx="77154" cy="95752"/>
            </a:xfrm>
            <a:custGeom>
              <a:avLst/>
              <a:gdLst/>
              <a:ahLst/>
              <a:cxnLst/>
              <a:rect l="l" t="t" r="r" b="b"/>
              <a:pathLst>
                <a:path w="2431" h="3017" extrusionOk="0">
                  <a:moveTo>
                    <a:pt x="1390" y="0"/>
                  </a:moveTo>
                  <a:cubicBezTo>
                    <a:pt x="1217" y="0"/>
                    <a:pt x="935" y="636"/>
                    <a:pt x="758" y="1205"/>
                  </a:cubicBezTo>
                  <a:cubicBezTo>
                    <a:pt x="758" y="1205"/>
                    <a:pt x="779" y="690"/>
                    <a:pt x="556" y="659"/>
                  </a:cubicBezTo>
                  <a:cubicBezTo>
                    <a:pt x="553" y="659"/>
                    <a:pt x="551" y="659"/>
                    <a:pt x="548" y="659"/>
                  </a:cubicBezTo>
                  <a:cubicBezTo>
                    <a:pt x="326" y="659"/>
                    <a:pt x="0" y="1893"/>
                    <a:pt x="0" y="1893"/>
                  </a:cubicBezTo>
                  <a:lnTo>
                    <a:pt x="1558" y="3017"/>
                  </a:lnTo>
                  <a:cubicBezTo>
                    <a:pt x="1558" y="3017"/>
                    <a:pt x="2023" y="2541"/>
                    <a:pt x="2255" y="1702"/>
                  </a:cubicBezTo>
                  <a:cubicBezTo>
                    <a:pt x="2431" y="1043"/>
                    <a:pt x="2386" y="584"/>
                    <a:pt x="2257" y="584"/>
                  </a:cubicBezTo>
                  <a:cubicBezTo>
                    <a:pt x="2230" y="584"/>
                    <a:pt x="2199" y="605"/>
                    <a:pt x="2165" y="650"/>
                  </a:cubicBezTo>
                  <a:cubicBezTo>
                    <a:pt x="2165" y="650"/>
                    <a:pt x="2127" y="423"/>
                    <a:pt x="2024" y="423"/>
                  </a:cubicBezTo>
                  <a:cubicBezTo>
                    <a:pt x="1986" y="423"/>
                    <a:pt x="1939" y="453"/>
                    <a:pt x="1882" y="538"/>
                  </a:cubicBezTo>
                  <a:cubicBezTo>
                    <a:pt x="1882" y="538"/>
                    <a:pt x="1882" y="265"/>
                    <a:pt x="1750" y="255"/>
                  </a:cubicBezTo>
                  <a:cubicBezTo>
                    <a:pt x="1746" y="254"/>
                    <a:pt x="1742" y="254"/>
                    <a:pt x="1738" y="254"/>
                  </a:cubicBezTo>
                  <a:cubicBezTo>
                    <a:pt x="1642" y="254"/>
                    <a:pt x="1558" y="366"/>
                    <a:pt x="1558" y="366"/>
                  </a:cubicBezTo>
                  <a:cubicBezTo>
                    <a:pt x="1558" y="366"/>
                    <a:pt x="1558" y="43"/>
                    <a:pt x="1406" y="2"/>
                  </a:cubicBezTo>
                  <a:cubicBezTo>
                    <a:pt x="1401" y="1"/>
                    <a:pt x="1395" y="0"/>
                    <a:pt x="1390" y="0"/>
                  </a:cubicBez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0"/>
            <p:cNvSpPr/>
            <p:nvPr/>
          </p:nvSpPr>
          <p:spPr>
            <a:xfrm>
              <a:off x="6744957" y="3317001"/>
              <a:ext cx="1968" cy="11902"/>
            </a:xfrm>
            <a:custGeom>
              <a:avLst/>
              <a:gdLst/>
              <a:ahLst/>
              <a:cxnLst/>
              <a:rect l="l" t="t" r="r" b="b"/>
              <a:pathLst>
                <a:path w="62" h="375" extrusionOk="0">
                  <a:moveTo>
                    <a:pt x="10" y="0"/>
                  </a:moveTo>
                  <a:cubicBezTo>
                    <a:pt x="10" y="0"/>
                    <a:pt x="0" y="213"/>
                    <a:pt x="10" y="375"/>
                  </a:cubicBezTo>
                  <a:lnTo>
                    <a:pt x="61" y="375"/>
                  </a:lnTo>
                  <a:cubicBezTo>
                    <a:pt x="51" y="213"/>
                    <a:pt x="61" y="0"/>
                    <a:pt x="6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0"/>
            <p:cNvSpPr/>
            <p:nvPr/>
          </p:nvSpPr>
          <p:spPr>
            <a:xfrm>
              <a:off x="6722487" y="3336583"/>
              <a:ext cx="60365" cy="32436"/>
            </a:xfrm>
            <a:custGeom>
              <a:avLst/>
              <a:gdLst/>
              <a:ahLst/>
              <a:cxnLst/>
              <a:rect l="l" t="t" r="r" b="b"/>
              <a:pathLst>
                <a:path w="1902" h="1022" extrusionOk="0">
                  <a:moveTo>
                    <a:pt x="0" y="1"/>
                  </a:moveTo>
                  <a:lnTo>
                    <a:pt x="1689" y="1022"/>
                  </a:lnTo>
                  <a:cubicBezTo>
                    <a:pt x="1790" y="901"/>
                    <a:pt x="1902" y="709"/>
                    <a:pt x="1902" y="7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7D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0"/>
            <p:cNvSpPr/>
            <p:nvPr/>
          </p:nvSpPr>
          <p:spPr>
            <a:xfrm>
              <a:off x="6563228" y="3288818"/>
              <a:ext cx="221242" cy="211467"/>
            </a:xfrm>
            <a:custGeom>
              <a:avLst/>
              <a:gdLst/>
              <a:ahLst/>
              <a:cxnLst/>
              <a:rect l="l" t="t" r="r" b="b"/>
              <a:pathLst>
                <a:path w="6971" h="6663" extrusionOk="0">
                  <a:moveTo>
                    <a:pt x="1203" y="0"/>
                  </a:moveTo>
                  <a:cubicBezTo>
                    <a:pt x="1191" y="0"/>
                    <a:pt x="1188" y="5"/>
                    <a:pt x="1222" y="20"/>
                  </a:cubicBezTo>
                  <a:lnTo>
                    <a:pt x="1222" y="20"/>
                  </a:lnTo>
                  <a:cubicBezTo>
                    <a:pt x="1223" y="19"/>
                    <a:pt x="1224" y="19"/>
                    <a:pt x="1224" y="18"/>
                  </a:cubicBezTo>
                  <a:cubicBezTo>
                    <a:pt x="1255" y="11"/>
                    <a:pt x="1220" y="0"/>
                    <a:pt x="1203" y="0"/>
                  </a:cubicBezTo>
                  <a:close/>
                  <a:moveTo>
                    <a:pt x="1222" y="20"/>
                  </a:moveTo>
                  <a:cubicBezTo>
                    <a:pt x="445" y="607"/>
                    <a:pt x="1" y="1537"/>
                    <a:pt x="21" y="2507"/>
                  </a:cubicBezTo>
                  <a:cubicBezTo>
                    <a:pt x="90" y="5774"/>
                    <a:pt x="1355" y="6662"/>
                    <a:pt x="2633" y="6662"/>
                  </a:cubicBezTo>
                  <a:cubicBezTo>
                    <a:pt x="3614" y="6662"/>
                    <a:pt x="4602" y="6138"/>
                    <a:pt x="5059" y="5764"/>
                  </a:cubicBezTo>
                  <a:cubicBezTo>
                    <a:pt x="6030" y="4955"/>
                    <a:pt x="6970" y="2487"/>
                    <a:pt x="6970" y="2487"/>
                  </a:cubicBezTo>
                  <a:lnTo>
                    <a:pt x="4684" y="1344"/>
                  </a:lnTo>
                  <a:cubicBezTo>
                    <a:pt x="4684" y="1344"/>
                    <a:pt x="3602" y="2830"/>
                    <a:pt x="3197" y="3347"/>
                  </a:cubicBezTo>
                  <a:cubicBezTo>
                    <a:pt x="3195" y="3349"/>
                    <a:pt x="3193" y="3351"/>
                    <a:pt x="3191" y="3351"/>
                  </a:cubicBezTo>
                  <a:cubicBezTo>
                    <a:pt x="3097" y="3351"/>
                    <a:pt x="2909" y="1248"/>
                    <a:pt x="2297" y="645"/>
                  </a:cubicBezTo>
                  <a:cubicBezTo>
                    <a:pt x="2297" y="645"/>
                    <a:pt x="1670" y="150"/>
                    <a:pt x="1660" y="150"/>
                  </a:cubicBezTo>
                  <a:cubicBezTo>
                    <a:pt x="1390" y="80"/>
                    <a:pt x="1270" y="40"/>
                    <a:pt x="1222" y="2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0"/>
            <p:cNvSpPr/>
            <p:nvPr/>
          </p:nvSpPr>
          <p:spPr>
            <a:xfrm>
              <a:off x="6702588" y="3345882"/>
              <a:ext cx="74171" cy="35356"/>
            </a:xfrm>
            <a:custGeom>
              <a:avLst/>
              <a:gdLst/>
              <a:ahLst/>
              <a:cxnLst/>
              <a:rect l="l" t="t" r="r" b="b"/>
              <a:pathLst>
                <a:path w="2337" h="1114" extrusionOk="0">
                  <a:moveTo>
                    <a:pt x="20" y="1"/>
                  </a:moveTo>
                  <a:lnTo>
                    <a:pt x="0" y="52"/>
                  </a:lnTo>
                  <a:lnTo>
                    <a:pt x="2306" y="1113"/>
                  </a:lnTo>
                  <a:lnTo>
                    <a:pt x="2336" y="1063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0"/>
            <p:cNvSpPr/>
            <p:nvPr/>
          </p:nvSpPr>
          <p:spPr>
            <a:xfrm>
              <a:off x="6644159" y="3378635"/>
              <a:ext cx="1619" cy="124601"/>
            </a:xfrm>
            <a:custGeom>
              <a:avLst/>
              <a:gdLst/>
              <a:ahLst/>
              <a:cxnLst/>
              <a:rect l="l" t="t" r="r" b="b"/>
              <a:pathLst>
                <a:path w="51" h="3926" extrusionOk="0">
                  <a:moveTo>
                    <a:pt x="0" y="0"/>
                  </a:moveTo>
                  <a:lnTo>
                    <a:pt x="10" y="3925"/>
                  </a:lnTo>
                  <a:lnTo>
                    <a:pt x="50" y="3925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0"/>
            <p:cNvSpPr/>
            <p:nvPr/>
          </p:nvSpPr>
          <p:spPr>
            <a:xfrm>
              <a:off x="6446688" y="3381841"/>
              <a:ext cx="5491" cy="125871"/>
            </a:xfrm>
            <a:custGeom>
              <a:avLst/>
              <a:gdLst/>
              <a:ahLst/>
              <a:cxnLst/>
              <a:rect l="l" t="t" r="r" b="b"/>
              <a:pathLst>
                <a:path w="173" h="3966" extrusionOk="0">
                  <a:moveTo>
                    <a:pt x="132" y="1"/>
                  </a:moveTo>
                  <a:lnTo>
                    <a:pt x="1" y="3966"/>
                  </a:lnTo>
                  <a:lnTo>
                    <a:pt x="41" y="3966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0"/>
            <p:cNvSpPr/>
            <p:nvPr/>
          </p:nvSpPr>
          <p:spPr>
            <a:xfrm>
              <a:off x="6398543" y="3609145"/>
              <a:ext cx="69061" cy="77789"/>
            </a:xfrm>
            <a:custGeom>
              <a:avLst/>
              <a:gdLst/>
              <a:ahLst/>
              <a:cxnLst/>
              <a:rect l="l" t="t" r="r" b="b"/>
              <a:pathLst>
                <a:path w="2176" h="2451" extrusionOk="0">
                  <a:moveTo>
                    <a:pt x="193" y="1"/>
                  </a:moveTo>
                  <a:cubicBezTo>
                    <a:pt x="193" y="1"/>
                    <a:pt x="0" y="587"/>
                    <a:pt x="142" y="1387"/>
                  </a:cubicBezTo>
                  <a:cubicBezTo>
                    <a:pt x="251" y="1962"/>
                    <a:pt x="455" y="2316"/>
                    <a:pt x="571" y="2316"/>
                  </a:cubicBezTo>
                  <a:cubicBezTo>
                    <a:pt x="606" y="2316"/>
                    <a:pt x="634" y="2284"/>
                    <a:pt x="648" y="2216"/>
                  </a:cubicBezTo>
                  <a:cubicBezTo>
                    <a:pt x="648" y="2216"/>
                    <a:pt x="749" y="2361"/>
                    <a:pt x="832" y="2361"/>
                  </a:cubicBezTo>
                  <a:cubicBezTo>
                    <a:pt x="875" y="2361"/>
                    <a:pt x="914" y="2323"/>
                    <a:pt x="931" y="2206"/>
                  </a:cubicBezTo>
                  <a:cubicBezTo>
                    <a:pt x="931" y="2206"/>
                    <a:pt x="1021" y="2385"/>
                    <a:pt x="1120" y="2385"/>
                  </a:cubicBezTo>
                  <a:cubicBezTo>
                    <a:pt x="1131" y="2385"/>
                    <a:pt x="1142" y="2383"/>
                    <a:pt x="1153" y="2378"/>
                  </a:cubicBezTo>
                  <a:cubicBezTo>
                    <a:pt x="1245" y="2347"/>
                    <a:pt x="1275" y="2206"/>
                    <a:pt x="1275" y="2206"/>
                  </a:cubicBezTo>
                  <a:cubicBezTo>
                    <a:pt x="1275" y="2206"/>
                    <a:pt x="1384" y="2451"/>
                    <a:pt x="1515" y="2451"/>
                  </a:cubicBezTo>
                  <a:cubicBezTo>
                    <a:pt x="1523" y="2451"/>
                    <a:pt x="1530" y="2450"/>
                    <a:pt x="1538" y="2449"/>
                  </a:cubicBezTo>
                  <a:cubicBezTo>
                    <a:pt x="1710" y="2419"/>
                    <a:pt x="1679" y="1751"/>
                    <a:pt x="1589" y="1184"/>
                  </a:cubicBezTo>
                  <a:lnTo>
                    <a:pt x="1589" y="1184"/>
                  </a:lnTo>
                  <a:cubicBezTo>
                    <a:pt x="1589" y="1185"/>
                    <a:pt x="1757" y="1575"/>
                    <a:pt x="1944" y="1575"/>
                  </a:cubicBezTo>
                  <a:cubicBezTo>
                    <a:pt x="1957" y="1575"/>
                    <a:pt x="1970" y="1573"/>
                    <a:pt x="1983" y="1569"/>
                  </a:cubicBezTo>
                  <a:cubicBezTo>
                    <a:pt x="2175" y="1498"/>
                    <a:pt x="1953" y="304"/>
                    <a:pt x="1953" y="304"/>
                  </a:cubicBezTo>
                  <a:lnTo>
                    <a:pt x="193" y="1"/>
                  </a:lnTo>
                  <a:close/>
                </a:path>
              </a:pathLst>
            </a:custGeom>
            <a:solidFill>
              <a:srgbClr val="9A68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0"/>
            <p:cNvSpPr/>
            <p:nvPr/>
          </p:nvSpPr>
          <p:spPr>
            <a:xfrm>
              <a:off x="6412031" y="3659576"/>
              <a:ext cx="7712" cy="20566"/>
            </a:xfrm>
            <a:custGeom>
              <a:avLst/>
              <a:gdLst/>
              <a:ahLst/>
              <a:cxnLst/>
              <a:rect l="l" t="t" r="r" b="b"/>
              <a:pathLst>
                <a:path w="243" h="648" extrusionOk="0">
                  <a:moveTo>
                    <a:pt x="40" y="0"/>
                  </a:moveTo>
                  <a:lnTo>
                    <a:pt x="0" y="10"/>
                  </a:lnTo>
                  <a:cubicBezTo>
                    <a:pt x="61" y="273"/>
                    <a:pt x="213" y="637"/>
                    <a:pt x="213" y="647"/>
                  </a:cubicBezTo>
                  <a:lnTo>
                    <a:pt x="243" y="627"/>
                  </a:lnTo>
                  <a:cubicBezTo>
                    <a:pt x="243" y="627"/>
                    <a:pt x="91" y="263"/>
                    <a:pt x="4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0"/>
            <p:cNvSpPr/>
            <p:nvPr/>
          </p:nvSpPr>
          <p:spPr>
            <a:xfrm>
              <a:off x="6422917" y="3659576"/>
              <a:ext cx="5840" cy="19931"/>
            </a:xfrm>
            <a:custGeom>
              <a:avLst/>
              <a:gdLst/>
              <a:ahLst/>
              <a:cxnLst/>
              <a:rect l="l" t="t" r="r" b="b"/>
              <a:pathLst>
                <a:path w="184" h="628" extrusionOk="0">
                  <a:moveTo>
                    <a:pt x="41" y="0"/>
                  </a:moveTo>
                  <a:lnTo>
                    <a:pt x="1" y="10"/>
                  </a:lnTo>
                  <a:cubicBezTo>
                    <a:pt x="52" y="304"/>
                    <a:pt x="143" y="627"/>
                    <a:pt x="143" y="627"/>
                  </a:cubicBezTo>
                  <a:lnTo>
                    <a:pt x="183" y="617"/>
                  </a:lnTo>
                  <a:cubicBezTo>
                    <a:pt x="183" y="617"/>
                    <a:pt x="92" y="293"/>
                    <a:pt x="4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0"/>
            <p:cNvSpPr/>
            <p:nvPr/>
          </p:nvSpPr>
          <p:spPr>
            <a:xfrm>
              <a:off x="6431930" y="3655386"/>
              <a:ext cx="7712" cy="24121"/>
            </a:xfrm>
            <a:custGeom>
              <a:avLst/>
              <a:gdLst/>
              <a:ahLst/>
              <a:cxnLst/>
              <a:rect l="l" t="t" r="r" b="b"/>
              <a:pathLst>
                <a:path w="243" h="760" extrusionOk="0">
                  <a:moveTo>
                    <a:pt x="31" y="0"/>
                  </a:moveTo>
                  <a:lnTo>
                    <a:pt x="0" y="11"/>
                  </a:lnTo>
                  <a:cubicBezTo>
                    <a:pt x="61" y="385"/>
                    <a:pt x="203" y="759"/>
                    <a:pt x="203" y="759"/>
                  </a:cubicBezTo>
                  <a:lnTo>
                    <a:pt x="243" y="749"/>
                  </a:lnTo>
                  <a:cubicBezTo>
                    <a:pt x="233" y="749"/>
                    <a:pt x="101" y="375"/>
                    <a:pt x="3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0"/>
            <p:cNvSpPr/>
            <p:nvPr/>
          </p:nvSpPr>
          <p:spPr>
            <a:xfrm>
              <a:off x="6445102" y="3636439"/>
              <a:ext cx="4507" cy="10949"/>
            </a:xfrm>
            <a:custGeom>
              <a:avLst/>
              <a:gdLst/>
              <a:ahLst/>
              <a:cxnLst/>
              <a:rect l="l" t="t" r="r" b="b"/>
              <a:pathLst>
                <a:path w="142" h="345" extrusionOk="0">
                  <a:moveTo>
                    <a:pt x="41" y="1"/>
                  </a:moveTo>
                  <a:lnTo>
                    <a:pt x="0" y="10"/>
                  </a:lnTo>
                  <a:cubicBezTo>
                    <a:pt x="41" y="163"/>
                    <a:pt x="111" y="345"/>
                    <a:pt x="111" y="345"/>
                  </a:cubicBezTo>
                  <a:lnTo>
                    <a:pt x="142" y="334"/>
                  </a:lnTo>
                  <a:cubicBezTo>
                    <a:pt x="142" y="334"/>
                    <a:pt x="81" y="152"/>
                    <a:pt x="4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0"/>
            <p:cNvSpPr/>
            <p:nvPr/>
          </p:nvSpPr>
          <p:spPr>
            <a:xfrm>
              <a:off x="6401748" y="3616222"/>
              <a:ext cx="59444" cy="10918"/>
            </a:xfrm>
            <a:custGeom>
              <a:avLst/>
              <a:gdLst/>
              <a:ahLst/>
              <a:cxnLst/>
              <a:rect l="l" t="t" r="r" b="b"/>
              <a:pathLst>
                <a:path w="1873" h="344" extrusionOk="0">
                  <a:moveTo>
                    <a:pt x="41" y="0"/>
                  </a:moveTo>
                  <a:cubicBezTo>
                    <a:pt x="11" y="142"/>
                    <a:pt x="0" y="344"/>
                    <a:pt x="0" y="344"/>
                  </a:cubicBezTo>
                  <a:lnTo>
                    <a:pt x="1872" y="243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D48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0"/>
            <p:cNvSpPr/>
            <p:nvPr/>
          </p:nvSpPr>
          <p:spPr>
            <a:xfrm>
              <a:off x="6388577" y="3282026"/>
              <a:ext cx="113366" cy="342257"/>
            </a:xfrm>
            <a:custGeom>
              <a:avLst/>
              <a:gdLst/>
              <a:ahLst/>
              <a:cxnLst/>
              <a:rect l="l" t="t" r="r" b="b"/>
              <a:pathLst>
                <a:path w="3572" h="10784" extrusionOk="0">
                  <a:moveTo>
                    <a:pt x="3571" y="0"/>
                  </a:moveTo>
                  <a:cubicBezTo>
                    <a:pt x="3571" y="0"/>
                    <a:pt x="1771" y="101"/>
                    <a:pt x="1377" y="1699"/>
                  </a:cubicBezTo>
                  <a:cubicBezTo>
                    <a:pt x="982" y="3298"/>
                    <a:pt x="1" y="10429"/>
                    <a:pt x="1" y="10429"/>
                  </a:cubicBezTo>
                  <a:lnTo>
                    <a:pt x="2752" y="10783"/>
                  </a:lnTo>
                  <a:lnTo>
                    <a:pt x="3571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0"/>
            <p:cNvSpPr/>
            <p:nvPr/>
          </p:nvSpPr>
          <p:spPr>
            <a:xfrm>
              <a:off x="6396607" y="3589563"/>
              <a:ext cx="76138" cy="13203"/>
            </a:xfrm>
            <a:custGeom>
              <a:avLst/>
              <a:gdLst/>
              <a:ahLst/>
              <a:cxnLst/>
              <a:rect l="l" t="t" r="r" b="b"/>
              <a:pathLst>
                <a:path w="2399" h="416" extrusionOk="0">
                  <a:moveTo>
                    <a:pt x="11" y="1"/>
                  </a:moveTo>
                  <a:lnTo>
                    <a:pt x="0" y="71"/>
                  </a:lnTo>
                  <a:lnTo>
                    <a:pt x="2388" y="415"/>
                  </a:lnTo>
                  <a:lnTo>
                    <a:pt x="2398" y="354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0"/>
            <p:cNvSpPr/>
            <p:nvPr/>
          </p:nvSpPr>
          <p:spPr>
            <a:xfrm>
              <a:off x="6493247" y="3284883"/>
              <a:ext cx="100830" cy="35038"/>
            </a:xfrm>
            <a:custGeom>
              <a:avLst/>
              <a:gdLst/>
              <a:ahLst/>
              <a:cxnLst/>
              <a:rect l="l" t="t" r="r" b="b"/>
              <a:pathLst>
                <a:path w="3177" h="1104" extrusionOk="0">
                  <a:moveTo>
                    <a:pt x="3137" y="1"/>
                  </a:moveTo>
                  <a:cubicBezTo>
                    <a:pt x="3137" y="11"/>
                    <a:pt x="2883" y="1063"/>
                    <a:pt x="1619" y="1063"/>
                  </a:cubicBezTo>
                  <a:cubicBezTo>
                    <a:pt x="354" y="1063"/>
                    <a:pt x="41" y="243"/>
                    <a:pt x="41" y="234"/>
                  </a:cubicBezTo>
                  <a:lnTo>
                    <a:pt x="1" y="254"/>
                  </a:lnTo>
                  <a:cubicBezTo>
                    <a:pt x="1" y="264"/>
                    <a:pt x="324" y="1104"/>
                    <a:pt x="1619" y="1104"/>
                  </a:cubicBezTo>
                  <a:cubicBezTo>
                    <a:pt x="2914" y="1104"/>
                    <a:pt x="3177" y="21"/>
                    <a:pt x="3177" y="11"/>
                  </a:cubicBezTo>
                  <a:lnTo>
                    <a:pt x="3137" y="1"/>
                  </a:lnTo>
                  <a:close/>
                </a:path>
              </a:pathLst>
            </a:custGeom>
            <a:solidFill>
              <a:srgbClr val="EF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0"/>
            <p:cNvSpPr/>
            <p:nvPr/>
          </p:nvSpPr>
          <p:spPr>
            <a:xfrm>
              <a:off x="6481695" y="3360989"/>
              <a:ext cx="10949" cy="187537"/>
            </a:xfrm>
            <a:custGeom>
              <a:avLst/>
              <a:gdLst/>
              <a:ahLst/>
              <a:cxnLst/>
              <a:rect l="l" t="t" r="r" b="b"/>
              <a:pathLst>
                <a:path w="345" h="5909" extrusionOk="0">
                  <a:moveTo>
                    <a:pt x="304" y="0"/>
                  </a:moveTo>
                  <a:lnTo>
                    <a:pt x="1" y="5898"/>
                  </a:lnTo>
                  <a:lnTo>
                    <a:pt x="41" y="5908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0"/>
            <p:cNvSpPr/>
            <p:nvPr/>
          </p:nvSpPr>
          <p:spPr>
            <a:xfrm>
              <a:off x="6608201" y="3288437"/>
              <a:ext cx="41100" cy="43703"/>
            </a:xfrm>
            <a:custGeom>
              <a:avLst/>
              <a:gdLst/>
              <a:ahLst/>
              <a:cxnLst/>
              <a:rect l="l" t="t" r="r" b="b"/>
              <a:pathLst>
                <a:path w="1295" h="1377" extrusionOk="0">
                  <a:moveTo>
                    <a:pt x="10" y="0"/>
                  </a:moveTo>
                  <a:lnTo>
                    <a:pt x="0" y="30"/>
                  </a:lnTo>
                  <a:cubicBezTo>
                    <a:pt x="10" y="41"/>
                    <a:pt x="860" y="394"/>
                    <a:pt x="1254" y="1376"/>
                  </a:cubicBezTo>
                  <a:lnTo>
                    <a:pt x="1295" y="1356"/>
                  </a:lnTo>
                  <a:cubicBezTo>
                    <a:pt x="890" y="365"/>
                    <a:pt x="20" y="0"/>
                    <a:pt x="1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0"/>
            <p:cNvSpPr/>
            <p:nvPr/>
          </p:nvSpPr>
          <p:spPr>
            <a:xfrm>
              <a:off x="6542345" y="3250860"/>
              <a:ext cx="15456" cy="7077"/>
            </a:xfrm>
            <a:custGeom>
              <a:avLst/>
              <a:gdLst/>
              <a:ahLst/>
              <a:cxnLst/>
              <a:rect l="l" t="t" r="r" b="b"/>
              <a:pathLst>
                <a:path w="487" h="223" extrusionOk="0">
                  <a:moveTo>
                    <a:pt x="1" y="0"/>
                  </a:moveTo>
                  <a:cubicBezTo>
                    <a:pt x="62" y="41"/>
                    <a:pt x="143" y="102"/>
                    <a:pt x="163" y="223"/>
                  </a:cubicBezTo>
                  <a:cubicBezTo>
                    <a:pt x="345" y="193"/>
                    <a:pt x="436" y="81"/>
                    <a:pt x="487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0"/>
            <p:cNvSpPr/>
            <p:nvPr/>
          </p:nvSpPr>
          <p:spPr>
            <a:xfrm>
              <a:off x="6533078" y="3247972"/>
              <a:ext cx="25993" cy="2920"/>
            </a:xfrm>
            <a:custGeom>
              <a:avLst/>
              <a:gdLst/>
              <a:ahLst/>
              <a:cxnLst/>
              <a:rect l="l" t="t" r="r" b="b"/>
              <a:pathLst>
                <a:path w="819" h="92" extrusionOk="0">
                  <a:moveTo>
                    <a:pt x="10" y="1"/>
                  </a:moveTo>
                  <a:cubicBezTo>
                    <a:pt x="10" y="1"/>
                    <a:pt x="0" y="41"/>
                    <a:pt x="10" y="91"/>
                  </a:cubicBezTo>
                  <a:lnTo>
                    <a:pt x="779" y="91"/>
                  </a:lnTo>
                  <a:cubicBezTo>
                    <a:pt x="809" y="41"/>
                    <a:pt x="819" y="1"/>
                    <a:pt x="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0"/>
            <p:cNvSpPr/>
            <p:nvPr/>
          </p:nvSpPr>
          <p:spPr>
            <a:xfrm>
              <a:off x="6533364" y="3250860"/>
              <a:ext cx="14155" cy="7427"/>
            </a:xfrm>
            <a:custGeom>
              <a:avLst/>
              <a:gdLst/>
              <a:ahLst/>
              <a:cxnLst/>
              <a:rect l="l" t="t" r="r" b="b"/>
              <a:pathLst>
                <a:path w="446" h="234" extrusionOk="0">
                  <a:moveTo>
                    <a:pt x="1" y="0"/>
                  </a:moveTo>
                  <a:cubicBezTo>
                    <a:pt x="21" y="102"/>
                    <a:pt x="92" y="233"/>
                    <a:pt x="345" y="233"/>
                  </a:cubicBezTo>
                  <a:lnTo>
                    <a:pt x="416" y="233"/>
                  </a:lnTo>
                  <a:cubicBezTo>
                    <a:pt x="426" y="233"/>
                    <a:pt x="436" y="223"/>
                    <a:pt x="446" y="223"/>
                  </a:cubicBezTo>
                  <a:cubicBezTo>
                    <a:pt x="426" y="102"/>
                    <a:pt x="345" y="41"/>
                    <a:pt x="284" y="0"/>
                  </a:cubicBezTo>
                  <a:close/>
                </a:path>
              </a:pathLst>
            </a:custGeom>
            <a:solidFill>
              <a:srgbClr val="E2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0"/>
            <p:cNvSpPr/>
            <p:nvPr/>
          </p:nvSpPr>
          <p:spPr>
            <a:xfrm>
              <a:off x="6778345" y="3295483"/>
              <a:ext cx="4507" cy="21550"/>
            </a:xfrm>
            <a:custGeom>
              <a:avLst/>
              <a:gdLst/>
              <a:ahLst/>
              <a:cxnLst/>
              <a:rect l="l" t="t" r="r" b="b"/>
              <a:pathLst>
                <a:path w="142" h="679" extrusionOk="0">
                  <a:moveTo>
                    <a:pt x="91" y="1"/>
                  </a:moveTo>
                  <a:cubicBezTo>
                    <a:pt x="91" y="11"/>
                    <a:pt x="21" y="365"/>
                    <a:pt x="0" y="678"/>
                  </a:cubicBezTo>
                  <a:lnTo>
                    <a:pt x="51" y="678"/>
                  </a:lnTo>
                  <a:cubicBezTo>
                    <a:pt x="71" y="375"/>
                    <a:pt x="142" y="11"/>
                    <a:pt x="142" y="11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0"/>
            <p:cNvSpPr/>
            <p:nvPr/>
          </p:nvSpPr>
          <p:spPr>
            <a:xfrm>
              <a:off x="6765809" y="3290024"/>
              <a:ext cx="6443" cy="26342"/>
            </a:xfrm>
            <a:custGeom>
              <a:avLst/>
              <a:gdLst/>
              <a:ahLst/>
              <a:cxnLst/>
              <a:rect l="l" t="t" r="r" b="b"/>
              <a:pathLst>
                <a:path w="203" h="830" extrusionOk="0">
                  <a:moveTo>
                    <a:pt x="162" y="1"/>
                  </a:moveTo>
                  <a:cubicBezTo>
                    <a:pt x="162" y="1"/>
                    <a:pt x="51" y="416"/>
                    <a:pt x="0" y="830"/>
                  </a:cubicBezTo>
                  <a:lnTo>
                    <a:pt x="51" y="830"/>
                  </a:lnTo>
                  <a:cubicBezTo>
                    <a:pt x="92" y="425"/>
                    <a:pt x="203" y="11"/>
                    <a:pt x="203" y="11"/>
                  </a:cubicBezTo>
                  <a:lnTo>
                    <a:pt x="162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0"/>
            <p:cNvSpPr/>
            <p:nvPr/>
          </p:nvSpPr>
          <p:spPr>
            <a:xfrm>
              <a:off x="6729216" y="3224074"/>
              <a:ext cx="124284" cy="136598"/>
            </a:xfrm>
            <a:custGeom>
              <a:avLst/>
              <a:gdLst/>
              <a:ahLst/>
              <a:cxnLst/>
              <a:rect l="l" t="t" r="r" b="b"/>
              <a:pathLst>
                <a:path w="3916" h="4304" extrusionOk="0">
                  <a:moveTo>
                    <a:pt x="2888" y="1"/>
                  </a:moveTo>
                  <a:cubicBezTo>
                    <a:pt x="2884" y="1"/>
                    <a:pt x="2879" y="2"/>
                    <a:pt x="2873" y="5"/>
                  </a:cubicBezTo>
                  <a:lnTo>
                    <a:pt x="21" y="844"/>
                  </a:lnTo>
                  <a:cubicBezTo>
                    <a:pt x="11" y="844"/>
                    <a:pt x="0" y="855"/>
                    <a:pt x="0" y="875"/>
                  </a:cubicBezTo>
                  <a:lnTo>
                    <a:pt x="1012" y="4284"/>
                  </a:lnTo>
                  <a:cubicBezTo>
                    <a:pt x="1012" y="4304"/>
                    <a:pt x="1022" y="4304"/>
                    <a:pt x="1043" y="4304"/>
                  </a:cubicBezTo>
                  <a:lnTo>
                    <a:pt x="3895" y="3465"/>
                  </a:lnTo>
                  <a:cubicBezTo>
                    <a:pt x="3905" y="3465"/>
                    <a:pt x="3915" y="3445"/>
                    <a:pt x="3915" y="3434"/>
                  </a:cubicBezTo>
                  <a:lnTo>
                    <a:pt x="2904" y="15"/>
                  </a:lnTo>
                  <a:cubicBezTo>
                    <a:pt x="2904" y="8"/>
                    <a:pt x="2899" y="1"/>
                    <a:pt x="2888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0"/>
            <p:cNvSpPr/>
            <p:nvPr/>
          </p:nvSpPr>
          <p:spPr>
            <a:xfrm>
              <a:off x="6736610" y="3232579"/>
              <a:ext cx="108860" cy="117524"/>
            </a:xfrm>
            <a:custGeom>
              <a:avLst/>
              <a:gdLst/>
              <a:ahLst/>
              <a:cxnLst/>
              <a:rect l="l" t="t" r="r" b="b"/>
              <a:pathLst>
                <a:path w="3430" h="3703" extrusionOk="0">
                  <a:moveTo>
                    <a:pt x="2559" y="0"/>
                  </a:moveTo>
                  <a:lnTo>
                    <a:pt x="10" y="758"/>
                  </a:lnTo>
                  <a:cubicBezTo>
                    <a:pt x="0" y="758"/>
                    <a:pt x="0" y="769"/>
                    <a:pt x="0" y="769"/>
                  </a:cubicBezTo>
                  <a:lnTo>
                    <a:pt x="860" y="3692"/>
                  </a:lnTo>
                  <a:cubicBezTo>
                    <a:pt x="860" y="3703"/>
                    <a:pt x="870" y="3703"/>
                    <a:pt x="870" y="3703"/>
                  </a:cubicBezTo>
                  <a:lnTo>
                    <a:pt x="3419" y="2954"/>
                  </a:lnTo>
                  <a:cubicBezTo>
                    <a:pt x="3429" y="2943"/>
                    <a:pt x="3429" y="2943"/>
                    <a:pt x="3429" y="2934"/>
                  </a:cubicBezTo>
                  <a:lnTo>
                    <a:pt x="2570" y="10"/>
                  </a:lnTo>
                  <a:cubicBezTo>
                    <a:pt x="2570" y="10"/>
                    <a:pt x="2570" y="0"/>
                    <a:pt x="2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0"/>
            <p:cNvSpPr/>
            <p:nvPr/>
          </p:nvSpPr>
          <p:spPr>
            <a:xfrm>
              <a:off x="6773839" y="3239213"/>
              <a:ext cx="4856" cy="4380"/>
            </a:xfrm>
            <a:custGeom>
              <a:avLst/>
              <a:gdLst/>
              <a:ahLst/>
              <a:cxnLst/>
              <a:rect l="l" t="t" r="r" b="b"/>
              <a:pathLst>
                <a:path w="153" h="138" extrusionOk="0">
                  <a:moveTo>
                    <a:pt x="78" y="1"/>
                  </a:moveTo>
                  <a:cubicBezTo>
                    <a:pt x="72" y="1"/>
                    <a:pt x="67" y="2"/>
                    <a:pt x="61" y="3"/>
                  </a:cubicBezTo>
                  <a:cubicBezTo>
                    <a:pt x="21" y="14"/>
                    <a:pt x="1" y="54"/>
                    <a:pt x="10" y="84"/>
                  </a:cubicBezTo>
                  <a:cubicBezTo>
                    <a:pt x="19" y="118"/>
                    <a:pt x="49" y="138"/>
                    <a:pt x="82" y="138"/>
                  </a:cubicBezTo>
                  <a:cubicBezTo>
                    <a:pt x="88" y="138"/>
                    <a:pt x="95" y="137"/>
                    <a:pt x="102" y="135"/>
                  </a:cubicBezTo>
                  <a:cubicBezTo>
                    <a:pt x="132" y="125"/>
                    <a:pt x="152" y="84"/>
                    <a:pt x="142" y="44"/>
                  </a:cubicBezTo>
                  <a:cubicBezTo>
                    <a:pt x="134" y="19"/>
                    <a:pt x="104" y="1"/>
                    <a:pt x="78" y="1"/>
                  </a:cubicBezTo>
                  <a:close/>
                </a:path>
              </a:pathLst>
            </a:custGeom>
            <a:solidFill>
              <a:srgbClr val="2D23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0"/>
            <p:cNvSpPr/>
            <p:nvPr/>
          </p:nvSpPr>
          <p:spPr>
            <a:xfrm>
              <a:off x="6774791" y="3239943"/>
              <a:ext cx="2952" cy="2698"/>
            </a:xfrm>
            <a:custGeom>
              <a:avLst/>
              <a:gdLst/>
              <a:ahLst/>
              <a:cxnLst/>
              <a:rect l="l" t="t" r="r" b="b"/>
              <a:pathLst>
                <a:path w="93" h="85" extrusionOk="0">
                  <a:moveTo>
                    <a:pt x="41" y="0"/>
                  </a:moveTo>
                  <a:cubicBezTo>
                    <a:pt x="11" y="11"/>
                    <a:pt x="1" y="31"/>
                    <a:pt x="11" y="51"/>
                  </a:cubicBezTo>
                  <a:cubicBezTo>
                    <a:pt x="19" y="68"/>
                    <a:pt x="34" y="84"/>
                    <a:pt x="50" y="84"/>
                  </a:cubicBezTo>
                  <a:cubicBezTo>
                    <a:pt x="54" y="84"/>
                    <a:pt x="58" y="83"/>
                    <a:pt x="61" y="81"/>
                  </a:cubicBezTo>
                  <a:cubicBezTo>
                    <a:pt x="82" y="72"/>
                    <a:pt x="92" y="51"/>
                    <a:pt x="92" y="31"/>
                  </a:cubicBezTo>
                  <a:cubicBezTo>
                    <a:pt x="82" y="11"/>
                    <a:pt x="61" y="0"/>
                    <a:pt x="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0"/>
            <p:cNvSpPr/>
            <p:nvPr/>
          </p:nvSpPr>
          <p:spPr>
            <a:xfrm>
              <a:off x="6763238" y="3248607"/>
              <a:ext cx="34403" cy="12885"/>
            </a:xfrm>
            <a:custGeom>
              <a:avLst/>
              <a:gdLst/>
              <a:ahLst/>
              <a:cxnLst/>
              <a:rect l="l" t="t" r="r" b="b"/>
              <a:pathLst>
                <a:path w="1084" h="406" extrusionOk="0">
                  <a:moveTo>
                    <a:pt x="1053" y="1"/>
                  </a:moveTo>
                  <a:lnTo>
                    <a:pt x="1" y="314"/>
                  </a:lnTo>
                  <a:lnTo>
                    <a:pt x="21" y="406"/>
                  </a:lnTo>
                  <a:lnTo>
                    <a:pt x="1083" y="92"/>
                  </a:lnTo>
                  <a:lnTo>
                    <a:pt x="1053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0"/>
            <p:cNvSpPr/>
            <p:nvPr/>
          </p:nvSpPr>
          <p:spPr>
            <a:xfrm>
              <a:off x="6754891" y="3262413"/>
              <a:ext cx="61380" cy="20566"/>
            </a:xfrm>
            <a:custGeom>
              <a:avLst/>
              <a:gdLst/>
              <a:ahLst/>
              <a:cxnLst/>
              <a:rect l="l" t="t" r="r" b="b"/>
              <a:pathLst>
                <a:path w="1934" h="648" extrusionOk="0">
                  <a:moveTo>
                    <a:pt x="1902" y="1"/>
                  </a:moveTo>
                  <a:lnTo>
                    <a:pt x="1" y="557"/>
                  </a:lnTo>
                  <a:lnTo>
                    <a:pt x="31" y="648"/>
                  </a:lnTo>
                  <a:lnTo>
                    <a:pt x="1933" y="92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0"/>
            <p:cNvSpPr/>
            <p:nvPr/>
          </p:nvSpPr>
          <p:spPr>
            <a:xfrm>
              <a:off x="6757462" y="3270442"/>
              <a:ext cx="61031" cy="20598"/>
            </a:xfrm>
            <a:custGeom>
              <a:avLst/>
              <a:gdLst/>
              <a:ahLst/>
              <a:cxnLst/>
              <a:rect l="l" t="t" r="r" b="b"/>
              <a:pathLst>
                <a:path w="1923" h="649" extrusionOk="0">
                  <a:moveTo>
                    <a:pt x="1892" y="1"/>
                  </a:moveTo>
                  <a:lnTo>
                    <a:pt x="0" y="557"/>
                  </a:lnTo>
                  <a:lnTo>
                    <a:pt x="21" y="648"/>
                  </a:lnTo>
                  <a:lnTo>
                    <a:pt x="1922" y="92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0"/>
            <p:cNvSpPr/>
            <p:nvPr/>
          </p:nvSpPr>
          <p:spPr>
            <a:xfrm>
              <a:off x="6759715" y="3278472"/>
              <a:ext cx="61031" cy="20566"/>
            </a:xfrm>
            <a:custGeom>
              <a:avLst/>
              <a:gdLst/>
              <a:ahLst/>
              <a:cxnLst/>
              <a:rect l="l" t="t" r="r" b="b"/>
              <a:pathLst>
                <a:path w="1923" h="648" extrusionOk="0">
                  <a:moveTo>
                    <a:pt x="1902" y="0"/>
                  </a:moveTo>
                  <a:lnTo>
                    <a:pt x="1" y="557"/>
                  </a:lnTo>
                  <a:lnTo>
                    <a:pt x="31" y="648"/>
                  </a:lnTo>
                  <a:lnTo>
                    <a:pt x="1923" y="92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0"/>
            <p:cNvSpPr/>
            <p:nvPr/>
          </p:nvSpPr>
          <p:spPr>
            <a:xfrm>
              <a:off x="6761969" y="3286501"/>
              <a:ext cx="61349" cy="20598"/>
            </a:xfrm>
            <a:custGeom>
              <a:avLst/>
              <a:gdLst/>
              <a:ahLst/>
              <a:cxnLst/>
              <a:rect l="l" t="t" r="r" b="b"/>
              <a:pathLst>
                <a:path w="1933" h="649" extrusionOk="0">
                  <a:moveTo>
                    <a:pt x="1902" y="1"/>
                  </a:moveTo>
                  <a:lnTo>
                    <a:pt x="0" y="557"/>
                  </a:lnTo>
                  <a:lnTo>
                    <a:pt x="31" y="648"/>
                  </a:lnTo>
                  <a:lnTo>
                    <a:pt x="1933" y="91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0"/>
            <p:cNvSpPr/>
            <p:nvPr/>
          </p:nvSpPr>
          <p:spPr>
            <a:xfrm>
              <a:off x="6764508" y="3294531"/>
              <a:ext cx="61031" cy="20566"/>
            </a:xfrm>
            <a:custGeom>
              <a:avLst/>
              <a:gdLst/>
              <a:ahLst/>
              <a:cxnLst/>
              <a:rect l="l" t="t" r="r" b="b"/>
              <a:pathLst>
                <a:path w="1923" h="648" extrusionOk="0">
                  <a:moveTo>
                    <a:pt x="1903" y="0"/>
                  </a:moveTo>
                  <a:lnTo>
                    <a:pt x="1" y="567"/>
                  </a:lnTo>
                  <a:lnTo>
                    <a:pt x="21" y="648"/>
                  </a:lnTo>
                  <a:lnTo>
                    <a:pt x="1923" y="92"/>
                  </a:lnTo>
                  <a:lnTo>
                    <a:pt x="190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0"/>
            <p:cNvSpPr/>
            <p:nvPr/>
          </p:nvSpPr>
          <p:spPr>
            <a:xfrm>
              <a:off x="6766793" y="3302561"/>
              <a:ext cx="61317" cy="20566"/>
            </a:xfrm>
            <a:custGeom>
              <a:avLst/>
              <a:gdLst/>
              <a:ahLst/>
              <a:cxnLst/>
              <a:rect l="l" t="t" r="r" b="b"/>
              <a:pathLst>
                <a:path w="1932" h="648" extrusionOk="0">
                  <a:moveTo>
                    <a:pt x="1902" y="0"/>
                  </a:moveTo>
                  <a:lnTo>
                    <a:pt x="0" y="567"/>
                  </a:lnTo>
                  <a:lnTo>
                    <a:pt x="30" y="648"/>
                  </a:lnTo>
                  <a:lnTo>
                    <a:pt x="1932" y="91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0"/>
            <p:cNvSpPr/>
            <p:nvPr/>
          </p:nvSpPr>
          <p:spPr>
            <a:xfrm>
              <a:off x="6769014" y="3319255"/>
              <a:ext cx="32785" cy="11902"/>
            </a:xfrm>
            <a:custGeom>
              <a:avLst/>
              <a:gdLst/>
              <a:ahLst/>
              <a:cxnLst/>
              <a:rect l="l" t="t" r="r" b="b"/>
              <a:pathLst>
                <a:path w="1033" h="375" extrusionOk="0">
                  <a:moveTo>
                    <a:pt x="1002" y="0"/>
                  </a:moveTo>
                  <a:lnTo>
                    <a:pt x="1" y="293"/>
                  </a:lnTo>
                  <a:lnTo>
                    <a:pt x="31" y="374"/>
                  </a:lnTo>
                  <a:lnTo>
                    <a:pt x="1032" y="8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4" name="Google Shape;2304;p40"/>
          <p:cNvGrpSpPr/>
          <p:nvPr/>
        </p:nvGrpSpPr>
        <p:grpSpPr>
          <a:xfrm>
            <a:off x="7003996" y="1333200"/>
            <a:ext cx="1402115" cy="3117709"/>
            <a:chOff x="7390562" y="3028888"/>
            <a:chExt cx="484156" cy="1076631"/>
          </a:xfrm>
        </p:grpSpPr>
        <p:sp>
          <p:nvSpPr>
            <p:cNvPr id="2305" name="Google Shape;2305;p40"/>
            <p:cNvSpPr/>
            <p:nvPr/>
          </p:nvSpPr>
          <p:spPr>
            <a:xfrm>
              <a:off x="7390562" y="4050264"/>
              <a:ext cx="484156" cy="55255"/>
            </a:xfrm>
            <a:custGeom>
              <a:avLst/>
              <a:gdLst/>
              <a:ahLst/>
              <a:cxnLst/>
              <a:rect l="l" t="t" r="r" b="b"/>
              <a:pathLst>
                <a:path w="15255" h="1741" extrusionOk="0">
                  <a:moveTo>
                    <a:pt x="7628" y="0"/>
                  </a:moveTo>
                  <a:cubicBezTo>
                    <a:pt x="3420" y="0"/>
                    <a:pt x="0" y="385"/>
                    <a:pt x="0" y="870"/>
                  </a:cubicBezTo>
                  <a:cubicBezTo>
                    <a:pt x="0" y="1356"/>
                    <a:pt x="3420" y="1740"/>
                    <a:pt x="7628" y="1740"/>
                  </a:cubicBezTo>
                  <a:cubicBezTo>
                    <a:pt x="11836" y="1740"/>
                    <a:pt x="15255" y="1356"/>
                    <a:pt x="15255" y="870"/>
                  </a:cubicBezTo>
                  <a:cubicBezTo>
                    <a:pt x="15255" y="385"/>
                    <a:pt x="11836" y="0"/>
                    <a:pt x="76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0"/>
            <p:cNvSpPr/>
            <p:nvPr/>
          </p:nvSpPr>
          <p:spPr>
            <a:xfrm>
              <a:off x="7505197" y="3028888"/>
              <a:ext cx="68712" cy="75599"/>
            </a:xfrm>
            <a:custGeom>
              <a:avLst/>
              <a:gdLst/>
              <a:ahLst/>
              <a:cxnLst/>
              <a:rect l="l" t="t" r="r" b="b"/>
              <a:pathLst>
                <a:path w="2165" h="2382" extrusionOk="0">
                  <a:moveTo>
                    <a:pt x="946" y="1"/>
                  </a:moveTo>
                  <a:cubicBezTo>
                    <a:pt x="868" y="1"/>
                    <a:pt x="758" y="106"/>
                    <a:pt x="758" y="106"/>
                  </a:cubicBezTo>
                  <a:cubicBezTo>
                    <a:pt x="758" y="39"/>
                    <a:pt x="741" y="8"/>
                    <a:pt x="711" y="8"/>
                  </a:cubicBezTo>
                  <a:cubicBezTo>
                    <a:pt x="613" y="8"/>
                    <a:pt x="387" y="341"/>
                    <a:pt x="232" y="875"/>
                  </a:cubicBezTo>
                  <a:cubicBezTo>
                    <a:pt x="0" y="1644"/>
                    <a:pt x="273" y="2382"/>
                    <a:pt x="273" y="2382"/>
                  </a:cubicBezTo>
                  <a:lnTo>
                    <a:pt x="1558" y="2159"/>
                  </a:lnTo>
                  <a:cubicBezTo>
                    <a:pt x="1558" y="2159"/>
                    <a:pt x="2165" y="1087"/>
                    <a:pt x="1922" y="945"/>
                  </a:cubicBezTo>
                  <a:cubicBezTo>
                    <a:pt x="1903" y="934"/>
                    <a:pt x="1882" y="929"/>
                    <a:pt x="1860" y="929"/>
                  </a:cubicBezTo>
                  <a:cubicBezTo>
                    <a:pt x="1693" y="929"/>
                    <a:pt x="1487" y="1239"/>
                    <a:pt x="1487" y="1239"/>
                  </a:cubicBezTo>
                  <a:cubicBezTo>
                    <a:pt x="1659" y="713"/>
                    <a:pt x="1790" y="96"/>
                    <a:pt x="1639" y="35"/>
                  </a:cubicBezTo>
                  <a:cubicBezTo>
                    <a:pt x="1627" y="30"/>
                    <a:pt x="1615" y="28"/>
                    <a:pt x="1602" y="28"/>
                  </a:cubicBezTo>
                  <a:cubicBezTo>
                    <a:pt x="1486" y="28"/>
                    <a:pt x="1345" y="217"/>
                    <a:pt x="1345" y="217"/>
                  </a:cubicBezTo>
                  <a:cubicBezTo>
                    <a:pt x="1345" y="217"/>
                    <a:pt x="1345" y="75"/>
                    <a:pt x="1264" y="35"/>
                  </a:cubicBezTo>
                  <a:cubicBezTo>
                    <a:pt x="1250" y="27"/>
                    <a:pt x="1236" y="23"/>
                    <a:pt x="1221" y="23"/>
                  </a:cubicBezTo>
                  <a:cubicBezTo>
                    <a:pt x="1127" y="23"/>
                    <a:pt x="1021" y="167"/>
                    <a:pt x="1021" y="167"/>
                  </a:cubicBezTo>
                  <a:cubicBezTo>
                    <a:pt x="1029" y="40"/>
                    <a:pt x="993" y="1"/>
                    <a:pt x="946" y="1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0"/>
            <p:cNvSpPr/>
            <p:nvPr/>
          </p:nvSpPr>
          <p:spPr>
            <a:xfrm>
              <a:off x="7521542" y="3031903"/>
              <a:ext cx="8379" cy="19614"/>
            </a:xfrm>
            <a:custGeom>
              <a:avLst/>
              <a:gdLst/>
              <a:ahLst/>
              <a:cxnLst/>
              <a:rect l="l" t="t" r="r" b="b"/>
              <a:pathLst>
                <a:path w="264" h="618" extrusionOk="0">
                  <a:moveTo>
                    <a:pt x="214" y="1"/>
                  </a:moveTo>
                  <a:cubicBezTo>
                    <a:pt x="214" y="1"/>
                    <a:pt x="112" y="365"/>
                    <a:pt x="1" y="598"/>
                  </a:cubicBezTo>
                  <a:lnTo>
                    <a:pt x="52" y="618"/>
                  </a:lnTo>
                  <a:cubicBezTo>
                    <a:pt x="163" y="385"/>
                    <a:pt x="264" y="11"/>
                    <a:pt x="264" y="11"/>
                  </a:cubicBezTo>
                  <a:lnTo>
                    <a:pt x="214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0"/>
            <p:cNvSpPr/>
            <p:nvPr/>
          </p:nvSpPr>
          <p:spPr>
            <a:xfrm>
              <a:off x="7530524" y="3033839"/>
              <a:ext cx="8093" cy="18630"/>
            </a:xfrm>
            <a:custGeom>
              <a:avLst/>
              <a:gdLst/>
              <a:ahLst/>
              <a:cxnLst/>
              <a:rect l="l" t="t" r="r" b="b"/>
              <a:pathLst>
                <a:path w="255" h="587" extrusionOk="0">
                  <a:moveTo>
                    <a:pt x="203" y="0"/>
                  </a:moveTo>
                  <a:cubicBezTo>
                    <a:pt x="203" y="0"/>
                    <a:pt x="113" y="314"/>
                    <a:pt x="1" y="567"/>
                  </a:cubicBezTo>
                  <a:lnTo>
                    <a:pt x="41" y="587"/>
                  </a:lnTo>
                  <a:cubicBezTo>
                    <a:pt x="153" y="334"/>
                    <a:pt x="254" y="20"/>
                    <a:pt x="254" y="11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0"/>
            <p:cNvSpPr/>
            <p:nvPr/>
          </p:nvSpPr>
          <p:spPr>
            <a:xfrm>
              <a:off x="7539855" y="3034791"/>
              <a:ext cx="9013" cy="23168"/>
            </a:xfrm>
            <a:custGeom>
              <a:avLst/>
              <a:gdLst/>
              <a:ahLst/>
              <a:cxnLst/>
              <a:rect l="l" t="t" r="r" b="b"/>
              <a:pathLst>
                <a:path w="284" h="730" extrusionOk="0">
                  <a:moveTo>
                    <a:pt x="243" y="1"/>
                  </a:moveTo>
                  <a:cubicBezTo>
                    <a:pt x="243" y="11"/>
                    <a:pt x="152" y="375"/>
                    <a:pt x="1" y="709"/>
                  </a:cubicBezTo>
                  <a:lnTo>
                    <a:pt x="51" y="729"/>
                  </a:lnTo>
                  <a:cubicBezTo>
                    <a:pt x="192" y="385"/>
                    <a:pt x="284" y="21"/>
                    <a:pt x="284" y="11"/>
                  </a:cubicBezTo>
                  <a:lnTo>
                    <a:pt x="243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0"/>
            <p:cNvSpPr/>
            <p:nvPr/>
          </p:nvSpPr>
          <p:spPr>
            <a:xfrm>
              <a:off x="7546583" y="3066592"/>
              <a:ext cx="6792" cy="9966"/>
            </a:xfrm>
            <a:custGeom>
              <a:avLst/>
              <a:gdLst/>
              <a:ahLst/>
              <a:cxnLst/>
              <a:rect l="l" t="t" r="r" b="b"/>
              <a:pathLst>
                <a:path w="214" h="314" extrusionOk="0">
                  <a:moveTo>
                    <a:pt x="173" y="0"/>
                  </a:moveTo>
                  <a:cubicBezTo>
                    <a:pt x="173" y="0"/>
                    <a:pt x="82" y="162"/>
                    <a:pt x="1" y="283"/>
                  </a:cubicBezTo>
                  <a:lnTo>
                    <a:pt x="41" y="314"/>
                  </a:lnTo>
                  <a:cubicBezTo>
                    <a:pt x="122" y="193"/>
                    <a:pt x="214" y="20"/>
                    <a:pt x="214" y="20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0"/>
            <p:cNvSpPr/>
            <p:nvPr/>
          </p:nvSpPr>
          <p:spPr>
            <a:xfrm>
              <a:off x="7535380" y="3672715"/>
              <a:ext cx="102100" cy="362157"/>
            </a:xfrm>
            <a:custGeom>
              <a:avLst/>
              <a:gdLst/>
              <a:ahLst/>
              <a:cxnLst/>
              <a:rect l="l" t="t" r="r" b="b"/>
              <a:pathLst>
                <a:path w="3217" h="11411" extrusionOk="0">
                  <a:moveTo>
                    <a:pt x="313" y="0"/>
                  </a:moveTo>
                  <a:cubicBezTo>
                    <a:pt x="313" y="0"/>
                    <a:pt x="0" y="2651"/>
                    <a:pt x="596" y="5018"/>
                  </a:cubicBezTo>
                  <a:cubicBezTo>
                    <a:pt x="596" y="5018"/>
                    <a:pt x="910" y="8306"/>
                    <a:pt x="1517" y="11411"/>
                  </a:cubicBezTo>
                  <a:lnTo>
                    <a:pt x="2781" y="11381"/>
                  </a:lnTo>
                  <a:cubicBezTo>
                    <a:pt x="2781" y="11381"/>
                    <a:pt x="3217" y="7820"/>
                    <a:pt x="2620" y="5494"/>
                  </a:cubicBezTo>
                  <a:cubicBezTo>
                    <a:pt x="2620" y="5494"/>
                    <a:pt x="3085" y="2034"/>
                    <a:pt x="2792" y="0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0"/>
            <p:cNvSpPr/>
            <p:nvPr/>
          </p:nvSpPr>
          <p:spPr>
            <a:xfrm>
              <a:off x="7627831" y="3672715"/>
              <a:ext cx="102131" cy="362157"/>
            </a:xfrm>
            <a:custGeom>
              <a:avLst/>
              <a:gdLst/>
              <a:ahLst/>
              <a:cxnLst/>
              <a:rect l="l" t="t" r="r" b="b"/>
              <a:pathLst>
                <a:path w="3218" h="11411" extrusionOk="0">
                  <a:moveTo>
                    <a:pt x="324" y="0"/>
                  </a:moveTo>
                  <a:cubicBezTo>
                    <a:pt x="324" y="0"/>
                    <a:pt x="0" y="2651"/>
                    <a:pt x="597" y="5018"/>
                  </a:cubicBezTo>
                  <a:cubicBezTo>
                    <a:pt x="597" y="5018"/>
                    <a:pt x="911" y="8306"/>
                    <a:pt x="1527" y="11411"/>
                  </a:cubicBezTo>
                  <a:lnTo>
                    <a:pt x="2782" y="11381"/>
                  </a:lnTo>
                  <a:cubicBezTo>
                    <a:pt x="2782" y="11381"/>
                    <a:pt x="3217" y="7820"/>
                    <a:pt x="2620" y="5494"/>
                  </a:cubicBezTo>
                  <a:cubicBezTo>
                    <a:pt x="2620" y="5494"/>
                    <a:pt x="3156" y="2034"/>
                    <a:pt x="2863" y="0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0"/>
            <p:cNvSpPr/>
            <p:nvPr/>
          </p:nvSpPr>
          <p:spPr>
            <a:xfrm>
              <a:off x="7633925" y="3116357"/>
              <a:ext cx="86707" cy="176270"/>
            </a:xfrm>
            <a:custGeom>
              <a:avLst/>
              <a:gdLst/>
              <a:ahLst/>
              <a:cxnLst/>
              <a:rect l="l" t="t" r="r" b="b"/>
              <a:pathLst>
                <a:path w="2732" h="5554" extrusionOk="0">
                  <a:moveTo>
                    <a:pt x="0" y="0"/>
                  </a:moveTo>
                  <a:lnTo>
                    <a:pt x="0" y="5553"/>
                  </a:lnTo>
                  <a:lnTo>
                    <a:pt x="20" y="5553"/>
                  </a:lnTo>
                  <a:cubicBezTo>
                    <a:pt x="2297" y="5544"/>
                    <a:pt x="2731" y="4269"/>
                    <a:pt x="2731" y="4269"/>
                  </a:cubicBezTo>
                  <a:lnTo>
                    <a:pt x="2731" y="4269"/>
                  </a:lnTo>
                  <a:cubicBezTo>
                    <a:pt x="2645" y="4311"/>
                    <a:pt x="2539" y="4333"/>
                    <a:pt x="2427" y="4333"/>
                  </a:cubicBezTo>
                  <a:cubicBezTo>
                    <a:pt x="2001" y="4333"/>
                    <a:pt x="1489" y="4017"/>
                    <a:pt x="1649" y="3288"/>
                  </a:cubicBezTo>
                  <a:cubicBezTo>
                    <a:pt x="1852" y="2367"/>
                    <a:pt x="2135" y="0"/>
                    <a:pt x="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0"/>
            <p:cNvSpPr/>
            <p:nvPr/>
          </p:nvSpPr>
          <p:spPr>
            <a:xfrm>
              <a:off x="7544012" y="3116357"/>
              <a:ext cx="86707" cy="176270"/>
            </a:xfrm>
            <a:custGeom>
              <a:avLst/>
              <a:gdLst/>
              <a:ahLst/>
              <a:cxnLst/>
              <a:rect l="l" t="t" r="r" b="b"/>
              <a:pathLst>
                <a:path w="2732" h="5554" extrusionOk="0">
                  <a:moveTo>
                    <a:pt x="2732" y="0"/>
                  </a:moveTo>
                  <a:cubicBezTo>
                    <a:pt x="598" y="0"/>
                    <a:pt x="881" y="2367"/>
                    <a:pt x="1084" y="3288"/>
                  </a:cubicBezTo>
                  <a:cubicBezTo>
                    <a:pt x="1244" y="4017"/>
                    <a:pt x="732" y="4333"/>
                    <a:pt x="306" y="4333"/>
                  </a:cubicBezTo>
                  <a:cubicBezTo>
                    <a:pt x="194" y="4333"/>
                    <a:pt x="87" y="4311"/>
                    <a:pt x="1" y="4269"/>
                  </a:cubicBezTo>
                  <a:lnTo>
                    <a:pt x="1" y="4269"/>
                  </a:lnTo>
                  <a:cubicBezTo>
                    <a:pt x="1" y="4269"/>
                    <a:pt x="426" y="5544"/>
                    <a:pt x="2712" y="5553"/>
                  </a:cubicBezTo>
                  <a:lnTo>
                    <a:pt x="2732" y="5553"/>
                  </a:lnTo>
                  <a:lnTo>
                    <a:pt x="273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0"/>
            <p:cNvSpPr/>
            <p:nvPr/>
          </p:nvSpPr>
          <p:spPr>
            <a:xfrm>
              <a:off x="7578067" y="3116357"/>
              <a:ext cx="111430" cy="111430"/>
            </a:xfrm>
            <a:custGeom>
              <a:avLst/>
              <a:gdLst/>
              <a:ahLst/>
              <a:cxnLst/>
              <a:rect l="l" t="t" r="r" b="b"/>
              <a:pathLst>
                <a:path w="3511" h="3511" extrusionOk="0">
                  <a:moveTo>
                    <a:pt x="1760" y="0"/>
                  </a:moveTo>
                  <a:cubicBezTo>
                    <a:pt x="789" y="0"/>
                    <a:pt x="0" y="789"/>
                    <a:pt x="0" y="1750"/>
                  </a:cubicBezTo>
                  <a:cubicBezTo>
                    <a:pt x="0" y="2721"/>
                    <a:pt x="789" y="3510"/>
                    <a:pt x="1760" y="3510"/>
                  </a:cubicBezTo>
                  <a:cubicBezTo>
                    <a:pt x="2731" y="3510"/>
                    <a:pt x="3511" y="2721"/>
                    <a:pt x="3511" y="1750"/>
                  </a:cubicBezTo>
                  <a:cubicBezTo>
                    <a:pt x="3511" y="789"/>
                    <a:pt x="2731" y="0"/>
                    <a:pt x="1760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0"/>
            <p:cNvSpPr/>
            <p:nvPr/>
          </p:nvSpPr>
          <p:spPr>
            <a:xfrm>
              <a:off x="7664107" y="3184116"/>
              <a:ext cx="26342" cy="27580"/>
            </a:xfrm>
            <a:custGeom>
              <a:avLst/>
              <a:gdLst/>
              <a:ahLst/>
              <a:cxnLst/>
              <a:rect l="l" t="t" r="r" b="b"/>
              <a:pathLst>
                <a:path w="830" h="869" extrusionOk="0">
                  <a:moveTo>
                    <a:pt x="459" y="0"/>
                  </a:moveTo>
                  <a:cubicBezTo>
                    <a:pt x="301" y="0"/>
                    <a:pt x="147" y="121"/>
                    <a:pt x="81" y="303"/>
                  </a:cubicBezTo>
                  <a:cubicBezTo>
                    <a:pt x="0" y="525"/>
                    <a:pt x="81" y="779"/>
                    <a:pt x="274" y="849"/>
                  </a:cubicBezTo>
                  <a:cubicBezTo>
                    <a:pt x="307" y="862"/>
                    <a:pt x="342" y="868"/>
                    <a:pt x="377" y="868"/>
                  </a:cubicBezTo>
                  <a:cubicBezTo>
                    <a:pt x="529" y="868"/>
                    <a:pt x="683" y="747"/>
                    <a:pt x="749" y="566"/>
                  </a:cubicBezTo>
                  <a:cubicBezTo>
                    <a:pt x="830" y="343"/>
                    <a:pt x="749" y="91"/>
                    <a:pt x="566" y="20"/>
                  </a:cubicBezTo>
                  <a:cubicBezTo>
                    <a:pt x="531" y="7"/>
                    <a:pt x="495" y="0"/>
                    <a:pt x="459" y="0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0"/>
            <p:cNvSpPr/>
            <p:nvPr/>
          </p:nvSpPr>
          <p:spPr>
            <a:xfrm>
              <a:off x="7679500" y="3189861"/>
              <a:ext cx="6443" cy="13203"/>
            </a:xfrm>
            <a:custGeom>
              <a:avLst/>
              <a:gdLst/>
              <a:ahLst/>
              <a:cxnLst/>
              <a:rect l="l" t="t" r="r" b="b"/>
              <a:pathLst>
                <a:path w="203" h="416" extrusionOk="0">
                  <a:moveTo>
                    <a:pt x="21" y="0"/>
                  </a:moveTo>
                  <a:lnTo>
                    <a:pt x="1" y="31"/>
                  </a:lnTo>
                  <a:cubicBezTo>
                    <a:pt x="162" y="162"/>
                    <a:pt x="92" y="405"/>
                    <a:pt x="92" y="405"/>
                  </a:cubicBezTo>
                  <a:lnTo>
                    <a:pt x="132" y="416"/>
                  </a:lnTo>
                  <a:cubicBezTo>
                    <a:pt x="132" y="405"/>
                    <a:pt x="203" y="153"/>
                    <a:pt x="21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0"/>
            <p:cNvSpPr/>
            <p:nvPr/>
          </p:nvSpPr>
          <p:spPr>
            <a:xfrm>
              <a:off x="7576766" y="3184116"/>
              <a:ext cx="26374" cy="27580"/>
            </a:xfrm>
            <a:custGeom>
              <a:avLst/>
              <a:gdLst/>
              <a:ahLst/>
              <a:cxnLst/>
              <a:rect l="l" t="t" r="r" b="b"/>
              <a:pathLst>
                <a:path w="831" h="869" extrusionOk="0">
                  <a:moveTo>
                    <a:pt x="371" y="0"/>
                  </a:moveTo>
                  <a:cubicBezTo>
                    <a:pt x="335" y="0"/>
                    <a:pt x="299" y="7"/>
                    <a:pt x="264" y="20"/>
                  </a:cubicBezTo>
                  <a:cubicBezTo>
                    <a:pt x="81" y="91"/>
                    <a:pt x="1" y="343"/>
                    <a:pt x="81" y="566"/>
                  </a:cubicBezTo>
                  <a:cubicBezTo>
                    <a:pt x="147" y="747"/>
                    <a:pt x="301" y="868"/>
                    <a:pt x="454" y="868"/>
                  </a:cubicBezTo>
                  <a:cubicBezTo>
                    <a:pt x="489" y="868"/>
                    <a:pt x="524" y="862"/>
                    <a:pt x="557" y="849"/>
                  </a:cubicBezTo>
                  <a:cubicBezTo>
                    <a:pt x="749" y="779"/>
                    <a:pt x="830" y="525"/>
                    <a:pt x="749" y="303"/>
                  </a:cubicBezTo>
                  <a:cubicBezTo>
                    <a:pt x="683" y="121"/>
                    <a:pt x="530" y="0"/>
                    <a:pt x="371" y="0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0"/>
            <p:cNvSpPr/>
            <p:nvPr/>
          </p:nvSpPr>
          <p:spPr>
            <a:xfrm>
              <a:off x="7580320" y="3189861"/>
              <a:ext cx="6760" cy="13203"/>
            </a:xfrm>
            <a:custGeom>
              <a:avLst/>
              <a:gdLst/>
              <a:ahLst/>
              <a:cxnLst/>
              <a:rect l="l" t="t" r="r" b="b"/>
              <a:pathLst>
                <a:path w="213" h="416" extrusionOk="0">
                  <a:moveTo>
                    <a:pt x="182" y="0"/>
                  </a:moveTo>
                  <a:cubicBezTo>
                    <a:pt x="0" y="153"/>
                    <a:pt x="71" y="405"/>
                    <a:pt x="71" y="416"/>
                  </a:cubicBezTo>
                  <a:lnTo>
                    <a:pt x="111" y="405"/>
                  </a:lnTo>
                  <a:cubicBezTo>
                    <a:pt x="111" y="405"/>
                    <a:pt x="41" y="162"/>
                    <a:pt x="212" y="31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0"/>
            <p:cNvSpPr/>
            <p:nvPr/>
          </p:nvSpPr>
          <p:spPr>
            <a:xfrm>
              <a:off x="7610788" y="3243497"/>
              <a:ext cx="46591" cy="30849"/>
            </a:xfrm>
            <a:custGeom>
              <a:avLst/>
              <a:gdLst/>
              <a:ahLst/>
              <a:cxnLst/>
              <a:rect l="l" t="t" r="r" b="b"/>
              <a:pathLst>
                <a:path w="1468" h="972" extrusionOk="0">
                  <a:moveTo>
                    <a:pt x="740" y="0"/>
                  </a:moveTo>
                  <a:lnTo>
                    <a:pt x="102" y="50"/>
                  </a:lnTo>
                  <a:lnTo>
                    <a:pt x="1" y="971"/>
                  </a:lnTo>
                  <a:lnTo>
                    <a:pt x="1468" y="971"/>
                  </a:lnTo>
                  <a:lnTo>
                    <a:pt x="1367" y="5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0"/>
            <p:cNvSpPr/>
            <p:nvPr/>
          </p:nvSpPr>
          <p:spPr>
            <a:xfrm>
              <a:off x="7613994" y="3245084"/>
              <a:ext cx="40180" cy="13838"/>
            </a:xfrm>
            <a:custGeom>
              <a:avLst/>
              <a:gdLst/>
              <a:ahLst/>
              <a:cxnLst/>
              <a:rect l="l" t="t" r="r" b="b"/>
              <a:pathLst>
                <a:path w="1266" h="436" extrusionOk="0">
                  <a:moveTo>
                    <a:pt x="1" y="0"/>
                  </a:moveTo>
                  <a:cubicBezTo>
                    <a:pt x="1" y="0"/>
                    <a:pt x="284" y="436"/>
                    <a:pt x="639" y="436"/>
                  </a:cubicBezTo>
                  <a:cubicBezTo>
                    <a:pt x="983" y="436"/>
                    <a:pt x="1266" y="0"/>
                    <a:pt x="1266" y="0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0"/>
            <p:cNvSpPr/>
            <p:nvPr/>
          </p:nvSpPr>
          <p:spPr>
            <a:xfrm>
              <a:off x="7589937" y="3122450"/>
              <a:ext cx="88960" cy="130695"/>
            </a:xfrm>
            <a:custGeom>
              <a:avLst/>
              <a:gdLst/>
              <a:ahLst/>
              <a:cxnLst/>
              <a:rect l="l" t="t" r="r" b="b"/>
              <a:pathLst>
                <a:path w="2803" h="4118" extrusionOk="0">
                  <a:moveTo>
                    <a:pt x="1397" y="0"/>
                  </a:moveTo>
                  <a:cubicBezTo>
                    <a:pt x="628" y="0"/>
                    <a:pt x="1" y="658"/>
                    <a:pt x="1" y="1477"/>
                  </a:cubicBezTo>
                  <a:lnTo>
                    <a:pt x="1" y="1629"/>
                  </a:lnTo>
                  <a:lnTo>
                    <a:pt x="1" y="1649"/>
                  </a:lnTo>
                  <a:lnTo>
                    <a:pt x="152" y="2924"/>
                  </a:lnTo>
                  <a:lnTo>
                    <a:pt x="152" y="2934"/>
                  </a:lnTo>
                  <a:lnTo>
                    <a:pt x="152" y="2964"/>
                  </a:lnTo>
                  <a:cubicBezTo>
                    <a:pt x="233" y="3612"/>
                    <a:pt x="911" y="4118"/>
                    <a:pt x="1397" y="4118"/>
                  </a:cubicBezTo>
                  <a:cubicBezTo>
                    <a:pt x="1882" y="4118"/>
                    <a:pt x="2550" y="3622"/>
                    <a:pt x="2640" y="2985"/>
                  </a:cubicBezTo>
                  <a:lnTo>
                    <a:pt x="2640" y="2964"/>
                  </a:lnTo>
                  <a:lnTo>
                    <a:pt x="2640" y="2913"/>
                  </a:lnTo>
                  <a:lnTo>
                    <a:pt x="2793" y="1649"/>
                  </a:lnTo>
                  <a:lnTo>
                    <a:pt x="2793" y="1629"/>
                  </a:lnTo>
                  <a:cubicBezTo>
                    <a:pt x="2793" y="1578"/>
                    <a:pt x="2802" y="1528"/>
                    <a:pt x="2802" y="1477"/>
                  </a:cubicBezTo>
                  <a:cubicBezTo>
                    <a:pt x="2802" y="658"/>
                    <a:pt x="2175" y="0"/>
                    <a:pt x="1397" y="0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0"/>
            <p:cNvSpPr/>
            <p:nvPr/>
          </p:nvSpPr>
          <p:spPr>
            <a:xfrm>
              <a:off x="7531825" y="3468230"/>
              <a:ext cx="105972" cy="229875"/>
            </a:xfrm>
            <a:custGeom>
              <a:avLst/>
              <a:gdLst/>
              <a:ahLst/>
              <a:cxnLst/>
              <a:rect l="l" t="t" r="r" b="b"/>
              <a:pathLst>
                <a:path w="3339" h="7243" extrusionOk="0">
                  <a:moveTo>
                    <a:pt x="1437" y="0"/>
                  </a:moveTo>
                  <a:cubicBezTo>
                    <a:pt x="557" y="1437"/>
                    <a:pt x="0" y="3530"/>
                    <a:pt x="122" y="5209"/>
                  </a:cubicBezTo>
                  <a:lnTo>
                    <a:pt x="173" y="7243"/>
                  </a:lnTo>
                  <a:lnTo>
                    <a:pt x="3217" y="7243"/>
                  </a:lnTo>
                  <a:lnTo>
                    <a:pt x="3339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0"/>
            <p:cNvSpPr/>
            <p:nvPr/>
          </p:nvSpPr>
          <p:spPr>
            <a:xfrm>
              <a:off x="7633258" y="3468230"/>
              <a:ext cx="106638" cy="229875"/>
            </a:xfrm>
            <a:custGeom>
              <a:avLst/>
              <a:gdLst/>
              <a:ahLst/>
              <a:cxnLst/>
              <a:rect l="l" t="t" r="r" b="b"/>
              <a:pathLst>
                <a:path w="3360" h="7243" extrusionOk="0">
                  <a:moveTo>
                    <a:pt x="1" y="0"/>
                  </a:moveTo>
                  <a:lnTo>
                    <a:pt x="62" y="7243"/>
                  </a:lnTo>
                  <a:lnTo>
                    <a:pt x="3036" y="7243"/>
                  </a:lnTo>
                  <a:lnTo>
                    <a:pt x="3228" y="5209"/>
                  </a:lnTo>
                  <a:cubicBezTo>
                    <a:pt x="3359" y="3530"/>
                    <a:pt x="2722" y="1437"/>
                    <a:pt x="1842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0"/>
            <p:cNvSpPr/>
            <p:nvPr/>
          </p:nvSpPr>
          <p:spPr>
            <a:xfrm>
              <a:off x="7596030" y="3481370"/>
              <a:ext cx="79344" cy="105337"/>
            </a:xfrm>
            <a:custGeom>
              <a:avLst/>
              <a:gdLst/>
              <a:ahLst/>
              <a:cxnLst/>
              <a:rect l="l" t="t" r="r" b="b"/>
              <a:pathLst>
                <a:path w="2500" h="3319" extrusionOk="0">
                  <a:moveTo>
                    <a:pt x="1" y="0"/>
                  </a:moveTo>
                  <a:lnTo>
                    <a:pt x="1" y="3116"/>
                  </a:lnTo>
                  <a:lnTo>
                    <a:pt x="2499" y="3318"/>
                  </a:lnTo>
                  <a:lnTo>
                    <a:pt x="2499" y="0"/>
                  </a:ln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0"/>
            <p:cNvSpPr/>
            <p:nvPr/>
          </p:nvSpPr>
          <p:spPr>
            <a:xfrm>
              <a:off x="7616279" y="3580898"/>
              <a:ext cx="34054" cy="4856"/>
            </a:xfrm>
            <a:custGeom>
              <a:avLst/>
              <a:gdLst/>
              <a:ahLst/>
              <a:cxnLst/>
              <a:rect l="l" t="t" r="r" b="b"/>
              <a:pathLst>
                <a:path w="1073" h="153" extrusionOk="0">
                  <a:moveTo>
                    <a:pt x="0" y="0"/>
                  </a:moveTo>
                  <a:lnTo>
                    <a:pt x="0" y="61"/>
                  </a:lnTo>
                  <a:lnTo>
                    <a:pt x="1062" y="152"/>
                  </a:lnTo>
                  <a:lnTo>
                    <a:pt x="1072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0"/>
            <p:cNvSpPr/>
            <p:nvPr/>
          </p:nvSpPr>
          <p:spPr>
            <a:xfrm>
              <a:off x="7551090" y="3264412"/>
              <a:ext cx="185601" cy="117143"/>
            </a:xfrm>
            <a:custGeom>
              <a:avLst/>
              <a:gdLst/>
              <a:ahLst/>
              <a:cxnLst/>
              <a:rect l="l" t="t" r="r" b="b"/>
              <a:pathLst>
                <a:path w="5848" h="3691" extrusionOk="0">
                  <a:moveTo>
                    <a:pt x="3055" y="0"/>
                  </a:moveTo>
                  <a:cubicBezTo>
                    <a:pt x="2708" y="0"/>
                    <a:pt x="2356" y="46"/>
                    <a:pt x="2003" y="79"/>
                  </a:cubicBezTo>
                  <a:lnTo>
                    <a:pt x="1963" y="9"/>
                  </a:lnTo>
                  <a:cubicBezTo>
                    <a:pt x="243" y="171"/>
                    <a:pt x="0" y="1738"/>
                    <a:pt x="425" y="3276"/>
                  </a:cubicBezTo>
                  <a:lnTo>
                    <a:pt x="324" y="2780"/>
                  </a:lnTo>
                  <a:lnTo>
                    <a:pt x="324" y="2780"/>
                  </a:lnTo>
                  <a:cubicBezTo>
                    <a:pt x="1396" y="2841"/>
                    <a:pt x="2064" y="3590"/>
                    <a:pt x="3136" y="3680"/>
                  </a:cubicBezTo>
                  <a:lnTo>
                    <a:pt x="3248" y="3680"/>
                  </a:lnTo>
                  <a:cubicBezTo>
                    <a:pt x="3318" y="3680"/>
                    <a:pt x="3399" y="3691"/>
                    <a:pt x="3470" y="3691"/>
                  </a:cubicBezTo>
                  <a:lnTo>
                    <a:pt x="3561" y="3691"/>
                  </a:lnTo>
                  <a:cubicBezTo>
                    <a:pt x="3564" y="3691"/>
                    <a:pt x="3567" y="3691"/>
                    <a:pt x="3570" y="3691"/>
                  </a:cubicBezTo>
                  <a:cubicBezTo>
                    <a:pt x="4169" y="3691"/>
                    <a:pt x="4222" y="2770"/>
                    <a:pt x="4815" y="2770"/>
                  </a:cubicBezTo>
                  <a:lnTo>
                    <a:pt x="5473" y="3226"/>
                  </a:lnTo>
                  <a:cubicBezTo>
                    <a:pt x="5847" y="1708"/>
                    <a:pt x="4988" y="171"/>
                    <a:pt x="3298" y="9"/>
                  </a:cubicBezTo>
                  <a:cubicBezTo>
                    <a:pt x="3217" y="3"/>
                    <a:pt x="3136" y="0"/>
                    <a:pt x="3055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0"/>
            <p:cNvSpPr/>
            <p:nvPr/>
          </p:nvSpPr>
          <p:spPr>
            <a:xfrm>
              <a:off x="7515131" y="3272696"/>
              <a:ext cx="190742" cy="210261"/>
            </a:xfrm>
            <a:custGeom>
              <a:avLst/>
              <a:gdLst/>
              <a:ahLst/>
              <a:cxnLst/>
              <a:rect l="l" t="t" r="r" b="b"/>
              <a:pathLst>
                <a:path w="6010" h="6625" extrusionOk="0">
                  <a:moveTo>
                    <a:pt x="2185" y="0"/>
                  </a:moveTo>
                  <a:cubicBezTo>
                    <a:pt x="0" y="911"/>
                    <a:pt x="1578" y="3410"/>
                    <a:pt x="1578" y="3410"/>
                  </a:cubicBezTo>
                  <a:lnTo>
                    <a:pt x="1862" y="6161"/>
                  </a:lnTo>
                  <a:cubicBezTo>
                    <a:pt x="1862" y="6161"/>
                    <a:pt x="2671" y="6624"/>
                    <a:pt x="3795" y="6624"/>
                  </a:cubicBezTo>
                  <a:cubicBezTo>
                    <a:pt x="4357" y="6624"/>
                    <a:pt x="4998" y="6508"/>
                    <a:pt x="5655" y="6161"/>
                  </a:cubicBezTo>
                  <a:lnTo>
                    <a:pt x="6009" y="3450"/>
                  </a:lnTo>
                  <a:lnTo>
                    <a:pt x="5311" y="0"/>
                  </a:lnTo>
                  <a:cubicBezTo>
                    <a:pt x="5311" y="0"/>
                    <a:pt x="4826" y="911"/>
                    <a:pt x="3763" y="911"/>
                  </a:cubicBezTo>
                  <a:cubicBezTo>
                    <a:pt x="2621" y="911"/>
                    <a:pt x="2185" y="0"/>
                    <a:pt x="2185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0"/>
            <p:cNvSpPr/>
            <p:nvPr/>
          </p:nvSpPr>
          <p:spPr>
            <a:xfrm>
              <a:off x="7561055" y="3119880"/>
              <a:ext cx="136154" cy="80296"/>
            </a:xfrm>
            <a:custGeom>
              <a:avLst/>
              <a:gdLst/>
              <a:ahLst/>
              <a:cxnLst/>
              <a:rect l="l" t="t" r="r" b="b"/>
              <a:pathLst>
                <a:path w="4290" h="2530" extrusionOk="0">
                  <a:moveTo>
                    <a:pt x="2337" y="0"/>
                  </a:moveTo>
                  <a:cubicBezTo>
                    <a:pt x="0" y="0"/>
                    <a:pt x="931" y="2529"/>
                    <a:pt x="931" y="2529"/>
                  </a:cubicBezTo>
                  <a:cubicBezTo>
                    <a:pt x="1042" y="2155"/>
                    <a:pt x="1093" y="1639"/>
                    <a:pt x="1093" y="1639"/>
                  </a:cubicBezTo>
                  <a:cubicBezTo>
                    <a:pt x="1467" y="1376"/>
                    <a:pt x="1599" y="971"/>
                    <a:pt x="1599" y="971"/>
                  </a:cubicBezTo>
                  <a:cubicBezTo>
                    <a:pt x="2065" y="1344"/>
                    <a:pt x="2548" y="1433"/>
                    <a:pt x="2905" y="1433"/>
                  </a:cubicBezTo>
                  <a:cubicBezTo>
                    <a:pt x="3237" y="1433"/>
                    <a:pt x="3460" y="1356"/>
                    <a:pt x="3460" y="1356"/>
                  </a:cubicBezTo>
                  <a:lnTo>
                    <a:pt x="3460" y="1356"/>
                  </a:lnTo>
                  <a:cubicBezTo>
                    <a:pt x="3449" y="1993"/>
                    <a:pt x="3550" y="2529"/>
                    <a:pt x="3550" y="2529"/>
                  </a:cubicBezTo>
                  <a:lnTo>
                    <a:pt x="3793" y="2023"/>
                  </a:lnTo>
                  <a:cubicBezTo>
                    <a:pt x="3793" y="2023"/>
                    <a:pt x="4289" y="0"/>
                    <a:pt x="2337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0"/>
            <p:cNvSpPr/>
            <p:nvPr/>
          </p:nvSpPr>
          <p:spPr>
            <a:xfrm>
              <a:off x="7680484" y="3486829"/>
              <a:ext cx="30214" cy="34372"/>
            </a:xfrm>
            <a:custGeom>
              <a:avLst/>
              <a:gdLst/>
              <a:ahLst/>
              <a:cxnLst/>
              <a:rect l="l" t="t" r="r" b="b"/>
              <a:pathLst>
                <a:path w="952" h="1083" extrusionOk="0">
                  <a:moveTo>
                    <a:pt x="61" y="1"/>
                  </a:moveTo>
                  <a:lnTo>
                    <a:pt x="0" y="11"/>
                  </a:lnTo>
                  <a:cubicBezTo>
                    <a:pt x="0" y="21"/>
                    <a:pt x="122" y="880"/>
                    <a:pt x="931" y="1083"/>
                  </a:cubicBezTo>
                  <a:lnTo>
                    <a:pt x="951" y="1022"/>
                  </a:lnTo>
                  <a:cubicBezTo>
                    <a:pt x="172" y="830"/>
                    <a:pt x="61" y="11"/>
                    <a:pt x="6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0"/>
            <p:cNvSpPr/>
            <p:nvPr/>
          </p:nvSpPr>
          <p:spPr>
            <a:xfrm>
              <a:off x="7559437" y="3486829"/>
              <a:ext cx="30214" cy="34372"/>
            </a:xfrm>
            <a:custGeom>
              <a:avLst/>
              <a:gdLst/>
              <a:ahLst/>
              <a:cxnLst/>
              <a:rect l="l" t="t" r="r" b="b"/>
              <a:pathLst>
                <a:path w="952" h="1083" extrusionOk="0">
                  <a:moveTo>
                    <a:pt x="890" y="1"/>
                  </a:moveTo>
                  <a:cubicBezTo>
                    <a:pt x="890" y="11"/>
                    <a:pt x="780" y="830"/>
                    <a:pt x="0" y="1022"/>
                  </a:cubicBezTo>
                  <a:lnTo>
                    <a:pt x="11" y="1083"/>
                  </a:lnTo>
                  <a:cubicBezTo>
                    <a:pt x="830" y="880"/>
                    <a:pt x="951" y="21"/>
                    <a:pt x="951" y="11"/>
                  </a:cubicBezTo>
                  <a:lnTo>
                    <a:pt x="890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0"/>
            <p:cNvSpPr/>
            <p:nvPr/>
          </p:nvSpPr>
          <p:spPr>
            <a:xfrm>
              <a:off x="7626213" y="3196621"/>
              <a:ext cx="8379" cy="16726"/>
            </a:xfrm>
            <a:custGeom>
              <a:avLst/>
              <a:gdLst/>
              <a:ahLst/>
              <a:cxnLst/>
              <a:rect l="l" t="t" r="r" b="b"/>
              <a:pathLst>
                <a:path w="264" h="527" extrusionOk="0">
                  <a:moveTo>
                    <a:pt x="203" y="0"/>
                  </a:moveTo>
                  <a:cubicBezTo>
                    <a:pt x="193" y="10"/>
                    <a:pt x="0" y="263"/>
                    <a:pt x="72" y="425"/>
                  </a:cubicBezTo>
                  <a:cubicBezTo>
                    <a:pt x="102" y="486"/>
                    <a:pt x="162" y="516"/>
                    <a:pt x="254" y="526"/>
                  </a:cubicBezTo>
                  <a:lnTo>
                    <a:pt x="263" y="466"/>
                  </a:lnTo>
                  <a:cubicBezTo>
                    <a:pt x="193" y="466"/>
                    <a:pt x="142" y="435"/>
                    <a:pt x="122" y="394"/>
                  </a:cubicBezTo>
                  <a:cubicBezTo>
                    <a:pt x="72" y="293"/>
                    <a:pt x="193" y="101"/>
                    <a:pt x="243" y="30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0"/>
            <p:cNvSpPr/>
            <p:nvPr/>
          </p:nvSpPr>
          <p:spPr>
            <a:xfrm>
              <a:off x="7648048" y="3179578"/>
              <a:ext cx="17678" cy="8728"/>
            </a:xfrm>
            <a:custGeom>
              <a:avLst/>
              <a:gdLst/>
              <a:ahLst/>
              <a:cxnLst/>
              <a:rect l="l" t="t" r="r" b="b"/>
              <a:pathLst>
                <a:path w="557" h="275" extrusionOk="0">
                  <a:moveTo>
                    <a:pt x="31" y="1"/>
                  </a:moveTo>
                  <a:lnTo>
                    <a:pt x="0" y="153"/>
                  </a:lnTo>
                  <a:lnTo>
                    <a:pt x="526" y="274"/>
                  </a:lnTo>
                  <a:lnTo>
                    <a:pt x="557" y="122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0"/>
            <p:cNvSpPr/>
            <p:nvPr/>
          </p:nvSpPr>
          <p:spPr>
            <a:xfrm>
              <a:off x="7600537" y="3179578"/>
              <a:ext cx="17995" cy="8728"/>
            </a:xfrm>
            <a:custGeom>
              <a:avLst/>
              <a:gdLst/>
              <a:ahLst/>
              <a:cxnLst/>
              <a:rect l="l" t="t" r="r" b="b"/>
              <a:pathLst>
                <a:path w="567" h="275" extrusionOk="0">
                  <a:moveTo>
                    <a:pt x="526" y="1"/>
                  </a:moveTo>
                  <a:lnTo>
                    <a:pt x="0" y="122"/>
                  </a:lnTo>
                  <a:lnTo>
                    <a:pt x="41" y="274"/>
                  </a:lnTo>
                  <a:lnTo>
                    <a:pt x="567" y="153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0"/>
            <p:cNvSpPr/>
            <p:nvPr/>
          </p:nvSpPr>
          <p:spPr>
            <a:xfrm>
              <a:off x="7628149" y="3219726"/>
              <a:ext cx="18344" cy="7109"/>
            </a:xfrm>
            <a:custGeom>
              <a:avLst/>
              <a:gdLst/>
              <a:ahLst/>
              <a:cxnLst/>
              <a:rect l="l" t="t" r="r" b="b"/>
              <a:pathLst>
                <a:path w="578" h="224" extrusionOk="0">
                  <a:moveTo>
                    <a:pt x="537" y="1"/>
                  </a:moveTo>
                  <a:cubicBezTo>
                    <a:pt x="392" y="139"/>
                    <a:pt x="248" y="169"/>
                    <a:pt x="149" y="169"/>
                  </a:cubicBezTo>
                  <a:cubicBezTo>
                    <a:pt x="74" y="169"/>
                    <a:pt x="25" y="152"/>
                    <a:pt x="20" y="152"/>
                  </a:cubicBezTo>
                  <a:lnTo>
                    <a:pt x="0" y="203"/>
                  </a:lnTo>
                  <a:cubicBezTo>
                    <a:pt x="11" y="203"/>
                    <a:pt x="61" y="223"/>
                    <a:pt x="152" y="223"/>
                  </a:cubicBezTo>
                  <a:cubicBezTo>
                    <a:pt x="263" y="223"/>
                    <a:pt x="415" y="192"/>
                    <a:pt x="577" y="51"/>
                  </a:cubicBezTo>
                  <a:lnTo>
                    <a:pt x="537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0"/>
            <p:cNvSpPr/>
            <p:nvPr/>
          </p:nvSpPr>
          <p:spPr>
            <a:xfrm>
              <a:off x="7633258" y="3583469"/>
              <a:ext cx="2602" cy="108542"/>
            </a:xfrm>
            <a:custGeom>
              <a:avLst/>
              <a:gdLst/>
              <a:ahLst/>
              <a:cxnLst/>
              <a:rect l="l" t="t" r="r" b="b"/>
              <a:pathLst>
                <a:path w="82" h="3420" extrusionOk="0">
                  <a:moveTo>
                    <a:pt x="41" y="0"/>
                  </a:moveTo>
                  <a:lnTo>
                    <a:pt x="1" y="3419"/>
                  </a:lnTo>
                  <a:lnTo>
                    <a:pt x="52" y="3419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0"/>
            <p:cNvSpPr/>
            <p:nvPr/>
          </p:nvSpPr>
          <p:spPr>
            <a:xfrm>
              <a:off x="7684641" y="3334679"/>
              <a:ext cx="44972" cy="54271"/>
            </a:xfrm>
            <a:custGeom>
              <a:avLst/>
              <a:gdLst/>
              <a:ahLst/>
              <a:cxnLst/>
              <a:rect l="l" t="t" r="r" b="b"/>
              <a:pathLst>
                <a:path w="1417" h="1710" extrusionOk="0">
                  <a:moveTo>
                    <a:pt x="901" y="0"/>
                  </a:moveTo>
                  <a:lnTo>
                    <a:pt x="0" y="647"/>
                  </a:lnTo>
                  <a:lnTo>
                    <a:pt x="173" y="1709"/>
                  </a:lnTo>
                  <a:cubicBezTo>
                    <a:pt x="1417" y="1284"/>
                    <a:pt x="901" y="0"/>
                    <a:pt x="901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0"/>
            <p:cNvSpPr/>
            <p:nvPr/>
          </p:nvSpPr>
          <p:spPr>
            <a:xfrm>
              <a:off x="7608567" y="3258890"/>
              <a:ext cx="52049" cy="33737"/>
            </a:xfrm>
            <a:custGeom>
              <a:avLst/>
              <a:gdLst/>
              <a:ahLst/>
              <a:cxnLst/>
              <a:rect l="l" t="t" r="r" b="b"/>
              <a:pathLst>
                <a:path w="1640" h="1063" extrusionOk="0">
                  <a:moveTo>
                    <a:pt x="1386" y="1"/>
                  </a:moveTo>
                  <a:lnTo>
                    <a:pt x="395" y="41"/>
                  </a:lnTo>
                  <a:lnTo>
                    <a:pt x="111" y="112"/>
                  </a:lnTo>
                  <a:cubicBezTo>
                    <a:pt x="111" y="112"/>
                    <a:pt x="0" y="1062"/>
                    <a:pt x="819" y="1062"/>
                  </a:cubicBezTo>
                  <a:cubicBezTo>
                    <a:pt x="1639" y="1062"/>
                    <a:pt x="1507" y="183"/>
                    <a:pt x="1507" y="183"/>
                  </a:cubicBezTo>
                  <a:lnTo>
                    <a:pt x="1386" y="1"/>
                  </a:ln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0"/>
            <p:cNvSpPr/>
            <p:nvPr/>
          </p:nvSpPr>
          <p:spPr>
            <a:xfrm>
              <a:off x="7585462" y="3262413"/>
              <a:ext cx="48495" cy="47543"/>
            </a:xfrm>
            <a:custGeom>
              <a:avLst/>
              <a:gdLst/>
              <a:ahLst/>
              <a:cxnLst/>
              <a:rect l="l" t="t" r="r" b="b"/>
              <a:pathLst>
                <a:path w="1528" h="1498" extrusionOk="0">
                  <a:moveTo>
                    <a:pt x="839" y="1"/>
                  </a:moveTo>
                  <a:lnTo>
                    <a:pt x="0" y="254"/>
                  </a:lnTo>
                  <a:lnTo>
                    <a:pt x="1183" y="1498"/>
                  </a:lnTo>
                  <a:lnTo>
                    <a:pt x="1527" y="951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0"/>
            <p:cNvSpPr/>
            <p:nvPr/>
          </p:nvSpPr>
          <p:spPr>
            <a:xfrm>
              <a:off x="7634560" y="3262413"/>
              <a:ext cx="48178" cy="47543"/>
            </a:xfrm>
            <a:custGeom>
              <a:avLst/>
              <a:gdLst/>
              <a:ahLst/>
              <a:cxnLst/>
              <a:rect l="l" t="t" r="r" b="b"/>
              <a:pathLst>
                <a:path w="1518" h="1498" extrusionOk="0">
                  <a:moveTo>
                    <a:pt x="679" y="1"/>
                  </a:moveTo>
                  <a:lnTo>
                    <a:pt x="0" y="951"/>
                  </a:lnTo>
                  <a:lnTo>
                    <a:pt x="344" y="1498"/>
                  </a:lnTo>
                  <a:lnTo>
                    <a:pt x="1518" y="254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566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0"/>
            <p:cNvSpPr/>
            <p:nvPr/>
          </p:nvSpPr>
          <p:spPr>
            <a:xfrm>
              <a:off x="7542108" y="3334965"/>
              <a:ext cx="40719" cy="53033"/>
            </a:xfrm>
            <a:custGeom>
              <a:avLst/>
              <a:gdLst/>
              <a:ahLst/>
              <a:cxnLst/>
              <a:rect l="l" t="t" r="r" b="b"/>
              <a:pathLst>
                <a:path w="1283" h="1671" extrusionOk="0">
                  <a:moveTo>
                    <a:pt x="445" y="1"/>
                  </a:moveTo>
                  <a:cubicBezTo>
                    <a:pt x="445" y="1"/>
                    <a:pt x="0" y="1316"/>
                    <a:pt x="1173" y="1670"/>
                  </a:cubicBezTo>
                  <a:cubicBezTo>
                    <a:pt x="1173" y="1670"/>
                    <a:pt x="1283" y="709"/>
                    <a:pt x="1275" y="709"/>
                  </a:cubicBezTo>
                  <a:lnTo>
                    <a:pt x="1275" y="709"/>
                  </a:lnTo>
                  <a:cubicBezTo>
                    <a:pt x="1275" y="709"/>
                    <a:pt x="1275" y="709"/>
                    <a:pt x="1275" y="709"/>
                  </a:cubicBezTo>
                  <a:cubicBezTo>
                    <a:pt x="1275" y="709"/>
                    <a:pt x="1275" y="709"/>
                    <a:pt x="1275" y="709"/>
                  </a:cubicBezTo>
                  <a:cubicBezTo>
                    <a:pt x="1263" y="709"/>
                    <a:pt x="445" y="1"/>
                    <a:pt x="445" y="1"/>
                  </a:cubicBezTo>
                  <a:close/>
                </a:path>
              </a:pathLst>
            </a:custGeom>
            <a:solidFill>
              <a:srgbClr val="F95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0"/>
            <p:cNvSpPr/>
            <p:nvPr/>
          </p:nvSpPr>
          <p:spPr>
            <a:xfrm>
              <a:off x="7492661" y="3087222"/>
              <a:ext cx="94419" cy="302046"/>
            </a:xfrm>
            <a:custGeom>
              <a:avLst/>
              <a:gdLst/>
              <a:ahLst/>
              <a:cxnLst/>
              <a:rect l="l" t="t" r="r" b="b"/>
              <a:pathLst>
                <a:path w="2975" h="9517" extrusionOk="0">
                  <a:moveTo>
                    <a:pt x="741" y="1"/>
                  </a:moveTo>
                  <a:cubicBezTo>
                    <a:pt x="604" y="1"/>
                    <a:pt x="517" y="8"/>
                    <a:pt x="517" y="8"/>
                  </a:cubicBezTo>
                  <a:cubicBezTo>
                    <a:pt x="517" y="8"/>
                    <a:pt x="0" y="2537"/>
                    <a:pt x="142" y="4277"/>
                  </a:cubicBezTo>
                  <a:cubicBezTo>
                    <a:pt x="213" y="5298"/>
                    <a:pt x="1174" y="8970"/>
                    <a:pt x="2893" y="9517"/>
                  </a:cubicBezTo>
                  <a:lnTo>
                    <a:pt x="2974" y="5814"/>
                  </a:lnTo>
                  <a:lnTo>
                    <a:pt x="2974" y="5814"/>
                  </a:lnTo>
                  <a:cubicBezTo>
                    <a:pt x="2944" y="5817"/>
                    <a:pt x="2915" y="5818"/>
                    <a:pt x="2887" y="5818"/>
                  </a:cubicBezTo>
                  <a:cubicBezTo>
                    <a:pt x="2068" y="5818"/>
                    <a:pt x="1838" y="4717"/>
                    <a:pt x="1730" y="3983"/>
                  </a:cubicBezTo>
                  <a:cubicBezTo>
                    <a:pt x="1578" y="2951"/>
                    <a:pt x="2064" y="311"/>
                    <a:pt x="2064" y="311"/>
                  </a:cubicBezTo>
                  <a:cubicBezTo>
                    <a:pt x="1673" y="41"/>
                    <a:pt x="1066" y="1"/>
                    <a:pt x="741" y="1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0"/>
            <p:cNvSpPr/>
            <p:nvPr/>
          </p:nvSpPr>
          <p:spPr>
            <a:xfrm>
              <a:off x="7563277" y="3379619"/>
              <a:ext cx="5808" cy="26977"/>
            </a:xfrm>
            <a:custGeom>
              <a:avLst/>
              <a:gdLst/>
              <a:ahLst/>
              <a:cxnLst/>
              <a:rect l="l" t="t" r="r" b="b"/>
              <a:pathLst>
                <a:path w="183" h="850" extrusionOk="0">
                  <a:moveTo>
                    <a:pt x="61" y="0"/>
                  </a:moveTo>
                  <a:lnTo>
                    <a:pt x="1" y="10"/>
                  </a:lnTo>
                  <a:lnTo>
                    <a:pt x="122" y="850"/>
                  </a:lnTo>
                  <a:lnTo>
                    <a:pt x="183" y="839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0"/>
            <p:cNvSpPr/>
            <p:nvPr/>
          </p:nvSpPr>
          <p:spPr>
            <a:xfrm>
              <a:off x="7544362" y="3336901"/>
              <a:ext cx="32436" cy="51097"/>
            </a:xfrm>
            <a:custGeom>
              <a:avLst/>
              <a:gdLst/>
              <a:ahLst/>
              <a:cxnLst/>
              <a:rect l="l" t="t" r="r" b="b"/>
              <a:pathLst>
                <a:path w="1022" h="1610" extrusionOk="0">
                  <a:moveTo>
                    <a:pt x="313" y="0"/>
                  </a:moveTo>
                  <a:lnTo>
                    <a:pt x="313" y="31"/>
                  </a:lnTo>
                  <a:cubicBezTo>
                    <a:pt x="304" y="41"/>
                    <a:pt x="0" y="1225"/>
                    <a:pt x="971" y="1599"/>
                  </a:cubicBezTo>
                  <a:lnTo>
                    <a:pt x="1001" y="1609"/>
                  </a:lnTo>
                  <a:lnTo>
                    <a:pt x="1022" y="1558"/>
                  </a:lnTo>
                  <a:lnTo>
                    <a:pt x="992" y="1549"/>
                  </a:lnTo>
                  <a:cubicBezTo>
                    <a:pt x="71" y="1184"/>
                    <a:pt x="354" y="92"/>
                    <a:pt x="364" y="51"/>
                  </a:cubicBezTo>
                  <a:lnTo>
                    <a:pt x="374" y="2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0"/>
            <p:cNvSpPr/>
            <p:nvPr/>
          </p:nvSpPr>
          <p:spPr>
            <a:xfrm>
              <a:off x="7589302" y="3123402"/>
              <a:ext cx="88008" cy="36308"/>
            </a:xfrm>
            <a:custGeom>
              <a:avLst/>
              <a:gdLst/>
              <a:ahLst/>
              <a:cxnLst/>
              <a:rect l="l" t="t" r="r" b="b"/>
              <a:pathLst>
                <a:path w="2773" h="1144" extrusionOk="0">
                  <a:moveTo>
                    <a:pt x="1417" y="1"/>
                  </a:moveTo>
                  <a:cubicBezTo>
                    <a:pt x="71" y="1"/>
                    <a:pt x="0" y="1123"/>
                    <a:pt x="0" y="1134"/>
                  </a:cubicBezTo>
                  <a:lnTo>
                    <a:pt x="81" y="1144"/>
                  </a:lnTo>
                  <a:cubicBezTo>
                    <a:pt x="81" y="1093"/>
                    <a:pt x="152" y="82"/>
                    <a:pt x="1417" y="82"/>
                  </a:cubicBezTo>
                  <a:cubicBezTo>
                    <a:pt x="2671" y="82"/>
                    <a:pt x="2691" y="1093"/>
                    <a:pt x="2691" y="1134"/>
                  </a:cubicBezTo>
                  <a:lnTo>
                    <a:pt x="2772" y="1134"/>
                  </a:lnTo>
                  <a:cubicBezTo>
                    <a:pt x="2772" y="1123"/>
                    <a:pt x="2752" y="1"/>
                    <a:pt x="1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0"/>
            <p:cNvSpPr/>
            <p:nvPr/>
          </p:nvSpPr>
          <p:spPr>
            <a:xfrm>
              <a:off x="7633925" y="3301577"/>
              <a:ext cx="1301" cy="176619"/>
            </a:xfrm>
            <a:custGeom>
              <a:avLst/>
              <a:gdLst/>
              <a:ahLst/>
              <a:cxnLst/>
              <a:rect l="l" t="t" r="r" b="b"/>
              <a:pathLst>
                <a:path w="41" h="5565" extrusionOk="0">
                  <a:moveTo>
                    <a:pt x="0" y="1"/>
                  </a:moveTo>
                  <a:lnTo>
                    <a:pt x="0" y="5564"/>
                  </a:lnTo>
                  <a:lnTo>
                    <a:pt x="41" y="5564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0"/>
            <p:cNvSpPr/>
            <p:nvPr/>
          </p:nvSpPr>
          <p:spPr>
            <a:xfrm>
              <a:off x="7677278" y="3208491"/>
              <a:ext cx="5808" cy="6125"/>
            </a:xfrm>
            <a:custGeom>
              <a:avLst/>
              <a:gdLst/>
              <a:ahLst/>
              <a:cxnLst/>
              <a:rect l="l" t="t" r="r" b="b"/>
              <a:pathLst>
                <a:path w="183" h="193" extrusionOk="0">
                  <a:moveTo>
                    <a:pt x="91" y="0"/>
                  </a:moveTo>
                  <a:cubicBezTo>
                    <a:pt x="41" y="0"/>
                    <a:pt x="0" y="51"/>
                    <a:pt x="0" y="101"/>
                  </a:cubicBezTo>
                  <a:cubicBezTo>
                    <a:pt x="0" y="152"/>
                    <a:pt x="41" y="193"/>
                    <a:pt x="91" y="193"/>
                  </a:cubicBezTo>
                  <a:cubicBezTo>
                    <a:pt x="142" y="193"/>
                    <a:pt x="182" y="152"/>
                    <a:pt x="182" y="101"/>
                  </a:cubicBezTo>
                  <a:cubicBezTo>
                    <a:pt x="182" y="51"/>
                    <a:pt x="142" y="0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0"/>
            <p:cNvSpPr/>
            <p:nvPr/>
          </p:nvSpPr>
          <p:spPr>
            <a:xfrm>
              <a:off x="7584478" y="3208491"/>
              <a:ext cx="5808" cy="6125"/>
            </a:xfrm>
            <a:custGeom>
              <a:avLst/>
              <a:gdLst/>
              <a:ahLst/>
              <a:cxnLst/>
              <a:rect l="l" t="t" r="r" b="b"/>
              <a:pathLst>
                <a:path w="183" h="193" extrusionOk="0">
                  <a:moveTo>
                    <a:pt x="92" y="0"/>
                  </a:moveTo>
                  <a:cubicBezTo>
                    <a:pt x="41" y="0"/>
                    <a:pt x="0" y="51"/>
                    <a:pt x="0" y="101"/>
                  </a:cubicBezTo>
                  <a:cubicBezTo>
                    <a:pt x="0" y="152"/>
                    <a:pt x="41" y="193"/>
                    <a:pt x="92" y="193"/>
                  </a:cubicBezTo>
                  <a:cubicBezTo>
                    <a:pt x="142" y="193"/>
                    <a:pt x="182" y="152"/>
                    <a:pt x="182" y="101"/>
                  </a:cubicBezTo>
                  <a:cubicBezTo>
                    <a:pt x="182" y="51"/>
                    <a:pt x="14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0"/>
            <p:cNvSpPr/>
            <p:nvPr/>
          </p:nvSpPr>
          <p:spPr>
            <a:xfrm>
              <a:off x="7608884" y="3192114"/>
              <a:ext cx="6443" cy="6443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101" y="1"/>
                  </a:moveTo>
                  <a:cubicBezTo>
                    <a:pt x="41" y="1"/>
                    <a:pt x="0" y="41"/>
                    <a:pt x="0" y="102"/>
                  </a:cubicBezTo>
                  <a:cubicBezTo>
                    <a:pt x="0" y="162"/>
                    <a:pt x="41" y="203"/>
                    <a:pt x="101" y="203"/>
                  </a:cubicBezTo>
                  <a:cubicBezTo>
                    <a:pt x="152" y="203"/>
                    <a:pt x="202" y="162"/>
                    <a:pt x="202" y="102"/>
                  </a:cubicBezTo>
                  <a:cubicBezTo>
                    <a:pt x="202" y="41"/>
                    <a:pt x="152" y="1"/>
                    <a:pt x="101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0"/>
            <p:cNvSpPr/>
            <p:nvPr/>
          </p:nvSpPr>
          <p:spPr>
            <a:xfrm>
              <a:off x="7650936" y="3192114"/>
              <a:ext cx="6443" cy="6443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102" y="1"/>
                  </a:moveTo>
                  <a:cubicBezTo>
                    <a:pt x="41" y="1"/>
                    <a:pt x="1" y="41"/>
                    <a:pt x="1" y="102"/>
                  </a:cubicBezTo>
                  <a:cubicBezTo>
                    <a:pt x="1" y="162"/>
                    <a:pt x="41" y="203"/>
                    <a:pt x="102" y="203"/>
                  </a:cubicBezTo>
                  <a:cubicBezTo>
                    <a:pt x="163" y="203"/>
                    <a:pt x="203" y="162"/>
                    <a:pt x="203" y="102"/>
                  </a:cubicBezTo>
                  <a:cubicBezTo>
                    <a:pt x="203" y="41"/>
                    <a:pt x="163" y="1"/>
                    <a:pt x="102" y="1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0"/>
            <p:cNvSpPr/>
            <p:nvPr/>
          </p:nvSpPr>
          <p:spPr>
            <a:xfrm>
              <a:off x="7562960" y="3865330"/>
              <a:ext cx="12885" cy="3586"/>
            </a:xfrm>
            <a:custGeom>
              <a:avLst/>
              <a:gdLst/>
              <a:ahLst/>
              <a:cxnLst/>
              <a:rect l="l" t="t" r="r" b="b"/>
              <a:pathLst>
                <a:path w="406" h="113" extrusionOk="0">
                  <a:moveTo>
                    <a:pt x="31" y="1"/>
                  </a:moveTo>
                  <a:lnTo>
                    <a:pt x="1" y="72"/>
                  </a:lnTo>
                  <a:cubicBezTo>
                    <a:pt x="1" y="72"/>
                    <a:pt x="92" y="112"/>
                    <a:pt x="213" y="112"/>
                  </a:cubicBezTo>
                  <a:cubicBezTo>
                    <a:pt x="274" y="112"/>
                    <a:pt x="345" y="102"/>
                    <a:pt x="406" y="72"/>
                  </a:cubicBezTo>
                  <a:lnTo>
                    <a:pt x="365" y="1"/>
                  </a:lnTo>
                  <a:cubicBezTo>
                    <a:pt x="314" y="25"/>
                    <a:pt x="260" y="32"/>
                    <a:pt x="211" y="32"/>
                  </a:cubicBezTo>
                  <a:cubicBezTo>
                    <a:pt x="112" y="32"/>
                    <a:pt x="31" y="1"/>
                    <a:pt x="31" y="1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0"/>
            <p:cNvSpPr/>
            <p:nvPr/>
          </p:nvSpPr>
          <p:spPr>
            <a:xfrm>
              <a:off x="7567466" y="3871455"/>
              <a:ext cx="4538" cy="2602"/>
            </a:xfrm>
            <a:custGeom>
              <a:avLst/>
              <a:gdLst/>
              <a:ahLst/>
              <a:cxnLst/>
              <a:rect l="l" t="t" r="r" b="b"/>
              <a:pathLst>
                <a:path w="143" h="82" extrusionOk="0">
                  <a:moveTo>
                    <a:pt x="1" y="0"/>
                  </a:moveTo>
                  <a:lnTo>
                    <a:pt x="1" y="81"/>
                  </a:lnTo>
                  <a:lnTo>
                    <a:pt x="142" y="81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0"/>
            <p:cNvSpPr/>
            <p:nvPr/>
          </p:nvSpPr>
          <p:spPr>
            <a:xfrm>
              <a:off x="7656712" y="3860188"/>
              <a:ext cx="13203" cy="3904"/>
            </a:xfrm>
            <a:custGeom>
              <a:avLst/>
              <a:gdLst/>
              <a:ahLst/>
              <a:cxnLst/>
              <a:rect l="l" t="t" r="r" b="b"/>
              <a:pathLst>
                <a:path w="416" h="123" extrusionOk="0">
                  <a:moveTo>
                    <a:pt x="31" y="1"/>
                  </a:moveTo>
                  <a:lnTo>
                    <a:pt x="1" y="82"/>
                  </a:lnTo>
                  <a:cubicBezTo>
                    <a:pt x="1" y="82"/>
                    <a:pt x="102" y="122"/>
                    <a:pt x="223" y="122"/>
                  </a:cubicBezTo>
                  <a:cubicBezTo>
                    <a:pt x="284" y="122"/>
                    <a:pt x="354" y="113"/>
                    <a:pt x="415" y="72"/>
                  </a:cubicBezTo>
                  <a:lnTo>
                    <a:pt x="385" y="1"/>
                  </a:lnTo>
                  <a:cubicBezTo>
                    <a:pt x="331" y="28"/>
                    <a:pt x="274" y="37"/>
                    <a:pt x="221" y="37"/>
                  </a:cubicBezTo>
                  <a:cubicBezTo>
                    <a:pt x="116" y="37"/>
                    <a:pt x="31" y="1"/>
                    <a:pt x="31" y="1"/>
                  </a:cubicBez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0"/>
            <p:cNvSpPr/>
            <p:nvPr/>
          </p:nvSpPr>
          <p:spPr>
            <a:xfrm>
              <a:off x="7660584" y="3865679"/>
              <a:ext cx="5141" cy="2602"/>
            </a:xfrm>
            <a:custGeom>
              <a:avLst/>
              <a:gdLst/>
              <a:ahLst/>
              <a:cxnLst/>
              <a:rect l="l" t="t" r="r" b="b"/>
              <a:pathLst>
                <a:path w="162" h="82" extrusionOk="0">
                  <a:moveTo>
                    <a:pt x="0" y="0"/>
                  </a:moveTo>
                  <a:lnTo>
                    <a:pt x="0" y="81"/>
                  </a:lnTo>
                  <a:lnTo>
                    <a:pt x="162" y="8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D981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0"/>
            <p:cNvSpPr/>
            <p:nvPr/>
          </p:nvSpPr>
          <p:spPr>
            <a:xfrm>
              <a:off x="7633258" y="3640946"/>
              <a:ext cx="201025" cy="142565"/>
            </a:xfrm>
            <a:custGeom>
              <a:avLst/>
              <a:gdLst/>
              <a:ahLst/>
              <a:cxnLst/>
              <a:rect l="l" t="t" r="r" b="b"/>
              <a:pathLst>
                <a:path w="6334" h="4492" extrusionOk="0">
                  <a:moveTo>
                    <a:pt x="82" y="0"/>
                  </a:moveTo>
                  <a:cubicBezTo>
                    <a:pt x="41" y="0"/>
                    <a:pt x="1" y="30"/>
                    <a:pt x="1" y="71"/>
                  </a:cubicBezTo>
                  <a:lnTo>
                    <a:pt x="1" y="4421"/>
                  </a:lnTo>
                  <a:cubicBezTo>
                    <a:pt x="1" y="4461"/>
                    <a:pt x="41" y="4492"/>
                    <a:pt x="82" y="4492"/>
                  </a:cubicBezTo>
                  <a:lnTo>
                    <a:pt x="6263" y="4492"/>
                  </a:lnTo>
                  <a:cubicBezTo>
                    <a:pt x="6303" y="4492"/>
                    <a:pt x="6333" y="4461"/>
                    <a:pt x="6333" y="4421"/>
                  </a:cubicBezTo>
                  <a:lnTo>
                    <a:pt x="6333" y="71"/>
                  </a:lnTo>
                  <a:cubicBezTo>
                    <a:pt x="6333" y="30"/>
                    <a:pt x="6303" y="0"/>
                    <a:pt x="6263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0"/>
            <p:cNvSpPr/>
            <p:nvPr/>
          </p:nvSpPr>
          <p:spPr>
            <a:xfrm>
              <a:off x="7688196" y="3599528"/>
              <a:ext cx="91499" cy="69061"/>
            </a:xfrm>
            <a:custGeom>
              <a:avLst/>
              <a:gdLst/>
              <a:ahLst/>
              <a:cxnLst/>
              <a:rect l="l" t="t" r="r" b="b"/>
              <a:pathLst>
                <a:path w="2883" h="2176" extrusionOk="0">
                  <a:moveTo>
                    <a:pt x="2215" y="415"/>
                  </a:moveTo>
                  <a:cubicBezTo>
                    <a:pt x="2357" y="415"/>
                    <a:pt x="2478" y="526"/>
                    <a:pt x="2478" y="668"/>
                  </a:cubicBezTo>
                  <a:lnTo>
                    <a:pt x="2478" y="1760"/>
                  </a:lnTo>
                  <a:lnTo>
                    <a:pt x="405" y="1760"/>
                  </a:lnTo>
                  <a:lnTo>
                    <a:pt x="405" y="668"/>
                  </a:lnTo>
                  <a:cubicBezTo>
                    <a:pt x="405" y="526"/>
                    <a:pt x="516" y="415"/>
                    <a:pt x="657" y="415"/>
                  </a:cubicBezTo>
                  <a:close/>
                  <a:moveTo>
                    <a:pt x="657" y="0"/>
                  </a:moveTo>
                  <a:cubicBezTo>
                    <a:pt x="293" y="0"/>
                    <a:pt x="0" y="304"/>
                    <a:pt x="0" y="668"/>
                  </a:cubicBezTo>
                  <a:lnTo>
                    <a:pt x="0" y="2175"/>
                  </a:lnTo>
                  <a:lnTo>
                    <a:pt x="2883" y="2175"/>
                  </a:lnTo>
                  <a:lnTo>
                    <a:pt x="2883" y="668"/>
                  </a:lnTo>
                  <a:cubicBezTo>
                    <a:pt x="2883" y="304"/>
                    <a:pt x="2590" y="0"/>
                    <a:pt x="2215" y="0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0"/>
            <p:cNvSpPr/>
            <p:nvPr/>
          </p:nvSpPr>
          <p:spPr>
            <a:xfrm>
              <a:off x="7638114" y="3640946"/>
              <a:ext cx="191663" cy="77090"/>
            </a:xfrm>
            <a:custGeom>
              <a:avLst/>
              <a:gdLst/>
              <a:ahLst/>
              <a:cxnLst/>
              <a:rect l="l" t="t" r="r" b="b"/>
              <a:pathLst>
                <a:path w="6039" h="2429" extrusionOk="0">
                  <a:moveTo>
                    <a:pt x="293" y="0"/>
                  </a:moveTo>
                  <a:cubicBezTo>
                    <a:pt x="182" y="0"/>
                    <a:pt x="81" y="41"/>
                    <a:pt x="0" y="111"/>
                  </a:cubicBezTo>
                  <a:lnTo>
                    <a:pt x="3015" y="2428"/>
                  </a:lnTo>
                  <a:lnTo>
                    <a:pt x="6039" y="111"/>
                  </a:lnTo>
                  <a:cubicBezTo>
                    <a:pt x="5958" y="41"/>
                    <a:pt x="5857" y="0"/>
                    <a:pt x="5746" y="0"/>
                  </a:cubicBezTo>
                  <a:close/>
                </a:path>
              </a:pathLst>
            </a:custGeom>
            <a:solidFill>
              <a:srgbClr val="2D23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40"/>
            <p:cNvSpPr/>
            <p:nvPr/>
          </p:nvSpPr>
          <p:spPr>
            <a:xfrm>
              <a:off x="7726376" y="3710292"/>
              <a:ext cx="15139" cy="15424"/>
            </a:xfrm>
            <a:custGeom>
              <a:avLst/>
              <a:gdLst/>
              <a:ahLst/>
              <a:cxnLst/>
              <a:rect l="l" t="t" r="r" b="b"/>
              <a:pathLst>
                <a:path w="477" h="486" extrusionOk="0">
                  <a:moveTo>
                    <a:pt x="234" y="0"/>
                  </a:moveTo>
                  <a:cubicBezTo>
                    <a:pt x="102" y="0"/>
                    <a:pt x="0" y="111"/>
                    <a:pt x="0" y="243"/>
                  </a:cubicBezTo>
                  <a:cubicBezTo>
                    <a:pt x="0" y="374"/>
                    <a:pt x="102" y="486"/>
                    <a:pt x="234" y="486"/>
                  </a:cubicBezTo>
                  <a:cubicBezTo>
                    <a:pt x="375" y="486"/>
                    <a:pt x="476" y="374"/>
                    <a:pt x="476" y="243"/>
                  </a:cubicBezTo>
                  <a:cubicBezTo>
                    <a:pt x="476" y="111"/>
                    <a:pt x="375" y="0"/>
                    <a:pt x="234" y="0"/>
                  </a:cubicBezTo>
                  <a:close/>
                </a:path>
              </a:pathLst>
            </a:custGeom>
            <a:solidFill>
              <a:srgbClr val="FFC5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0"/>
            <p:cNvSpPr/>
            <p:nvPr/>
          </p:nvSpPr>
          <p:spPr>
            <a:xfrm>
              <a:off x="7696194" y="3556175"/>
              <a:ext cx="67157" cy="78138"/>
            </a:xfrm>
            <a:custGeom>
              <a:avLst/>
              <a:gdLst/>
              <a:ahLst/>
              <a:cxnLst/>
              <a:rect l="l" t="t" r="r" b="b"/>
              <a:pathLst>
                <a:path w="2116" h="2462" extrusionOk="0">
                  <a:moveTo>
                    <a:pt x="1781" y="1"/>
                  </a:moveTo>
                  <a:lnTo>
                    <a:pt x="527" y="334"/>
                  </a:lnTo>
                  <a:cubicBezTo>
                    <a:pt x="527" y="334"/>
                    <a:pt x="1" y="1437"/>
                    <a:pt x="254" y="1568"/>
                  </a:cubicBezTo>
                  <a:cubicBezTo>
                    <a:pt x="272" y="1577"/>
                    <a:pt x="290" y="1581"/>
                    <a:pt x="308" y="1581"/>
                  </a:cubicBezTo>
                  <a:cubicBezTo>
                    <a:pt x="477" y="1581"/>
                    <a:pt x="658" y="1235"/>
                    <a:pt x="659" y="1235"/>
                  </a:cubicBezTo>
                  <a:lnTo>
                    <a:pt x="659" y="1235"/>
                  </a:lnTo>
                  <a:cubicBezTo>
                    <a:pt x="537" y="1771"/>
                    <a:pt x="456" y="2408"/>
                    <a:pt x="608" y="2459"/>
                  </a:cubicBezTo>
                  <a:cubicBezTo>
                    <a:pt x="615" y="2460"/>
                    <a:pt x="623" y="2461"/>
                    <a:pt x="631" y="2461"/>
                  </a:cubicBezTo>
                  <a:cubicBezTo>
                    <a:pt x="756" y="2461"/>
                    <a:pt x="881" y="2247"/>
                    <a:pt x="881" y="2247"/>
                  </a:cubicBezTo>
                  <a:cubicBezTo>
                    <a:pt x="881" y="2247"/>
                    <a:pt x="901" y="2378"/>
                    <a:pt x="982" y="2418"/>
                  </a:cubicBezTo>
                  <a:cubicBezTo>
                    <a:pt x="994" y="2424"/>
                    <a:pt x="1005" y="2426"/>
                    <a:pt x="1017" y="2426"/>
                  </a:cubicBezTo>
                  <a:cubicBezTo>
                    <a:pt x="1111" y="2426"/>
                    <a:pt x="1214" y="2267"/>
                    <a:pt x="1214" y="2267"/>
                  </a:cubicBezTo>
                  <a:cubicBezTo>
                    <a:pt x="1218" y="2388"/>
                    <a:pt x="1254" y="2426"/>
                    <a:pt x="1298" y="2426"/>
                  </a:cubicBezTo>
                  <a:cubicBezTo>
                    <a:pt x="1375" y="2426"/>
                    <a:pt x="1477" y="2307"/>
                    <a:pt x="1477" y="2307"/>
                  </a:cubicBezTo>
                  <a:cubicBezTo>
                    <a:pt x="1484" y="2372"/>
                    <a:pt x="1505" y="2402"/>
                    <a:pt x="1534" y="2402"/>
                  </a:cubicBezTo>
                  <a:cubicBezTo>
                    <a:pt x="1634" y="2402"/>
                    <a:pt x="1836" y="2052"/>
                    <a:pt x="1953" y="1498"/>
                  </a:cubicBezTo>
                  <a:cubicBezTo>
                    <a:pt x="2115" y="709"/>
                    <a:pt x="1781" y="1"/>
                    <a:pt x="1781" y="1"/>
                  </a:cubicBez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0"/>
            <p:cNvSpPr/>
            <p:nvPr/>
          </p:nvSpPr>
          <p:spPr>
            <a:xfrm>
              <a:off x="7742753" y="3609780"/>
              <a:ext cx="6474" cy="19931"/>
            </a:xfrm>
            <a:custGeom>
              <a:avLst/>
              <a:gdLst/>
              <a:ahLst/>
              <a:cxnLst/>
              <a:rect l="l" t="t" r="r" b="b"/>
              <a:pathLst>
                <a:path w="204" h="628" extrusionOk="0">
                  <a:moveTo>
                    <a:pt x="163" y="1"/>
                  </a:moveTo>
                  <a:cubicBezTo>
                    <a:pt x="71" y="244"/>
                    <a:pt x="1" y="618"/>
                    <a:pt x="1" y="618"/>
                  </a:cubicBezTo>
                  <a:lnTo>
                    <a:pt x="41" y="628"/>
                  </a:lnTo>
                  <a:cubicBezTo>
                    <a:pt x="41" y="628"/>
                    <a:pt x="112" y="254"/>
                    <a:pt x="203" y="21"/>
                  </a:cubicBezTo>
                  <a:lnTo>
                    <a:pt x="163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0"/>
            <p:cNvSpPr/>
            <p:nvPr/>
          </p:nvSpPr>
          <p:spPr>
            <a:xfrm>
              <a:off x="7733771" y="3609494"/>
              <a:ext cx="6760" cy="18947"/>
            </a:xfrm>
            <a:custGeom>
              <a:avLst/>
              <a:gdLst/>
              <a:ahLst/>
              <a:cxnLst/>
              <a:rect l="l" t="t" r="r" b="b"/>
              <a:pathLst>
                <a:path w="213" h="597" extrusionOk="0">
                  <a:moveTo>
                    <a:pt x="162" y="0"/>
                  </a:moveTo>
                  <a:cubicBezTo>
                    <a:pt x="71" y="263"/>
                    <a:pt x="10" y="587"/>
                    <a:pt x="1" y="587"/>
                  </a:cubicBezTo>
                  <a:lnTo>
                    <a:pt x="51" y="596"/>
                  </a:lnTo>
                  <a:cubicBezTo>
                    <a:pt x="51" y="596"/>
                    <a:pt x="122" y="273"/>
                    <a:pt x="213" y="10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0"/>
            <p:cNvSpPr/>
            <p:nvPr/>
          </p:nvSpPr>
          <p:spPr>
            <a:xfrm>
              <a:off x="7723488" y="3604987"/>
              <a:ext cx="7109" cy="23137"/>
            </a:xfrm>
            <a:custGeom>
              <a:avLst/>
              <a:gdLst/>
              <a:ahLst/>
              <a:cxnLst/>
              <a:rect l="l" t="t" r="r" b="b"/>
              <a:pathLst>
                <a:path w="224" h="729" extrusionOk="0">
                  <a:moveTo>
                    <a:pt x="183" y="0"/>
                  </a:moveTo>
                  <a:cubicBezTo>
                    <a:pt x="62" y="344"/>
                    <a:pt x="1" y="718"/>
                    <a:pt x="1" y="729"/>
                  </a:cubicBezTo>
                  <a:lnTo>
                    <a:pt x="41" y="729"/>
                  </a:lnTo>
                  <a:cubicBezTo>
                    <a:pt x="41" y="729"/>
                    <a:pt x="102" y="354"/>
                    <a:pt x="223" y="10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0"/>
            <p:cNvSpPr/>
            <p:nvPr/>
          </p:nvSpPr>
          <p:spPr>
            <a:xfrm>
              <a:off x="7716442" y="3586675"/>
              <a:ext cx="6125" cy="10315"/>
            </a:xfrm>
            <a:custGeom>
              <a:avLst/>
              <a:gdLst/>
              <a:ahLst/>
              <a:cxnLst/>
              <a:rect l="l" t="t" r="r" b="b"/>
              <a:pathLst>
                <a:path w="193" h="325" extrusionOk="0">
                  <a:moveTo>
                    <a:pt x="152" y="0"/>
                  </a:moveTo>
                  <a:cubicBezTo>
                    <a:pt x="71" y="132"/>
                    <a:pt x="0" y="304"/>
                    <a:pt x="0" y="304"/>
                  </a:cubicBezTo>
                  <a:lnTo>
                    <a:pt x="41" y="324"/>
                  </a:lnTo>
                  <a:cubicBezTo>
                    <a:pt x="41" y="324"/>
                    <a:pt x="122" y="153"/>
                    <a:pt x="192" y="31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0"/>
            <p:cNvSpPr/>
            <p:nvPr/>
          </p:nvSpPr>
          <p:spPr>
            <a:xfrm>
              <a:off x="7683340" y="3272696"/>
              <a:ext cx="92197" cy="302014"/>
            </a:xfrm>
            <a:custGeom>
              <a:avLst/>
              <a:gdLst/>
              <a:ahLst/>
              <a:cxnLst/>
              <a:rect l="l" t="t" r="r" b="b"/>
              <a:pathLst>
                <a:path w="2905" h="9516" extrusionOk="0">
                  <a:moveTo>
                    <a:pt x="1" y="0"/>
                  </a:moveTo>
                  <a:lnTo>
                    <a:pt x="72" y="2671"/>
                  </a:lnTo>
                  <a:cubicBezTo>
                    <a:pt x="800" y="3632"/>
                    <a:pt x="1064" y="4775"/>
                    <a:pt x="1174" y="5534"/>
                  </a:cubicBezTo>
                  <a:cubicBezTo>
                    <a:pt x="1327" y="6566"/>
                    <a:pt x="841" y="9196"/>
                    <a:pt x="841" y="9196"/>
                  </a:cubicBezTo>
                  <a:cubicBezTo>
                    <a:pt x="1235" y="9475"/>
                    <a:pt x="1848" y="9516"/>
                    <a:pt x="2171" y="9516"/>
                  </a:cubicBezTo>
                  <a:cubicBezTo>
                    <a:pt x="2304" y="9516"/>
                    <a:pt x="2388" y="9509"/>
                    <a:pt x="2388" y="9509"/>
                  </a:cubicBezTo>
                  <a:cubicBezTo>
                    <a:pt x="2388" y="9509"/>
                    <a:pt x="2905" y="6980"/>
                    <a:pt x="2763" y="5240"/>
                  </a:cubicBezTo>
                  <a:cubicBezTo>
                    <a:pt x="2682" y="4219"/>
                    <a:pt x="1721" y="537"/>
                    <a:pt x="1" y="0"/>
                  </a:cubicBezTo>
                  <a:close/>
                </a:path>
              </a:pathLst>
            </a:custGeom>
            <a:solidFill>
              <a:srgbClr val="697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0"/>
            <p:cNvSpPr/>
            <p:nvPr/>
          </p:nvSpPr>
          <p:spPr>
            <a:xfrm>
              <a:off x="7701335" y="3379619"/>
              <a:ext cx="5491" cy="26977"/>
            </a:xfrm>
            <a:custGeom>
              <a:avLst/>
              <a:gdLst/>
              <a:ahLst/>
              <a:cxnLst/>
              <a:rect l="l" t="t" r="r" b="b"/>
              <a:pathLst>
                <a:path w="173" h="850" extrusionOk="0">
                  <a:moveTo>
                    <a:pt x="112" y="0"/>
                  </a:moveTo>
                  <a:lnTo>
                    <a:pt x="0" y="839"/>
                  </a:lnTo>
                  <a:lnTo>
                    <a:pt x="61" y="850"/>
                  </a:lnTo>
                  <a:lnTo>
                    <a:pt x="173" y="1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0"/>
            <p:cNvSpPr/>
            <p:nvPr/>
          </p:nvSpPr>
          <p:spPr>
            <a:xfrm>
              <a:off x="7693623" y="3336901"/>
              <a:ext cx="32467" cy="51097"/>
            </a:xfrm>
            <a:custGeom>
              <a:avLst/>
              <a:gdLst/>
              <a:ahLst/>
              <a:cxnLst/>
              <a:rect l="l" t="t" r="r" b="b"/>
              <a:pathLst>
                <a:path w="1023" h="1610" extrusionOk="0">
                  <a:moveTo>
                    <a:pt x="699" y="0"/>
                  </a:moveTo>
                  <a:lnTo>
                    <a:pt x="638" y="21"/>
                  </a:lnTo>
                  <a:lnTo>
                    <a:pt x="648" y="51"/>
                  </a:lnTo>
                  <a:cubicBezTo>
                    <a:pt x="659" y="92"/>
                    <a:pt x="952" y="1184"/>
                    <a:pt x="21" y="1549"/>
                  </a:cubicBezTo>
                  <a:lnTo>
                    <a:pt x="1" y="1558"/>
                  </a:lnTo>
                  <a:lnTo>
                    <a:pt x="21" y="1609"/>
                  </a:lnTo>
                  <a:lnTo>
                    <a:pt x="52" y="1599"/>
                  </a:lnTo>
                  <a:cubicBezTo>
                    <a:pt x="1023" y="1225"/>
                    <a:pt x="709" y="41"/>
                    <a:pt x="709" y="31"/>
                  </a:cubicBezTo>
                  <a:lnTo>
                    <a:pt x="699" y="0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0"/>
            <p:cNvSpPr/>
            <p:nvPr/>
          </p:nvSpPr>
          <p:spPr>
            <a:xfrm>
              <a:off x="7615612" y="4033888"/>
              <a:ext cx="107273" cy="37926"/>
            </a:xfrm>
            <a:custGeom>
              <a:avLst/>
              <a:gdLst/>
              <a:ahLst/>
              <a:cxnLst/>
              <a:rect l="l" t="t" r="r" b="b"/>
              <a:pathLst>
                <a:path w="3380" h="1195" extrusionOk="0">
                  <a:moveTo>
                    <a:pt x="2094" y="1"/>
                  </a:moveTo>
                  <a:lnTo>
                    <a:pt x="891" y="325"/>
                  </a:lnTo>
                  <a:cubicBezTo>
                    <a:pt x="466" y="436"/>
                    <a:pt x="132" y="770"/>
                    <a:pt x="1" y="1195"/>
                  </a:cubicBezTo>
                  <a:lnTo>
                    <a:pt x="2752" y="1195"/>
                  </a:lnTo>
                  <a:lnTo>
                    <a:pt x="2924" y="779"/>
                  </a:lnTo>
                  <a:lnTo>
                    <a:pt x="3005" y="779"/>
                  </a:lnTo>
                  <a:lnTo>
                    <a:pt x="3086" y="1195"/>
                  </a:lnTo>
                  <a:lnTo>
                    <a:pt x="3380" y="1195"/>
                  </a:lnTo>
                  <a:lnTo>
                    <a:pt x="3258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0"/>
            <p:cNvSpPr/>
            <p:nvPr/>
          </p:nvSpPr>
          <p:spPr>
            <a:xfrm>
              <a:off x="7638400" y="4023637"/>
              <a:ext cx="78074" cy="27040"/>
            </a:xfrm>
            <a:custGeom>
              <a:avLst/>
              <a:gdLst/>
              <a:ahLst/>
              <a:cxnLst/>
              <a:rect l="l" t="t" r="r" b="b"/>
              <a:pathLst>
                <a:path w="2460" h="852" extrusionOk="0">
                  <a:moveTo>
                    <a:pt x="1923" y="0"/>
                  </a:moveTo>
                  <a:lnTo>
                    <a:pt x="1376" y="324"/>
                  </a:lnTo>
                  <a:cubicBezTo>
                    <a:pt x="668" y="364"/>
                    <a:pt x="1" y="708"/>
                    <a:pt x="1" y="708"/>
                  </a:cubicBezTo>
                  <a:cubicBezTo>
                    <a:pt x="327" y="811"/>
                    <a:pt x="628" y="852"/>
                    <a:pt x="898" y="852"/>
                  </a:cubicBezTo>
                  <a:cubicBezTo>
                    <a:pt x="1876" y="852"/>
                    <a:pt x="2459" y="324"/>
                    <a:pt x="2459" y="324"/>
                  </a:cubicBezTo>
                  <a:lnTo>
                    <a:pt x="1923" y="0"/>
                  </a:ln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0"/>
            <p:cNvSpPr/>
            <p:nvPr/>
          </p:nvSpPr>
          <p:spPr>
            <a:xfrm>
              <a:off x="7523161" y="4033888"/>
              <a:ext cx="107273" cy="37926"/>
            </a:xfrm>
            <a:custGeom>
              <a:avLst/>
              <a:gdLst/>
              <a:ahLst/>
              <a:cxnLst/>
              <a:rect l="l" t="t" r="r" b="b"/>
              <a:pathLst>
                <a:path w="3380" h="1195" extrusionOk="0">
                  <a:moveTo>
                    <a:pt x="2094" y="1"/>
                  </a:moveTo>
                  <a:lnTo>
                    <a:pt x="891" y="325"/>
                  </a:lnTo>
                  <a:cubicBezTo>
                    <a:pt x="466" y="436"/>
                    <a:pt x="132" y="770"/>
                    <a:pt x="1" y="1195"/>
                  </a:cubicBezTo>
                  <a:lnTo>
                    <a:pt x="2752" y="1195"/>
                  </a:lnTo>
                  <a:lnTo>
                    <a:pt x="2924" y="779"/>
                  </a:lnTo>
                  <a:lnTo>
                    <a:pt x="3005" y="779"/>
                  </a:lnTo>
                  <a:lnTo>
                    <a:pt x="3086" y="1195"/>
                  </a:lnTo>
                  <a:lnTo>
                    <a:pt x="3379" y="1195"/>
                  </a:lnTo>
                  <a:lnTo>
                    <a:pt x="3258" y="1"/>
                  </a:ln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0"/>
            <p:cNvSpPr/>
            <p:nvPr/>
          </p:nvSpPr>
          <p:spPr>
            <a:xfrm>
              <a:off x="7545948" y="4023637"/>
              <a:ext cx="78043" cy="27040"/>
            </a:xfrm>
            <a:custGeom>
              <a:avLst/>
              <a:gdLst/>
              <a:ahLst/>
              <a:cxnLst/>
              <a:rect l="l" t="t" r="r" b="b"/>
              <a:pathLst>
                <a:path w="2459" h="852" extrusionOk="0">
                  <a:moveTo>
                    <a:pt x="1922" y="0"/>
                  </a:moveTo>
                  <a:lnTo>
                    <a:pt x="1376" y="324"/>
                  </a:lnTo>
                  <a:cubicBezTo>
                    <a:pt x="668" y="364"/>
                    <a:pt x="0" y="708"/>
                    <a:pt x="0" y="708"/>
                  </a:cubicBezTo>
                  <a:cubicBezTo>
                    <a:pt x="327" y="811"/>
                    <a:pt x="627" y="852"/>
                    <a:pt x="897" y="852"/>
                  </a:cubicBezTo>
                  <a:cubicBezTo>
                    <a:pt x="1875" y="852"/>
                    <a:pt x="2459" y="324"/>
                    <a:pt x="2459" y="324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E89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1" name="Google Shape;2371;p40"/>
          <p:cNvSpPr txBox="1">
            <a:spLocks noGrp="1"/>
          </p:cNvSpPr>
          <p:nvPr>
            <p:ph type="subTitle" idx="1"/>
          </p:nvPr>
        </p:nvSpPr>
        <p:spPr>
          <a:xfrm>
            <a:off x="1387488" y="2070050"/>
            <a:ext cx="63690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2372" name="Google Shape;2372;p40"/>
          <p:cNvSpPr txBox="1">
            <a:spLocks noGrp="1"/>
          </p:cNvSpPr>
          <p:nvPr>
            <p:ph type="subTitle" idx="2"/>
          </p:nvPr>
        </p:nvSpPr>
        <p:spPr>
          <a:xfrm>
            <a:off x="1976300" y="2496625"/>
            <a:ext cx="50277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EO M203.02 - Discuss the principles of leadership</a:t>
            </a:r>
            <a:endParaRPr dirty="0"/>
          </a:p>
        </p:txBody>
      </p:sp>
      <p:sp>
        <p:nvSpPr>
          <p:cNvPr id="2373" name="Google Shape;2373;p40"/>
          <p:cNvSpPr/>
          <p:nvPr/>
        </p:nvSpPr>
        <p:spPr>
          <a:xfrm>
            <a:off x="377137" y="842945"/>
            <a:ext cx="41634" cy="41634"/>
          </a:xfrm>
          <a:custGeom>
            <a:avLst/>
            <a:gdLst/>
            <a:ahLst/>
            <a:cxnLst/>
            <a:rect l="l" t="t" r="r" b="b"/>
            <a:pathLst>
              <a:path w="345" h="345" extrusionOk="0">
                <a:moveTo>
                  <a:pt x="173" y="1"/>
                </a:moveTo>
                <a:lnTo>
                  <a:pt x="112" y="112"/>
                </a:lnTo>
                <a:lnTo>
                  <a:pt x="0" y="173"/>
                </a:lnTo>
                <a:lnTo>
                  <a:pt x="112" y="234"/>
                </a:lnTo>
                <a:lnTo>
                  <a:pt x="173" y="345"/>
                </a:lnTo>
                <a:lnTo>
                  <a:pt x="233" y="234"/>
                </a:lnTo>
                <a:lnTo>
                  <a:pt x="344" y="173"/>
                </a:lnTo>
                <a:lnTo>
                  <a:pt x="233" y="112"/>
                </a:lnTo>
                <a:lnTo>
                  <a:pt x="17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4" name="Google Shape;2374;p40"/>
          <p:cNvSpPr/>
          <p:nvPr/>
        </p:nvSpPr>
        <p:spPr>
          <a:xfrm>
            <a:off x="2436891" y="797093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5" name="Google Shape;2375;p40"/>
          <p:cNvSpPr/>
          <p:nvPr/>
        </p:nvSpPr>
        <p:spPr>
          <a:xfrm>
            <a:off x="6814341" y="1646843"/>
            <a:ext cx="48995" cy="50202"/>
          </a:xfrm>
          <a:custGeom>
            <a:avLst/>
            <a:gdLst/>
            <a:ahLst/>
            <a:cxnLst/>
            <a:rect l="l" t="t" r="r" b="b"/>
            <a:pathLst>
              <a:path w="406" h="416" extrusionOk="0">
                <a:moveTo>
                  <a:pt x="203" y="1"/>
                </a:moveTo>
                <a:lnTo>
                  <a:pt x="132" y="133"/>
                </a:lnTo>
                <a:lnTo>
                  <a:pt x="1" y="214"/>
                </a:lnTo>
                <a:lnTo>
                  <a:pt x="132" y="284"/>
                </a:lnTo>
                <a:lnTo>
                  <a:pt x="203" y="416"/>
                </a:lnTo>
                <a:lnTo>
                  <a:pt x="274" y="284"/>
                </a:lnTo>
                <a:lnTo>
                  <a:pt x="405" y="214"/>
                </a:lnTo>
                <a:lnTo>
                  <a:pt x="274" y="133"/>
                </a:lnTo>
                <a:lnTo>
                  <a:pt x="2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6" name="Google Shape;23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400" y="3707188"/>
            <a:ext cx="41814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am Leader Project Proposal by Slidesgo">
  <a:themeElements>
    <a:clrScheme name="Simple Light">
      <a:dk1>
        <a:srgbClr val="000000"/>
      </a:dk1>
      <a:lt1>
        <a:srgbClr val="FFFFFF"/>
      </a:lt1>
      <a:dk2>
        <a:srgbClr val="F73939"/>
      </a:dk2>
      <a:lt2>
        <a:srgbClr val="FF4F4E"/>
      </a:lt2>
      <a:accent1>
        <a:srgbClr val="6974F9"/>
      </a:accent1>
      <a:accent2>
        <a:srgbClr val="5669F4"/>
      </a:accent2>
      <a:accent3>
        <a:srgbClr val="FFC55F"/>
      </a:accent3>
      <a:accent4>
        <a:srgbClr val="FCEDE3"/>
      </a:accent4>
      <a:accent5>
        <a:srgbClr val="F7D7C6"/>
      </a:accent5>
      <a:accent6>
        <a:srgbClr val="EFBFAB"/>
      </a:accent6>
      <a:hlink>
        <a:srgbClr val="11111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On-screen Show (16:9)</PresentationFormat>
  <Paragraphs>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 PLUS Rounded 1c</vt:lpstr>
      <vt:lpstr>Roboto Condensed Light</vt:lpstr>
      <vt:lpstr>Arial</vt:lpstr>
      <vt:lpstr>Lexend Deca</vt:lpstr>
      <vt:lpstr>Team Leader Project Proposal by Slidesgo</vt:lpstr>
      <vt:lpstr>Discuss the Principles of Leadership  EO M203.02</vt:lpstr>
      <vt:lpstr>Teaching Points </vt:lpstr>
      <vt:lpstr>Importance of lesson</vt:lpstr>
      <vt:lpstr>Discuss the principles of leadership</vt:lpstr>
      <vt:lpstr>About leadership </vt:lpstr>
      <vt:lpstr>Principles of Leadership</vt:lpstr>
      <vt:lpstr>Principles of Leadership (con’t)</vt:lpstr>
      <vt:lpstr>Principles of Leadership (con’t)</vt:lpstr>
      <vt:lpstr>TP1 confirmation questions</vt:lpstr>
      <vt:lpstr>Share brief narratives of youth who have influenced the environment or their community in a positive way and created opportunity for their future or the future of others</vt:lpstr>
      <vt:lpstr>Head into your groups and start reading!</vt:lpstr>
      <vt:lpstr>Confirmation Questions</vt:lpstr>
      <vt:lpstr>Share brief narratives of youth who have influenced the environment or their community in a positive way and created opportunity for their future or the future of others</vt:lpstr>
      <vt:lpstr>Get back into your groups :)</vt:lpstr>
      <vt:lpstr>PowerPoint Presentation</vt:lpstr>
      <vt:lpstr>End of Lesson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Zhu</cp:lastModifiedBy>
  <cp:revision>1</cp:revision>
  <dcterms:modified xsi:type="dcterms:W3CDTF">2025-06-08T10:52:05Z</dcterms:modified>
</cp:coreProperties>
</file>