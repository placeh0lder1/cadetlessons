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599D-99C6-428B-2EFF-772A5BB85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C4EBD-445A-32C7-A4E6-6CDD0F7FE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9D14E-5CCA-BF01-3054-3BBB0180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5FAC1-EECE-0E0C-C875-8D0BD95D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22DF-9C5E-115C-E8CC-F900D4DC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633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7DAC-1EBD-D00C-6E53-B486E4E9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2D3D-A364-6726-084E-EDE221E4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5CFD4-833F-3C5A-A54A-C07BEB9E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DCD83-DB2F-9E4E-5954-48863267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93E6C-69DA-38E2-DF10-EDEB8097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79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7A5F-9A71-5E57-E5BE-CE99C315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B5DAA-FB4E-0047-9763-85B123CF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FECA5-81EF-43A7-2063-3339B1BD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B8E81-95CE-80F7-F288-B7F616D1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79D5A-D52E-15FD-2ECF-D7457759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31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70F3-7BFE-4702-5D36-9F9FDE2C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0350E-4CB7-C23D-1003-115437622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DFBE5-AAEC-F381-734E-FFFC85705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8D6FC-FF7E-3DA1-38FF-E3CD9AF0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9A882-532E-3C47-0DD3-4C59E9B7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4D1EC-785D-3C03-081E-120F0CB2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744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5E9E-7B66-F4F0-4E2F-8A118CDF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7C176-659F-3841-EC80-28F43800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CC22E-1291-E579-DF61-1C102E591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BABC0-7F05-27C7-5C5A-840F8199C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D4B08-5D7E-86A0-B203-FC2A0954E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BEE91-CEEE-5255-3592-5D1F2EE9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9A43E-F7D5-8E06-666F-5EBF6870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BA916-A0AE-D9E7-774B-4E43FEE1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475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0B68-EEE7-C8E5-A4E1-D9097F09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CB39B-AE17-E30B-8BB4-EF513702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AC797-499E-217A-0036-831B7C85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80DAB-3138-4163-213F-D7161AFA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351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31726-5513-8721-31BA-D73FE793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2AFA9-CD04-0439-7AD4-EF2BC563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9465-A348-2937-290A-A3E91227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316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C2CB-AAF0-3ADB-B4A4-E8AD8FFF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C1749-9D21-5670-BC3D-EA8F3539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0ACF6-CA12-9954-FC51-D45CA323A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1BE95-26A6-4287-352F-6BB2CEAF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7AB17-4F53-1582-8192-5BA020C0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56CFB-0C7C-1282-BC89-004C7368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759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A150-0BE0-CFC8-346B-F73B0DFC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6EE3DF-7278-09CB-F789-4F375F0BA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B7EE8-C47C-4107-ABEA-E0A9B1DDE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537B4-9E9B-AAC6-2254-7131671B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3FD68-BDFF-9728-D1DF-3A0B61A8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D6415-1270-948A-F206-3C41314A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950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E18A6-27E3-087A-A81B-E4F44536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EF3A2-F667-F8BF-3080-41D4A0EF1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D6265-60A3-D7CB-69A9-10948608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18566-D0A9-EAF6-28C9-4E678935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40DBA-371C-07D7-95EC-CFAFE95D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86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C971F-4EB3-AFF0-9BE9-450BD6E80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5F710-B2C4-E122-2516-14F278CF6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DC23-5AE2-12C9-D9FB-446CE111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1BB9F-BC92-B652-224C-7F9CADB6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BCB57-69D9-7FE1-E3DF-FA5A2145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858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B6CA0-4B04-5CEC-B13D-D92419C3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2BC80-74E4-DCC5-FD05-B4F82171C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2E4F-6A1C-372E-0A54-F7FB38E89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C8FF5-89C6-458E-A671-71A888DD7BD1}" type="datetimeFigureOut">
              <a:rPr lang="en-CA" smtClean="0"/>
              <a:t>2024-12-03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6285-76E4-7592-B8A7-6A23E3248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87A19-820D-C502-0B26-8A055820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8E7EF-B141-4D5D-BD0B-C764FE7529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396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pace Isn't As Colorful As NASA's Photos Make It Seem And Here's Why">
            <a:extLst>
              <a:ext uri="{FF2B5EF4-FFF2-40B4-BE49-F238E27FC236}">
                <a16:creationId xmlns:a16="http://schemas.microsoft.com/office/drawing/2014/main" id="{57BABDF9-872F-BA77-A9B4-51E586504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0" r="-1" b="5607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092C9-135A-9B60-8DA3-EF1B39643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100">
                <a:solidFill>
                  <a:schemeClr val="bg1"/>
                </a:solidFill>
              </a:rPr>
              <a:t>EOM240.01 – EXPLORE CURRENT ADVANCEMENTS IN AEROSPACE TECHNOLOGY</a:t>
            </a:r>
            <a:endParaRPr lang="en-CA" sz="61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DCB5E-8509-6C93-B64D-DEC5A2030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By: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2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6104D-4464-A2C7-43FD-3C056CD5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47" y="273857"/>
            <a:ext cx="8071706" cy="1075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Teaching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EFBA1-3BC5-AD45-74D7-48F6A0046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85" y="1613868"/>
            <a:ext cx="11700021" cy="165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8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TP1 Conduct an Activity To Explore Current Advancements in Aerospace Technology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636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ng row of satellite dishes in the sunset">
            <a:extLst>
              <a:ext uri="{FF2B5EF4-FFF2-40B4-BE49-F238E27FC236}">
                <a16:creationId xmlns:a16="http://schemas.microsoft.com/office/drawing/2014/main" id="{7C6D4636-E910-8161-28B5-DBD81DBE7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46" r="12495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4679C-D6DC-6997-80A8-A1A856B9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544" y="63681"/>
            <a:ext cx="7171475" cy="1559301"/>
          </a:xfrm>
        </p:spPr>
        <p:txBody>
          <a:bodyPr>
            <a:noAutofit/>
          </a:bodyPr>
          <a:lstStyle/>
          <a:p>
            <a:r>
              <a:rPr lang="en-US" sz="3600" b="1" dirty="0"/>
              <a:t>What are some current advancement in aerospace technology that has impacted Earth today?</a:t>
            </a:r>
            <a:endParaRPr lang="en-CA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8B33-AC75-426F-7D9D-6C311B9D2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332" y="2519266"/>
            <a:ext cx="6686938" cy="3496878"/>
          </a:xfrm>
        </p:spPr>
        <p:txBody>
          <a:bodyPr anchor="ctr">
            <a:noAutofit/>
          </a:bodyPr>
          <a:lstStyle/>
          <a:p>
            <a:r>
              <a:rPr lang="en-CA" b="1" dirty="0"/>
              <a:t>Satellite radio</a:t>
            </a:r>
          </a:p>
          <a:p>
            <a:r>
              <a:rPr lang="en-CA" b="1" dirty="0"/>
              <a:t>Video image stabilization and registration</a:t>
            </a:r>
          </a:p>
          <a:p>
            <a:r>
              <a:rPr lang="en-CA" b="1" dirty="0"/>
              <a:t>Satellite TV</a:t>
            </a:r>
          </a:p>
          <a:p>
            <a:r>
              <a:rPr lang="en-CA" b="1" dirty="0" err="1"/>
              <a:t>DeBakey</a:t>
            </a:r>
            <a:r>
              <a:rPr lang="en-CA" b="1" dirty="0"/>
              <a:t> blood pump</a:t>
            </a:r>
          </a:p>
          <a:p>
            <a:r>
              <a:rPr lang="en-CA" b="1" dirty="0"/>
              <a:t>Global positioning system (GPS)</a:t>
            </a:r>
          </a:p>
          <a:p>
            <a:r>
              <a:rPr lang="en-CA" b="1" dirty="0"/>
              <a:t>Temper foam</a:t>
            </a:r>
          </a:p>
          <a:p>
            <a:r>
              <a:rPr lang="en-CA" b="1" dirty="0"/>
              <a:t>Advanced communications technology</a:t>
            </a:r>
          </a:p>
          <a:p>
            <a:r>
              <a:rPr lang="en-CA" b="1" dirty="0"/>
              <a:t>Fire-resistant aircraft seats</a:t>
            </a:r>
          </a:p>
          <a:p>
            <a:r>
              <a:rPr lang="en-CA" b="1" dirty="0"/>
              <a:t>Excimer Laser Angioplasty System</a:t>
            </a:r>
          </a:p>
          <a:p>
            <a:r>
              <a:rPr lang="en-CA" b="1" dirty="0"/>
              <a:t>Liquid-cooled garments, etc.</a:t>
            </a:r>
          </a:p>
        </p:txBody>
      </p:sp>
    </p:spTree>
    <p:extLst>
      <p:ext uri="{BB962C8B-B14F-4D97-AF65-F5344CB8AC3E}">
        <p14:creationId xmlns:p14="http://schemas.microsoft.com/office/powerpoint/2010/main" val="7883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436CAFEB-4004-E771-D5A3-4997432DAA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92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C29B1-560C-9C65-6CD6-A7268944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5" y="799429"/>
            <a:ext cx="4300906" cy="5620031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What advancement in aerospace technology is of most interest to you and why? </a:t>
            </a:r>
          </a:p>
        </p:txBody>
      </p:sp>
    </p:spTree>
    <p:extLst>
      <p:ext uri="{BB962C8B-B14F-4D97-AF65-F5344CB8AC3E}">
        <p14:creationId xmlns:p14="http://schemas.microsoft.com/office/powerpoint/2010/main" val="425574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BE654-9CA6-C69E-37E2-69CA82FF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325369"/>
            <a:ext cx="5822301" cy="1956841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What is a current technology item in use today designed by the Canadian Space Agency?</a:t>
            </a:r>
            <a:endParaRPr lang="en-CA" sz="4000" b="1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B0D83-0441-71ED-E819-4FADE3E4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72899"/>
            <a:ext cx="5514975" cy="3320668"/>
          </a:xfrm>
        </p:spPr>
        <p:txBody>
          <a:bodyPr>
            <a:noAutofit/>
          </a:bodyPr>
          <a:lstStyle/>
          <a:p>
            <a:r>
              <a:rPr lang="en-US" sz="4000" b="1" dirty="0"/>
              <a:t>The Canadarm</a:t>
            </a:r>
          </a:p>
          <a:p>
            <a:r>
              <a:rPr lang="en-US" sz="4000" b="1" dirty="0"/>
              <a:t>The Canadarm 2</a:t>
            </a:r>
          </a:p>
          <a:p>
            <a:r>
              <a:rPr lang="en-US" sz="4000" b="1" dirty="0"/>
              <a:t>The Canadarm 3</a:t>
            </a:r>
          </a:p>
          <a:p>
            <a:r>
              <a:rPr lang="en-US" sz="4000" b="1" dirty="0"/>
              <a:t>Bio-Monitor</a:t>
            </a:r>
          </a:p>
          <a:p>
            <a:r>
              <a:rPr lang="en-US" sz="4000" b="1" dirty="0"/>
              <a:t>RADARSAT</a:t>
            </a:r>
            <a:endParaRPr lang="en-CA" sz="4000" b="1" dirty="0"/>
          </a:p>
        </p:txBody>
      </p:sp>
      <p:pic>
        <p:nvPicPr>
          <p:cNvPr id="5" name="Picture 4" descr="The planet earth taken from the outer space">
            <a:extLst>
              <a:ext uri="{FF2B5EF4-FFF2-40B4-BE49-F238E27FC236}">
                <a16:creationId xmlns:a16="http://schemas.microsoft.com/office/drawing/2014/main" id="{7D38BA7F-438F-63A0-62AD-799C78FE9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52" r="1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9895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0" name="Picture 2" descr="Space technology: how space benefits life on earth">
            <a:extLst>
              <a:ext uri="{FF2B5EF4-FFF2-40B4-BE49-F238E27FC236}">
                <a16:creationId xmlns:a16="http://schemas.microsoft.com/office/drawing/2014/main" id="{78684E81-B1B6-E145-E1B9-FDCE7C5013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7" b="13443"/>
          <a:stretch/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58D43C-B989-E3F6-53D6-2B4FCE3D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EOM240.01 – EXPLORE CURRENT ADVANCEMENTS IN AEROSPACE TECHNOLOGY</a:t>
            </a:r>
          </a:p>
        </p:txBody>
      </p:sp>
    </p:spTree>
    <p:extLst>
      <p:ext uri="{BB962C8B-B14F-4D97-AF65-F5344CB8AC3E}">
        <p14:creationId xmlns:p14="http://schemas.microsoft.com/office/powerpoint/2010/main" val="114016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120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EOM240.01 – EXPLORE CURRENT ADVANCEMENTS IN AEROSPACE TECHNOLOGY</vt:lpstr>
      <vt:lpstr>Teaching Points</vt:lpstr>
      <vt:lpstr>What are some current advancement in aerospace technology that has impacted Earth today?</vt:lpstr>
      <vt:lpstr>What advancement in aerospace technology is of most interest to you and why? </vt:lpstr>
      <vt:lpstr>What is a current technology item in use today designed by the Canadian Space Agency?</vt:lpstr>
      <vt:lpstr>EOM240.01 – EXPLORE CURRENT ADVANCEMENTS IN AEROSPACE 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EOM240.01 – EXPLORE CURRENT ADVANCEMENTS IN AEROSPACE TECHNOLOGY</dc:title>
  <dc:creator>kevin zhu</dc:creator>
  <cp:lastModifiedBy>Zhu, Kevin cdt</cp:lastModifiedBy>
  <cp:revision>11</cp:revision>
  <dcterms:created xsi:type="dcterms:W3CDTF">2024-02-02T23:16:14Z</dcterms:created>
  <dcterms:modified xsi:type="dcterms:W3CDTF">2024-12-04T03:44:42Z</dcterms:modified>
</cp:coreProperties>
</file>