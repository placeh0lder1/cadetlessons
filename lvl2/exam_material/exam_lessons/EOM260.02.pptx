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3" r:id="rId8"/>
    <p:sldId id="265" r:id="rId9"/>
    <p:sldId id="266" r:id="rId10"/>
    <p:sldId id="267"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1634" autoAdjust="0"/>
  </p:normalViewPr>
  <p:slideViewPr>
    <p:cSldViewPr snapToGrid="0">
      <p:cViewPr varScale="1">
        <p:scale>
          <a:sx n="79" d="100"/>
          <a:sy n="79" d="100"/>
        </p:scale>
        <p:origin x="1830"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A8BA5D-7EA5-47AD-BA03-ACA9F2065BC9}" type="datetimeFigureOut">
              <a:rPr lang="en-CA" smtClean="0"/>
              <a:t>2025-05-27</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978285-2B5F-438F-B938-50C95BA17C09}" type="slidenum">
              <a:rPr lang="en-CA" smtClean="0"/>
              <a:t>‹#›</a:t>
            </a:fld>
            <a:endParaRPr lang="en-CA"/>
          </a:p>
        </p:txBody>
      </p:sp>
    </p:spTree>
    <p:extLst>
      <p:ext uri="{BB962C8B-B14F-4D97-AF65-F5344CB8AC3E}">
        <p14:creationId xmlns:p14="http://schemas.microsoft.com/office/powerpoint/2010/main" val="32489679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the winter, the main focus of the work is on runway and taxiing area maintenance.</a:t>
            </a:r>
          </a:p>
          <a:p>
            <a:endParaRPr lang="en-US" dirty="0"/>
          </a:p>
          <a:p>
            <a:r>
              <a:rPr lang="en-US" dirty="0"/>
              <a:t>Runway lighting is used at airports which allow night landings. Seen from the air, runway lights form an outline of the runway. </a:t>
            </a:r>
          </a:p>
          <a:p>
            <a:r>
              <a:rPr lang="en-US" dirty="0" err="1"/>
              <a:t>Colours</a:t>
            </a:r>
            <a:r>
              <a:rPr lang="en-US" dirty="0"/>
              <a:t>, directions, timing, area</a:t>
            </a:r>
          </a:p>
          <a:p>
            <a:endParaRPr lang="en-US" dirty="0"/>
          </a:p>
          <a:p>
            <a:r>
              <a:rPr lang="en-US" dirty="0"/>
              <a:t>Baggage handlers work both indoors and outdoors at an aerodrome. They are responsible for making sure that not only does the mail, freight and luggage get onto the right aircraft but also that it gets there on time. </a:t>
            </a:r>
          </a:p>
          <a:p>
            <a:endParaRPr lang="en-US" dirty="0"/>
          </a:p>
          <a:p>
            <a:r>
              <a:rPr lang="en-US" dirty="0"/>
              <a:t>The successful treatment of ice and snow deposits on airplanes on the ground is an absolute necessity for safe winter operations. A flight that is expected to operate in known ground icing conditions shall not takeoff unless the aircraft has been inspected for icing and, if necessary, has been given the appropriate de-icing/</a:t>
            </a:r>
            <a:r>
              <a:rPr lang="en-US" dirty="0" err="1"/>
              <a:t>antiicing</a:t>
            </a:r>
            <a:r>
              <a:rPr lang="en-US" dirty="0"/>
              <a:t> treatment. Accumulation of ice or other contaminants shall be removed so that the aircraft is kept in an airworthy condition prior to takeoff.</a:t>
            </a:r>
          </a:p>
          <a:p>
            <a:endParaRPr lang="en-US" dirty="0"/>
          </a:p>
          <a:p>
            <a:endParaRPr lang="en-CA" dirty="0"/>
          </a:p>
        </p:txBody>
      </p:sp>
      <p:sp>
        <p:nvSpPr>
          <p:cNvPr id="4" name="Slide Number Placeholder 3"/>
          <p:cNvSpPr>
            <a:spLocks noGrp="1"/>
          </p:cNvSpPr>
          <p:nvPr>
            <p:ph type="sldNum" sz="quarter" idx="5"/>
          </p:nvPr>
        </p:nvSpPr>
        <p:spPr/>
        <p:txBody>
          <a:bodyPr/>
          <a:lstStyle/>
          <a:p>
            <a:fld id="{1D978285-2B5F-438F-B938-50C95BA17C09}" type="slidenum">
              <a:rPr lang="en-CA" smtClean="0"/>
              <a:t>8</a:t>
            </a:fld>
            <a:endParaRPr lang="en-CA"/>
          </a:p>
        </p:txBody>
      </p:sp>
    </p:spTree>
    <p:extLst>
      <p:ext uri="{BB962C8B-B14F-4D97-AF65-F5344CB8AC3E}">
        <p14:creationId xmlns:p14="http://schemas.microsoft.com/office/powerpoint/2010/main" val="4117815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https://jeopardylabs.com/play/identify-aspects-of-basic-aerodrome-operations </a:t>
            </a:r>
          </a:p>
          <a:p>
            <a:endParaRPr lang="en-CA" dirty="0"/>
          </a:p>
        </p:txBody>
      </p:sp>
      <p:sp>
        <p:nvSpPr>
          <p:cNvPr id="4" name="Slide Number Placeholder 3"/>
          <p:cNvSpPr>
            <a:spLocks noGrp="1"/>
          </p:cNvSpPr>
          <p:nvPr>
            <p:ph type="sldNum" sz="quarter" idx="5"/>
          </p:nvPr>
        </p:nvSpPr>
        <p:spPr/>
        <p:txBody>
          <a:bodyPr/>
          <a:lstStyle/>
          <a:p>
            <a:fld id="{1D978285-2B5F-438F-B938-50C95BA17C09}" type="slidenum">
              <a:rPr lang="en-CA" smtClean="0"/>
              <a:t>9</a:t>
            </a:fld>
            <a:endParaRPr lang="en-CA"/>
          </a:p>
        </p:txBody>
      </p:sp>
    </p:spTree>
    <p:extLst>
      <p:ext uri="{BB962C8B-B14F-4D97-AF65-F5344CB8AC3E}">
        <p14:creationId xmlns:p14="http://schemas.microsoft.com/office/powerpoint/2010/main" val="39768265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738F0-F3AA-5996-06AE-D0A1BC83EB3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308F15C5-4776-6746-F1C1-DEC2D9A28ED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E6938ADA-DD87-8B21-C1ED-33228FFAFE76}"/>
              </a:ext>
            </a:extLst>
          </p:cNvPr>
          <p:cNvSpPr>
            <a:spLocks noGrp="1"/>
          </p:cNvSpPr>
          <p:nvPr>
            <p:ph type="dt" sz="half" idx="10"/>
          </p:nvPr>
        </p:nvSpPr>
        <p:spPr/>
        <p:txBody>
          <a:bodyPr/>
          <a:lstStyle/>
          <a:p>
            <a:fld id="{49A7FD25-F971-4631-9E8E-F0BE757147DD}" type="datetimeFigureOut">
              <a:rPr lang="en-CA" smtClean="0"/>
              <a:t>2025-05-27</a:t>
            </a:fld>
            <a:endParaRPr lang="en-CA"/>
          </a:p>
        </p:txBody>
      </p:sp>
      <p:sp>
        <p:nvSpPr>
          <p:cNvPr id="5" name="Footer Placeholder 4">
            <a:extLst>
              <a:ext uri="{FF2B5EF4-FFF2-40B4-BE49-F238E27FC236}">
                <a16:creationId xmlns:a16="http://schemas.microsoft.com/office/drawing/2014/main" id="{A66CE679-EE31-1AAB-D8B1-19E553DD207E}"/>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61D4DAB4-DE8D-53C3-E6A8-F294E5F8EDBD}"/>
              </a:ext>
            </a:extLst>
          </p:cNvPr>
          <p:cNvSpPr>
            <a:spLocks noGrp="1"/>
          </p:cNvSpPr>
          <p:nvPr>
            <p:ph type="sldNum" sz="quarter" idx="12"/>
          </p:nvPr>
        </p:nvSpPr>
        <p:spPr/>
        <p:txBody>
          <a:bodyPr/>
          <a:lstStyle/>
          <a:p>
            <a:fld id="{8E12F915-860A-4E5F-AD5B-9CD6E0B65DB7}" type="slidenum">
              <a:rPr lang="en-CA" smtClean="0"/>
              <a:t>‹#›</a:t>
            </a:fld>
            <a:endParaRPr lang="en-CA"/>
          </a:p>
        </p:txBody>
      </p:sp>
    </p:spTree>
    <p:extLst>
      <p:ext uri="{BB962C8B-B14F-4D97-AF65-F5344CB8AC3E}">
        <p14:creationId xmlns:p14="http://schemas.microsoft.com/office/powerpoint/2010/main" val="7338759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DD978-82AD-B62A-84E2-8D899542ABB6}"/>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6969B40F-623D-4E3C-27C9-88D0E0E4BE5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80E69965-0FE3-57CE-D5DF-DBD6770FE7F1}"/>
              </a:ext>
            </a:extLst>
          </p:cNvPr>
          <p:cNvSpPr>
            <a:spLocks noGrp="1"/>
          </p:cNvSpPr>
          <p:nvPr>
            <p:ph type="dt" sz="half" idx="10"/>
          </p:nvPr>
        </p:nvSpPr>
        <p:spPr/>
        <p:txBody>
          <a:bodyPr/>
          <a:lstStyle/>
          <a:p>
            <a:fld id="{49A7FD25-F971-4631-9E8E-F0BE757147DD}" type="datetimeFigureOut">
              <a:rPr lang="en-CA" smtClean="0"/>
              <a:t>2025-05-27</a:t>
            </a:fld>
            <a:endParaRPr lang="en-CA"/>
          </a:p>
        </p:txBody>
      </p:sp>
      <p:sp>
        <p:nvSpPr>
          <p:cNvPr id="5" name="Footer Placeholder 4">
            <a:extLst>
              <a:ext uri="{FF2B5EF4-FFF2-40B4-BE49-F238E27FC236}">
                <a16:creationId xmlns:a16="http://schemas.microsoft.com/office/drawing/2014/main" id="{CB1A0076-8D07-3F87-523A-20439923391F}"/>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137ED94C-B157-4FA9-16FF-EF1A829C5072}"/>
              </a:ext>
            </a:extLst>
          </p:cNvPr>
          <p:cNvSpPr>
            <a:spLocks noGrp="1"/>
          </p:cNvSpPr>
          <p:nvPr>
            <p:ph type="sldNum" sz="quarter" idx="12"/>
          </p:nvPr>
        </p:nvSpPr>
        <p:spPr/>
        <p:txBody>
          <a:bodyPr/>
          <a:lstStyle/>
          <a:p>
            <a:fld id="{8E12F915-860A-4E5F-AD5B-9CD6E0B65DB7}" type="slidenum">
              <a:rPr lang="en-CA" smtClean="0"/>
              <a:t>‹#›</a:t>
            </a:fld>
            <a:endParaRPr lang="en-CA"/>
          </a:p>
        </p:txBody>
      </p:sp>
    </p:spTree>
    <p:extLst>
      <p:ext uri="{BB962C8B-B14F-4D97-AF65-F5344CB8AC3E}">
        <p14:creationId xmlns:p14="http://schemas.microsoft.com/office/powerpoint/2010/main" val="17097482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C72C3-B809-8252-E15F-1CEBC3DDE5B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48353296-1CAD-3BC6-11F9-2D39885F8CE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919B486-45C1-3EE8-C1A9-433055360EB1}"/>
              </a:ext>
            </a:extLst>
          </p:cNvPr>
          <p:cNvSpPr>
            <a:spLocks noGrp="1"/>
          </p:cNvSpPr>
          <p:nvPr>
            <p:ph type="dt" sz="half" idx="10"/>
          </p:nvPr>
        </p:nvSpPr>
        <p:spPr/>
        <p:txBody>
          <a:bodyPr/>
          <a:lstStyle/>
          <a:p>
            <a:fld id="{49A7FD25-F971-4631-9E8E-F0BE757147DD}" type="datetimeFigureOut">
              <a:rPr lang="en-CA" smtClean="0"/>
              <a:t>2025-05-27</a:t>
            </a:fld>
            <a:endParaRPr lang="en-CA"/>
          </a:p>
        </p:txBody>
      </p:sp>
      <p:sp>
        <p:nvSpPr>
          <p:cNvPr id="5" name="Footer Placeholder 4">
            <a:extLst>
              <a:ext uri="{FF2B5EF4-FFF2-40B4-BE49-F238E27FC236}">
                <a16:creationId xmlns:a16="http://schemas.microsoft.com/office/drawing/2014/main" id="{5E81D9CE-546B-A033-1DAF-F9CEDD7AFD89}"/>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946E7F0F-135B-43A1-E104-38A74112B6E2}"/>
              </a:ext>
            </a:extLst>
          </p:cNvPr>
          <p:cNvSpPr>
            <a:spLocks noGrp="1"/>
          </p:cNvSpPr>
          <p:nvPr>
            <p:ph type="sldNum" sz="quarter" idx="12"/>
          </p:nvPr>
        </p:nvSpPr>
        <p:spPr/>
        <p:txBody>
          <a:bodyPr/>
          <a:lstStyle/>
          <a:p>
            <a:fld id="{8E12F915-860A-4E5F-AD5B-9CD6E0B65DB7}" type="slidenum">
              <a:rPr lang="en-CA" smtClean="0"/>
              <a:t>‹#›</a:t>
            </a:fld>
            <a:endParaRPr lang="en-CA"/>
          </a:p>
        </p:txBody>
      </p:sp>
    </p:spTree>
    <p:extLst>
      <p:ext uri="{BB962C8B-B14F-4D97-AF65-F5344CB8AC3E}">
        <p14:creationId xmlns:p14="http://schemas.microsoft.com/office/powerpoint/2010/main" val="15452270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66212-FEFE-AC65-83E1-635D82E643DF}"/>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289DD4EB-1209-E4B4-6692-701AFAB8D1D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0D686497-082B-1B33-8943-6EDF4541989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8D21D4DE-BFC5-6053-1FEE-C4A5929794A2}"/>
              </a:ext>
            </a:extLst>
          </p:cNvPr>
          <p:cNvSpPr>
            <a:spLocks noGrp="1"/>
          </p:cNvSpPr>
          <p:nvPr>
            <p:ph type="dt" sz="half" idx="10"/>
          </p:nvPr>
        </p:nvSpPr>
        <p:spPr/>
        <p:txBody>
          <a:bodyPr/>
          <a:lstStyle/>
          <a:p>
            <a:fld id="{49A7FD25-F971-4631-9E8E-F0BE757147DD}" type="datetimeFigureOut">
              <a:rPr lang="en-CA" smtClean="0"/>
              <a:t>2025-05-27</a:t>
            </a:fld>
            <a:endParaRPr lang="en-CA"/>
          </a:p>
        </p:txBody>
      </p:sp>
      <p:sp>
        <p:nvSpPr>
          <p:cNvPr id="6" name="Footer Placeholder 5">
            <a:extLst>
              <a:ext uri="{FF2B5EF4-FFF2-40B4-BE49-F238E27FC236}">
                <a16:creationId xmlns:a16="http://schemas.microsoft.com/office/drawing/2014/main" id="{BFBF22A6-B0A1-4E50-8D83-72658D5FF8B5}"/>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8CA46EEF-A898-B004-9283-A17879DED9A9}"/>
              </a:ext>
            </a:extLst>
          </p:cNvPr>
          <p:cNvSpPr>
            <a:spLocks noGrp="1"/>
          </p:cNvSpPr>
          <p:nvPr>
            <p:ph type="sldNum" sz="quarter" idx="12"/>
          </p:nvPr>
        </p:nvSpPr>
        <p:spPr/>
        <p:txBody>
          <a:bodyPr/>
          <a:lstStyle/>
          <a:p>
            <a:fld id="{8E12F915-860A-4E5F-AD5B-9CD6E0B65DB7}" type="slidenum">
              <a:rPr lang="en-CA" smtClean="0"/>
              <a:t>‹#›</a:t>
            </a:fld>
            <a:endParaRPr lang="en-CA"/>
          </a:p>
        </p:txBody>
      </p:sp>
    </p:spTree>
    <p:extLst>
      <p:ext uri="{BB962C8B-B14F-4D97-AF65-F5344CB8AC3E}">
        <p14:creationId xmlns:p14="http://schemas.microsoft.com/office/powerpoint/2010/main" val="19009475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F85C0-3BEA-A100-0BC2-41BB7BF82C60}"/>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4219E41F-F4A7-E63A-E99A-5B9D58CA7D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A22D502-E2B6-D89D-186C-8D21E7E0162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8ED26B2C-D537-50BB-86EF-F1B3EDCFD2A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CB5E554-DC54-CB05-7DAE-EA56B3BDBEB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9376664E-E408-9648-5121-E03081C37528}"/>
              </a:ext>
            </a:extLst>
          </p:cNvPr>
          <p:cNvSpPr>
            <a:spLocks noGrp="1"/>
          </p:cNvSpPr>
          <p:nvPr>
            <p:ph type="dt" sz="half" idx="10"/>
          </p:nvPr>
        </p:nvSpPr>
        <p:spPr/>
        <p:txBody>
          <a:bodyPr/>
          <a:lstStyle/>
          <a:p>
            <a:fld id="{49A7FD25-F971-4631-9E8E-F0BE757147DD}" type="datetimeFigureOut">
              <a:rPr lang="en-CA" smtClean="0"/>
              <a:t>2025-05-27</a:t>
            </a:fld>
            <a:endParaRPr lang="en-CA"/>
          </a:p>
        </p:txBody>
      </p:sp>
      <p:sp>
        <p:nvSpPr>
          <p:cNvPr id="8" name="Footer Placeholder 7">
            <a:extLst>
              <a:ext uri="{FF2B5EF4-FFF2-40B4-BE49-F238E27FC236}">
                <a16:creationId xmlns:a16="http://schemas.microsoft.com/office/drawing/2014/main" id="{078FDCA2-44D7-DFD9-1B69-B031A39B9CE0}"/>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4270B8B3-DC28-E4D3-3E59-603DF61AB0DB}"/>
              </a:ext>
            </a:extLst>
          </p:cNvPr>
          <p:cNvSpPr>
            <a:spLocks noGrp="1"/>
          </p:cNvSpPr>
          <p:nvPr>
            <p:ph type="sldNum" sz="quarter" idx="12"/>
          </p:nvPr>
        </p:nvSpPr>
        <p:spPr/>
        <p:txBody>
          <a:bodyPr/>
          <a:lstStyle/>
          <a:p>
            <a:fld id="{8E12F915-860A-4E5F-AD5B-9CD6E0B65DB7}" type="slidenum">
              <a:rPr lang="en-CA" smtClean="0"/>
              <a:t>‹#›</a:t>
            </a:fld>
            <a:endParaRPr lang="en-CA"/>
          </a:p>
        </p:txBody>
      </p:sp>
    </p:spTree>
    <p:extLst>
      <p:ext uri="{BB962C8B-B14F-4D97-AF65-F5344CB8AC3E}">
        <p14:creationId xmlns:p14="http://schemas.microsoft.com/office/powerpoint/2010/main" val="6258518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6C082-56A0-9909-2C32-B15E1166066B}"/>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7D52F76C-497C-3CF2-356A-67B8ABB0F30E}"/>
              </a:ext>
            </a:extLst>
          </p:cNvPr>
          <p:cNvSpPr>
            <a:spLocks noGrp="1"/>
          </p:cNvSpPr>
          <p:nvPr>
            <p:ph type="dt" sz="half" idx="10"/>
          </p:nvPr>
        </p:nvSpPr>
        <p:spPr/>
        <p:txBody>
          <a:bodyPr/>
          <a:lstStyle/>
          <a:p>
            <a:fld id="{49A7FD25-F971-4631-9E8E-F0BE757147DD}" type="datetimeFigureOut">
              <a:rPr lang="en-CA" smtClean="0"/>
              <a:t>2025-05-27</a:t>
            </a:fld>
            <a:endParaRPr lang="en-CA"/>
          </a:p>
        </p:txBody>
      </p:sp>
      <p:sp>
        <p:nvSpPr>
          <p:cNvPr id="4" name="Footer Placeholder 3">
            <a:extLst>
              <a:ext uri="{FF2B5EF4-FFF2-40B4-BE49-F238E27FC236}">
                <a16:creationId xmlns:a16="http://schemas.microsoft.com/office/drawing/2014/main" id="{FFC45BCE-FDBA-498A-F152-BE426D99A340}"/>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C7A5DFB0-1F2C-895E-22CF-16822FBE3A6F}"/>
              </a:ext>
            </a:extLst>
          </p:cNvPr>
          <p:cNvSpPr>
            <a:spLocks noGrp="1"/>
          </p:cNvSpPr>
          <p:nvPr>
            <p:ph type="sldNum" sz="quarter" idx="12"/>
          </p:nvPr>
        </p:nvSpPr>
        <p:spPr/>
        <p:txBody>
          <a:bodyPr/>
          <a:lstStyle/>
          <a:p>
            <a:fld id="{8E12F915-860A-4E5F-AD5B-9CD6E0B65DB7}" type="slidenum">
              <a:rPr lang="en-CA" smtClean="0"/>
              <a:t>‹#›</a:t>
            </a:fld>
            <a:endParaRPr lang="en-CA"/>
          </a:p>
        </p:txBody>
      </p:sp>
    </p:spTree>
    <p:extLst>
      <p:ext uri="{BB962C8B-B14F-4D97-AF65-F5344CB8AC3E}">
        <p14:creationId xmlns:p14="http://schemas.microsoft.com/office/powerpoint/2010/main" val="18655618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EF18F69-3860-F31B-ED27-09D32D1F8AF6}"/>
              </a:ext>
            </a:extLst>
          </p:cNvPr>
          <p:cNvSpPr>
            <a:spLocks noGrp="1"/>
          </p:cNvSpPr>
          <p:nvPr>
            <p:ph type="dt" sz="half" idx="10"/>
          </p:nvPr>
        </p:nvSpPr>
        <p:spPr/>
        <p:txBody>
          <a:bodyPr/>
          <a:lstStyle/>
          <a:p>
            <a:fld id="{49A7FD25-F971-4631-9E8E-F0BE757147DD}" type="datetimeFigureOut">
              <a:rPr lang="en-CA" smtClean="0"/>
              <a:t>2025-05-27</a:t>
            </a:fld>
            <a:endParaRPr lang="en-CA"/>
          </a:p>
        </p:txBody>
      </p:sp>
      <p:sp>
        <p:nvSpPr>
          <p:cNvPr id="3" name="Footer Placeholder 2">
            <a:extLst>
              <a:ext uri="{FF2B5EF4-FFF2-40B4-BE49-F238E27FC236}">
                <a16:creationId xmlns:a16="http://schemas.microsoft.com/office/drawing/2014/main" id="{9CC747AA-B774-03E8-6E20-E8C896EF6F2B}"/>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51C1C114-3E81-B182-2E0D-89387AA6AA45}"/>
              </a:ext>
            </a:extLst>
          </p:cNvPr>
          <p:cNvSpPr>
            <a:spLocks noGrp="1"/>
          </p:cNvSpPr>
          <p:nvPr>
            <p:ph type="sldNum" sz="quarter" idx="12"/>
          </p:nvPr>
        </p:nvSpPr>
        <p:spPr/>
        <p:txBody>
          <a:bodyPr/>
          <a:lstStyle/>
          <a:p>
            <a:fld id="{8E12F915-860A-4E5F-AD5B-9CD6E0B65DB7}" type="slidenum">
              <a:rPr lang="en-CA" smtClean="0"/>
              <a:t>‹#›</a:t>
            </a:fld>
            <a:endParaRPr lang="en-CA"/>
          </a:p>
        </p:txBody>
      </p:sp>
    </p:spTree>
    <p:extLst>
      <p:ext uri="{BB962C8B-B14F-4D97-AF65-F5344CB8AC3E}">
        <p14:creationId xmlns:p14="http://schemas.microsoft.com/office/powerpoint/2010/main" val="6046802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21C9E-1C7A-4B72-BB90-A8D64B6B6D4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199C3DB3-4B0C-F904-4F21-A5AAF0F2443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64F8192C-EC73-2A37-E974-E9D4FD5D5B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59671E-9294-8A06-8009-CB4C675FAA1F}"/>
              </a:ext>
            </a:extLst>
          </p:cNvPr>
          <p:cNvSpPr>
            <a:spLocks noGrp="1"/>
          </p:cNvSpPr>
          <p:nvPr>
            <p:ph type="dt" sz="half" idx="10"/>
          </p:nvPr>
        </p:nvSpPr>
        <p:spPr/>
        <p:txBody>
          <a:bodyPr/>
          <a:lstStyle/>
          <a:p>
            <a:fld id="{49A7FD25-F971-4631-9E8E-F0BE757147DD}" type="datetimeFigureOut">
              <a:rPr lang="en-CA" smtClean="0"/>
              <a:t>2025-05-27</a:t>
            </a:fld>
            <a:endParaRPr lang="en-CA"/>
          </a:p>
        </p:txBody>
      </p:sp>
      <p:sp>
        <p:nvSpPr>
          <p:cNvPr id="6" name="Footer Placeholder 5">
            <a:extLst>
              <a:ext uri="{FF2B5EF4-FFF2-40B4-BE49-F238E27FC236}">
                <a16:creationId xmlns:a16="http://schemas.microsoft.com/office/drawing/2014/main" id="{49E50E38-BE41-9467-369D-D7A62E270A12}"/>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BB992FAD-3909-6CD6-C78A-53C1BF8E836B}"/>
              </a:ext>
            </a:extLst>
          </p:cNvPr>
          <p:cNvSpPr>
            <a:spLocks noGrp="1"/>
          </p:cNvSpPr>
          <p:nvPr>
            <p:ph type="sldNum" sz="quarter" idx="12"/>
          </p:nvPr>
        </p:nvSpPr>
        <p:spPr/>
        <p:txBody>
          <a:bodyPr/>
          <a:lstStyle/>
          <a:p>
            <a:fld id="{8E12F915-860A-4E5F-AD5B-9CD6E0B65DB7}" type="slidenum">
              <a:rPr lang="en-CA" smtClean="0"/>
              <a:t>‹#›</a:t>
            </a:fld>
            <a:endParaRPr lang="en-CA"/>
          </a:p>
        </p:txBody>
      </p:sp>
    </p:spTree>
    <p:extLst>
      <p:ext uri="{BB962C8B-B14F-4D97-AF65-F5344CB8AC3E}">
        <p14:creationId xmlns:p14="http://schemas.microsoft.com/office/powerpoint/2010/main" val="3309535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0D130-DFC1-3AE9-6E44-C216F977B19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41C48780-D079-00C9-1C1E-CC7F1ABE2E5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51FEF13E-7C17-E094-534C-31FD79E429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F845F5-A80E-2F6E-DD99-C498A0635F68}"/>
              </a:ext>
            </a:extLst>
          </p:cNvPr>
          <p:cNvSpPr>
            <a:spLocks noGrp="1"/>
          </p:cNvSpPr>
          <p:nvPr>
            <p:ph type="dt" sz="half" idx="10"/>
          </p:nvPr>
        </p:nvSpPr>
        <p:spPr/>
        <p:txBody>
          <a:bodyPr/>
          <a:lstStyle/>
          <a:p>
            <a:fld id="{49A7FD25-F971-4631-9E8E-F0BE757147DD}" type="datetimeFigureOut">
              <a:rPr lang="en-CA" smtClean="0"/>
              <a:t>2025-05-27</a:t>
            </a:fld>
            <a:endParaRPr lang="en-CA"/>
          </a:p>
        </p:txBody>
      </p:sp>
      <p:sp>
        <p:nvSpPr>
          <p:cNvPr id="6" name="Footer Placeholder 5">
            <a:extLst>
              <a:ext uri="{FF2B5EF4-FFF2-40B4-BE49-F238E27FC236}">
                <a16:creationId xmlns:a16="http://schemas.microsoft.com/office/drawing/2014/main" id="{BF8C8154-08E1-310A-86A6-E97DB7D3E46D}"/>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AD91034E-75D5-B0D6-6914-CF3F2C3B3462}"/>
              </a:ext>
            </a:extLst>
          </p:cNvPr>
          <p:cNvSpPr>
            <a:spLocks noGrp="1"/>
          </p:cNvSpPr>
          <p:nvPr>
            <p:ph type="sldNum" sz="quarter" idx="12"/>
          </p:nvPr>
        </p:nvSpPr>
        <p:spPr/>
        <p:txBody>
          <a:bodyPr/>
          <a:lstStyle/>
          <a:p>
            <a:fld id="{8E12F915-860A-4E5F-AD5B-9CD6E0B65DB7}" type="slidenum">
              <a:rPr lang="en-CA" smtClean="0"/>
              <a:t>‹#›</a:t>
            </a:fld>
            <a:endParaRPr lang="en-CA"/>
          </a:p>
        </p:txBody>
      </p:sp>
    </p:spTree>
    <p:extLst>
      <p:ext uri="{BB962C8B-B14F-4D97-AF65-F5344CB8AC3E}">
        <p14:creationId xmlns:p14="http://schemas.microsoft.com/office/powerpoint/2010/main" val="8534222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3DE12-7712-C030-6D52-6F7AF9692C00}"/>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9106FD9C-210A-054B-AFCF-02E530C559B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70505903-90C2-3E2B-BFFA-6DB631317D46}"/>
              </a:ext>
            </a:extLst>
          </p:cNvPr>
          <p:cNvSpPr>
            <a:spLocks noGrp="1"/>
          </p:cNvSpPr>
          <p:nvPr>
            <p:ph type="dt" sz="half" idx="10"/>
          </p:nvPr>
        </p:nvSpPr>
        <p:spPr/>
        <p:txBody>
          <a:bodyPr/>
          <a:lstStyle/>
          <a:p>
            <a:fld id="{49A7FD25-F971-4631-9E8E-F0BE757147DD}" type="datetimeFigureOut">
              <a:rPr lang="en-CA" smtClean="0"/>
              <a:t>2025-05-27</a:t>
            </a:fld>
            <a:endParaRPr lang="en-CA"/>
          </a:p>
        </p:txBody>
      </p:sp>
      <p:sp>
        <p:nvSpPr>
          <p:cNvPr id="5" name="Footer Placeholder 4">
            <a:extLst>
              <a:ext uri="{FF2B5EF4-FFF2-40B4-BE49-F238E27FC236}">
                <a16:creationId xmlns:a16="http://schemas.microsoft.com/office/drawing/2014/main" id="{8A259740-EC6C-25B4-08AE-4B784E81BC33}"/>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06A26CFF-E1ED-349B-E9BD-BCAE11BBB6E3}"/>
              </a:ext>
            </a:extLst>
          </p:cNvPr>
          <p:cNvSpPr>
            <a:spLocks noGrp="1"/>
          </p:cNvSpPr>
          <p:nvPr>
            <p:ph type="sldNum" sz="quarter" idx="12"/>
          </p:nvPr>
        </p:nvSpPr>
        <p:spPr/>
        <p:txBody>
          <a:bodyPr/>
          <a:lstStyle/>
          <a:p>
            <a:fld id="{8E12F915-860A-4E5F-AD5B-9CD6E0B65DB7}" type="slidenum">
              <a:rPr lang="en-CA" smtClean="0"/>
              <a:t>‹#›</a:t>
            </a:fld>
            <a:endParaRPr lang="en-CA"/>
          </a:p>
        </p:txBody>
      </p:sp>
    </p:spTree>
    <p:extLst>
      <p:ext uri="{BB962C8B-B14F-4D97-AF65-F5344CB8AC3E}">
        <p14:creationId xmlns:p14="http://schemas.microsoft.com/office/powerpoint/2010/main" val="18023173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27D8FA3-FB56-F344-9B1A-90096432546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0D22E2D5-54A1-5F26-DD21-589A240EF50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6F127DC2-C8CC-4623-10CF-FBDE49DFF1C7}"/>
              </a:ext>
            </a:extLst>
          </p:cNvPr>
          <p:cNvSpPr>
            <a:spLocks noGrp="1"/>
          </p:cNvSpPr>
          <p:nvPr>
            <p:ph type="dt" sz="half" idx="10"/>
          </p:nvPr>
        </p:nvSpPr>
        <p:spPr/>
        <p:txBody>
          <a:bodyPr/>
          <a:lstStyle/>
          <a:p>
            <a:fld id="{49A7FD25-F971-4631-9E8E-F0BE757147DD}" type="datetimeFigureOut">
              <a:rPr lang="en-CA" smtClean="0"/>
              <a:t>2025-05-27</a:t>
            </a:fld>
            <a:endParaRPr lang="en-CA"/>
          </a:p>
        </p:txBody>
      </p:sp>
      <p:sp>
        <p:nvSpPr>
          <p:cNvPr id="5" name="Footer Placeholder 4">
            <a:extLst>
              <a:ext uri="{FF2B5EF4-FFF2-40B4-BE49-F238E27FC236}">
                <a16:creationId xmlns:a16="http://schemas.microsoft.com/office/drawing/2014/main" id="{94BAEF0A-3418-2546-1D0E-48D9DE924D5C}"/>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1BF4CED3-4D62-0CF6-9FB8-7EA5BB5340D1}"/>
              </a:ext>
            </a:extLst>
          </p:cNvPr>
          <p:cNvSpPr>
            <a:spLocks noGrp="1"/>
          </p:cNvSpPr>
          <p:nvPr>
            <p:ph type="sldNum" sz="quarter" idx="12"/>
          </p:nvPr>
        </p:nvSpPr>
        <p:spPr/>
        <p:txBody>
          <a:bodyPr/>
          <a:lstStyle/>
          <a:p>
            <a:fld id="{8E12F915-860A-4E5F-AD5B-9CD6E0B65DB7}" type="slidenum">
              <a:rPr lang="en-CA" smtClean="0"/>
              <a:t>‹#›</a:t>
            </a:fld>
            <a:endParaRPr lang="en-CA"/>
          </a:p>
        </p:txBody>
      </p:sp>
    </p:spTree>
    <p:extLst>
      <p:ext uri="{BB962C8B-B14F-4D97-AF65-F5344CB8AC3E}">
        <p14:creationId xmlns:p14="http://schemas.microsoft.com/office/powerpoint/2010/main" val="20964147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5E6E482-E13A-A3B4-773E-A67831A088F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D8EC60A0-D5C2-F870-7AFE-340E33DFF05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9954149D-FA9E-D6E8-6F70-D472DFAF647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9A7FD25-F971-4631-9E8E-F0BE757147DD}" type="datetimeFigureOut">
              <a:rPr lang="en-CA" smtClean="0"/>
              <a:t>2025-05-27</a:t>
            </a:fld>
            <a:endParaRPr lang="en-CA"/>
          </a:p>
        </p:txBody>
      </p:sp>
      <p:sp>
        <p:nvSpPr>
          <p:cNvPr id="5" name="Footer Placeholder 4">
            <a:extLst>
              <a:ext uri="{FF2B5EF4-FFF2-40B4-BE49-F238E27FC236}">
                <a16:creationId xmlns:a16="http://schemas.microsoft.com/office/drawing/2014/main" id="{8FD6DBA5-67FF-3682-339D-83EC56F90F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a:extLst>
              <a:ext uri="{FF2B5EF4-FFF2-40B4-BE49-F238E27FC236}">
                <a16:creationId xmlns:a16="http://schemas.microsoft.com/office/drawing/2014/main" id="{02FC4868-AD44-979A-6AE1-D6B5311D803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12F915-860A-4E5F-AD5B-9CD6E0B65DB7}" type="slidenum">
              <a:rPr lang="en-CA" smtClean="0"/>
              <a:t>‹#›</a:t>
            </a:fld>
            <a:endParaRPr lang="en-CA"/>
          </a:p>
        </p:txBody>
      </p:sp>
    </p:spTree>
    <p:extLst>
      <p:ext uri="{BB962C8B-B14F-4D97-AF65-F5344CB8AC3E}">
        <p14:creationId xmlns:p14="http://schemas.microsoft.com/office/powerpoint/2010/main" val="8395280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Video 4" descr="People In A Building">
            <a:extLst>
              <a:ext uri="{FF2B5EF4-FFF2-40B4-BE49-F238E27FC236}">
                <a16:creationId xmlns:a16="http://schemas.microsoft.com/office/drawing/2014/main" id="{906DC1C0-BE28-9672-9F4B-13D76B81E86D}"/>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4"/>
          <a:srcRect r="1" b="285"/>
          <a:stretch/>
        </p:blipFill>
        <p:spPr>
          <a:xfrm>
            <a:off x="-3047" y="10"/>
            <a:ext cx="12191999" cy="6857990"/>
          </a:xfrm>
          <a:prstGeom prst="rect">
            <a:avLst/>
          </a:prstGeom>
        </p:spPr>
      </p:pic>
      <p:sp>
        <p:nvSpPr>
          <p:cNvPr id="11" name="Rectangle 10">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7852387-53A8-7AD3-46C8-CD45E7FD8378}"/>
              </a:ext>
            </a:extLst>
          </p:cNvPr>
          <p:cNvSpPr>
            <a:spLocks noGrp="1"/>
          </p:cNvSpPr>
          <p:nvPr>
            <p:ph type="ctrTitle"/>
          </p:nvPr>
        </p:nvSpPr>
        <p:spPr>
          <a:xfrm>
            <a:off x="1069848" y="2673369"/>
            <a:ext cx="10058400" cy="1633879"/>
          </a:xfrm>
          <a:effectLst>
            <a:outerShdw blurRad="50800" dist="38100" dir="2700000" algn="tl" rotWithShape="0">
              <a:prstClr val="black">
                <a:alpha val="40000"/>
              </a:prstClr>
            </a:outerShdw>
          </a:effectLst>
        </p:spPr>
        <p:txBody>
          <a:bodyPr>
            <a:normAutofit/>
          </a:bodyPr>
          <a:lstStyle/>
          <a:p>
            <a:r>
              <a:rPr lang="en-US" sz="5200" b="1" dirty="0">
                <a:solidFill>
                  <a:schemeClr val="bg1"/>
                </a:solidFill>
                <a:latin typeface="+mn-lt"/>
              </a:rPr>
              <a:t>EOM260.02 – IDENTIFY ASPECTS OF BASIC AERODROME OPERATIONS</a:t>
            </a:r>
            <a:endParaRPr lang="en-CA" sz="5200" b="1" dirty="0">
              <a:solidFill>
                <a:schemeClr val="bg1"/>
              </a:solidFill>
              <a:latin typeface="+mn-lt"/>
            </a:endParaRPr>
          </a:p>
        </p:txBody>
      </p:sp>
    </p:spTree>
    <p:extLst>
      <p:ext uri="{BB962C8B-B14F-4D97-AF65-F5344CB8AC3E}">
        <p14:creationId xmlns:p14="http://schemas.microsoft.com/office/powerpoint/2010/main" val="1433977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557"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5"/>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5"/>
                                        </p:tgtEl>
                                      </p:cBhvr>
                                    </p:cmd>
                                  </p:childTnLst>
                                </p:cTn>
                              </p:par>
                            </p:childTnLst>
                          </p:cTn>
                        </p:par>
                      </p:childTnLst>
                    </p:cTn>
                  </p:par>
                </p:childTnLst>
              </p:cTn>
              <p:nextCondLst>
                <p:cond evt="onClick" delay="0">
                  <p:tgtEl>
                    <p:spTgt spid="5"/>
                  </p:tgtEl>
                </p:cond>
              </p:nextCondLst>
            </p:seq>
            <p:video>
              <p:cMediaNode mute="1">
                <p:cTn id="12" repeatCount="indefinite" fill="hold" display="0">
                  <p:stCondLst>
                    <p:cond delay="indefinite"/>
                  </p:stCondLst>
                </p:cTn>
                <p:tgtEl>
                  <p:spTgt spid="5"/>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Rectangle 1030">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Runway Traffic Controller Uses Gestures Sticks Stock Photo 1841794438 |  Shutterstock">
            <a:extLst>
              <a:ext uri="{FF2B5EF4-FFF2-40B4-BE49-F238E27FC236}">
                <a16:creationId xmlns:a16="http://schemas.microsoft.com/office/drawing/2014/main" id="{7A160DE3-85B9-D771-616D-CC9312B8DBB2}"/>
              </a:ext>
            </a:extLst>
          </p:cNvPr>
          <p:cNvPicPr>
            <a:picLocks noChangeAspect="1" noChangeArrowheads="1"/>
          </p:cNvPicPr>
          <p:nvPr/>
        </p:nvPicPr>
        <p:blipFill>
          <a:blip r:embed="rId2">
            <a:alphaModFix amt="35000"/>
            <a:extLst>
              <a:ext uri="{28A0092B-C50C-407E-A947-70E740481C1C}">
                <a14:useLocalDpi xmlns:a14="http://schemas.microsoft.com/office/drawing/2010/main" val="0"/>
              </a:ext>
            </a:extLst>
          </a:blip>
          <a:srcRect t="8896" b="14313"/>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8F4FDDD5-D7E0-2EB6-BE75-F6080B89E314}"/>
              </a:ext>
            </a:extLst>
          </p:cNvPr>
          <p:cNvSpPr>
            <a:spLocks noGrp="1"/>
          </p:cNvSpPr>
          <p:nvPr>
            <p:ph type="title"/>
          </p:nvPr>
        </p:nvSpPr>
        <p:spPr>
          <a:xfrm>
            <a:off x="838200" y="365125"/>
            <a:ext cx="10515600" cy="1325563"/>
          </a:xfrm>
        </p:spPr>
        <p:txBody>
          <a:bodyPr>
            <a:normAutofit/>
          </a:bodyPr>
          <a:lstStyle/>
          <a:p>
            <a:r>
              <a:rPr lang="en-CA" b="1">
                <a:solidFill>
                  <a:srgbClr val="FFFFFF"/>
                </a:solidFill>
              </a:rPr>
              <a:t>Teaching Points</a:t>
            </a:r>
          </a:p>
        </p:txBody>
      </p:sp>
      <p:sp>
        <p:nvSpPr>
          <p:cNvPr id="3" name="Content Placeholder 2">
            <a:extLst>
              <a:ext uri="{FF2B5EF4-FFF2-40B4-BE49-F238E27FC236}">
                <a16:creationId xmlns:a16="http://schemas.microsoft.com/office/drawing/2014/main" id="{3BBA693D-A698-052C-FB29-B0628F17FBDF}"/>
              </a:ext>
            </a:extLst>
          </p:cNvPr>
          <p:cNvSpPr>
            <a:spLocks noGrp="1"/>
          </p:cNvSpPr>
          <p:nvPr>
            <p:ph idx="1"/>
          </p:nvPr>
        </p:nvSpPr>
        <p:spPr>
          <a:xfrm>
            <a:off x="838200" y="1825625"/>
            <a:ext cx="10515600" cy="4351338"/>
          </a:xfrm>
        </p:spPr>
        <p:txBody>
          <a:bodyPr>
            <a:normAutofit/>
          </a:bodyPr>
          <a:lstStyle/>
          <a:p>
            <a:r>
              <a:rPr lang="en-US" b="1">
                <a:solidFill>
                  <a:srgbClr val="FFFFFF"/>
                </a:solidFill>
              </a:rPr>
              <a:t>TP1 Discuss Basic Aerodrome Operations</a:t>
            </a:r>
          </a:p>
          <a:p>
            <a:r>
              <a:rPr lang="en-US" b="1">
                <a:solidFill>
                  <a:srgbClr val="FFFFFF"/>
                </a:solidFill>
              </a:rPr>
              <a:t>TP2 Explain the Role of Ground Controllers </a:t>
            </a:r>
          </a:p>
          <a:p>
            <a:r>
              <a:rPr lang="en-US" b="1">
                <a:solidFill>
                  <a:srgbClr val="FFFFFF"/>
                </a:solidFill>
              </a:rPr>
              <a:t>TP3 Explain that Ground Facilities and Services Assist With Aircraft Arrivals and Departures</a:t>
            </a:r>
          </a:p>
          <a:p>
            <a:r>
              <a:rPr lang="en-US" b="1">
                <a:solidFill>
                  <a:srgbClr val="FFFFFF"/>
                </a:solidFill>
              </a:rPr>
              <a:t>TP4 Explain What the Canadian Air Transport Security Authority (CATSA) Is and Outline its Duties</a:t>
            </a:r>
            <a:endParaRPr lang="en-CA" b="1">
              <a:solidFill>
                <a:srgbClr val="FFFFFF"/>
              </a:solidFill>
            </a:endParaRPr>
          </a:p>
        </p:txBody>
      </p:sp>
    </p:spTree>
    <p:extLst>
      <p:ext uri="{BB962C8B-B14F-4D97-AF65-F5344CB8AC3E}">
        <p14:creationId xmlns:p14="http://schemas.microsoft.com/office/powerpoint/2010/main" val="3923255464"/>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eroplane taking off against dramatic sky">
            <a:extLst>
              <a:ext uri="{FF2B5EF4-FFF2-40B4-BE49-F238E27FC236}">
                <a16:creationId xmlns:a16="http://schemas.microsoft.com/office/drawing/2014/main" id="{1F88EF07-0C57-9726-9D93-093EF32806F8}"/>
              </a:ext>
            </a:extLst>
          </p:cNvPr>
          <p:cNvPicPr>
            <a:picLocks noChangeAspect="1"/>
          </p:cNvPicPr>
          <p:nvPr/>
        </p:nvPicPr>
        <p:blipFill rotWithShape="1">
          <a:blip r:embed="rId2"/>
          <a:srcRect l="12498" r="35041"/>
          <a:stretch/>
        </p:blipFill>
        <p:spPr>
          <a:xfrm>
            <a:off x="-1" y="-2"/>
            <a:ext cx="5410198" cy="6858002"/>
          </a:xfrm>
          <a:prstGeom prst="rect">
            <a:avLst/>
          </a:prstGeom>
        </p:spPr>
      </p:pic>
      <p:sp useBgFill="1">
        <p:nvSpPr>
          <p:cNvPr id="11" name="Rectangle 10">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DF3D81-2059-973D-BA5B-C66538B0B07A}"/>
              </a:ext>
            </a:extLst>
          </p:cNvPr>
          <p:cNvSpPr>
            <a:spLocks noGrp="1"/>
          </p:cNvSpPr>
          <p:nvPr>
            <p:ph type="title"/>
          </p:nvPr>
        </p:nvSpPr>
        <p:spPr>
          <a:xfrm>
            <a:off x="6115317" y="405685"/>
            <a:ext cx="5464968" cy="1559301"/>
          </a:xfrm>
        </p:spPr>
        <p:txBody>
          <a:bodyPr>
            <a:normAutofit/>
          </a:bodyPr>
          <a:lstStyle/>
          <a:p>
            <a:r>
              <a:rPr lang="en-US" sz="4000"/>
              <a:t>TP1 Discuss Basic Aerodrome Operations</a:t>
            </a:r>
            <a:endParaRPr lang="en-CA" sz="4000"/>
          </a:p>
        </p:txBody>
      </p:sp>
      <p:sp>
        <p:nvSpPr>
          <p:cNvPr id="3" name="Content Placeholder 2">
            <a:extLst>
              <a:ext uri="{FF2B5EF4-FFF2-40B4-BE49-F238E27FC236}">
                <a16:creationId xmlns:a16="http://schemas.microsoft.com/office/drawing/2014/main" id="{C8A0694F-9E32-EF9A-7CAB-41F79F2CAFED}"/>
              </a:ext>
            </a:extLst>
          </p:cNvPr>
          <p:cNvSpPr>
            <a:spLocks noGrp="1"/>
          </p:cNvSpPr>
          <p:nvPr>
            <p:ph idx="1"/>
          </p:nvPr>
        </p:nvSpPr>
        <p:spPr>
          <a:xfrm>
            <a:off x="5610225" y="2743200"/>
            <a:ext cx="5752432" cy="3496878"/>
          </a:xfrm>
        </p:spPr>
        <p:txBody>
          <a:bodyPr anchor="ctr">
            <a:normAutofit/>
          </a:bodyPr>
          <a:lstStyle/>
          <a:p>
            <a:pPr marL="0" indent="0">
              <a:buNone/>
            </a:pPr>
            <a:r>
              <a:rPr lang="en-CA" sz="4400" dirty="0"/>
              <a:t>3 Categories</a:t>
            </a:r>
          </a:p>
          <a:p>
            <a:pPr lvl="1"/>
            <a:r>
              <a:rPr lang="en-CA" sz="4400" dirty="0"/>
              <a:t>Air Traffic Control</a:t>
            </a:r>
          </a:p>
          <a:p>
            <a:pPr lvl="1"/>
            <a:r>
              <a:rPr lang="en-CA" sz="4400" dirty="0"/>
              <a:t>Ground Control</a:t>
            </a:r>
          </a:p>
          <a:p>
            <a:pPr lvl="1"/>
            <a:r>
              <a:rPr lang="en-CA" sz="4400" dirty="0"/>
              <a:t>Airport Maintenance</a:t>
            </a:r>
          </a:p>
          <a:p>
            <a:endParaRPr lang="en-CA" sz="4400" dirty="0"/>
          </a:p>
        </p:txBody>
      </p:sp>
    </p:spTree>
    <p:extLst>
      <p:ext uri="{BB962C8B-B14F-4D97-AF65-F5344CB8AC3E}">
        <p14:creationId xmlns:p14="http://schemas.microsoft.com/office/powerpoint/2010/main" val="4460567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5396781C-32A1-4FDA-A83B-A7FF8C1B1E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Air traffic control - Wikipedia">
            <a:extLst>
              <a:ext uri="{FF2B5EF4-FFF2-40B4-BE49-F238E27FC236}">
                <a16:creationId xmlns:a16="http://schemas.microsoft.com/office/drawing/2014/main" id="{4ACE8EA1-A3FE-466C-44A4-0B17780D3AF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0"/>
          <a:stretch/>
        </p:blipFill>
        <p:spPr bwMode="auto">
          <a:xfrm>
            <a:off x="20" y="10"/>
            <a:ext cx="4571980" cy="6857990"/>
          </a:xfrm>
          <a:custGeom>
            <a:avLst/>
            <a:gdLst/>
            <a:ahLst/>
            <a:cxnLst/>
            <a:rect l="l" t="t" r="r" b="b"/>
            <a:pathLst>
              <a:path w="4546602" h="6858000">
                <a:moveTo>
                  <a:pt x="4221600" y="6662544"/>
                </a:moveTo>
                <a:lnTo>
                  <a:pt x="4210150" y="6683027"/>
                </a:lnTo>
                <a:lnTo>
                  <a:pt x="4207002" y="6702976"/>
                </a:lnTo>
                <a:lnTo>
                  <a:pt x="4207002" y="6702977"/>
                </a:lnTo>
                <a:cubicBezTo>
                  <a:pt x="4207407" y="6716169"/>
                  <a:pt x="4212552" y="6729219"/>
                  <a:pt x="4220838" y="6742553"/>
                </a:cubicBezTo>
                <a:lnTo>
                  <a:pt x="4220839" y="6742555"/>
                </a:lnTo>
                <a:lnTo>
                  <a:pt x="4240316" y="6812062"/>
                </a:lnTo>
                <a:lnTo>
                  <a:pt x="4235543" y="6776800"/>
                </a:lnTo>
                <a:lnTo>
                  <a:pt x="4220839" y="6742555"/>
                </a:lnTo>
                <a:lnTo>
                  <a:pt x="4220838" y="6742552"/>
                </a:lnTo>
                <a:lnTo>
                  <a:pt x="4207002" y="6702976"/>
                </a:lnTo>
                <a:close/>
                <a:moveTo>
                  <a:pt x="4189594" y="6564620"/>
                </a:moveTo>
                <a:lnTo>
                  <a:pt x="4189594" y="6564621"/>
                </a:lnTo>
                <a:cubicBezTo>
                  <a:pt x="4199883" y="6575479"/>
                  <a:pt x="4205977" y="6582147"/>
                  <a:pt x="4212073" y="6588626"/>
                </a:cubicBezTo>
                <a:lnTo>
                  <a:pt x="4228695" y="6625225"/>
                </a:lnTo>
                <a:lnTo>
                  <a:pt x="4221601" y="6662541"/>
                </a:lnTo>
                <a:lnTo>
                  <a:pt x="4221600" y="6662541"/>
                </a:lnTo>
                <a:lnTo>
                  <a:pt x="4221600" y="6662542"/>
                </a:lnTo>
                <a:lnTo>
                  <a:pt x="4221601" y="6662541"/>
                </a:lnTo>
                <a:lnTo>
                  <a:pt x="4228684" y="6645552"/>
                </a:lnTo>
                <a:lnTo>
                  <a:pt x="4228695" y="6625225"/>
                </a:lnTo>
                <a:lnTo>
                  <a:pt x="4228695" y="6625224"/>
                </a:lnTo>
                <a:cubicBezTo>
                  <a:pt x="4226599" y="6611342"/>
                  <a:pt x="4220551" y="6597578"/>
                  <a:pt x="4212073" y="6588625"/>
                </a:cubicBezTo>
                <a:close/>
                <a:moveTo>
                  <a:pt x="4269915" y="6438981"/>
                </a:moveTo>
                <a:lnTo>
                  <a:pt x="4249984" y="6463840"/>
                </a:lnTo>
                <a:lnTo>
                  <a:pt x="4249982" y="6463849"/>
                </a:lnTo>
                <a:lnTo>
                  <a:pt x="4236188" y="6513012"/>
                </a:lnTo>
                <a:lnTo>
                  <a:pt x="4217381" y="6546194"/>
                </a:lnTo>
                <a:lnTo>
                  <a:pt x="4217381" y="6546195"/>
                </a:lnTo>
                <a:lnTo>
                  <a:pt x="4233719" y="6521804"/>
                </a:lnTo>
                <a:lnTo>
                  <a:pt x="4236188" y="6513012"/>
                </a:lnTo>
                <a:lnTo>
                  <a:pt x="4238998" y="6508052"/>
                </a:lnTo>
                <a:lnTo>
                  <a:pt x="4249982" y="6463849"/>
                </a:lnTo>
                <a:lnTo>
                  <a:pt x="4249984" y="6463841"/>
                </a:lnTo>
                <a:cubicBezTo>
                  <a:pt x="4252937" y="6451650"/>
                  <a:pt x="4260413" y="6444077"/>
                  <a:pt x="4269915" y="6438981"/>
                </a:cubicBezTo>
                <a:close/>
                <a:moveTo>
                  <a:pt x="4355914" y="6364769"/>
                </a:moveTo>
                <a:lnTo>
                  <a:pt x="4354607" y="6387910"/>
                </a:lnTo>
                <a:lnTo>
                  <a:pt x="4351952" y="6393385"/>
                </a:lnTo>
                <a:lnTo>
                  <a:pt x="4345189" y="6407332"/>
                </a:lnTo>
                <a:lnTo>
                  <a:pt x="4345189" y="6407333"/>
                </a:lnTo>
                <a:lnTo>
                  <a:pt x="4351952" y="6393385"/>
                </a:lnTo>
                <a:lnTo>
                  <a:pt x="4354608" y="6387910"/>
                </a:lnTo>
                <a:close/>
                <a:moveTo>
                  <a:pt x="4116820" y="4221391"/>
                </a:moveTo>
                <a:lnTo>
                  <a:pt x="4116820" y="4221392"/>
                </a:lnTo>
                <a:cubicBezTo>
                  <a:pt x="4117582" y="4232061"/>
                  <a:pt x="4117772" y="4243873"/>
                  <a:pt x="4122536" y="4253015"/>
                </a:cubicBezTo>
                <a:cubicBezTo>
                  <a:pt x="4134729" y="4277402"/>
                  <a:pt x="4150349" y="4300071"/>
                  <a:pt x="4162352" y="4324646"/>
                </a:cubicBezTo>
                <a:lnTo>
                  <a:pt x="4171306" y="4363891"/>
                </a:lnTo>
                <a:lnTo>
                  <a:pt x="4170544" y="4482004"/>
                </a:lnTo>
                <a:cubicBezTo>
                  <a:pt x="4167876" y="4546776"/>
                  <a:pt x="4167304" y="4612500"/>
                  <a:pt x="4110534" y="4659174"/>
                </a:cubicBezTo>
                <a:cubicBezTo>
                  <a:pt x="4105962" y="4662986"/>
                  <a:pt x="4103294" y="4671176"/>
                  <a:pt x="4102532" y="4677655"/>
                </a:cubicBezTo>
                <a:cubicBezTo>
                  <a:pt x="4098913" y="4707564"/>
                  <a:pt x="4098531" y="4738235"/>
                  <a:pt x="4092625" y="4767764"/>
                </a:cubicBezTo>
                <a:cubicBezTo>
                  <a:pt x="4090244" y="4779575"/>
                  <a:pt x="4089435" y="4790386"/>
                  <a:pt x="4091316" y="4800483"/>
                </a:cubicBezTo>
                <a:lnTo>
                  <a:pt x="4091316" y="4800484"/>
                </a:lnTo>
                <a:cubicBezTo>
                  <a:pt x="4093197" y="4810581"/>
                  <a:pt x="4097770" y="4819964"/>
                  <a:pt x="4106152" y="4828917"/>
                </a:cubicBezTo>
                <a:lnTo>
                  <a:pt x="4128333" y="4863343"/>
                </a:lnTo>
                <a:lnTo>
                  <a:pt x="4135862" y="4889275"/>
                </a:lnTo>
                <a:lnTo>
                  <a:pt x="4134157" y="4912168"/>
                </a:lnTo>
                <a:cubicBezTo>
                  <a:pt x="4132442" y="4919978"/>
                  <a:pt x="4132085" y="4927122"/>
                  <a:pt x="4132755" y="4933805"/>
                </a:cubicBezTo>
                <a:lnTo>
                  <a:pt x="4132755" y="4933806"/>
                </a:lnTo>
                <a:lnTo>
                  <a:pt x="4132757" y="4933810"/>
                </a:lnTo>
                <a:lnTo>
                  <a:pt x="4137514" y="4952673"/>
                </a:lnTo>
                <a:lnTo>
                  <a:pt x="4140307" y="4957453"/>
                </a:lnTo>
                <a:lnTo>
                  <a:pt x="4141585" y="4961456"/>
                </a:lnTo>
                <a:cubicBezTo>
                  <a:pt x="4146096" y="4970097"/>
                  <a:pt x="4151802" y="4978393"/>
                  <a:pt x="4157589" y="4987038"/>
                </a:cubicBezTo>
                <a:cubicBezTo>
                  <a:pt x="4168828" y="5003802"/>
                  <a:pt x="4182926" y="5022853"/>
                  <a:pt x="4184068" y="5041522"/>
                </a:cubicBezTo>
                <a:cubicBezTo>
                  <a:pt x="4184687" y="5052096"/>
                  <a:pt x="4187605" y="5062300"/>
                  <a:pt x="4191284" y="5072376"/>
                </a:cubicBezTo>
                <a:lnTo>
                  <a:pt x="4197188" y="5087444"/>
                </a:lnTo>
                <a:lnTo>
                  <a:pt x="4210215" y="5133220"/>
                </a:lnTo>
                <a:lnTo>
                  <a:pt x="4210217" y="5133225"/>
                </a:lnTo>
                <a:lnTo>
                  <a:pt x="4203501" y="5166113"/>
                </a:lnTo>
                <a:lnTo>
                  <a:pt x="4203501" y="5166114"/>
                </a:lnTo>
                <a:cubicBezTo>
                  <a:pt x="4202739" y="5167638"/>
                  <a:pt x="4203311" y="5169781"/>
                  <a:pt x="4204192" y="5172091"/>
                </a:cubicBezTo>
                <a:lnTo>
                  <a:pt x="4206739" y="5179068"/>
                </a:lnTo>
                <a:lnTo>
                  <a:pt x="4206573" y="5229433"/>
                </a:lnTo>
                <a:lnTo>
                  <a:pt x="4196024" y="5248936"/>
                </a:lnTo>
                <a:lnTo>
                  <a:pt x="4183116" y="5272796"/>
                </a:lnTo>
                <a:cubicBezTo>
                  <a:pt x="4171471" y="5285441"/>
                  <a:pt x="4163765" y="5298595"/>
                  <a:pt x="4159213" y="5312288"/>
                </a:cubicBezTo>
                <a:lnTo>
                  <a:pt x="4158157" y="5321350"/>
                </a:lnTo>
                <a:lnTo>
                  <a:pt x="4155683" y="5326163"/>
                </a:lnTo>
                <a:lnTo>
                  <a:pt x="4154237" y="5355014"/>
                </a:lnTo>
                <a:lnTo>
                  <a:pt x="4154237" y="5355015"/>
                </a:lnTo>
                <a:cubicBezTo>
                  <a:pt x="4154886" y="5364883"/>
                  <a:pt x="4156589" y="5375003"/>
                  <a:pt x="4159113" y="5385385"/>
                </a:cubicBezTo>
                <a:cubicBezTo>
                  <a:pt x="4162352" y="5398722"/>
                  <a:pt x="4164638" y="5412058"/>
                  <a:pt x="4167304" y="5425583"/>
                </a:cubicBezTo>
                <a:cubicBezTo>
                  <a:pt x="4171114" y="5443871"/>
                  <a:pt x="4175116" y="5462352"/>
                  <a:pt x="4178926" y="5480638"/>
                </a:cubicBezTo>
                <a:lnTo>
                  <a:pt x="4183450" y="5507668"/>
                </a:lnTo>
                <a:lnTo>
                  <a:pt x="4172831" y="5531692"/>
                </a:lnTo>
                <a:lnTo>
                  <a:pt x="4172830" y="5531693"/>
                </a:lnTo>
                <a:cubicBezTo>
                  <a:pt x="4165781" y="5537600"/>
                  <a:pt x="4162589" y="5542649"/>
                  <a:pt x="4162685" y="5547578"/>
                </a:cubicBezTo>
                <a:lnTo>
                  <a:pt x="4162685" y="5547579"/>
                </a:lnTo>
                <a:cubicBezTo>
                  <a:pt x="4162780" y="5552508"/>
                  <a:pt x="4166162" y="5557318"/>
                  <a:pt x="4172258" y="5562747"/>
                </a:cubicBezTo>
                <a:cubicBezTo>
                  <a:pt x="4214932" y="5600468"/>
                  <a:pt x="4241603" y="5646190"/>
                  <a:pt x="4243506" y="5704484"/>
                </a:cubicBezTo>
                <a:cubicBezTo>
                  <a:pt x="4243888" y="5716486"/>
                  <a:pt x="4246554" y="5728679"/>
                  <a:pt x="4249412" y="5740489"/>
                </a:cubicBezTo>
                <a:cubicBezTo>
                  <a:pt x="4251127" y="5747729"/>
                  <a:pt x="4253033" y="5756494"/>
                  <a:pt x="4258177" y="5760874"/>
                </a:cubicBezTo>
                <a:cubicBezTo>
                  <a:pt x="4297420" y="5794975"/>
                  <a:pt x="4324663" y="5837458"/>
                  <a:pt x="4346573" y="5883752"/>
                </a:cubicBezTo>
                <a:lnTo>
                  <a:pt x="4346575" y="5883756"/>
                </a:lnTo>
                <a:lnTo>
                  <a:pt x="4364477" y="5935946"/>
                </a:lnTo>
                <a:lnTo>
                  <a:pt x="4364478" y="5935950"/>
                </a:lnTo>
                <a:lnTo>
                  <a:pt x="4360859" y="5993290"/>
                </a:lnTo>
                <a:lnTo>
                  <a:pt x="4360858" y="5993291"/>
                </a:lnTo>
                <a:cubicBezTo>
                  <a:pt x="4359717" y="6004531"/>
                  <a:pt x="4359906" y="6017485"/>
                  <a:pt x="4354382" y="6026440"/>
                </a:cubicBezTo>
                <a:cubicBezTo>
                  <a:pt x="4337045" y="6054825"/>
                  <a:pt x="4318377" y="6082258"/>
                  <a:pt x="4298182" y="6108738"/>
                </a:cubicBezTo>
                <a:cubicBezTo>
                  <a:pt x="4289514" y="6120074"/>
                  <a:pt x="4284561" y="6126884"/>
                  <a:pt x="4284490" y="6133314"/>
                </a:cubicBezTo>
                <a:lnTo>
                  <a:pt x="4284490" y="6133315"/>
                </a:lnTo>
                <a:lnTo>
                  <a:pt x="4288190" y="6143190"/>
                </a:lnTo>
                <a:lnTo>
                  <a:pt x="4300086" y="6155600"/>
                </a:lnTo>
                <a:lnTo>
                  <a:pt x="4300088" y="6155603"/>
                </a:lnTo>
                <a:cubicBezTo>
                  <a:pt x="4322377" y="6175798"/>
                  <a:pt x="4333998" y="6200945"/>
                  <a:pt x="4338759" y="6228757"/>
                </a:cubicBezTo>
                <a:lnTo>
                  <a:pt x="4356096" y="6361540"/>
                </a:lnTo>
                <a:lnTo>
                  <a:pt x="4356096" y="6361539"/>
                </a:lnTo>
                <a:cubicBezTo>
                  <a:pt x="4352476" y="6317151"/>
                  <a:pt x="4346190" y="6272764"/>
                  <a:pt x="4338759" y="6228756"/>
                </a:cubicBezTo>
                <a:cubicBezTo>
                  <a:pt x="4333998" y="6200944"/>
                  <a:pt x="4322377" y="6175797"/>
                  <a:pt x="4300088" y="6155602"/>
                </a:cubicBezTo>
                <a:lnTo>
                  <a:pt x="4300086" y="6155600"/>
                </a:lnTo>
                <a:lnTo>
                  <a:pt x="4284490" y="6133315"/>
                </a:lnTo>
                <a:lnTo>
                  <a:pt x="4298182" y="6108739"/>
                </a:lnTo>
                <a:cubicBezTo>
                  <a:pt x="4318377" y="6082259"/>
                  <a:pt x="4337045" y="6054826"/>
                  <a:pt x="4354382" y="6026441"/>
                </a:cubicBezTo>
                <a:cubicBezTo>
                  <a:pt x="4359906" y="6017486"/>
                  <a:pt x="4359717" y="6004532"/>
                  <a:pt x="4360858" y="5993292"/>
                </a:cubicBezTo>
                <a:lnTo>
                  <a:pt x="4360859" y="5993290"/>
                </a:lnTo>
                <a:lnTo>
                  <a:pt x="4364311" y="5964477"/>
                </a:lnTo>
                <a:lnTo>
                  <a:pt x="4364478" y="5935950"/>
                </a:lnTo>
                <a:lnTo>
                  <a:pt x="4364478" y="5935949"/>
                </a:lnTo>
                <a:lnTo>
                  <a:pt x="4364477" y="5935946"/>
                </a:lnTo>
                <a:lnTo>
                  <a:pt x="4357598" y="5909351"/>
                </a:lnTo>
                <a:lnTo>
                  <a:pt x="4346575" y="5883756"/>
                </a:lnTo>
                <a:lnTo>
                  <a:pt x="4346573" y="5883751"/>
                </a:lnTo>
                <a:cubicBezTo>
                  <a:pt x="4324663" y="5837457"/>
                  <a:pt x="4297420" y="5794974"/>
                  <a:pt x="4258177" y="5760873"/>
                </a:cubicBezTo>
                <a:cubicBezTo>
                  <a:pt x="4253033" y="5756493"/>
                  <a:pt x="4251127" y="5747728"/>
                  <a:pt x="4249412" y="5740488"/>
                </a:cubicBezTo>
                <a:cubicBezTo>
                  <a:pt x="4246554" y="5728678"/>
                  <a:pt x="4243888" y="5716485"/>
                  <a:pt x="4243506" y="5704483"/>
                </a:cubicBezTo>
                <a:cubicBezTo>
                  <a:pt x="4241603" y="5646189"/>
                  <a:pt x="4214932" y="5600467"/>
                  <a:pt x="4172258" y="5562746"/>
                </a:cubicBezTo>
                <a:lnTo>
                  <a:pt x="4162685" y="5547578"/>
                </a:lnTo>
                <a:lnTo>
                  <a:pt x="4172830" y="5531694"/>
                </a:lnTo>
                <a:lnTo>
                  <a:pt x="4172831" y="5531692"/>
                </a:lnTo>
                <a:lnTo>
                  <a:pt x="4181230" y="5520422"/>
                </a:lnTo>
                <a:lnTo>
                  <a:pt x="4183450" y="5507668"/>
                </a:lnTo>
                <a:lnTo>
                  <a:pt x="4183450" y="5507667"/>
                </a:lnTo>
                <a:cubicBezTo>
                  <a:pt x="4183403" y="5498832"/>
                  <a:pt x="4180831" y="5489497"/>
                  <a:pt x="4178926" y="5480637"/>
                </a:cubicBezTo>
                <a:cubicBezTo>
                  <a:pt x="4175116" y="5462351"/>
                  <a:pt x="4171114" y="5443870"/>
                  <a:pt x="4167304" y="5425582"/>
                </a:cubicBezTo>
                <a:cubicBezTo>
                  <a:pt x="4164638" y="5412057"/>
                  <a:pt x="4162352" y="5398721"/>
                  <a:pt x="4159113" y="5385384"/>
                </a:cubicBezTo>
                <a:lnTo>
                  <a:pt x="4154237" y="5355014"/>
                </a:lnTo>
                <a:lnTo>
                  <a:pt x="4158157" y="5321350"/>
                </a:lnTo>
                <a:lnTo>
                  <a:pt x="4183116" y="5272797"/>
                </a:lnTo>
                <a:lnTo>
                  <a:pt x="4196024" y="5248936"/>
                </a:lnTo>
                <a:lnTo>
                  <a:pt x="4206573" y="5229434"/>
                </a:lnTo>
                <a:cubicBezTo>
                  <a:pt x="4210407" y="5213598"/>
                  <a:pt x="4210359" y="5196595"/>
                  <a:pt x="4206739" y="5179068"/>
                </a:cubicBezTo>
                <a:lnTo>
                  <a:pt x="4206739" y="5179067"/>
                </a:lnTo>
                <a:cubicBezTo>
                  <a:pt x="4206263" y="5176876"/>
                  <a:pt x="4205074" y="5174400"/>
                  <a:pt x="4204192" y="5172090"/>
                </a:cubicBezTo>
                <a:lnTo>
                  <a:pt x="4203501" y="5166114"/>
                </a:lnTo>
                <a:lnTo>
                  <a:pt x="4210217" y="5133225"/>
                </a:lnTo>
                <a:lnTo>
                  <a:pt x="4210217" y="5133224"/>
                </a:lnTo>
                <a:lnTo>
                  <a:pt x="4210215" y="5133220"/>
                </a:lnTo>
                <a:lnTo>
                  <a:pt x="4203072" y="5102461"/>
                </a:lnTo>
                <a:lnTo>
                  <a:pt x="4197188" y="5087444"/>
                </a:lnTo>
                <a:lnTo>
                  <a:pt x="4197182" y="5087423"/>
                </a:lnTo>
                <a:cubicBezTo>
                  <a:pt x="4191096" y="5072411"/>
                  <a:pt x="4184997" y="5057381"/>
                  <a:pt x="4184068" y="5041521"/>
                </a:cubicBezTo>
                <a:cubicBezTo>
                  <a:pt x="4182926" y="5022852"/>
                  <a:pt x="4168828" y="5003801"/>
                  <a:pt x="4157589" y="4987037"/>
                </a:cubicBezTo>
                <a:lnTo>
                  <a:pt x="4140307" y="4957453"/>
                </a:lnTo>
                <a:lnTo>
                  <a:pt x="4132757" y="4933810"/>
                </a:lnTo>
                <a:lnTo>
                  <a:pt x="4132755" y="4933805"/>
                </a:lnTo>
                <a:lnTo>
                  <a:pt x="4134157" y="4912169"/>
                </a:lnTo>
                <a:cubicBezTo>
                  <a:pt x="4135919" y="4904359"/>
                  <a:pt x="4136431" y="4896714"/>
                  <a:pt x="4135862" y="4889276"/>
                </a:cubicBezTo>
                <a:lnTo>
                  <a:pt x="4135862" y="4889275"/>
                </a:lnTo>
                <a:lnTo>
                  <a:pt x="4131084" y="4867614"/>
                </a:lnTo>
                <a:lnTo>
                  <a:pt x="4128333" y="4863343"/>
                </a:lnTo>
                <a:lnTo>
                  <a:pt x="4126583" y="4857317"/>
                </a:lnTo>
                <a:cubicBezTo>
                  <a:pt x="4121440" y="4847214"/>
                  <a:pt x="4114439" y="4837703"/>
                  <a:pt x="4106152" y="4828916"/>
                </a:cubicBezTo>
                <a:lnTo>
                  <a:pt x="4091316" y="4800483"/>
                </a:lnTo>
                <a:lnTo>
                  <a:pt x="4092625" y="4767765"/>
                </a:lnTo>
                <a:cubicBezTo>
                  <a:pt x="4098531" y="4738236"/>
                  <a:pt x="4098913" y="4707565"/>
                  <a:pt x="4102532" y="4677656"/>
                </a:cubicBezTo>
                <a:cubicBezTo>
                  <a:pt x="4103294" y="4671177"/>
                  <a:pt x="4105962" y="4662987"/>
                  <a:pt x="4110534" y="4659175"/>
                </a:cubicBezTo>
                <a:cubicBezTo>
                  <a:pt x="4167304" y="4612501"/>
                  <a:pt x="4167876" y="4546777"/>
                  <a:pt x="4170544" y="4482005"/>
                </a:cubicBezTo>
                <a:cubicBezTo>
                  <a:pt x="4172258" y="4442762"/>
                  <a:pt x="4172258" y="4403326"/>
                  <a:pt x="4171306" y="4363891"/>
                </a:cubicBezTo>
                <a:lnTo>
                  <a:pt x="4171306" y="4363890"/>
                </a:lnTo>
                <a:cubicBezTo>
                  <a:pt x="4171114" y="4350554"/>
                  <a:pt x="4168066" y="4336457"/>
                  <a:pt x="4162352" y="4324645"/>
                </a:cubicBezTo>
                <a:cubicBezTo>
                  <a:pt x="4150349" y="4300070"/>
                  <a:pt x="4134729" y="4277401"/>
                  <a:pt x="4122536" y="4253014"/>
                </a:cubicBezTo>
                <a:close/>
                <a:moveTo>
                  <a:pt x="4113010" y="4165383"/>
                </a:moveTo>
                <a:lnTo>
                  <a:pt x="4113010" y="4165384"/>
                </a:lnTo>
                <a:lnTo>
                  <a:pt x="4116915" y="4192388"/>
                </a:lnTo>
                <a:lnTo>
                  <a:pt x="4116915" y="4192387"/>
                </a:lnTo>
                <a:cubicBezTo>
                  <a:pt x="4117011" y="4182767"/>
                  <a:pt x="4116439" y="4173480"/>
                  <a:pt x="4113010" y="4165383"/>
                </a:cubicBezTo>
                <a:close/>
                <a:moveTo>
                  <a:pt x="4100628" y="3885338"/>
                </a:moveTo>
                <a:lnTo>
                  <a:pt x="4100628" y="3885339"/>
                </a:lnTo>
                <a:cubicBezTo>
                  <a:pt x="4110344" y="3897722"/>
                  <a:pt x="4117750" y="3910319"/>
                  <a:pt x="4123009" y="3923125"/>
                </a:cubicBezTo>
                <a:lnTo>
                  <a:pt x="4132513" y="3962160"/>
                </a:lnTo>
                <a:lnTo>
                  <a:pt x="4116821" y="4043838"/>
                </a:lnTo>
                <a:lnTo>
                  <a:pt x="4116820" y="4043839"/>
                </a:lnTo>
                <a:cubicBezTo>
                  <a:pt x="4108057" y="4063842"/>
                  <a:pt x="4102675" y="4083702"/>
                  <a:pt x="4101699" y="4103825"/>
                </a:cubicBezTo>
                <a:lnTo>
                  <a:pt x="4101699" y="4103826"/>
                </a:lnTo>
                <a:lnTo>
                  <a:pt x="4103666" y="4134255"/>
                </a:lnTo>
                <a:lnTo>
                  <a:pt x="4113010" y="4165382"/>
                </a:lnTo>
                <a:lnTo>
                  <a:pt x="4101699" y="4103826"/>
                </a:lnTo>
                <a:lnTo>
                  <a:pt x="4116820" y="4043840"/>
                </a:lnTo>
                <a:lnTo>
                  <a:pt x="4116821" y="4043838"/>
                </a:lnTo>
                <a:lnTo>
                  <a:pt x="4130123" y="4002410"/>
                </a:lnTo>
                <a:lnTo>
                  <a:pt x="4132513" y="3962160"/>
                </a:lnTo>
                <a:lnTo>
                  <a:pt x="4132513" y="3962159"/>
                </a:lnTo>
                <a:cubicBezTo>
                  <a:pt x="4130251" y="3935727"/>
                  <a:pt x="4120060" y="3910104"/>
                  <a:pt x="4100628" y="3885338"/>
                </a:cubicBezTo>
                <a:close/>
                <a:moveTo>
                  <a:pt x="4115391" y="3670561"/>
                </a:moveTo>
                <a:lnTo>
                  <a:pt x="4117820" y="3680164"/>
                </a:lnTo>
                <a:lnTo>
                  <a:pt x="4113772" y="3734837"/>
                </a:lnTo>
                <a:lnTo>
                  <a:pt x="4113772" y="3734838"/>
                </a:lnTo>
                <a:cubicBezTo>
                  <a:pt x="4112820" y="3741316"/>
                  <a:pt x="4111486" y="3749126"/>
                  <a:pt x="4114154" y="3754653"/>
                </a:cubicBezTo>
                <a:lnTo>
                  <a:pt x="4120511" y="3789776"/>
                </a:lnTo>
                <a:lnTo>
                  <a:pt x="4105580" y="3822472"/>
                </a:lnTo>
                <a:cubicBezTo>
                  <a:pt x="4098532" y="3831902"/>
                  <a:pt x="4092912" y="3842046"/>
                  <a:pt x="4091245" y="3852619"/>
                </a:cubicBezTo>
                <a:lnTo>
                  <a:pt x="4091245" y="3852620"/>
                </a:lnTo>
                <a:lnTo>
                  <a:pt x="4092025" y="3868764"/>
                </a:lnTo>
                <a:lnTo>
                  <a:pt x="4100628" y="3885337"/>
                </a:lnTo>
                <a:lnTo>
                  <a:pt x="4091245" y="3852620"/>
                </a:lnTo>
                <a:lnTo>
                  <a:pt x="4105580" y="3822473"/>
                </a:lnTo>
                <a:cubicBezTo>
                  <a:pt x="4113772" y="3811614"/>
                  <a:pt x="4118916" y="3800897"/>
                  <a:pt x="4120511" y="3789777"/>
                </a:cubicBezTo>
                <a:lnTo>
                  <a:pt x="4120511" y="3789776"/>
                </a:lnTo>
                <a:cubicBezTo>
                  <a:pt x="4122107" y="3778655"/>
                  <a:pt x="4120154" y="3767130"/>
                  <a:pt x="4114154" y="3754652"/>
                </a:cubicBezTo>
                <a:lnTo>
                  <a:pt x="4113772" y="3734838"/>
                </a:lnTo>
                <a:lnTo>
                  <a:pt x="4117820" y="3680164"/>
                </a:lnTo>
                <a:lnTo>
                  <a:pt x="4117820" y="3680163"/>
                </a:lnTo>
                <a:close/>
                <a:moveTo>
                  <a:pt x="4185711" y="2836172"/>
                </a:moveTo>
                <a:lnTo>
                  <a:pt x="4177020" y="2848793"/>
                </a:lnTo>
                <a:cubicBezTo>
                  <a:pt x="4172020" y="2865010"/>
                  <a:pt x="4166162" y="2881307"/>
                  <a:pt x="4161416" y="2897785"/>
                </a:cubicBezTo>
                <a:lnTo>
                  <a:pt x="4160387" y="2903551"/>
                </a:lnTo>
                <a:lnTo>
                  <a:pt x="4157113" y="2914328"/>
                </a:lnTo>
                <a:lnTo>
                  <a:pt x="4152482" y="2947859"/>
                </a:lnTo>
                <a:lnTo>
                  <a:pt x="4152481" y="2947862"/>
                </a:lnTo>
                <a:lnTo>
                  <a:pt x="4152481" y="2947863"/>
                </a:lnTo>
                <a:cubicBezTo>
                  <a:pt x="4152112" y="2959157"/>
                  <a:pt x="4153112" y="2970576"/>
                  <a:pt x="4156065" y="2982149"/>
                </a:cubicBezTo>
                <a:lnTo>
                  <a:pt x="4167758" y="3077402"/>
                </a:lnTo>
                <a:lnTo>
                  <a:pt x="4155303" y="3172654"/>
                </a:lnTo>
                <a:cubicBezTo>
                  <a:pt x="4129394" y="3276480"/>
                  <a:pt x="4101962" y="3380305"/>
                  <a:pt x="4107676" y="3489467"/>
                </a:cubicBezTo>
                <a:cubicBezTo>
                  <a:pt x="4108628" y="3507563"/>
                  <a:pt x="4097007" y="3529090"/>
                  <a:pt x="4085577" y="3544713"/>
                </a:cubicBezTo>
                <a:cubicBezTo>
                  <a:pt x="4074719" y="3559668"/>
                  <a:pt x="4068860" y="3566811"/>
                  <a:pt x="4067955" y="3574408"/>
                </a:cubicBezTo>
                <a:lnTo>
                  <a:pt x="4067956" y="3574408"/>
                </a:lnTo>
                <a:lnTo>
                  <a:pt x="4067955" y="3574409"/>
                </a:lnTo>
                <a:cubicBezTo>
                  <a:pt x="4067050" y="3582005"/>
                  <a:pt x="4071099" y="3590054"/>
                  <a:pt x="4080053" y="3606818"/>
                </a:cubicBezTo>
                <a:cubicBezTo>
                  <a:pt x="4084435" y="3614820"/>
                  <a:pt x="4087101" y="3624726"/>
                  <a:pt x="4093579" y="3630633"/>
                </a:cubicBezTo>
                <a:lnTo>
                  <a:pt x="4109452" y="3651926"/>
                </a:lnTo>
                <a:lnTo>
                  <a:pt x="4093579" y="3630632"/>
                </a:lnTo>
                <a:cubicBezTo>
                  <a:pt x="4087101" y="3624725"/>
                  <a:pt x="4084435" y="3614819"/>
                  <a:pt x="4080053" y="3606817"/>
                </a:cubicBezTo>
                <a:cubicBezTo>
                  <a:pt x="4075576" y="3598435"/>
                  <a:pt x="4072325" y="3592232"/>
                  <a:pt x="4070307" y="3587174"/>
                </a:cubicBezTo>
                <a:lnTo>
                  <a:pt x="4067956" y="3574408"/>
                </a:lnTo>
                <a:lnTo>
                  <a:pt x="4073034" y="3562321"/>
                </a:lnTo>
                <a:cubicBezTo>
                  <a:pt x="4075969" y="3557716"/>
                  <a:pt x="4080148" y="3552191"/>
                  <a:pt x="4085577" y="3544714"/>
                </a:cubicBezTo>
                <a:cubicBezTo>
                  <a:pt x="4097007" y="3529091"/>
                  <a:pt x="4108628" y="3507564"/>
                  <a:pt x="4107676" y="3489468"/>
                </a:cubicBezTo>
                <a:cubicBezTo>
                  <a:pt x="4101962" y="3380306"/>
                  <a:pt x="4129394" y="3276481"/>
                  <a:pt x="4155303" y="3172655"/>
                </a:cubicBezTo>
                <a:cubicBezTo>
                  <a:pt x="4163305" y="3140650"/>
                  <a:pt x="4167543" y="3109026"/>
                  <a:pt x="4167758" y="3077402"/>
                </a:cubicBezTo>
                <a:lnTo>
                  <a:pt x="4167758" y="3077401"/>
                </a:lnTo>
                <a:cubicBezTo>
                  <a:pt x="4167972" y="3045777"/>
                  <a:pt x="4164162" y="3014153"/>
                  <a:pt x="4156065" y="2982148"/>
                </a:cubicBezTo>
                <a:lnTo>
                  <a:pt x="4152481" y="2947863"/>
                </a:lnTo>
                <a:lnTo>
                  <a:pt x="4152482" y="2947859"/>
                </a:lnTo>
                <a:lnTo>
                  <a:pt x="4160387" y="2903551"/>
                </a:lnTo>
                <a:lnTo>
                  <a:pt x="4177020" y="2848794"/>
                </a:lnTo>
                <a:cubicBezTo>
                  <a:pt x="4178353" y="2844317"/>
                  <a:pt x="4181639" y="2839983"/>
                  <a:pt x="4185711" y="2836173"/>
                </a:cubicBezTo>
                <a:close/>
                <a:moveTo>
                  <a:pt x="3701225" y="1508458"/>
                </a:moveTo>
                <a:lnTo>
                  <a:pt x="3673131" y="1596214"/>
                </a:lnTo>
                <a:cubicBezTo>
                  <a:pt x="3670654" y="1604979"/>
                  <a:pt x="3672179" y="1615837"/>
                  <a:pt x="3675036" y="1624981"/>
                </a:cubicBezTo>
                <a:cubicBezTo>
                  <a:pt x="3684752" y="1656224"/>
                  <a:pt x="3709137" y="1676037"/>
                  <a:pt x="3731617" y="1697754"/>
                </a:cubicBezTo>
                <a:cubicBezTo>
                  <a:pt x="3741524" y="1707280"/>
                  <a:pt x="3748572" y="1720424"/>
                  <a:pt x="3754286" y="1733189"/>
                </a:cubicBezTo>
                <a:cubicBezTo>
                  <a:pt x="3768957" y="1766336"/>
                  <a:pt x="3782101" y="1800247"/>
                  <a:pt x="3796007" y="1833776"/>
                </a:cubicBezTo>
                <a:cubicBezTo>
                  <a:pt x="3797341" y="1837014"/>
                  <a:pt x="3800770" y="1839680"/>
                  <a:pt x="3803628" y="1842159"/>
                </a:cubicBezTo>
                <a:cubicBezTo>
                  <a:pt x="3833729" y="1866923"/>
                  <a:pt x="3864018" y="1891498"/>
                  <a:pt x="3894119" y="1916455"/>
                </a:cubicBezTo>
                <a:cubicBezTo>
                  <a:pt x="3899833" y="1921217"/>
                  <a:pt x="3904025" y="1928077"/>
                  <a:pt x="3909549" y="1933220"/>
                </a:cubicBezTo>
                <a:cubicBezTo>
                  <a:pt x="3917169" y="1940460"/>
                  <a:pt x="3924410" y="1949604"/>
                  <a:pt x="3933554" y="1953414"/>
                </a:cubicBezTo>
                <a:cubicBezTo>
                  <a:pt x="3962319" y="1965225"/>
                  <a:pt x="3974703" y="1987895"/>
                  <a:pt x="3980037" y="2016470"/>
                </a:cubicBezTo>
                <a:cubicBezTo>
                  <a:pt x="3984990" y="2042571"/>
                  <a:pt x="3989182" y="2068670"/>
                  <a:pt x="3994896" y="2094579"/>
                </a:cubicBezTo>
                <a:cubicBezTo>
                  <a:pt x="4001754" y="2126202"/>
                  <a:pt x="4009184" y="2157637"/>
                  <a:pt x="4017567" y="2188880"/>
                </a:cubicBezTo>
                <a:cubicBezTo>
                  <a:pt x="4021187" y="2202405"/>
                  <a:pt x="4025377" y="2216693"/>
                  <a:pt x="4032807" y="2228315"/>
                </a:cubicBezTo>
                <a:cubicBezTo>
                  <a:pt x="4053382" y="2260891"/>
                  <a:pt x="4067288" y="2295754"/>
                  <a:pt x="4061764" y="2334045"/>
                </a:cubicBezTo>
                <a:cubicBezTo>
                  <a:pt x="4057382" y="2364716"/>
                  <a:pt x="4068622" y="2390435"/>
                  <a:pt x="4086149" y="2409486"/>
                </a:cubicBezTo>
                <a:cubicBezTo>
                  <a:pt x="4094103" y="2418155"/>
                  <a:pt x="4099616" y="2426977"/>
                  <a:pt x="4103250" y="2435913"/>
                </a:cubicBezTo>
                <a:lnTo>
                  <a:pt x="4109081" y="2463018"/>
                </a:lnTo>
                <a:lnTo>
                  <a:pt x="4109080" y="2463031"/>
                </a:lnTo>
                <a:lnTo>
                  <a:pt x="4100439" y="2518262"/>
                </a:lnTo>
                <a:lnTo>
                  <a:pt x="4100438" y="2518264"/>
                </a:lnTo>
                <a:cubicBezTo>
                  <a:pt x="4097771" y="2527790"/>
                  <a:pt x="4096627" y="2536458"/>
                  <a:pt x="4096794" y="2545006"/>
                </a:cubicBezTo>
                <a:lnTo>
                  <a:pt x="4096794" y="2545007"/>
                </a:lnTo>
                <a:cubicBezTo>
                  <a:pt x="4096960" y="2553556"/>
                  <a:pt x="4098437" y="2561986"/>
                  <a:pt x="4101008" y="2571035"/>
                </a:cubicBezTo>
                <a:cubicBezTo>
                  <a:pt x="4113010" y="2612946"/>
                  <a:pt x="4145587" y="2640951"/>
                  <a:pt x="4174162" y="2668002"/>
                </a:cubicBezTo>
                <a:cubicBezTo>
                  <a:pt x="4198547" y="2691055"/>
                  <a:pt x="4212264" y="2716964"/>
                  <a:pt x="4222552" y="2745349"/>
                </a:cubicBezTo>
                <a:lnTo>
                  <a:pt x="4222553" y="2745352"/>
                </a:lnTo>
                <a:lnTo>
                  <a:pt x="4228473" y="2778006"/>
                </a:lnTo>
                <a:lnTo>
                  <a:pt x="4228053" y="2785440"/>
                </a:lnTo>
                <a:lnTo>
                  <a:pt x="4217974" y="2811780"/>
                </a:lnTo>
                <a:lnTo>
                  <a:pt x="4217970" y="2811787"/>
                </a:lnTo>
                <a:lnTo>
                  <a:pt x="4217971" y="2811787"/>
                </a:lnTo>
                <a:lnTo>
                  <a:pt x="4217974" y="2811780"/>
                </a:lnTo>
                <a:lnTo>
                  <a:pt x="4227624" y="2793023"/>
                </a:lnTo>
                <a:lnTo>
                  <a:pt x="4228053" y="2785440"/>
                </a:lnTo>
                <a:lnTo>
                  <a:pt x="4229253" y="2782305"/>
                </a:lnTo>
                <a:lnTo>
                  <a:pt x="4228473" y="2778006"/>
                </a:lnTo>
                <a:lnTo>
                  <a:pt x="4228883" y="2770757"/>
                </a:lnTo>
                <a:lnTo>
                  <a:pt x="4222553" y="2745352"/>
                </a:lnTo>
                <a:lnTo>
                  <a:pt x="4222552" y="2745348"/>
                </a:lnTo>
                <a:cubicBezTo>
                  <a:pt x="4212264" y="2716963"/>
                  <a:pt x="4198547" y="2691054"/>
                  <a:pt x="4174162" y="2668001"/>
                </a:cubicBezTo>
                <a:cubicBezTo>
                  <a:pt x="4145587" y="2640950"/>
                  <a:pt x="4113010" y="2612945"/>
                  <a:pt x="4101008" y="2571034"/>
                </a:cubicBezTo>
                <a:lnTo>
                  <a:pt x="4096794" y="2545007"/>
                </a:lnTo>
                <a:lnTo>
                  <a:pt x="4100438" y="2518265"/>
                </a:lnTo>
                <a:lnTo>
                  <a:pt x="4100439" y="2518262"/>
                </a:lnTo>
                <a:lnTo>
                  <a:pt x="4107019" y="2490551"/>
                </a:lnTo>
                <a:lnTo>
                  <a:pt x="4109080" y="2463031"/>
                </a:lnTo>
                <a:lnTo>
                  <a:pt x="4109082" y="2463019"/>
                </a:lnTo>
                <a:lnTo>
                  <a:pt x="4109081" y="2463018"/>
                </a:lnTo>
                <a:lnTo>
                  <a:pt x="4109082" y="2463018"/>
                </a:lnTo>
                <a:cubicBezTo>
                  <a:pt x="4108200" y="2444777"/>
                  <a:pt x="4102057" y="2426822"/>
                  <a:pt x="4086149" y="2409485"/>
                </a:cubicBezTo>
                <a:cubicBezTo>
                  <a:pt x="4068622" y="2390434"/>
                  <a:pt x="4057382" y="2364715"/>
                  <a:pt x="4061764" y="2334044"/>
                </a:cubicBezTo>
                <a:cubicBezTo>
                  <a:pt x="4067288" y="2295753"/>
                  <a:pt x="4053382" y="2260890"/>
                  <a:pt x="4032807" y="2228314"/>
                </a:cubicBezTo>
                <a:cubicBezTo>
                  <a:pt x="4025377" y="2216692"/>
                  <a:pt x="4021187" y="2202404"/>
                  <a:pt x="4017567" y="2188879"/>
                </a:cubicBezTo>
                <a:cubicBezTo>
                  <a:pt x="4009184" y="2157636"/>
                  <a:pt x="4001754" y="2126201"/>
                  <a:pt x="3994896" y="2094578"/>
                </a:cubicBezTo>
                <a:cubicBezTo>
                  <a:pt x="3989182" y="2068669"/>
                  <a:pt x="3984990" y="2042570"/>
                  <a:pt x="3980037" y="2016469"/>
                </a:cubicBezTo>
                <a:cubicBezTo>
                  <a:pt x="3974703" y="1987894"/>
                  <a:pt x="3962319" y="1965224"/>
                  <a:pt x="3933554" y="1953413"/>
                </a:cubicBezTo>
                <a:cubicBezTo>
                  <a:pt x="3924410" y="1949603"/>
                  <a:pt x="3917169" y="1940459"/>
                  <a:pt x="3909549" y="1933219"/>
                </a:cubicBezTo>
                <a:cubicBezTo>
                  <a:pt x="3904025" y="1928076"/>
                  <a:pt x="3899833" y="1921216"/>
                  <a:pt x="3894119" y="1916454"/>
                </a:cubicBezTo>
                <a:cubicBezTo>
                  <a:pt x="3864018" y="1891497"/>
                  <a:pt x="3833729" y="1866922"/>
                  <a:pt x="3803628" y="1842158"/>
                </a:cubicBezTo>
                <a:cubicBezTo>
                  <a:pt x="3800770" y="1839679"/>
                  <a:pt x="3797341" y="1837013"/>
                  <a:pt x="3796007" y="1833775"/>
                </a:cubicBezTo>
                <a:cubicBezTo>
                  <a:pt x="3782101" y="1800246"/>
                  <a:pt x="3768958" y="1766335"/>
                  <a:pt x="3754286" y="1733188"/>
                </a:cubicBezTo>
                <a:cubicBezTo>
                  <a:pt x="3748572" y="1720423"/>
                  <a:pt x="3741524" y="1707279"/>
                  <a:pt x="3731618" y="1697753"/>
                </a:cubicBezTo>
                <a:cubicBezTo>
                  <a:pt x="3709138" y="1676036"/>
                  <a:pt x="3684752" y="1656223"/>
                  <a:pt x="3675036" y="1624980"/>
                </a:cubicBezTo>
                <a:cubicBezTo>
                  <a:pt x="3672180" y="1615836"/>
                  <a:pt x="3670655" y="1604978"/>
                  <a:pt x="3673132" y="1596213"/>
                </a:cubicBezTo>
                <a:close/>
                <a:moveTo>
                  <a:pt x="3719830" y="1459073"/>
                </a:moveTo>
                <a:lnTo>
                  <a:pt x="3719829" y="1459074"/>
                </a:lnTo>
                <a:lnTo>
                  <a:pt x="3710612" y="1481572"/>
                </a:lnTo>
                <a:close/>
                <a:moveTo>
                  <a:pt x="3739023" y="1268758"/>
                </a:moveTo>
                <a:cubicBezTo>
                  <a:pt x="3739475" y="1275402"/>
                  <a:pt x="3741047" y="1281689"/>
                  <a:pt x="3744190" y="1286070"/>
                </a:cubicBezTo>
                <a:cubicBezTo>
                  <a:pt x="3758763" y="1306930"/>
                  <a:pt x="3765003" y="1328553"/>
                  <a:pt x="3766527" y="1350628"/>
                </a:cubicBezTo>
                <a:lnTo>
                  <a:pt x="3760933" y="1413840"/>
                </a:lnTo>
                <a:lnTo>
                  <a:pt x="3766528" y="1350627"/>
                </a:lnTo>
                <a:cubicBezTo>
                  <a:pt x="3765003" y="1328552"/>
                  <a:pt x="3758764" y="1306930"/>
                  <a:pt x="3744190" y="1286069"/>
                </a:cubicBezTo>
                <a:close/>
                <a:moveTo>
                  <a:pt x="3680752" y="773035"/>
                </a:moveTo>
                <a:lnTo>
                  <a:pt x="3680752" y="773036"/>
                </a:lnTo>
                <a:cubicBezTo>
                  <a:pt x="3683038" y="800277"/>
                  <a:pt x="3686276" y="827330"/>
                  <a:pt x="3688752" y="854380"/>
                </a:cubicBezTo>
                <a:cubicBezTo>
                  <a:pt x="3691038" y="878957"/>
                  <a:pt x="3691800" y="903723"/>
                  <a:pt x="3719805" y="915344"/>
                </a:cubicBezTo>
                <a:cubicBezTo>
                  <a:pt x="3724187" y="917060"/>
                  <a:pt x="3727425" y="922774"/>
                  <a:pt x="3730283" y="927156"/>
                </a:cubicBezTo>
                <a:cubicBezTo>
                  <a:pt x="3774291" y="994786"/>
                  <a:pt x="3773147" y="1030981"/>
                  <a:pt x="3726663" y="1097088"/>
                </a:cubicBezTo>
                <a:cubicBezTo>
                  <a:pt x="3721901" y="1103946"/>
                  <a:pt x="3718471" y="1118614"/>
                  <a:pt x="3722281" y="1123186"/>
                </a:cubicBezTo>
                <a:cubicBezTo>
                  <a:pt x="3738093" y="1142618"/>
                  <a:pt x="3745142" y="1162954"/>
                  <a:pt x="3747000" y="1184029"/>
                </a:cubicBezTo>
                <a:cubicBezTo>
                  <a:pt x="3745142" y="1162954"/>
                  <a:pt x="3738094" y="1142617"/>
                  <a:pt x="3722282" y="1123185"/>
                </a:cubicBezTo>
                <a:cubicBezTo>
                  <a:pt x="3718472" y="1118613"/>
                  <a:pt x="3721902" y="1103945"/>
                  <a:pt x="3726664" y="1097087"/>
                </a:cubicBezTo>
                <a:cubicBezTo>
                  <a:pt x="3773148" y="1030980"/>
                  <a:pt x="3774292" y="994785"/>
                  <a:pt x="3730284" y="927155"/>
                </a:cubicBezTo>
                <a:cubicBezTo>
                  <a:pt x="3727426" y="922773"/>
                  <a:pt x="3724188" y="917059"/>
                  <a:pt x="3719806" y="915343"/>
                </a:cubicBezTo>
                <a:cubicBezTo>
                  <a:pt x="3691800" y="903722"/>
                  <a:pt x="3691038" y="878956"/>
                  <a:pt x="3688752" y="854379"/>
                </a:cubicBezTo>
                <a:close/>
                <a:moveTo>
                  <a:pt x="3736153" y="517851"/>
                </a:moveTo>
                <a:lnTo>
                  <a:pt x="3727235" y="556048"/>
                </a:lnTo>
                <a:cubicBezTo>
                  <a:pt x="3725139" y="564049"/>
                  <a:pt x="3719615" y="572623"/>
                  <a:pt x="3720757" y="580051"/>
                </a:cubicBezTo>
                <a:cubicBezTo>
                  <a:pt x="3724091" y="601579"/>
                  <a:pt x="3721662" y="622201"/>
                  <a:pt x="3717376" y="642538"/>
                </a:cubicBezTo>
                <a:lnTo>
                  <a:pt x="3704853" y="694928"/>
                </a:lnTo>
                <a:lnTo>
                  <a:pt x="3717377" y="642537"/>
                </a:lnTo>
                <a:cubicBezTo>
                  <a:pt x="3721663" y="622201"/>
                  <a:pt x="3724092" y="601578"/>
                  <a:pt x="3720758" y="580050"/>
                </a:cubicBezTo>
                <a:cubicBezTo>
                  <a:pt x="3719616" y="572622"/>
                  <a:pt x="3725140" y="564048"/>
                  <a:pt x="3727236" y="556047"/>
                </a:cubicBezTo>
                <a:close/>
                <a:moveTo>
                  <a:pt x="3749448" y="298169"/>
                </a:moveTo>
                <a:lnTo>
                  <a:pt x="3734666" y="313533"/>
                </a:lnTo>
                <a:lnTo>
                  <a:pt x="3734666" y="313533"/>
                </a:lnTo>
                <a:lnTo>
                  <a:pt x="3734665" y="313534"/>
                </a:lnTo>
                <a:cubicBezTo>
                  <a:pt x="3730473" y="316390"/>
                  <a:pt x="3732759" y="330299"/>
                  <a:pt x="3734093" y="338871"/>
                </a:cubicBezTo>
                <a:lnTo>
                  <a:pt x="3734100" y="338903"/>
                </a:lnTo>
                <a:lnTo>
                  <a:pt x="3744000" y="395640"/>
                </a:lnTo>
                <a:lnTo>
                  <a:pt x="3740190" y="367328"/>
                </a:lnTo>
                <a:lnTo>
                  <a:pt x="3734100" y="338903"/>
                </a:lnTo>
                <a:lnTo>
                  <a:pt x="3734094" y="338870"/>
                </a:lnTo>
                <a:cubicBezTo>
                  <a:pt x="3733427" y="334584"/>
                  <a:pt x="3732522" y="328964"/>
                  <a:pt x="3732308" y="324058"/>
                </a:cubicBezTo>
                <a:lnTo>
                  <a:pt x="3734666" y="313533"/>
                </a:lnTo>
                <a:close/>
                <a:moveTo>
                  <a:pt x="3756993" y="281568"/>
                </a:moveTo>
                <a:lnTo>
                  <a:pt x="3752098" y="295415"/>
                </a:lnTo>
                <a:lnTo>
                  <a:pt x="3752099" y="295415"/>
                </a:lnTo>
                <a:close/>
                <a:moveTo>
                  <a:pt x="3743673" y="24486"/>
                </a:moveTo>
                <a:lnTo>
                  <a:pt x="3741410" y="74129"/>
                </a:lnTo>
                <a:cubicBezTo>
                  <a:pt x="3742333" y="91492"/>
                  <a:pt x="3744643" y="108703"/>
                  <a:pt x="3747334" y="125861"/>
                </a:cubicBezTo>
                <a:lnTo>
                  <a:pt x="3751729" y="153388"/>
                </a:lnTo>
                <a:lnTo>
                  <a:pt x="3760002" y="228944"/>
                </a:lnTo>
                <a:lnTo>
                  <a:pt x="3755543" y="177271"/>
                </a:lnTo>
                <a:lnTo>
                  <a:pt x="3751729" y="153388"/>
                </a:lnTo>
                <a:lnTo>
                  <a:pt x="3751530" y="151569"/>
                </a:lnTo>
                <a:cubicBezTo>
                  <a:pt x="3747300" y="125876"/>
                  <a:pt x="3742795" y="100174"/>
                  <a:pt x="3741411" y="74129"/>
                </a:cubicBezTo>
                <a:close/>
                <a:moveTo>
                  <a:pt x="3741092" y="0"/>
                </a:moveTo>
                <a:lnTo>
                  <a:pt x="4205201" y="0"/>
                </a:lnTo>
                <a:lnTo>
                  <a:pt x="4204073" y="2817"/>
                </a:lnTo>
                <a:cubicBezTo>
                  <a:pt x="4195691" y="21486"/>
                  <a:pt x="4193023" y="43012"/>
                  <a:pt x="4189974" y="63587"/>
                </a:cubicBezTo>
                <a:cubicBezTo>
                  <a:pt x="4184450" y="101308"/>
                  <a:pt x="4181020" y="139219"/>
                  <a:pt x="4176068" y="176939"/>
                </a:cubicBezTo>
                <a:cubicBezTo>
                  <a:pt x="4174924" y="184941"/>
                  <a:pt x="4172830" y="194085"/>
                  <a:pt x="4168066" y="200182"/>
                </a:cubicBezTo>
                <a:cubicBezTo>
                  <a:pt x="4136061" y="241901"/>
                  <a:pt x="4127108" y="292579"/>
                  <a:pt x="4130154" y="340774"/>
                </a:cubicBezTo>
                <a:cubicBezTo>
                  <a:pt x="4132443" y="378686"/>
                  <a:pt x="4134157" y="415835"/>
                  <a:pt x="4130919" y="453364"/>
                </a:cubicBezTo>
                <a:cubicBezTo>
                  <a:pt x="4130727" y="456222"/>
                  <a:pt x="4131109" y="460032"/>
                  <a:pt x="4132633" y="462126"/>
                </a:cubicBezTo>
                <a:cubicBezTo>
                  <a:pt x="4142729" y="475081"/>
                  <a:pt x="4143491" y="488607"/>
                  <a:pt x="4145205" y="505182"/>
                </a:cubicBezTo>
                <a:cubicBezTo>
                  <a:pt x="4147683" y="528615"/>
                  <a:pt x="4145967" y="550141"/>
                  <a:pt x="4141777" y="571860"/>
                </a:cubicBezTo>
                <a:cubicBezTo>
                  <a:pt x="4138729" y="587672"/>
                  <a:pt x="4132443" y="603673"/>
                  <a:pt x="4124440" y="617772"/>
                </a:cubicBezTo>
                <a:cubicBezTo>
                  <a:pt x="4113200" y="637392"/>
                  <a:pt x="4108820" y="656255"/>
                  <a:pt x="4123678" y="674923"/>
                </a:cubicBezTo>
                <a:cubicBezTo>
                  <a:pt x="4139491" y="695116"/>
                  <a:pt x="4133967" y="717977"/>
                  <a:pt x="4134537" y="740268"/>
                </a:cubicBezTo>
                <a:cubicBezTo>
                  <a:pt x="4134729" y="749982"/>
                  <a:pt x="4134347" y="760270"/>
                  <a:pt x="4136823" y="769605"/>
                </a:cubicBezTo>
                <a:cubicBezTo>
                  <a:pt x="4143873" y="796655"/>
                  <a:pt x="4154541" y="822756"/>
                  <a:pt x="4159303" y="850189"/>
                </a:cubicBezTo>
                <a:cubicBezTo>
                  <a:pt x="4161970" y="865430"/>
                  <a:pt x="4157207" y="882384"/>
                  <a:pt x="4153779" y="898198"/>
                </a:cubicBezTo>
                <a:cubicBezTo>
                  <a:pt x="4150159" y="914200"/>
                  <a:pt x="4144635" y="930011"/>
                  <a:pt x="4138919" y="945444"/>
                </a:cubicBezTo>
                <a:cubicBezTo>
                  <a:pt x="4135109" y="955920"/>
                  <a:pt x="4131489" y="967350"/>
                  <a:pt x="4124630" y="975733"/>
                </a:cubicBezTo>
                <a:cubicBezTo>
                  <a:pt x="4109010" y="994785"/>
                  <a:pt x="4106342" y="1014406"/>
                  <a:pt x="4114534" y="1036887"/>
                </a:cubicBezTo>
                <a:cubicBezTo>
                  <a:pt x="4115868" y="1040315"/>
                  <a:pt x="4115868" y="1044315"/>
                  <a:pt x="4116058" y="1048125"/>
                </a:cubicBezTo>
                <a:cubicBezTo>
                  <a:pt x="4120058" y="1109091"/>
                  <a:pt x="4122536" y="1170051"/>
                  <a:pt x="4128632" y="1230633"/>
                </a:cubicBezTo>
                <a:cubicBezTo>
                  <a:pt x="4131109" y="1255206"/>
                  <a:pt x="4141967" y="1278829"/>
                  <a:pt x="4148825" y="1303024"/>
                </a:cubicBezTo>
                <a:cubicBezTo>
                  <a:pt x="4150159" y="1307978"/>
                  <a:pt x="4152255" y="1313504"/>
                  <a:pt x="4151301" y="1318456"/>
                </a:cubicBezTo>
                <a:cubicBezTo>
                  <a:pt x="4141777" y="1372368"/>
                  <a:pt x="4155683" y="1422854"/>
                  <a:pt x="4173972" y="1472575"/>
                </a:cubicBezTo>
                <a:cubicBezTo>
                  <a:pt x="4175878" y="1477717"/>
                  <a:pt x="4175306" y="1484004"/>
                  <a:pt x="4174924" y="1489720"/>
                </a:cubicBezTo>
                <a:cubicBezTo>
                  <a:pt x="4173592" y="1505724"/>
                  <a:pt x="4166924" y="1523059"/>
                  <a:pt x="4170924" y="1537537"/>
                </a:cubicBezTo>
                <a:cubicBezTo>
                  <a:pt x="4181974" y="1576019"/>
                  <a:pt x="4195309" y="1614120"/>
                  <a:pt x="4212073" y="1650317"/>
                </a:cubicBezTo>
                <a:cubicBezTo>
                  <a:pt x="4229028" y="1687086"/>
                  <a:pt x="4243316" y="1721185"/>
                  <a:pt x="4226173" y="1763287"/>
                </a:cubicBezTo>
                <a:cubicBezTo>
                  <a:pt x="4218932" y="1781194"/>
                  <a:pt x="4224076" y="1804816"/>
                  <a:pt x="4225981" y="1825393"/>
                </a:cubicBezTo>
                <a:cubicBezTo>
                  <a:pt x="4227504" y="1840441"/>
                  <a:pt x="4236078" y="1854920"/>
                  <a:pt x="4236078" y="1869780"/>
                </a:cubicBezTo>
                <a:cubicBezTo>
                  <a:pt x="4236078" y="1909408"/>
                  <a:pt x="4246174" y="1944649"/>
                  <a:pt x="4266749" y="1978940"/>
                </a:cubicBezTo>
                <a:cubicBezTo>
                  <a:pt x="4274749" y="1992279"/>
                  <a:pt x="4269416" y="2013043"/>
                  <a:pt x="4271512" y="2030378"/>
                </a:cubicBezTo>
                <a:cubicBezTo>
                  <a:pt x="4273987" y="2048668"/>
                  <a:pt x="4276274" y="2067525"/>
                  <a:pt x="4281800" y="2085054"/>
                </a:cubicBezTo>
                <a:cubicBezTo>
                  <a:pt x="4296278" y="2130393"/>
                  <a:pt x="4312661" y="2175163"/>
                  <a:pt x="4327901" y="2220312"/>
                </a:cubicBezTo>
                <a:cubicBezTo>
                  <a:pt x="4340476" y="2257459"/>
                  <a:pt x="4330569" y="2294039"/>
                  <a:pt x="4325236" y="2330806"/>
                </a:cubicBezTo>
                <a:cubicBezTo>
                  <a:pt x="4321805" y="2353859"/>
                  <a:pt x="4313613" y="2375383"/>
                  <a:pt x="4325807" y="2401292"/>
                </a:cubicBezTo>
                <a:cubicBezTo>
                  <a:pt x="4337427" y="2426059"/>
                  <a:pt x="4334759" y="2457492"/>
                  <a:pt x="4341047" y="2485307"/>
                </a:cubicBezTo>
                <a:cubicBezTo>
                  <a:pt x="4346380" y="2508742"/>
                  <a:pt x="4354954" y="2531409"/>
                  <a:pt x="4363336" y="2554079"/>
                </a:cubicBezTo>
                <a:cubicBezTo>
                  <a:pt x="4374768" y="2584942"/>
                  <a:pt x="4386767" y="2615421"/>
                  <a:pt x="4381054" y="2649143"/>
                </a:cubicBezTo>
                <a:cubicBezTo>
                  <a:pt x="4374575" y="2687436"/>
                  <a:pt x="4398960" y="2713723"/>
                  <a:pt x="4415154" y="2743826"/>
                </a:cubicBezTo>
                <a:cubicBezTo>
                  <a:pt x="4426202" y="2764590"/>
                  <a:pt x="4434395" y="2787259"/>
                  <a:pt x="4441254" y="2809930"/>
                </a:cubicBezTo>
                <a:cubicBezTo>
                  <a:pt x="4450207" y="2840219"/>
                  <a:pt x="4455542" y="2871462"/>
                  <a:pt x="4464304" y="2901943"/>
                </a:cubicBezTo>
                <a:cubicBezTo>
                  <a:pt x="4477448" y="2948047"/>
                  <a:pt x="4487736" y="2994722"/>
                  <a:pt x="4480497" y="3042728"/>
                </a:cubicBezTo>
                <a:cubicBezTo>
                  <a:pt x="4477259" y="3064827"/>
                  <a:pt x="4477448" y="3085403"/>
                  <a:pt x="4482212" y="3107500"/>
                </a:cubicBezTo>
                <a:cubicBezTo>
                  <a:pt x="4490023" y="3143695"/>
                  <a:pt x="4490976" y="3180844"/>
                  <a:pt x="4520122" y="3209993"/>
                </a:cubicBezTo>
                <a:cubicBezTo>
                  <a:pt x="4530410" y="3220280"/>
                  <a:pt x="4533076" y="3238758"/>
                  <a:pt x="4538410" y="3253809"/>
                </a:cubicBezTo>
                <a:cubicBezTo>
                  <a:pt x="4544699" y="3271145"/>
                  <a:pt x="4541459" y="3283908"/>
                  <a:pt x="4523170" y="3293244"/>
                </a:cubicBezTo>
                <a:cubicBezTo>
                  <a:pt x="4514979" y="3297434"/>
                  <a:pt x="4506978" y="3309437"/>
                  <a:pt x="4505643" y="3318771"/>
                </a:cubicBezTo>
                <a:cubicBezTo>
                  <a:pt x="4501643" y="3346776"/>
                  <a:pt x="4507549" y="3372495"/>
                  <a:pt x="4520504" y="3399546"/>
                </a:cubicBezTo>
                <a:cubicBezTo>
                  <a:pt x="4532697" y="3424883"/>
                  <a:pt x="4531362" y="3456508"/>
                  <a:pt x="4536124" y="3485275"/>
                </a:cubicBezTo>
                <a:cubicBezTo>
                  <a:pt x="4539554" y="3505657"/>
                  <a:pt x="4546602" y="3526042"/>
                  <a:pt x="4546602" y="3546617"/>
                </a:cubicBezTo>
                <a:cubicBezTo>
                  <a:pt x="4546602" y="3572146"/>
                  <a:pt x="4540506" y="3597482"/>
                  <a:pt x="4538221" y="3623201"/>
                </a:cubicBezTo>
                <a:cubicBezTo>
                  <a:pt x="4536316" y="3643204"/>
                  <a:pt x="4537079" y="3663589"/>
                  <a:pt x="4534792" y="3683591"/>
                </a:cubicBezTo>
                <a:cubicBezTo>
                  <a:pt x="4533076" y="3699976"/>
                  <a:pt x="4528696" y="3716168"/>
                  <a:pt x="4525077" y="3732361"/>
                </a:cubicBezTo>
                <a:cubicBezTo>
                  <a:pt x="4523742" y="3738267"/>
                  <a:pt x="4518597" y="3744173"/>
                  <a:pt x="4519359" y="3749506"/>
                </a:cubicBezTo>
                <a:cubicBezTo>
                  <a:pt x="4527552" y="3802467"/>
                  <a:pt x="4490976" y="3840569"/>
                  <a:pt x="4474782" y="3885338"/>
                </a:cubicBezTo>
                <a:cubicBezTo>
                  <a:pt x="4457636" y="3932394"/>
                  <a:pt x="4431347" y="3977925"/>
                  <a:pt x="4439157" y="4030503"/>
                </a:cubicBezTo>
                <a:cubicBezTo>
                  <a:pt x="4443919" y="4062318"/>
                  <a:pt x="4454971" y="4092989"/>
                  <a:pt x="4461639" y="4124614"/>
                </a:cubicBezTo>
                <a:cubicBezTo>
                  <a:pt x="4463924" y="4135854"/>
                  <a:pt x="4463542" y="4148427"/>
                  <a:pt x="4461256" y="4159667"/>
                </a:cubicBezTo>
                <a:cubicBezTo>
                  <a:pt x="4450777" y="4213961"/>
                  <a:pt x="4449253" y="4267493"/>
                  <a:pt x="4466400" y="4320837"/>
                </a:cubicBezTo>
                <a:cubicBezTo>
                  <a:pt x="4469259" y="4329979"/>
                  <a:pt x="4471924" y="4339695"/>
                  <a:pt x="4471924" y="4349222"/>
                </a:cubicBezTo>
                <a:cubicBezTo>
                  <a:pt x="4471924" y="4401419"/>
                  <a:pt x="4467924" y="4452665"/>
                  <a:pt x="4449253" y="4502579"/>
                </a:cubicBezTo>
                <a:cubicBezTo>
                  <a:pt x="4442967" y="4519343"/>
                  <a:pt x="4446967" y="4539728"/>
                  <a:pt x="4445443" y="4558207"/>
                </a:cubicBezTo>
                <a:cubicBezTo>
                  <a:pt x="4444111" y="4575351"/>
                  <a:pt x="4443539" y="4592878"/>
                  <a:pt x="4439157" y="4609452"/>
                </a:cubicBezTo>
                <a:cubicBezTo>
                  <a:pt x="4432681" y="4633647"/>
                  <a:pt x="4431919" y="4656126"/>
                  <a:pt x="4437633" y="4681083"/>
                </a:cubicBezTo>
                <a:cubicBezTo>
                  <a:pt x="4442967" y="4704895"/>
                  <a:pt x="4440301" y="4730614"/>
                  <a:pt x="4440491" y="4755381"/>
                </a:cubicBezTo>
                <a:cubicBezTo>
                  <a:pt x="4440681" y="4783004"/>
                  <a:pt x="4440871" y="4810627"/>
                  <a:pt x="4439919" y="4838250"/>
                </a:cubicBezTo>
                <a:cubicBezTo>
                  <a:pt x="4439539" y="4849300"/>
                  <a:pt x="4431919" y="4861873"/>
                  <a:pt x="4434967" y="4871019"/>
                </a:cubicBezTo>
                <a:cubicBezTo>
                  <a:pt x="4445254" y="4900546"/>
                  <a:pt x="4432872" y="4930075"/>
                  <a:pt x="4438395" y="4959602"/>
                </a:cubicBezTo>
                <a:cubicBezTo>
                  <a:pt x="4441254" y="4974082"/>
                  <a:pt x="4433444" y="4990465"/>
                  <a:pt x="4432681" y="5006086"/>
                </a:cubicBezTo>
                <a:cubicBezTo>
                  <a:pt x="4431347" y="5031614"/>
                  <a:pt x="4431919" y="5057141"/>
                  <a:pt x="4431537" y="5082670"/>
                </a:cubicBezTo>
                <a:cubicBezTo>
                  <a:pt x="4431347" y="5091052"/>
                  <a:pt x="4430585" y="5099245"/>
                  <a:pt x="4430202" y="5107627"/>
                </a:cubicBezTo>
                <a:cubicBezTo>
                  <a:pt x="4429823" y="5115057"/>
                  <a:pt x="4428108" y="5122867"/>
                  <a:pt x="4429440" y="5129916"/>
                </a:cubicBezTo>
                <a:cubicBezTo>
                  <a:pt x="4434205" y="5155445"/>
                  <a:pt x="4442016" y="5180591"/>
                  <a:pt x="4445063" y="5206308"/>
                </a:cubicBezTo>
                <a:cubicBezTo>
                  <a:pt x="4447729" y="5228597"/>
                  <a:pt x="4444111" y="5251650"/>
                  <a:pt x="4446015" y="5274129"/>
                </a:cubicBezTo>
                <a:cubicBezTo>
                  <a:pt x="4449253" y="5313754"/>
                  <a:pt x="4454971" y="5353379"/>
                  <a:pt x="4458589" y="5393005"/>
                </a:cubicBezTo>
                <a:cubicBezTo>
                  <a:pt x="4459351" y="5401579"/>
                  <a:pt x="4454587" y="5410531"/>
                  <a:pt x="4454207" y="5419295"/>
                </a:cubicBezTo>
                <a:cubicBezTo>
                  <a:pt x="4453255" y="5446728"/>
                  <a:pt x="4453063" y="5474161"/>
                  <a:pt x="4452493" y="5501594"/>
                </a:cubicBezTo>
                <a:cubicBezTo>
                  <a:pt x="4452301" y="5517215"/>
                  <a:pt x="4452873" y="5533027"/>
                  <a:pt x="4451160" y="5548460"/>
                </a:cubicBezTo>
                <a:cubicBezTo>
                  <a:pt x="4448873" y="5568842"/>
                  <a:pt x="4445443" y="5587321"/>
                  <a:pt x="4460304" y="5606372"/>
                </a:cubicBezTo>
                <a:cubicBezTo>
                  <a:pt x="4483354" y="5635711"/>
                  <a:pt x="4474400" y="5673050"/>
                  <a:pt x="4479734" y="5706959"/>
                </a:cubicBezTo>
                <a:cubicBezTo>
                  <a:pt x="4481069" y="5715723"/>
                  <a:pt x="4481259" y="5724678"/>
                  <a:pt x="4482782" y="5733440"/>
                </a:cubicBezTo>
                <a:cubicBezTo>
                  <a:pt x="4485641" y="5749634"/>
                  <a:pt x="4488879" y="5765635"/>
                  <a:pt x="4492119" y="5781830"/>
                </a:cubicBezTo>
                <a:cubicBezTo>
                  <a:pt x="4492690" y="5784686"/>
                  <a:pt x="4492881" y="5787924"/>
                  <a:pt x="4493834" y="5790592"/>
                </a:cubicBezTo>
                <a:cubicBezTo>
                  <a:pt x="4501833" y="5815169"/>
                  <a:pt x="4510977" y="5839361"/>
                  <a:pt x="4517455" y="5864318"/>
                </a:cubicBezTo>
                <a:cubicBezTo>
                  <a:pt x="4520695" y="5876511"/>
                  <a:pt x="4521076" y="5890037"/>
                  <a:pt x="4519359" y="5902610"/>
                </a:cubicBezTo>
                <a:cubicBezTo>
                  <a:pt x="4514407" y="5939377"/>
                  <a:pt x="4512311" y="5975764"/>
                  <a:pt x="4519551" y="6012723"/>
                </a:cubicBezTo>
                <a:cubicBezTo>
                  <a:pt x="4522408" y="6027392"/>
                  <a:pt x="4517645" y="6043776"/>
                  <a:pt x="4515931" y="6059397"/>
                </a:cubicBezTo>
                <a:cubicBezTo>
                  <a:pt x="4511360" y="6096736"/>
                  <a:pt x="4506405" y="6134075"/>
                  <a:pt x="4502025" y="6171605"/>
                </a:cubicBezTo>
                <a:cubicBezTo>
                  <a:pt x="4499358" y="6195037"/>
                  <a:pt x="4497833" y="6218660"/>
                  <a:pt x="4495167" y="6242093"/>
                </a:cubicBezTo>
                <a:cubicBezTo>
                  <a:pt x="4491927" y="6269144"/>
                  <a:pt x="4486975" y="6296005"/>
                  <a:pt x="4484306" y="6323058"/>
                </a:cubicBezTo>
                <a:cubicBezTo>
                  <a:pt x="4481259" y="6353919"/>
                  <a:pt x="4480688" y="6384972"/>
                  <a:pt x="4477448" y="6415833"/>
                </a:cubicBezTo>
                <a:cubicBezTo>
                  <a:pt x="4471162" y="6472225"/>
                  <a:pt x="4463733" y="6528424"/>
                  <a:pt x="4456683" y="6584812"/>
                </a:cubicBezTo>
                <a:cubicBezTo>
                  <a:pt x="4449825" y="6639488"/>
                  <a:pt x="4443729" y="6694164"/>
                  <a:pt x="4435157" y="6748458"/>
                </a:cubicBezTo>
                <a:cubicBezTo>
                  <a:pt x="4431537" y="6771319"/>
                  <a:pt x="4421630" y="6793035"/>
                  <a:pt x="4416106" y="6815516"/>
                </a:cubicBezTo>
                <a:lnTo>
                  <a:pt x="4406407" y="6858000"/>
                </a:lnTo>
                <a:lnTo>
                  <a:pt x="4234154" y="6858000"/>
                </a:lnTo>
                <a:lnTo>
                  <a:pt x="0" y="6858000"/>
                </a:lnTo>
                <a:lnTo>
                  <a:pt x="0" y="2"/>
                </a:lnTo>
                <a:lnTo>
                  <a:pt x="3741092" y="1"/>
                </a:lnTo>
                <a:lnTo>
                  <a:pt x="3743810" y="21486"/>
                </a:lnTo>
                <a:close/>
              </a:path>
            </a:pathLst>
          </a:custGeom>
          <a:noFill/>
          <a:effectLst/>
          <a:extLst>
            <a:ext uri="{909E8E84-426E-40DD-AFC4-6F175D3DCCD1}">
              <a14:hiddenFill xmlns:a14="http://schemas.microsoft.com/office/drawing/2010/main">
                <a:solidFill>
                  <a:srgbClr val="FFFFFF"/>
                </a:solidFill>
              </a14:hiddenFill>
            </a:ext>
          </a:extLst>
        </p:spPr>
      </p:pic>
      <p:grpSp>
        <p:nvGrpSpPr>
          <p:cNvPr id="1033" name="Group 1032">
            <a:extLst>
              <a:ext uri="{FF2B5EF4-FFF2-40B4-BE49-F238E27FC236}">
                <a16:creationId xmlns:a16="http://schemas.microsoft.com/office/drawing/2014/main" id="{54A1C8FD-E5B7-4BEC-A74A-A55FB8EA7CF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697284" y="-1"/>
            <a:ext cx="884241" cy="6858001"/>
            <a:chOff x="3697284" y="-1"/>
            <a:chExt cx="884241" cy="6858001"/>
          </a:xfrm>
          <a:effectLst>
            <a:outerShdw blurRad="381000" dist="152400" algn="l" rotWithShape="0">
              <a:prstClr val="black">
                <a:alpha val="10000"/>
              </a:prstClr>
            </a:outerShdw>
          </a:effectLst>
        </p:grpSpPr>
        <p:sp>
          <p:nvSpPr>
            <p:cNvPr id="1034" name="Freeform: Shape 1033">
              <a:extLst>
                <a:ext uri="{FF2B5EF4-FFF2-40B4-BE49-F238E27FC236}">
                  <a16:creationId xmlns:a16="http://schemas.microsoft.com/office/drawing/2014/main" id="{B20D202D-5E48-4B15-9AF5-71BED4FCFF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05641"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35" name="Freeform: Shape 1034">
              <a:extLst>
                <a:ext uri="{FF2B5EF4-FFF2-40B4-BE49-F238E27FC236}">
                  <a16:creationId xmlns:a16="http://schemas.microsoft.com/office/drawing/2014/main" id="{68D6A069-9380-4E59-A0DA-07053EE8E5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15166"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3" name="Content Placeholder 2">
            <a:extLst>
              <a:ext uri="{FF2B5EF4-FFF2-40B4-BE49-F238E27FC236}">
                <a16:creationId xmlns:a16="http://schemas.microsoft.com/office/drawing/2014/main" id="{1830A565-E1A6-A584-4F83-7FAE55859D55}"/>
              </a:ext>
            </a:extLst>
          </p:cNvPr>
          <p:cNvSpPr>
            <a:spLocks noGrp="1"/>
          </p:cNvSpPr>
          <p:nvPr>
            <p:ph idx="1"/>
          </p:nvPr>
        </p:nvSpPr>
        <p:spPr>
          <a:xfrm>
            <a:off x="4169258" y="413512"/>
            <a:ext cx="8200009" cy="6444488"/>
          </a:xfrm>
        </p:spPr>
        <p:txBody>
          <a:bodyPr>
            <a:noAutofit/>
          </a:bodyPr>
          <a:lstStyle/>
          <a:p>
            <a:r>
              <a:rPr lang="en-US" sz="3600" b="1" dirty="0">
                <a:solidFill>
                  <a:schemeClr val="bg1">
                    <a:alpha val="80000"/>
                  </a:schemeClr>
                </a:solidFill>
              </a:rPr>
              <a:t>Who is actually in control of the aircraft?</a:t>
            </a:r>
          </a:p>
          <a:p>
            <a:r>
              <a:rPr lang="en-US" sz="3600" b="1" dirty="0">
                <a:solidFill>
                  <a:schemeClr val="bg1">
                    <a:alpha val="80000"/>
                  </a:schemeClr>
                </a:solidFill>
              </a:rPr>
              <a:t>Most would say that the pilot has control of the direction and course of the aircraft but they would be mistaken</a:t>
            </a:r>
          </a:p>
          <a:p>
            <a:r>
              <a:rPr lang="en-US" sz="3600" b="1" dirty="0">
                <a:solidFill>
                  <a:schemeClr val="bg1">
                    <a:alpha val="80000"/>
                  </a:schemeClr>
                </a:solidFill>
              </a:rPr>
              <a:t>The task of ensuring safe operations of aircrafts falls on </a:t>
            </a:r>
            <a:r>
              <a:rPr lang="en-US" sz="3600" b="1" dirty="0">
                <a:solidFill>
                  <a:srgbClr val="FF0000">
                    <a:alpha val="80000"/>
                  </a:srgbClr>
                </a:solidFill>
              </a:rPr>
              <a:t>air traffic controllers</a:t>
            </a:r>
          </a:p>
          <a:p>
            <a:r>
              <a:rPr lang="en-US" sz="3600" b="1" dirty="0">
                <a:solidFill>
                  <a:schemeClr val="bg1">
                    <a:alpha val="80000"/>
                  </a:schemeClr>
                </a:solidFill>
              </a:rPr>
              <a:t>They must </a:t>
            </a:r>
            <a:r>
              <a:rPr lang="en-US" sz="3600" b="1" dirty="0">
                <a:solidFill>
                  <a:srgbClr val="FF0000">
                    <a:alpha val="80000"/>
                  </a:srgbClr>
                </a:solidFill>
              </a:rPr>
              <a:t>coordinate movements </a:t>
            </a:r>
            <a:r>
              <a:rPr lang="en-US" sz="3600" b="1" dirty="0">
                <a:solidFill>
                  <a:schemeClr val="bg1">
                    <a:alpha val="80000"/>
                  </a:schemeClr>
                </a:solidFill>
              </a:rPr>
              <a:t>of thousands of aircrafts, keep them at </a:t>
            </a:r>
            <a:r>
              <a:rPr lang="en-US" sz="3600" b="1" dirty="0">
                <a:solidFill>
                  <a:srgbClr val="FF0000">
                    <a:alpha val="80000"/>
                  </a:srgbClr>
                </a:solidFill>
              </a:rPr>
              <a:t>safe distances</a:t>
            </a:r>
            <a:r>
              <a:rPr lang="en-US" sz="3600" b="1" dirty="0">
                <a:solidFill>
                  <a:schemeClr val="bg1">
                    <a:alpha val="80000"/>
                  </a:schemeClr>
                </a:solidFill>
              </a:rPr>
              <a:t> from each other, </a:t>
            </a:r>
            <a:r>
              <a:rPr lang="en-US" sz="3600" b="1" dirty="0">
                <a:solidFill>
                  <a:srgbClr val="FF0000">
                    <a:alpha val="80000"/>
                  </a:srgbClr>
                </a:solidFill>
              </a:rPr>
              <a:t>direct them </a:t>
            </a:r>
            <a:r>
              <a:rPr lang="en-US" sz="3600" b="1" dirty="0">
                <a:solidFill>
                  <a:schemeClr val="bg1">
                    <a:alpha val="80000"/>
                  </a:schemeClr>
                </a:solidFill>
              </a:rPr>
              <a:t>during takeoff and </a:t>
            </a:r>
            <a:r>
              <a:rPr lang="en-US" sz="3600" b="1" dirty="0" err="1">
                <a:solidFill>
                  <a:schemeClr val="bg1">
                    <a:alpha val="80000"/>
                  </a:schemeClr>
                </a:solidFill>
              </a:rPr>
              <a:t>landing,around</a:t>
            </a:r>
            <a:r>
              <a:rPr lang="en-US" sz="3600" b="1" dirty="0">
                <a:solidFill>
                  <a:schemeClr val="bg1">
                    <a:alpha val="80000"/>
                  </a:schemeClr>
                </a:solidFill>
              </a:rPr>
              <a:t> bad weather and ensure that </a:t>
            </a:r>
            <a:r>
              <a:rPr lang="en-US" sz="3600" b="1" dirty="0">
                <a:solidFill>
                  <a:srgbClr val="FF0000">
                    <a:alpha val="80000"/>
                  </a:srgbClr>
                </a:solidFill>
              </a:rPr>
              <a:t>traffic flows smoothly</a:t>
            </a:r>
            <a:r>
              <a:rPr lang="en-US" sz="3600" b="1" dirty="0">
                <a:solidFill>
                  <a:schemeClr val="bg1">
                    <a:alpha val="80000"/>
                  </a:schemeClr>
                </a:solidFill>
              </a:rPr>
              <a:t> with minimal delays</a:t>
            </a:r>
            <a:endParaRPr lang="en-CA" sz="3600" b="1" dirty="0">
              <a:solidFill>
                <a:schemeClr val="bg1">
                  <a:alpha val="80000"/>
                </a:schemeClr>
              </a:solidFill>
            </a:endParaRPr>
          </a:p>
        </p:txBody>
      </p:sp>
      <p:sp>
        <p:nvSpPr>
          <p:cNvPr id="2" name="Title 1">
            <a:extLst>
              <a:ext uri="{FF2B5EF4-FFF2-40B4-BE49-F238E27FC236}">
                <a16:creationId xmlns:a16="http://schemas.microsoft.com/office/drawing/2014/main" id="{7E998020-DD77-AFA7-C870-8141C88D6426}"/>
              </a:ext>
            </a:extLst>
          </p:cNvPr>
          <p:cNvSpPr>
            <a:spLocks noGrp="1"/>
          </p:cNvSpPr>
          <p:nvPr>
            <p:ph type="title"/>
          </p:nvPr>
        </p:nvSpPr>
        <p:spPr>
          <a:xfrm>
            <a:off x="-9505" y="2002719"/>
            <a:ext cx="2423794" cy="1323439"/>
          </a:xfrm>
        </p:spPr>
        <p:txBody>
          <a:bodyPr anchor="t">
            <a:normAutofit fontScale="90000"/>
          </a:bodyPr>
          <a:lstStyle/>
          <a:p>
            <a:r>
              <a:rPr lang="en-CA" sz="4000" b="1" dirty="0">
                <a:latin typeface="+mn-lt"/>
              </a:rPr>
              <a:t>AIR TRAFFIC CONTROL</a:t>
            </a:r>
          </a:p>
        </p:txBody>
      </p:sp>
    </p:spTree>
    <p:extLst>
      <p:ext uri="{BB962C8B-B14F-4D97-AF65-F5344CB8AC3E}">
        <p14:creationId xmlns:p14="http://schemas.microsoft.com/office/powerpoint/2010/main" val="2439266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66B0959-AF00-CBBD-8668-118A85FD1029}"/>
              </a:ext>
            </a:extLst>
          </p:cNvPr>
          <p:cNvSpPr>
            <a:spLocks noGrp="1"/>
          </p:cNvSpPr>
          <p:nvPr>
            <p:ph type="title"/>
          </p:nvPr>
        </p:nvSpPr>
        <p:spPr>
          <a:xfrm>
            <a:off x="0" y="0"/>
            <a:ext cx="5251316" cy="661242"/>
          </a:xfrm>
        </p:spPr>
        <p:txBody>
          <a:bodyPr>
            <a:normAutofit fontScale="90000"/>
          </a:bodyPr>
          <a:lstStyle/>
          <a:p>
            <a:r>
              <a:rPr lang="en-CA" b="1" dirty="0"/>
              <a:t>GROUND CONTROL</a:t>
            </a:r>
          </a:p>
        </p:txBody>
      </p:sp>
      <p:pic>
        <p:nvPicPr>
          <p:cNvPr id="2050" name="Picture 2" descr="Ground controller | airport | Britannica">
            <a:extLst>
              <a:ext uri="{FF2B5EF4-FFF2-40B4-BE49-F238E27FC236}">
                <a16:creationId xmlns:a16="http://schemas.microsoft.com/office/drawing/2014/main" id="{64F355D7-B198-3BFF-50A3-17ADC582BE6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9203" r="1" b="1"/>
          <a:stretch/>
        </p:blipFill>
        <p:spPr bwMode="auto">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0A9D79AC-8FF1-5807-F706-C272E6ECC91C}"/>
              </a:ext>
            </a:extLst>
          </p:cNvPr>
          <p:cNvSpPr>
            <a:spLocks noGrp="1"/>
          </p:cNvSpPr>
          <p:nvPr>
            <p:ph idx="1"/>
          </p:nvPr>
        </p:nvSpPr>
        <p:spPr>
          <a:xfrm>
            <a:off x="0" y="1055003"/>
            <a:ext cx="7100533" cy="3843666"/>
          </a:xfrm>
        </p:spPr>
        <p:txBody>
          <a:bodyPr>
            <a:noAutofit/>
          </a:bodyPr>
          <a:lstStyle/>
          <a:p>
            <a:r>
              <a:rPr lang="en-US" sz="4000" b="1" dirty="0"/>
              <a:t>Ground control is responsible for the airport</a:t>
            </a:r>
            <a:r>
              <a:rPr lang="en-US" sz="4000" b="1" dirty="0">
                <a:solidFill>
                  <a:srgbClr val="FF0000"/>
                </a:solidFill>
              </a:rPr>
              <a:t> “</a:t>
            </a:r>
            <a:r>
              <a:rPr lang="en-US" sz="4000" b="1" dirty="0" err="1">
                <a:solidFill>
                  <a:srgbClr val="FF0000"/>
                </a:solidFill>
              </a:rPr>
              <a:t>manoeuvering</a:t>
            </a:r>
            <a:r>
              <a:rPr lang="en-US" sz="4000" b="1" dirty="0">
                <a:solidFill>
                  <a:srgbClr val="FF0000"/>
                </a:solidFill>
              </a:rPr>
              <a:t>” </a:t>
            </a:r>
            <a:r>
              <a:rPr lang="en-US" sz="4000" b="1" dirty="0"/>
              <a:t>areas, or areas not released to the airlines or other users. </a:t>
            </a:r>
          </a:p>
          <a:p>
            <a:r>
              <a:rPr lang="en-US" sz="4000" b="1" dirty="0"/>
              <a:t>This generally includes all </a:t>
            </a:r>
            <a:r>
              <a:rPr lang="en-US" sz="4000" b="1" dirty="0">
                <a:solidFill>
                  <a:srgbClr val="FF0000"/>
                </a:solidFill>
              </a:rPr>
              <a:t>taxiways</a:t>
            </a:r>
            <a:r>
              <a:rPr lang="en-US" sz="4000" b="1" dirty="0"/>
              <a:t>, </a:t>
            </a:r>
            <a:r>
              <a:rPr lang="en-US" sz="4000" b="1" dirty="0">
                <a:solidFill>
                  <a:srgbClr val="FF0000"/>
                </a:solidFill>
              </a:rPr>
              <a:t>holding areas</a:t>
            </a:r>
            <a:r>
              <a:rPr lang="en-US" sz="4000" b="1" dirty="0"/>
              <a:t>, and some </a:t>
            </a:r>
            <a:r>
              <a:rPr lang="en-US" sz="4000" b="1" dirty="0">
                <a:solidFill>
                  <a:srgbClr val="FF0000"/>
                </a:solidFill>
              </a:rPr>
              <a:t>transitional aprons or intersections</a:t>
            </a:r>
            <a:r>
              <a:rPr lang="en-US" sz="4000" b="1" dirty="0"/>
              <a:t> where aircraft have arrived and vacated the runways and departure gates.</a:t>
            </a:r>
            <a:endParaRPr lang="en-CA" sz="4000" b="1" dirty="0"/>
          </a:p>
        </p:txBody>
      </p:sp>
    </p:spTree>
    <p:extLst>
      <p:ext uri="{BB962C8B-B14F-4D97-AF65-F5344CB8AC3E}">
        <p14:creationId xmlns:p14="http://schemas.microsoft.com/office/powerpoint/2010/main" val="959292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What is aircraft maintenance? | Blog UE">
            <a:extLst>
              <a:ext uri="{FF2B5EF4-FFF2-40B4-BE49-F238E27FC236}">
                <a16:creationId xmlns:a16="http://schemas.microsoft.com/office/drawing/2014/main" id="{5D61DA16-CC0D-C1EE-C68B-2C2222D1401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6066" r="9910"/>
          <a:stretch/>
        </p:blipFill>
        <p:spPr bwMode="auto">
          <a:xfrm>
            <a:off x="1" y="10"/>
            <a:ext cx="9669642" cy="6857990"/>
          </a:xfrm>
          <a:prstGeom prst="rect">
            <a:avLst/>
          </a:prstGeom>
          <a:noFill/>
          <a:extLst>
            <a:ext uri="{909E8E84-426E-40DD-AFC4-6F175D3DCCD1}">
              <a14:hiddenFill xmlns:a14="http://schemas.microsoft.com/office/drawing/2010/main">
                <a:solidFill>
                  <a:srgbClr val="FFFFFF"/>
                </a:solidFill>
              </a14:hiddenFill>
            </a:ext>
          </a:extLst>
        </p:spPr>
      </p:pic>
      <p:sp>
        <p:nvSpPr>
          <p:cNvPr id="3081" name="Rectangle 3080">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5D24B22-5D70-6FC8-DDFE-731A6DF5EB4B}"/>
              </a:ext>
            </a:extLst>
          </p:cNvPr>
          <p:cNvSpPr>
            <a:spLocks noGrp="1"/>
          </p:cNvSpPr>
          <p:nvPr>
            <p:ph type="title"/>
          </p:nvPr>
        </p:nvSpPr>
        <p:spPr>
          <a:xfrm>
            <a:off x="6223518" y="178513"/>
            <a:ext cx="5822302" cy="446638"/>
          </a:xfrm>
        </p:spPr>
        <p:txBody>
          <a:bodyPr>
            <a:normAutofit fontScale="90000"/>
          </a:bodyPr>
          <a:lstStyle/>
          <a:p>
            <a:r>
              <a:rPr lang="en-CA" sz="4000" b="1" dirty="0"/>
              <a:t>AIRPORT MAINTENANCE </a:t>
            </a:r>
          </a:p>
        </p:txBody>
      </p:sp>
      <p:sp>
        <p:nvSpPr>
          <p:cNvPr id="3" name="Content Placeholder 2">
            <a:extLst>
              <a:ext uri="{FF2B5EF4-FFF2-40B4-BE49-F238E27FC236}">
                <a16:creationId xmlns:a16="http://schemas.microsoft.com/office/drawing/2014/main" id="{6A4EAF96-046B-51A9-D3F0-FB19539304AD}"/>
              </a:ext>
            </a:extLst>
          </p:cNvPr>
          <p:cNvSpPr>
            <a:spLocks noGrp="1"/>
          </p:cNvSpPr>
          <p:nvPr>
            <p:ph idx="1"/>
          </p:nvPr>
        </p:nvSpPr>
        <p:spPr>
          <a:xfrm>
            <a:off x="5791201" y="691687"/>
            <a:ext cx="6553199" cy="3742762"/>
          </a:xfrm>
        </p:spPr>
        <p:txBody>
          <a:bodyPr>
            <a:noAutofit/>
          </a:bodyPr>
          <a:lstStyle/>
          <a:p>
            <a:r>
              <a:rPr lang="en-US" sz="3600" b="1" dirty="0"/>
              <a:t>Airport maintenance is responsible for a variety of airport field maintenance work, including </a:t>
            </a:r>
            <a:r>
              <a:rPr lang="en-US" sz="3600" b="1" dirty="0">
                <a:solidFill>
                  <a:srgbClr val="FF0000"/>
                </a:solidFill>
              </a:rPr>
              <a:t>general maintenance</a:t>
            </a:r>
            <a:r>
              <a:rPr lang="en-US" sz="3600" b="1" dirty="0"/>
              <a:t> and </a:t>
            </a:r>
            <a:r>
              <a:rPr lang="en-US" sz="3600" b="1" dirty="0">
                <a:solidFill>
                  <a:srgbClr val="FF0000"/>
                </a:solidFill>
              </a:rPr>
              <a:t>construction work</a:t>
            </a:r>
            <a:endParaRPr lang="en-US" sz="3600" b="1" dirty="0"/>
          </a:p>
          <a:p>
            <a:r>
              <a:rPr lang="en-US" sz="3600" b="1" dirty="0"/>
              <a:t>They operate equipment and service a variety of power and general maintenance equipment in the </a:t>
            </a:r>
            <a:r>
              <a:rPr lang="en-US" sz="3600" b="1" dirty="0">
                <a:solidFill>
                  <a:srgbClr val="FF0000"/>
                </a:solidFill>
              </a:rPr>
              <a:t>upkeep of runways, taxiways, and aprons </a:t>
            </a:r>
            <a:r>
              <a:rPr lang="en-US" sz="3600" b="1" dirty="0"/>
              <a:t>as well as perform other related duties. </a:t>
            </a:r>
            <a:endParaRPr lang="en-CA" sz="3600" b="1" dirty="0"/>
          </a:p>
        </p:txBody>
      </p:sp>
    </p:spTree>
    <p:extLst>
      <p:ext uri="{BB962C8B-B14F-4D97-AF65-F5344CB8AC3E}">
        <p14:creationId xmlns:p14="http://schemas.microsoft.com/office/powerpoint/2010/main" val="3111787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8" name="Rectangle 4107">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00" name="Picture 4" descr="Ground Crew Dialogue Air Traffic Control Stock Photo 758999680 |  Shutterstock">
            <a:extLst>
              <a:ext uri="{FF2B5EF4-FFF2-40B4-BE49-F238E27FC236}">
                <a16:creationId xmlns:a16="http://schemas.microsoft.com/office/drawing/2014/main" id="{396C87BC-AC84-F053-0468-8DBE5E43020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6106"/>
          <a:stretch/>
        </p:blipFill>
        <p:spPr bwMode="auto">
          <a:xfrm>
            <a:off x="2522356" y="10"/>
            <a:ext cx="9669642" cy="6857990"/>
          </a:xfrm>
          <a:prstGeom prst="rect">
            <a:avLst/>
          </a:prstGeom>
          <a:noFill/>
          <a:extLst>
            <a:ext uri="{909E8E84-426E-40DD-AFC4-6F175D3DCCD1}">
              <a14:hiddenFill xmlns:a14="http://schemas.microsoft.com/office/drawing/2010/main">
                <a:solidFill>
                  <a:srgbClr val="FFFFFF"/>
                </a:solidFill>
              </a14:hiddenFill>
            </a:ext>
          </a:extLst>
        </p:spPr>
      </p:pic>
      <p:sp>
        <p:nvSpPr>
          <p:cNvPr id="4107" name="Rectangle 4106">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82AD68B-1AC6-87B3-D21E-CC52272D312B}"/>
              </a:ext>
            </a:extLst>
          </p:cNvPr>
          <p:cNvSpPr>
            <a:spLocks noGrp="1"/>
          </p:cNvSpPr>
          <p:nvPr>
            <p:ph type="title"/>
          </p:nvPr>
        </p:nvSpPr>
        <p:spPr>
          <a:xfrm>
            <a:off x="0" y="15888"/>
            <a:ext cx="11030339" cy="446638"/>
          </a:xfrm>
        </p:spPr>
        <p:txBody>
          <a:bodyPr>
            <a:normAutofit fontScale="90000"/>
          </a:bodyPr>
          <a:lstStyle/>
          <a:p>
            <a:r>
              <a:rPr lang="en-US" sz="4000" b="1" dirty="0"/>
              <a:t>TP2 Explain the Role of Ground Controllers</a:t>
            </a:r>
            <a:endParaRPr lang="en-CA" sz="4000" b="1" dirty="0"/>
          </a:p>
        </p:txBody>
      </p:sp>
      <p:sp>
        <p:nvSpPr>
          <p:cNvPr id="3" name="Content Placeholder 2">
            <a:extLst>
              <a:ext uri="{FF2B5EF4-FFF2-40B4-BE49-F238E27FC236}">
                <a16:creationId xmlns:a16="http://schemas.microsoft.com/office/drawing/2014/main" id="{76418395-68C3-6FBD-106C-2D15F300C777}"/>
              </a:ext>
            </a:extLst>
          </p:cNvPr>
          <p:cNvSpPr>
            <a:spLocks noGrp="1"/>
          </p:cNvSpPr>
          <p:nvPr>
            <p:ph idx="1"/>
          </p:nvPr>
        </p:nvSpPr>
        <p:spPr>
          <a:xfrm>
            <a:off x="-1" y="639808"/>
            <a:ext cx="7467604" cy="3742762"/>
          </a:xfrm>
        </p:spPr>
        <p:txBody>
          <a:bodyPr>
            <a:noAutofit/>
          </a:bodyPr>
          <a:lstStyle/>
          <a:p>
            <a:r>
              <a:rPr lang="en-US" sz="3200" b="1" dirty="0"/>
              <a:t>The goal of ground controllers is to </a:t>
            </a:r>
            <a:r>
              <a:rPr lang="en-US" sz="3200" b="1" dirty="0">
                <a:solidFill>
                  <a:srgbClr val="FF0000"/>
                </a:solidFill>
              </a:rPr>
              <a:t>maintain aircraft</a:t>
            </a:r>
            <a:r>
              <a:rPr lang="en-US" sz="3200" b="1" dirty="0"/>
              <a:t> in such a manner as to assure safe flight</a:t>
            </a:r>
          </a:p>
          <a:p>
            <a:r>
              <a:rPr lang="en-US" sz="3200" b="1" dirty="0"/>
              <a:t>They provide clearance for aircraft-to-taxi on the ground at the aerodrome while creating a safe environment while an aircraft is on the ground. </a:t>
            </a:r>
          </a:p>
          <a:p>
            <a:r>
              <a:rPr lang="en-US" sz="3200" b="1" dirty="0"/>
              <a:t>Once an aircraft has landed, </a:t>
            </a:r>
            <a:r>
              <a:rPr lang="en-US" sz="3200" b="1" dirty="0">
                <a:solidFill>
                  <a:srgbClr val="FF0000"/>
                </a:solidFill>
              </a:rPr>
              <a:t>ground controllers provide taxi information</a:t>
            </a:r>
            <a:r>
              <a:rPr lang="en-US" sz="3200" b="1" dirty="0"/>
              <a:t> to pilots about passenger gates and jetways. </a:t>
            </a:r>
          </a:p>
          <a:p>
            <a:r>
              <a:rPr lang="en-US" sz="3200" b="1" dirty="0">
                <a:solidFill>
                  <a:srgbClr val="FF0000"/>
                </a:solidFill>
              </a:rPr>
              <a:t>Marshalling personnel assist aircrafts </a:t>
            </a:r>
            <a:r>
              <a:rPr lang="en-US" sz="3200" b="1" dirty="0"/>
              <a:t>when arriving at and departing from passenger gates and jetways. </a:t>
            </a:r>
          </a:p>
        </p:txBody>
      </p:sp>
    </p:spTree>
    <p:extLst>
      <p:ext uri="{BB962C8B-B14F-4D97-AF65-F5344CB8AC3E}">
        <p14:creationId xmlns:p14="http://schemas.microsoft.com/office/powerpoint/2010/main" val="2495328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5396781C-32A1-4FDA-A83B-A7FF8C1B1E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EBDFAB-4DD7-4103-EEDB-B60FE7DA19E9}"/>
              </a:ext>
            </a:extLst>
          </p:cNvPr>
          <p:cNvSpPr>
            <a:spLocks noGrp="1"/>
          </p:cNvSpPr>
          <p:nvPr>
            <p:ph type="title"/>
          </p:nvPr>
        </p:nvSpPr>
        <p:spPr>
          <a:xfrm>
            <a:off x="4278811" y="100335"/>
            <a:ext cx="7913169" cy="1323439"/>
          </a:xfrm>
        </p:spPr>
        <p:txBody>
          <a:bodyPr anchor="t">
            <a:normAutofit/>
          </a:bodyPr>
          <a:lstStyle/>
          <a:p>
            <a:r>
              <a:rPr lang="en-US" sz="2800" dirty="0">
                <a:solidFill>
                  <a:schemeClr val="bg1"/>
                </a:solidFill>
              </a:rPr>
              <a:t>TP3 Explain that Ground Facilities and Services Assist With Aircraft Arrivals and Departures</a:t>
            </a:r>
            <a:endParaRPr lang="en-CA" sz="2800" dirty="0">
              <a:solidFill>
                <a:schemeClr val="bg1"/>
              </a:solidFill>
            </a:endParaRPr>
          </a:p>
        </p:txBody>
      </p:sp>
      <p:pic>
        <p:nvPicPr>
          <p:cNvPr id="1026" name="Picture 2" descr="Airport Isometric Elements Set Stock Vector - Illustration of emblem,  facility: 97342758">
            <a:extLst>
              <a:ext uri="{FF2B5EF4-FFF2-40B4-BE49-F238E27FC236}">
                <a16:creationId xmlns:a16="http://schemas.microsoft.com/office/drawing/2014/main" id="{D19FDF2F-274F-F837-3F95-548180E00BE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0769" r="12142"/>
          <a:stretch/>
        </p:blipFill>
        <p:spPr bwMode="auto">
          <a:xfrm>
            <a:off x="20" y="10"/>
            <a:ext cx="4546582" cy="6857990"/>
          </a:xfrm>
          <a:custGeom>
            <a:avLst/>
            <a:gdLst/>
            <a:ahLst/>
            <a:cxnLst/>
            <a:rect l="l" t="t" r="r" b="b"/>
            <a:pathLst>
              <a:path w="4546602" h="6858000">
                <a:moveTo>
                  <a:pt x="4221600" y="6662544"/>
                </a:moveTo>
                <a:lnTo>
                  <a:pt x="4210150" y="6683027"/>
                </a:lnTo>
                <a:lnTo>
                  <a:pt x="4207002" y="6702976"/>
                </a:lnTo>
                <a:lnTo>
                  <a:pt x="4207002" y="6702977"/>
                </a:lnTo>
                <a:cubicBezTo>
                  <a:pt x="4207407" y="6716169"/>
                  <a:pt x="4212552" y="6729219"/>
                  <a:pt x="4220838" y="6742553"/>
                </a:cubicBezTo>
                <a:lnTo>
                  <a:pt x="4220839" y="6742555"/>
                </a:lnTo>
                <a:lnTo>
                  <a:pt x="4240316" y="6812062"/>
                </a:lnTo>
                <a:lnTo>
                  <a:pt x="4235543" y="6776800"/>
                </a:lnTo>
                <a:lnTo>
                  <a:pt x="4220839" y="6742555"/>
                </a:lnTo>
                <a:lnTo>
                  <a:pt x="4220838" y="6742552"/>
                </a:lnTo>
                <a:lnTo>
                  <a:pt x="4207002" y="6702976"/>
                </a:lnTo>
                <a:close/>
                <a:moveTo>
                  <a:pt x="4189594" y="6564620"/>
                </a:moveTo>
                <a:lnTo>
                  <a:pt x="4189594" y="6564621"/>
                </a:lnTo>
                <a:cubicBezTo>
                  <a:pt x="4199883" y="6575479"/>
                  <a:pt x="4205977" y="6582147"/>
                  <a:pt x="4212073" y="6588626"/>
                </a:cubicBezTo>
                <a:lnTo>
                  <a:pt x="4228695" y="6625225"/>
                </a:lnTo>
                <a:lnTo>
                  <a:pt x="4221601" y="6662541"/>
                </a:lnTo>
                <a:lnTo>
                  <a:pt x="4221600" y="6662541"/>
                </a:lnTo>
                <a:lnTo>
                  <a:pt x="4221600" y="6662542"/>
                </a:lnTo>
                <a:lnTo>
                  <a:pt x="4221601" y="6662541"/>
                </a:lnTo>
                <a:lnTo>
                  <a:pt x="4228684" y="6645552"/>
                </a:lnTo>
                <a:lnTo>
                  <a:pt x="4228695" y="6625225"/>
                </a:lnTo>
                <a:lnTo>
                  <a:pt x="4228695" y="6625224"/>
                </a:lnTo>
                <a:cubicBezTo>
                  <a:pt x="4226599" y="6611342"/>
                  <a:pt x="4220551" y="6597578"/>
                  <a:pt x="4212073" y="6588625"/>
                </a:cubicBezTo>
                <a:close/>
                <a:moveTo>
                  <a:pt x="4269915" y="6438981"/>
                </a:moveTo>
                <a:lnTo>
                  <a:pt x="4249984" y="6463840"/>
                </a:lnTo>
                <a:lnTo>
                  <a:pt x="4249982" y="6463849"/>
                </a:lnTo>
                <a:lnTo>
                  <a:pt x="4236188" y="6513012"/>
                </a:lnTo>
                <a:lnTo>
                  <a:pt x="4217381" y="6546194"/>
                </a:lnTo>
                <a:lnTo>
                  <a:pt x="4217381" y="6546195"/>
                </a:lnTo>
                <a:lnTo>
                  <a:pt x="4233719" y="6521804"/>
                </a:lnTo>
                <a:lnTo>
                  <a:pt x="4236188" y="6513012"/>
                </a:lnTo>
                <a:lnTo>
                  <a:pt x="4238998" y="6508052"/>
                </a:lnTo>
                <a:lnTo>
                  <a:pt x="4249982" y="6463849"/>
                </a:lnTo>
                <a:lnTo>
                  <a:pt x="4249984" y="6463841"/>
                </a:lnTo>
                <a:cubicBezTo>
                  <a:pt x="4252937" y="6451650"/>
                  <a:pt x="4260413" y="6444077"/>
                  <a:pt x="4269915" y="6438981"/>
                </a:cubicBezTo>
                <a:close/>
                <a:moveTo>
                  <a:pt x="4355914" y="6364769"/>
                </a:moveTo>
                <a:lnTo>
                  <a:pt x="4354607" y="6387910"/>
                </a:lnTo>
                <a:lnTo>
                  <a:pt x="4351952" y="6393385"/>
                </a:lnTo>
                <a:lnTo>
                  <a:pt x="4345189" y="6407332"/>
                </a:lnTo>
                <a:lnTo>
                  <a:pt x="4345189" y="6407333"/>
                </a:lnTo>
                <a:lnTo>
                  <a:pt x="4351952" y="6393385"/>
                </a:lnTo>
                <a:lnTo>
                  <a:pt x="4354608" y="6387910"/>
                </a:lnTo>
                <a:close/>
                <a:moveTo>
                  <a:pt x="4116820" y="4221391"/>
                </a:moveTo>
                <a:lnTo>
                  <a:pt x="4116820" y="4221392"/>
                </a:lnTo>
                <a:cubicBezTo>
                  <a:pt x="4117582" y="4232061"/>
                  <a:pt x="4117772" y="4243873"/>
                  <a:pt x="4122536" y="4253015"/>
                </a:cubicBezTo>
                <a:cubicBezTo>
                  <a:pt x="4134729" y="4277402"/>
                  <a:pt x="4150349" y="4300071"/>
                  <a:pt x="4162352" y="4324646"/>
                </a:cubicBezTo>
                <a:lnTo>
                  <a:pt x="4171306" y="4363891"/>
                </a:lnTo>
                <a:lnTo>
                  <a:pt x="4170544" y="4482004"/>
                </a:lnTo>
                <a:cubicBezTo>
                  <a:pt x="4167876" y="4546776"/>
                  <a:pt x="4167304" y="4612500"/>
                  <a:pt x="4110534" y="4659174"/>
                </a:cubicBezTo>
                <a:cubicBezTo>
                  <a:pt x="4105962" y="4662986"/>
                  <a:pt x="4103294" y="4671176"/>
                  <a:pt x="4102532" y="4677655"/>
                </a:cubicBezTo>
                <a:cubicBezTo>
                  <a:pt x="4098913" y="4707564"/>
                  <a:pt x="4098531" y="4738235"/>
                  <a:pt x="4092625" y="4767764"/>
                </a:cubicBezTo>
                <a:cubicBezTo>
                  <a:pt x="4090244" y="4779575"/>
                  <a:pt x="4089435" y="4790386"/>
                  <a:pt x="4091316" y="4800483"/>
                </a:cubicBezTo>
                <a:lnTo>
                  <a:pt x="4091316" y="4800484"/>
                </a:lnTo>
                <a:cubicBezTo>
                  <a:pt x="4093197" y="4810581"/>
                  <a:pt x="4097770" y="4819964"/>
                  <a:pt x="4106152" y="4828917"/>
                </a:cubicBezTo>
                <a:lnTo>
                  <a:pt x="4128333" y="4863343"/>
                </a:lnTo>
                <a:lnTo>
                  <a:pt x="4135862" y="4889275"/>
                </a:lnTo>
                <a:lnTo>
                  <a:pt x="4134157" y="4912168"/>
                </a:lnTo>
                <a:cubicBezTo>
                  <a:pt x="4132442" y="4919978"/>
                  <a:pt x="4132085" y="4927122"/>
                  <a:pt x="4132755" y="4933805"/>
                </a:cubicBezTo>
                <a:lnTo>
                  <a:pt x="4132755" y="4933806"/>
                </a:lnTo>
                <a:lnTo>
                  <a:pt x="4132757" y="4933810"/>
                </a:lnTo>
                <a:lnTo>
                  <a:pt x="4137514" y="4952673"/>
                </a:lnTo>
                <a:lnTo>
                  <a:pt x="4140307" y="4957453"/>
                </a:lnTo>
                <a:lnTo>
                  <a:pt x="4141585" y="4961456"/>
                </a:lnTo>
                <a:cubicBezTo>
                  <a:pt x="4146096" y="4970097"/>
                  <a:pt x="4151802" y="4978393"/>
                  <a:pt x="4157589" y="4987038"/>
                </a:cubicBezTo>
                <a:cubicBezTo>
                  <a:pt x="4168828" y="5003802"/>
                  <a:pt x="4182926" y="5022853"/>
                  <a:pt x="4184068" y="5041522"/>
                </a:cubicBezTo>
                <a:cubicBezTo>
                  <a:pt x="4184687" y="5052096"/>
                  <a:pt x="4187605" y="5062300"/>
                  <a:pt x="4191284" y="5072376"/>
                </a:cubicBezTo>
                <a:lnTo>
                  <a:pt x="4197188" y="5087444"/>
                </a:lnTo>
                <a:lnTo>
                  <a:pt x="4210215" y="5133220"/>
                </a:lnTo>
                <a:lnTo>
                  <a:pt x="4210217" y="5133225"/>
                </a:lnTo>
                <a:lnTo>
                  <a:pt x="4203501" y="5166113"/>
                </a:lnTo>
                <a:lnTo>
                  <a:pt x="4203501" y="5166114"/>
                </a:lnTo>
                <a:cubicBezTo>
                  <a:pt x="4202739" y="5167638"/>
                  <a:pt x="4203311" y="5169781"/>
                  <a:pt x="4204192" y="5172091"/>
                </a:cubicBezTo>
                <a:lnTo>
                  <a:pt x="4206739" y="5179068"/>
                </a:lnTo>
                <a:lnTo>
                  <a:pt x="4206573" y="5229433"/>
                </a:lnTo>
                <a:lnTo>
                  <a:pt x="4196024" y="5248936"/>
                </a:lnTo>
                <a:lnTo>
                  <a:pt x="4183116" y="5272796"/>
                </a:lnTo>
                <a:cubicBezTo>
                  <a:pt x="4171471" y="5285441"/>
                  <a:pt x="4163765" y="5298595"/>
                  <a:pt x="4159213" y="5312288"/>
                </a:cubicBezTo>
                <a:lnTo>
                  <a:pt x="4158157" y="5321350"/>
                </a:lnTo>
                <a:lnTo>
                  <a:pt x="4155683" y="5326163"/>
                </a:lnTo>
                <a:lnTo>
                  <a:pt x="4154237" y="5355014"/>
                </a:lnTo>
                <a:lnTo>
                  <a:pt x="4154237" y="5355015"/>
                </a:lnTo>
                <a:cubicBezTo>
                  <a:pt x="4154886" y="5364883"/>
                  <a:pt x="4156589" y="5375003"/>
                  <a:pt x="4159113" y="5385385"/>
                </a:cubicBezTo>
                <a:cubicBezTo>
                  <a:pt x="4162352" y="5398722"/>
                  <a:pt x="4164638" y="5412058"/>
                  <a:pt x="4167304" y="5425583"/>
                </a:cubicBezTo>
                <a:cubicBezTo>
                  <a:pt x="4171114" y="5443871"/>
                  <a:pt x="4175116" y="5462352"/>
                  <a:pt x="4178926" y="5480638"/>
                </a:cubicBezTo>
                <a:lnTo>
                  <a:pt x="4183450" y="5507668"/>
                </a:lnTo>
                <a:lnTo>
                  <a:pt x="4172831" y="5531692"/>
                </a:lnTo>
                <a:lnTo>
                  <a:pt x="4172830" y="5531693"/>
                </a:lnTo>
                <a:cubicBezTo>
                  <a:pt x="4165781" y="5537600"/>
                  <a:pt x="4162589" y="5542649"/>
                  <a:pt x="4162685" y="5547578"/>
                </a:cubicBezTo>
                <a:lnTo>
                  <a:pt x="4162685" y="5547579"/>
                </a:lnTo>
                <a:cubicBezTo>
                  <a:pt x="4162780" y="5552508"/>
                  <a:pt x="4166162" y="5557318"/>
                  <a:pt x="4172258" y="5562747"/>
                </a:cubicBezTo>
                <a:cubicBezTo>
                  <a:pt x="4214932" y="5600468"/>
                  <a:pt x="4241603" y="5646190"/>
                  <a:pt x="4243506" y="5704484"/>
                </a:cubicBezTo>
                <a:cubicBezTo>
                  <a:pt x="4243888" y="5716486"/>
                  <a:pt x="4246554" y="5728679"/>
                  <a:pt x="4249412" y="5740489"/>
                </a:cubicBezTo>
                <a:cubicBezTo>
                  <a:pt x="4251127" y="5747729"/>
                  <a:pt x="4253033" y="5756494"/>
                  <a:pt x="4258177" y="5760874"/>
                </a:cubicBezTo>
                <a:cubicBezTo>
                  <a:pt x="4297420" y="5794975"/>
                  <a:pt x="4324663" y="5837458"/>
                  <a:pt x="4346573" y="5883752"/>
                </a:cubicBezTo>
                <a:lnTo>
                  <a:pt x="4346575" y="5883756"/>
                </a:lnTo>
                <a:lnTo>
                  <a:pt x="4364477" y="5935946"/>
                </a:lnTo>
                <a:lnTo>
                  <a:pt x="4364478" y="5935950"/>
                </a:lnTo>
                <a:lnTo>
                  <a:pt x="4360859" y="5993290"/>
                </a:lnTo>
                <a:lnTo>
                  <a:pt x="4360858" y="5993291"/>
                </a:lnTo>
                <a:cubicBezTo>
                  <a:pt x="4359717" y="6004531"/>
                  <a:pt x="4359906" y="6017485"/>
                  <a:pt x="4354382" y="6026440"/>
                </a:cubicBezTo>
                <a:cubicBezTo>
                  <a:pt x="4337045" y="6054825"/>
                  <a:pt x="4318377" y="6082258"/>
                  <a:pt x="4298182" y="6108738"/>
                </a:cubicBezTo>
                <a:cubicBezTo>
                  <a:pt x="4289514" y="6120074"/>
                  <a:pt x="4284561" y="6126884"/>
                  <a:pt x="4284490" y="6133314"/>
                </a:cubicBezTo>
                <a:lnTo>
                  <a:pt x="4284490" y="6133315"/>
                </a:lnTo>
                <a:lnTo>
                  <a:pt x="4288190" y="6143190"/>
                </a:lnTo>
                <a:lnTo>
                  <a:pt x="4300086" y="6155600"/>
                </a:lnTo>
                <a:lnTo>
                  <a:pt x="4300088" y="6155603"/>
                </a:lnTo>
                <a:cubicBezTo>
                  <a:pt x="4322377" y="6175798"/>
                  <a:pt x="4333998" y="6200945"/>
                  <a:pt x="4338759" y="6228757"/>
                </a:cubicBezTo>
                <a:lnTo>
                  <a:pt x="4356096" y="6361540"/>
                </a:lnTo>
                <a:lnTo>
                  <a:pt x="4356096" y="6361539"/>
                </a:lnTo>
                <a:cubicBezTo>
                  <a:pt x="4352476" y="6317151"/>
                  <a:pt x="4346190" y="6272764"/>
                  <a:pt x="4338759" y="6228756"/>
                </a:cubicBezTo>
                <a:cubicBezTo>
                  <a:pt x="4333998" y="6200944"/>
                  <a:pt x="4322377" y="6175797"/>
                  <a:pt x="4300088" y="6155602"/>
                </a:cubicBezTo>
                <a:lnTo>
                  <a:pt x="4300086" y="6155600"/>
                </a:lnTo>
                <a:lnTo>
                  <a:pt x="4284490" y="6133315"/>
                </a:lnTo>
                <a:lnTo>
                  <a:pt x="4298182" y="6108739"/>
                </a:lnTo>
                <a:cubicBezTo>
                  <a:pt x="4318377" y="6082259"/>
                  <a:pt x="4337045" y="6054826"/>
                  <a:pt x="4354382" y="6026441"/>
                </a:cubicBezTo>
                <a:cubicBezTo>
                  <a:pt x="4359906" y="6017486"/>
                  <a:pt x="4359717" y="6004532"/>
                  <a:pt x="4360858" y="5993292"/>
                </a:cubicBezTo>
                <a:lnTo>
                  <a:pt x="4360859" y="5993290"/>
                </a:lnTo>
                <a:lnTo>
                  <a:pt x="4364311" y="5964477"/>
                </a:lnTo>
                <a:lnTo>
                  <a:pt x="4364478" y="5935950"/>
                </a:lnTo>
                <a:lnTo>
                  <a:pt x="4364478" y="5935949"/>
                </a:lnTo>
                <a:lnTo>
                  <a:pt x="4364477" y="5935946"/>
                </a:lnTo>
                <a:lnTo>
                  <a:pt x="4357598" y="5909351"/>
                </a:lnTo>
                <a:lnTo>
                  <a:pt x="4346575" y="5883756"/>
                </a:lnTo>
                <a:lnTo>
                  <a:pt x="4346573" y="5883751"/>
                </a:lnTo>
                <a:cubicBezTo>
                  <a:pt x="4324663" y="5837457"/>
                  <a:pt x="4297420" y="5794974"/>
                  <a:pt x="4258177" y="5760873"/>
                </a:cubicBezTo>
                <a:cubicBezTo>
                  <a:pt x="4253033" y="5756493"/>
                  <a:pt x="4251127" y="5747728"/>
                  <a:pt x="4249412" y="5740488"/>
                </a:cubicBezTo>
                <a:cubicBezTo>
                  <a:pt x="4246554" y="5728678"/>
                  <a:pt x="4243888" y="5716485"/>
                  <a:pt x="4243506" y="5704483"/>
                </a:cubicBezTo>
                <a:cubicBezTo>
                  <a:pt x="4241603" y="5646189"/>
                  <a:pt x="4214932" y="5600467"/>
                  <a:pt x="4172258" y="5562746"/>
                </a:cubicBezTo>
                <a:lnTo>
                  <a:pt x="4162685" y="5547578"/>
                </a:lnTo>
                <a:lnTo>
                  <a:pt x="4172830" y="5531694"/>
                </a:lnTo>
                <a:lnTo>
                  <a:pt x="4172831" y="5531692"/>
                </a:lnTo>
                <a:lnTo>
                  <a:pt x="4181230" y="5520422"/>
                </a:lnTo>
                <a:lnTo>
                  <a:pt x="4183450" y="5507668"/>
                </a:lnTo>
                <a:lnTo>
                  <a:pt x="4183450" y="5507667"/>
                </a:lnTo>
                <a:cubicBezTo>
                  <a:pt x="4183403" y="5498832"/>
                  <a:pt x="4180831" y="5489497"/>
                  <a:pt x="4178926" y="5480637"/>
                </a:cubicBezTo>
                <a:cubicBezTo>
                  <a:pt x="4175116" y="5462351"/>
                  <a:pt x="4171114" y="5443870"/>
                  <a:pt x="4167304" y="5425582"/>
                </a:cubicBezTo>
                <a:cubicBezTo>
                  <a:pt x="4164638" y="5412057"/>
                  <a:pt x="4162352" y="5398721"/>
                  <a:pt x="4159113" y="5385384"/>
                </a:cubicBezTo>
                <a:lnTo>
                  <a:pt x="4154237" y="5355014"/>
                </a:lnTo>
                <a:lnTo>
                  <a:pt x="4158157" y="5321350"/>
                </a:lnTo>
                <a:lnTo>
                  <a:pt x="4183116" y="5272797"/>
                </a:lnTo>
                <a:lnTo>
                  <a:pt x="4196024" y="5248936"/>
                </a:lnTo>
                <a:lnTo>
                  <a:pt x="4206573" y="5229434"/>
                </a:lnTo>
                <a:cubicBezTo>
                  <a:pt x="4210407" y="5213598"/>
                  <a:pt x="4210359" y="5196595"/>
                  <a:pt x="4206739" y="5179068"/>
                </a:cubicBezTo>
                <a:lnTo>
                  <a:pt x="4206739" y="5179067"/>
                </a:lnTo>
                <a:cubicBezTo>
                  <a:pt x="4206263" y="5176876"/>
                  <a:pt x="4205074" y="5174400"/>
                  <a:pt x="4204192" y="5172090"/>
                </a:cubicBezTo>
                <a:lnTo>
                  <a:pt x="4203501" y="5166114"/>
                </a:lnTo>
                <a:lnTo>
                  <a:pt x="4210217" y="5133225"/>
                </a:lnTo>
                <a:lnTo>
                  <a:pt x="4210217" y="5133224"/>
                </a:lnTo>
                <a:lnTo>
                  <a:pt x="4210215" y="5133220"/>
                </a:lnTo>
                <a:lnTo>
                  <a:pt x="4203072" y="5102461"/>
                </a:lnTo>
                <a:lnTo>
                  <a:pt x="4197188" y="5087444"/>
                </a:lnTo>
                <a:lnTo>
                  <a:pt x="4197182" y="5087423"/>
                </a:lnTo>
                <a:cubicBezTo>
                  <a:pt x="4191096" y="5072411"/>
                  <a:pt x="4184997" y="5057381"/>
                  <a:pt x="4184068" y="5041521"/>
                </a:cubicBezTo>
                <a:cubicBezTo>
                  <a:pt x="4182926" y="5022852"/>
                  <a:pt x="4168828" y="5003801"/>
                  <a:pt x="4157589" y="4987037"/>
                </a:cubicBezTo>
                <a:lnTo>
                  <a:pt x="4140307" y="4957453"/>
                </a:lnTo>
                <a:lnTo>
                  <a:pt x="4132757" y="4933810"/>
                </a:lnTo>
                <a:lnTo>
                  <a:pt x="4132755" y="4933805"/>
                </a:lnTo>
                <a:lnTo>
                  <a:pt x="4134157" y="4912169"/>
                </a:lnTo>
                <a:cubicBezTo>
                  <a:pt x="4135919" y="4904359"/>
                  <a:pt x="4136431" y="4896714"/>
                  <a:pt x="4135862" y="4889276"/>
                </a:cubicBezTo>
                <a:lnTo>
                  <a:pt x="4135862" y="4889275"/>
                </a:lnTo>
                <a:lnTo>
                  <a:pt x="4131084" y="4867614"/>
                </a:lnTo>
                <a:lnTo>
                  <a:pt x="4128333" y="4863343"/>
                </a:lnTo>
                <a:lnTo>
                  <a:pt x="4126583" y="4857317"/>
                </a:lnTo>
                <a:cubicBezTo>
                  <a:pt x="4121440" y="4847214"/>
                  <a:pt x="4114439" y="4837703"/>
                  <a:pt x="4106152" y="4828916"/>
                </a:cubicBezTo>
                <a:lnTo>
                  <a:pt x="4091316" y="4800483"/>
                </a:lnTo>
                <a:lnTo>
                  <a:pt x="4092625" y="4767765"/>
                </a:lnTo>
                <a:cubicBezTo>
                  <a:pt x="4098531" y="4738236"/>
                  <a:pt x="4098913" y="4707565"/>
                  <a:pt x="4102532" y="4677656"/>
                </a:cubicBezTo>
                <a:cubicBezTo>
                  <a:pt x="4103294" y="4671177"/>
                  <a:pt x="4105962" y="4662987"/>
                  <a:pt x="4110534" y="4659175"/>
                </a:cubicBezTo>
                <a:cubicBezTo>
                  <a:pt x="4167304" y="4612501"/>
                  <a:pt x="4167876" y="4546777"/>
                  <a:pt x="4170544" y="4482005"/>
                </a:cubicBezTo>
                <a:cubicBezTo>
                  <a:pt x="4172258" y="4442762"/>
                  <a:pt x="4172258" y="4403326"/>
                  <a:pt x="4171306" y="4363891"/>
                </a:cubicBezTo>
                <a:lnTo>
                  <a:pt x="4171306" y="4363890"/>
                </a:lnTo>
                <a:cubicBezTo>
                  <a:pt x="4171114" y="4350554"/>
                  <a:pt x="4168066" y="4336457"/>
                  <a:pt x="4162352" y="4324645"/>
                </a:cubicBezTo>
                <a:cubicBezTo>
                  <a:pt x="4150349" y="4300070"/>
                  <a:pt x="4134729" y="4277401"/>
                  <a:pt x="4122536" y="4253014"/>
                </a:cubicBezTo>
                <a:close/>
                <a:moveTo>
                  <a:pt x="4113010" y="4165383"/>
                </a:moveTo>
                <a:lnTo>
                  <a:pt x="4113010" y="4165384"/>
                </a:lnTo>
                <a:lnTo>
                  <a:pt x="4116915" y="4192388"/>
                </a:lnTo>
                <a:lnTo>
                  <a:pt x="4116915" y="4192387"/>
                </a:lnTo>
                <a:cubicBezTo>
                  <a:pt x="4117011" y="4182767"/>
                  <a:pt x="4116439" y="4173480"/>
                  <a:pt x="4113010" y="4165383"/>
                </a:cubicBezTo>
                <a:close/>
                <a:moveTo>
                  <a:pt x="4100628" y="3885338"/>
                </a:moveTo>
                <a:lnTo>
                  <a:pt x="4100628" y="3885339"/>
                </a:lnTo>
                <a:cubicBezTo>
                  <a:pt x="4110344" y="3897722"/>
                  <a:pt x="4117750" y="3910319"/>
                  <a:pt x="4123009" y="3923125"/>
                </a:cubicBezTo>
                <a:lnTo>
                  <a:pt x="4132513" y="3962160"/>
                </a:lnTo>
                <a:lnTo>
                  <a:pt x="4116821" y="4043838"/>
                </a:lnTo>
                <a:lnTo>
                  <a:pt x="4116820" y="4043839"/>
                </a:lnTo>
                <a:cubicBezTo>
                  <a:pt x="4108057" y="4063842"/>
                  <a:pt x="4102675" y="4083702"/>
                  <a:pt x="4101699" y="4103825"/>
                </a:cubicBezTo>
                <a:lnTo>
                  <a:pt x="4101699" y="4103826"/>
                </a:lnTo>
                <a:lnTo>
                  <a:pt x="4103666" y="4134255"/>
                </a:lnTo>
                <a:lnTo>
                  <a:pt x="4113010" y="4165382"/>
                </a:lnTo>
                <a:lnTo>
                  <a:pt x="4101699" y="4103826"/>
                </a:lnTo>
                <a:lnTo>
                  <a:pt x="4116820" y="4043840"/>
                </a:lnTo>
                <a:lnTo>
                  <a:pt x="4116821" y="4043838"/>
                </a:lnTo>
                <a:lnTo>
                  <a:pt x="4130123" y="4002410"/>
                </a:lnTo>
                <a:lnTo>
                  <a:pt x="4132513" y="3962160"/>
                </a:lnTo>
                <a:lnTo>
                  <a:pt x="4132513" y="3962159"/>
                </a:lnTo>
                <a:cubicBezTo>
                  <a:pt x="4130251" y="3935727"/>
                  <a:pt x="4120060" y="3910104"/>
                  <a:pt x="4100628" y="3885338"/>
                </a:cubicBezTo>
                <a:close/>
                <a:moveTo>
                  <a:pt x="4115391" y="3670561"/>
                </a:moveTo>
                <a:lnTo>
                  <a:pt x="4117820" y="3680164"/>
                </a:lnTo>
                <a:lnTo>
                  <a:pt x="4113772" y="3734837"/>
                </a:lnTo>
                <a:lnTo>
                  <a:pt x="4113772" y="3734838"/>
                </a:lnTo>
                <a:cubicBezTo>
                  <a:pt x="4112820" y="3741316"/>
                  <a:pt x="4111486" y="3749126"/>
                  <a:pt x="4114154" y="3754653"/>
                </a:cubicBezTo>
                <a:lnTo>
                  <a:pt x="4120511" y="3789776"/>
                </a:lnTo>
                <a:lnTo>
                  <a:pt x="4105580" y="3822472"/>
                </a:lnTo>
                <a:cubicBezTo>
                  <a:pt x="4098532" y="3831902"/>
                  <a:pt x="4092912" y="3842046"/>
                  <a:pt x="4091245" y="3852619"/>
                </a:cubicBezTo>
                <a:lnTo>
                  <a:pt x="4091245" y="3852620"/>
                </a:lnTo>
                <a:lnTo>
                  <a:pt x="4092025" y="3868764"/>
                </a:lnTo>
                <a:lnTo>
                  <a:pt x="4100628" y="3885337"/>
                </a:lnTo>
                <a:lnTo>
                  <a:pt x="4091245" y="3852620"/>
                </a:lnTo>
                <a:lnTo>
                  <a:pt x="4105580" y="3822473"/>
                </a:lnTo>
                <a:cubicBezTo>
                  <a:pt x="4113772" y="3811614"/>
                  <a:pt x="4118916" y="3800897"/>
                  <a:pt x="4120511" y="3789777"/>
                </a:cubicBezTo>
                <a:lnTo>
                  <a:pt x="4120511" y="3789776"/>
                </a:lnTo>
                <a:cubicBezTo>
                  <a:pt x="4122107" y="3778655"/>
                  <a:pt x="4120154" y="3767130"/>
                  <a:pt x="4114154" y="3754652"/>
                </a:cubicBezTo>
                <a:lnTo>
                  <a:pt x="4113772" y="3734838"/>
                </a:lnTo>
                <a:lnTo>
                  <a:pt x="4117820" y="3680164"/>
                </a:lnTo>
                <a:lnTo>
                  <a:pt x="4117820" y="3680163"/>
                </a:lnTo>
                <a:close/>
                <a:moveTo>
                  <a:pt x="4185711" y="2836172"/>
                </a:moveTo>
                <a:lnTo>
                  <a:pt x="4177020" y="2848793"/>
                </a:lnTo>
                <a:cubicBezTo>
                  <a:pt x="4172020" y="2865010"/>
                  <a:pt x="4166162" y="2881307"/>
                  <a:pt x="4161416" y="2897785"/>
                </a:cubicBezTo>
                <a:lnTo>
                  <a:pt x="4160387" y="2903551"/>
                </a:lnTo>
                <a:lnTo>
                  <a:pt x="4157113" y="2914328"/>
                </a:lnTo>
                <a:lnTo>
                  <a:pt x="4152482" y="2947859"/>
                </a:lnTo>
                <a:lnTo>
                  <a:pt x="4152481" y="2947862"/>
                </a:lnTo>
                <a:lnTo>
                  <a:pt x="4152481" y="2947863"/>
                </a:lnTo>
                <a:cubicBezTo>
                  <a:pt x="4152112" y="2959157"/>
                  <a:pt x="4153112" y="2970576"/>
                  <a:pt x="4156065" y="2982149"/>
                </a:cubicBezTo>
                <a:lnTo>
                  <a:pt x="4167758" y="3077402"/>
                </a:lnTo>
                <a:lnTo>
                  <a:pt x="4155303" y="3172654"/>
                </a:lnTo>
                <a:cubicBezTo>
                  <a:pt x="4129394" y="3276480"/>
                  <a:pt x="4101962" y="3380305"/>
                  <a:pt x="4107676" y="3489467"/>
                </a:cubicBezTo>
                <a:cubicBezTo>
                  <a:pt x="4108628" y="3507563"/>
                  <a:pt x="4097007" y="3529090"/>
                  <a:pt x="4085577" y="3544713"/>
                </a:cubicBezTo>
                <a:cubicBezTo>
                  <a:pt x="4074719" y="3559668"/>
                  <a:pt x="4068860" y="3566811"/>
                  <a:pt x="4067955" y="3574408"/>
                </a:cubicBezTo>
                <a:lnTo>
                  <a:pt x="4067956" y="3574408"/>
                </a:lnTo>
                <a:lnTo>
                  <a:pt x="4067955" y="3574409"/>
                </a:lnTo>
                <a:cubicBezTo>
                  <a:pt x="4067050" y="3582005"/>
                  <a:pt x="4071099" y="3590054"/>
                  <a:pt x="4080053" y="3606818"/>
                </a:cubicBezTo>
                <a:cubicBezTo>
                  <a:pt x="4084435" y="3614820"/>
                  <a:pt x="4087101" y="3624726"/>
                  <a:pt x="4093579" y="3630633"/>
                </a:cubicBezTo>
                <a:lnTo>
                  <a:pt x="4109452" y="3651926"/>
                </a:lnTo>
                <a:lnTo>
                  <a:pt x="4093579" y="3630632"/>
                </a:lnTo>
                <a:cubicBezTo>
                  <a:pt x="4087101" y="3624725"/>
                  <a:pt x="4084435" y="3614819"/>
                  <a:pt x="4080053" y="3606817"/>
                </a:cubicBezTo>
                <a:cubicBezTo>
                  <a:pt x="4075576" y="3598435"/>
                  <a:pt x="4072325" y="3592232"/>
                  <a:pt x="4070307" y="3587174"/>
                </a:cubicBezTo>
                <a:lnTo>
                  <a:pt x="4067956" y="3574408"/>
                </a:lnTo>
                <a:lnTo>
                  <a:pt x="4073034" y="3562321"/>
                </a:lnTo>
                <a:cubicBezTo>
                  <a:pt x="4075969" y="3557716"/>
                  <a:pt x="4080148" y="3552191"/>
                  <a:pt x="4085577" y="3544714"/>
                </a:cubicBezTo>
                <a:cubicBezTo>
                  <a:pt x="4097007" y="3529091"/>
                  <a:pt x="4108628" y="3507564"/>
                  <a:pt x="4107676" y="3489468"/>
                </a:cubicBezTo>
                <a:cubicBezTo>
                  <a:pt x="4101962" y="3380306"/>
                  <a:pt x="4129394" y="3276481"/>
                  <a:pt x="4155303" y="3172655"/>
                </a:cubicBezTo>
                <a:cubicBezTo>
                  <a:pt x="4163305" y="3140650"/>
                  <a:pt x="4167543" y="3109026"/>
                  <a:pt x="4167758" y="3077402"/>
                </a:cubicBezTo>
                <a:lnTo>
                  <a:pt x="4167758" y="3077401"/>
                </a:lnTo>
                <a:cubicBezTo>
                  <a:pt x="4167972" y="3045777"/>
                  <a:pt x="4164162" y="3014153"/>
                  <a:pt x="4156065" y="2982148"/>
                </a:cubicBezTo>
                <a:lnTo>
                  <a:pt x="4152481" y="2947863"/>
                </a:lnTo>
                <a:lnTo>
                  <a:pt x="4152482" y="2947859"/>
                </a:lnTo>
                <a:lnTo>
                  <a:pt x="4160387" y="2903551"/>
                </a:lnTo>
                <a:lnTo>
                  <a:pt x="4177020" y="2848794"/>
                </a:lnTo>
                <a:cubicBezTo>
                  <a:pt x="4178353" y="2844317"/>
                  <a:pt x="4181639" y="2839983"/>
                  <a:pt x="4185711" y="2836173"/>
                </a:cubicBezTo>
                <a:close/>
                <a:moveTo>
                  <a:pt x="3701225" y="1508458"/>
                </a:moveTo>
                <a:lnTo>
                  <a:pt x="3673131" y="1596214"/>
                </a:lnTo>
                <a:cubicBezTo>
                  <a:pt x="3670654" y="1604979"/>
                  <a:pt x="3672179" y="1615837"/>
                  <a:pt x="3675036" y="1624981"/>
                </a:cubicBezTo>
                <a:cubicBezTo>
                  <a:pt x="3684752" y="1656224"/>
                  <a:pt x="3709137" y="1676037"/>
                  <a:pt x="3731617" y="1697754"/>
                </a:cubicBezTo>
                <a:cubicBezTo>
                  <a:pt x="3741524" y="1707280"/>
                  <a:pt x="3748572" y="1720424"/>
                  <a:pt x="3754286" y="1733189"/>
                </a:cubicBezTo>
                <a:cubicBezTo>
                  <a:pt x="3768957" y="1766336"/>
                  <a:pt x="3782101" y="1800247"/>
                  <a:pt x="3796007" y="1833776"/>
                </a:cubicBezTo>
                <a:cubicBezTo>
                  <a:pt x="3797341" y="1837014"/>
                  <a:pt x="3800770" y="1839680"/>
                  <a:pt x="3803628" y="1842159"/>
                </a:cubicBezTo>
                <a:cubicBezTo>
                  <a:pt x="3833729" y="1866923"/>
                  <a:pt x="3864018" y="1891498"/>
                  <a:pt x="3894119" y="1916455"/>
                </a:cubicBezTo>
                <a:cubicBezTo>
                  <a:pt x="3899833" y="1921217"/>
                  <a:pt x="3904025" y="1928077"/>
                  <a:pt x="3909549" y="1933220"/>
                </a:cubicBezTo>
                <a:cubicBezTo>
                  <a:pt x="3917169" y="1940460"/>
                  <a:pt x="3924410" y="1949604"/>
                  <a:pt x="3933554" y="1953414"/>
                </a:cubicBezTo>
                <a:cubicBezTo>
                  <a:pt x="3962319" y="1965225"/>
                  <a:pt x="3974703" y="1987895"/>
                  <a:pt x="3980037" y="2016470"/>
                </a:cubicBezTo>
                <a:cubicBezTo>
                  <a:pt x="3984990" y="2042571"/>
                  <a:pt x="3989182" y="2068670"/>
                  <a:pt x="3994896" y="2094579"/>
                </a:cubicBezTo>
                <a:cubicBezTo>
                  <a:pt x="4001754" y="2126202"/>
                  <a:pt x="4009184" y="2157637"/>
                  <a:pt x="4017567" y="2188880"/>
                </a:cubicBezTo>
                <a:cubicBezTo>
                  <a:pt x="4021187" y="2202405"/>
                  <a:pt x="4025377" y="2216693"/>
                  <a:pt x="4032807" y="2228315"/>
                </a:cubicBezTo>
                <a:cubicBezTo>
                  <a:pt x="4053382" y="2260891"/>
                  <a:pt x="4067288" y="2295754"/>
                  <a:pt x="4061764" y="2334045"/>
                </a:cubicBezTo>
                <a:cubicBezTo>
                  <a:pt x="4057382" y="2364716"/>
                  <a:pt x="4068622" y="2390435"/>
                  <a:pt x="4086149" y="2409486"/>
                </a:cubicBezTo>
                <a:cubicBezTo>
                  <a:pt x="4094103" y="2418155"/>
                  <a:pt x="4099616" y="2426977"/>
                  <a:pt x="4103250" y="2435913"/>
                </a:cubicBezTo>
                <a:lnTo>
                  <a:pt x="4109081" y="2463018"/>
                </a:lnTo>
                <a:lnTo>
                  <a:pt x="4109080" y="2463031"/>
                </a:lnTo>
                <a:lnTo>
                  <a:pt x="4100439" y="2518262"/>
                </a:lnTo>
                <a:lnTo>
                  <a:pt x="4100438" y="2518264"/>
                </a:lnTo>
                <a:cubicBezTo>
                  <a:pt x="4097771" y="2527790"/>
                  <a:pt x="4096627" y="2536458"/>
                  <a:pt x="4096794" y="2545006"/>
                </a:cubicBezTo>
                <a:lnTo>
                  <a:pt x="4096794" y="2545007"/>
                </a:lnTo>
                <a:cubicBezTo>
                  <a:pt x="4096960" y="2553556"/>
                  <a:pt x="4098437" y="2561986"/>
                  <a:pt x="4101008" y="2571035"/>
                </a:cubicBezTo>
                <a:cubicBezTo>
                  <a:pt x="4113010" y="2612946"/>
                  <a:pt x="4145587" y="2640951"/>
                  <a:pt x="4174162" y="2668002"/>
                </a:cubicBezTo>
                <a:cubicBezTo>
                  <a:pt x="4198547" y="2691055"/>
                  <a:pt x="4212264" y="2716964"/>
                  <a:pt x="4222552" y="2745349"/>
                </a:cubicBezTo>
                <a:lnTo>
                  <a:pt x="4222553" y="2745352"/>
                </a:lnTo>
                <a:lnTo>
                  <a:pt x="4228473" y="2778006"/>
                </a:lnTo>
                <a:lnTo>
                  <a:pt x="4228053" y="2785440"/>
                </a:lnTo>
                <a:lnTo>
                  <a:pt x="4217974" y="2811780"/>
                </a:lnTo>
                <a:lnTo>
                  <a:pt x="4217970" y="2811787"/>
                </a:lnTo>
                <a:lnTo>
                  <a:pt x="4217971" y="2811787"/>
                </a:lnTo>
                <a:lnTo>
                  <a:pt x="4217974" y="2811780"/>
                </a:lnTo>
                <a:lnTo>
                  <a:pt x="4227624" y="2793023"/>
                </a:lnTo>
                <a:lnTo>
                  <a:pt x="4228053" y="2785440"/>
                </a:lnTo>
                <a:lnTo>
                  <a:pt x="4229253" y="2782305"/>
                </a:lnTo>
                <a:lnTo>
                  <a:pt x="4228473" y="2778006"/>
                </a:lnTo>
                <a:lnTo>
                  <a:pt x="4228883" y="2770757"/>
                </a:lnTo>
                <a:lnTo>
                  <a:pt x="4222553" y="2745352"/>
                </a:lnTo>
                <a:lnTo>
                  <a:pt x="4222552" y="2745348"/>
                </a:lnTo>
                <a:cubicBezTo>
                  <a:pt x="4212264" y="2716963"/>
                  <a:pt x="4198547" y="2691054"/>
                  <a:pt x="4174162" y="2668001"/>
                </a:cubicBezTo>
                <a:cubicBezTo>
                  <a:pt x="4145587" y="2640950"/>
                  <a:pt x="4113010" y="2612945"/>
                  <a:pt x="4101008" y="2571034"/>
                </a:cubicBezTo>
                <a:lnTo>
                  <a:pt x="4096794" y="2545007"/>
                </a:lnTo>
                <a:lnTo>
                  <a:pt x="4100438" y="2518265"/>
                </a:lnTo>
                <a:lnTo>
                  <a:pt x="4100439" y="2518262"/>
                </a:lnTo>
                <a:lnTo>
                  <a:pt x="4107019" y="2490551"/>
                </a:lnTo>
                <a:lnTo>
                  <a:pt x="4109080" y="2463031"/>
                </a:lnTo>
                <a:lnTo>
                  <a:pt x="4109082" y="2463019"/>
                </a:lnTo>
                <a:lnTo>
                  <a:pt x="4109081" y="2463018"/>
                </a:lnTo>
                <a:lnTo>
                  <a:pt x="4109082" y="2463018"/>
                </a:lnTo>
                <a:cubicBezTo>
                  <a:pt x="4108200" y="2444777"/>
                  <a:pt x="4102057" y="2426822"/>
                  <a:pt x="4086149" y="2409485"/>
                </a:cubicBezTo>
                <a:cubicBezTo>
                  <a:pt x="4068622" y="2390434"/>
                  <a:pt x="4057382" y="2364715"/>
                  <a:pt x="4061764" y="2334044"/>
                </a:cubicBezTo>
                <a:cubicBezTo>
                  <a:pt x="4067288" y="2295753"/>
                  <a:pt x="4053382" y="2260890"/>
                  <a:pt x="4032807" y="2228314"/>
                </a:cubicBezTo>
                <a:cubicBezTo>
                  <a:pt x="4025377" y="2216692"/>
                  <a:pt x="4021187" y="2202404"/>
                  <a:pt x="4017567" y="2188879"/>
                </a:cubicBezTo>
                <a:cubicBezTo>
                  <a:pt x="4009184" y="2157636"/>
                  <a:pt x="4001754" y="2126201"/>
                  <a:pt x="3994896" y="2094578"/>
                </a:cubicBezTo>
                <a:cubicBezTo>
                  <a:pt x="3989182" y="2068669"/>
                  <a:pt x="3984990" y="2042570"/>
                  <a:pt x="3980037" y="2016469"/>
                </a:cubicBezTo>
                <a:cubicBezTo>
                  <a:pt x="3974703" y="1987894"/>
                  <a:pt x="3962319" y="1965224"/>
                  <a:pt x="3933554" y="1953413"/>
                </a:cubicBezTo>
                <a:cubicBezTo>
                  <a:pt x="3924410" y="1949603"/>
                  <a:pt x="3917169" y="1940459"/>
                  <a:pt x="3909549" y="1933219"/>
                </a:cubicBezTo>
                <a:cubicBezTo>
                  <a:pt x="3904025" y="1928076"/>
                  <a:pt x="3899833" y="1921216"/>
                  <a:pt x="3894119" y="1916454"/>
                </a:cubicBezTo>
                <a:cubicBezTo>
                  <a:pt x="3864018" y="1891497"/>
                  <a:pt x="3833729" y="1866922"/>
                  <a:pt x="3803628" y="1842158"/>
                </a:cubicBezTo>
                <a:cubicBezTo>
                  <a:pt x="3800770" y="1839679"/>
                  <a:pt x="3797341" y="1837013"/>
                  <a:pt x="3796007" y="1833775"/>
                </a:cubicBezTo>
                <a:cubicBezTo>
                  <a:pt x="3782101" y="1800246"/>
                  <a:pt x="3768958" y="1766335"/>
                  <a:pt x="3754286" y="1733188"/>
                </a:cubicBezTo>
                <a:cubicBezTo>
                  <a:pt x="3748572" y="1720423"/>
                  <a:pt x="3741524" y="1707279"/>
                  <a:pt x="3731618" y="1697753"/>
                </a:cubicBezTo>
                <a:cubicBezTo>
                  <a:pt x="3709138" y="1676036"/>
                  <a:pt x="3684752" y="1656223"/>
                  <a:pt x="3675036" y="1624980"/>
                </a:cubicBezTo>
                <a:cubicBezTo>
                  <a:pt x="3672180" y="1615836"/>
                  <a:pt x="3670655" y="1604978"/>
                  <a:pt x="3673132" y="1596213"/>
                </a:cubicBezTo>
                <a:close/>
                <a:moveTo>
                  <a:pt x="3719830" y="1459073"/>
                </a:moveTo>
                <a:lnTo>
                  <a:pt x="3719829" y="1459074"/>
                </a:lnTo>
                <a:lnTo>
                  <a:pt x="3710612" y="1481572"/>
                </a:lnTo>
                <a:close/>
                <a:moveTo>
                  <a:pt x="3739023" y="1268758"/>
                </a:moveTo>
                <a:cubicBezTo>
                  <a:pt x="3739475" y="1275402"/>
                  <a:pt x="3741047" y="1281689"/>
                  <a:pt x="3744190" y="1286070"/>
                </a:cubicBezTo>
                <a:cubicBezTo>
                  <a:pt x="3758763" y="1306930"/>
                  <a:pt x="3765003" y="1328553"/>
                  <a:pt x="3766527" y="1350628"/>
                </a:cubicBezTo>
                <a:lnTo>
                  <a:pt x="3760933" y="1413840"/>
                </a:lnTo>
                <a:lnTo>
                  <a:pt x="3766528" y="1350627"/>
                </a:lnTo>
                <a:cubicBezTo>
                  <a:pt x="3765003" y="1328552"/>
                  <a:pt x="3758764" y="1306930"/>
                  <a:pt x="3744190" y="1286069"/>
                </a:cubicBezTo>
                <a:close/>
                <a:moveTo>
                  <a:pt x="3680752" y="773035"/>
                </a:moveTo>
                <a:lnTo>
                  <a:pt x="3680752" y="773036"/>
                </a:lnTo>
                <a:cubicBezTo>
                  <a:pt x="3683038" y="800277"/>
                  <a:pt x="3686276" y="827330"/>
                  <a:pt x="3688752" y="854380"/>
                </a:cubicBezTo>
                <a:cubicBezTo>
                  <a:pt x="3691038" y="878957"/>
                  <a:pt x="3691800" y="903723"/>
                  <a:pt x="3719805" y="915344"/>
                </a:cubicBezTo>
                <a:cubicBezTo>
                  <a:pt x="3724187" y="917060"/>
                  <a:pt x="3727425" y="922774"/>
                  <a:pt x="3730283" y="927156"/>
                </a:cubicBezTo>
                <a:cubicBezTo>
                  <a:pt x="3774291" y="994786"/>
                  <a:pt x="3773147" y="1030981"/>
                  <a:pt x="3726663" y="1097088"/>
                </a:cubicBezTo>
                <a:cubicBezTo>
                  <a:pt x="3721901" y="1103946"/>
                  <a:pt x="3718471" y="1118614"/>
                  <a:pt x="3722281" y="1123186"/>
                </a:cubicBezTo>
                <a:cubicBezTo>
                  <a:pt x="3738093" y="1142618"/>
                  <a:pt x="3745142" y="1162954"/>
                  <a:pt x="3747000" y="1184029"/>
                </a:cubicBezTo>
                <a:cubicBezTo>
                  <a:pt x="3745142" y="1162954"/>
                  <a:pt x="3738094" y="1142617"/>
                  <a:pt x="3722282" y="1123185"/>
                </a:cubicBezTo>
                <a:cubicBezTo>
                  <a:pt x="3718472" y="1118613"/>
                  <a:pt x="3721902" y="1103945"/>
                  <a:pt x="3726664" y="1097087"/>
                </a:cubicBezTo>
                <a:cubicBezTo>
                  <a:pt x="3773148" y="1030980"/>
                  <a:pt x="3774292" y="994785"/>
                  <a:pt x="3730284" y="927155"/>
                </a:cubicBezTo>
                <a:cubicBezTo>
                  <a:pt x="3727426" y="922773"/>
                  <a:pt x="3724188" y="917059"/>
                  <a:pt x="3719806" y="915343"/>
                </a:cubicBezTo>
                <a:cubicBezTo>
                  <a:pt x="3691800" y="903722"/>
                  <a:pt x="3691038" y="878956"/>
                  <a:pt x="3688752" y="854379"/>
                </a:cubicBezTo>
                <a:close/>
                <a:moveTo>
                  <a:pt x="3736153" y="517851"/>
                </a:moveTo>
                <a:lnTo>
                  <a:pt x="3727235" y="556048"/>
                </a:lnTo>
                <a:cubicBezTo>
                  <a:pt x="3725139" y="564049"/>
                  <a:pt x="3719615" y="572623"/>
                  <a:pt x="3720757" y="580051"/>
                </a:cubicBezTo>
                <a:cubicBezTo>
                  <a:pt x="3724091" y="601579"/>
                  <a:pt x="3721662" y="622201"/>
                  <a:pt x="3717376" y="642538"/>
                </a:cubicBezTo>
                <a:lnTo>
                  <a:pt x="3704853" y="694928"/>
                </a:lnTo>
                <a:lnTo>
                  <a:pt x="3717377" y="642537"/>
                </a:lnTo>
                <a:cubicBezTo>
                  <a:pt x="3721663" y="622201"/>
                  <a:pt x="3724092" y="601578"/>
                  <a:pt x="3720758" y="580050"/>
                </a:cubicBezTo>
                <a:cubicBezTo>
                  <a:pt x="3719616" y="572622"/>
                  <a:pt x="3725140" y="564048"/>
                  <a:pt x="3727236" y="556047"/>
                </a:cubicBezTo>
                <a:close/>
                <a:moveTo>
                  <a:pt x="3749448" y="298169"/>
                </a:moveTo>
                <a:lnTo>
                  <a:pt x="3734666" y="313533"/>
                </a:lnTo>
                <a:lnTo>
                  <a:pt x="3734666" y="313533"/>
                </a:lnTo>
                <a:lnTo>
                  <a:pt x="3734665" y="313534"/>
                </a:lnTo>
                <a:cubicBezTo>
                  <a:pt x="3730473" y="316390"/>
                  <a:pt x="3732759" y="330299"/>
                  <a:pt x="3734093" y="338871"/>
                </a:cubicBezTo>
                <a:lnTo>
                  <a:pt x="3734100" y="338903"/>
                </a:lnTo>
                <a:lnTo>
                  <a:pt x="3744000" y="395640"/>
                </a:lnTo>
                <a:lnTo>
                  <a:pt x="3740190" y="367328"/>
                </a:lnTo>
                <a:lnTo>
                  <a:pt x="3734100" y="338903"/>
                </a:lnTo>
                <a:lnTo>
                  <a:pt x="3734094" y="338870"/>
                </a:lnTo>
                <a:cubicBezTo>
                  <a:pt x="3733427" y="334584"/>
                  <a:pt x="3732522" y="328964"/>
                  <a:pt x="3732308" y="324058"/>
                </a:cubicBezTo>
                <a:lnTo>
                  <a:pt x="3734666" y="313533"/>
                </a:lnTo>
                <a:close/>
                <a:moveTo>
                  <a:pt x="3756993" y="281568"/>
                </a:moveTo>
                <a:lnTo>
                  <a:pt x="3752098" y="295415"/>
                </a:lnTo>
                <a:lnTo>
                  <a:pt x="3752099" y="295415"/>
                </a:lnTo>
                <a:close/>
                <a:moveTo>
                  <a:pt x="3743673" y="24486"/>
                </a:moveTo>
                <a:lnTo>
                  <a:pt x="3741410" y="74129"/>
                </a:lnTo>
                <a:cubicBezTo>
                  <a:pt x="3742333" y="91492"/>
                  <a:pt x="3744643" y="108703"/>
                  <a:pt x="3747334" y="125861"/>
                </a:cubicBezTo>
                <a:lnTo>
                  <a:pt x="3751729" y="153388"/>
                </a:lnTo>
                <a:lnTo>
                  <a:pt x="3760002" y="228944"/>
                </a:lnTo>
                <a:lnTo>
                  <a:pt x="3755543" y="177271"/>
                </a:lnTo>
                <a:lnTo>
                  <a:pt x="3751729" y="153388"/>
                </a:lnTo>
                <a:lnTo>
                  <a:pt x="3751530" y="151569"/>
                </a:lnTo>
                <a:cubicBezTo>
                  <a:pt x="3747300" y="125876"/>
                  <a:pt x="3742795" y="100174"/>
                  <a:pt x="3741411" y="74129"/>
                </a:cubicBezTo>
                <a:close/>
                <a:moveTo>
                  <a:pt x="3741092" y="0"/>
                </a:moveTo>
                <a:lnTo>
                  <a:pt x="4205201" y="0"/>
                </a:lnTo>
                <a:lnTo>
                  <a:pt x="4204073" y="2817"/>
                </a:lnTo>
                <a:cubicBezTo>
                  <a:pt x="4195691" y="21486"/>
                  <a:pt x="4193023" y="43012"/>
                  <a:pt x="4189974" y="63587"/>
                </a:cubicBezTo>
                <a:cubicBezTo>
                  <a:pt x="4184450" y="101308"/>
                  <a:pt x="4181020" y="139219"/>
                  <a:pt x="4176068" y="176939"/>
                </a:cubicBezTo>
                <a:cubicBezTo>
                  <a:pt x="4174924" y="184941"/>
                  <a:pt x="4172830" y="194085"/>
                  <a:pt x="4168066" y="200182"/>
                </a:cubicBezTo>
                <a:cubicBezTo>
                  <a:pt x="4136061" y="241901"/>
                  <a:pt x="4127108" y="292579"/>
                  <a:pt x="4130154" y="340774"/>
                </a:cubicBezTo>
                <a:cubicBezTo>
                  <a:pt x="4132443" y="378686"/>
                  <a:pt x="4134157" y="415835"/>
                  <a:pt x="4130919" y="453364"/>
                </a:cubicBezTo>
                <a:cubicBezTo>
                  <a:pt x="4130727" y="456222"/>
                  <a:pt x="4131109" y="460032"/>
                  <a:pt x="4132633" y="462126"/>
                </a:cubicBezTo>
                <a:cubicBezTo>
                  <a:pt x="4142729" y="475081"/>
                  <a:pt x="4143491" y="488607"/>
                  <a:pt x="4145205" y="505182"/>
                </a:cubicBezTo>
                <a:cubicBezTo>
                  <a:pt x="4147683" y="528615"/>
                  <a:pt x="4145967" y="550141"/>
                  <a:pt x="4141777" y="571860"/>
                </a:cubicBezTo>
                <a:cubicBezTo>
                  <a:pt x="4138729" y="587672"/>
                  <a:pt x="4132443" y="603673"/>
                  <a:pt x="4124440" y="617772"/>
                </a:cubicBezTo>
                <a:cubicBezTo>
                  <a:pt x="4113200" y="637392"/>
                  <a:pt x="4108820" y="656255"/>
                  <a:pt x="4123678" y="674923"/>
                </a:cubicBezTo>
                <a:cubicBezTo>
                  <a:pt x="4139491" y="695116"/>
                  <a:pt x="4133967" y="717977"/>
                  <a:pt x="4134537" y="740268"/>
                </a:cubicBezTo>
                <a:cubicBezTo>
                  <a:pt x="4134729" y="749982"/>
                  <a:pt x="4134347" y="760270"/>
                  <a:pt x="4136823" y="769605"/>
                </a:cubicBezTo>
                <a:cubicBezTo>
                  <a:pt x="4143873" y="796655"/>
                  <a:pt x="4154541" y="822756"/>
                  <a:pt x="4159303" y="850189"/>
                </a:cubicBezTo>
                <a:cubicBezTo>
                  <a:pt x="4161970" y="865430"/>
                  <a:pt x="4157207" y="882384"/>
                  <a:pt x="4153779" y="898198"/>
                </a:cubicBezTo>
                <a:cubicBezTo>
                  <a:pt x="4150159" y="914200"/>
                  <a:pt x="4144635" y="930011"/>
                  <a:pt x="4138919" y="945444"/>
                </a:cubicBezTo>
                <a:cubicBezTo>
                  <a:pt x="4135109" y="955920"/>
                  <a:pt x="4131489" y="967350"/>
                  <a:pt x="4124630" y="975733"/>
                </a:cubicBezTo>
                <a:cubicBezTo>
                  <a:pt x="4109010" y="994785"/>
                  <a:pt x="4106342" y="1014406"/>
                  <a:pt x="4114534" y="1036887"/>
                </a:cubicBezTo>
                <a:cubicBezTo>
                  <a:pt x="4115868" y="1040315"/>
                  <a:pt x="4115868" y="1044315"/>
                  <a:pt x="4116058" y="1048125"/>
                </a:cubicBezTo>
                <a:cubicBezTo>
                  <a:pt x="4120058" y="1109091"/>
                  <a:pt x="4122536" y="1170051"/>
                  <a:pt x="4128632" y="1230633"/>
                </a:cubicBezTo>
                <a:cubicBezTo>
                  <a:pt x="4131109" y="1255206"/>
                  <a:pt x="4141967" y="1278829"/>
                  <a:pt x="4148825" y="1303024"/>
                </a:cubicBezTo>
                <a:cubicBezTo>
                  <a:pt x="4150159" y="1307978"/>
                  <a:pt x="4152255" y="1313504"/>
                  <a:pt x="4151301" y="1318456"/>
                </a:cubicBezTo>
                <a:cubicBezTo>
                  <a:pt x="4141777" y="1372368"/>
                  <a:pt x="4155683" y="1422854"/>
                  <a:pt x="4173972" y="1472575"/>
                </a:cubicBezTo>
                <a:cubicBezTo>
                  <a:pt x="4175878" y="1477717"/>
                  <a:pt x="4175306" y="1484004"/>
                  <a:pt x="4174924" y="1489720"/>
                </a:cubicBezTo>
                <a:cubicBezTo>
                  <a:pt x="4173592" y="1505724"/>
                  <a:pt x="4166924" y="1523059"/>
                  <a:pt x="4170924" y="1537537"/>
                </a:cubicBezTo>
                <a:cubicBezTo>
                  <a:pt x="4181974" y="1576019"/>
                  <a:pt x="4195309" y="1614120"/>
                  <a:pt x="4212073" y="1650317"/>
                </a:cubicBezTo>
                <a:cubicBezTo>
                  <a:pt x="4229028" y="1687086"/>
                  <a:pt x="4243316" y="1721185"/>
                  <a:pt x="4226173" y="1763287"/>
                </a:cubicBezTo>
                <a:cubicBezTo>
                  <a:pt x="4218932" y="1781194"/>
                  <a:pt x="4224076" y="1804816"/>
                  <a:pt x="4225981" y="1825393"/>
                </a:cubicBezTo>
                <a:cubicBezTo>
                  <a:pt x="4227504" y="1840441"/>
                  <a:pt x="4236078" y="1854920"/>
                  <a:pt x="4236078" y="1869780"/>
                </a:cubicBezTo>
                <a:cubicBezTo>
                  <a:pt x="4236078" y="1909408"/>
                  <a:pt x="4246174" y="1944649"/>
                  <a:pt x="4266749" y="1978940"/>
                </a:cubicBezTo>
                <a:cubicBezTo>
                  <a:pt x="4274749" y="1992279"/>
                  <a:pt x="4269416" y="2013043"/>
                  <a:pt x="4271512" y="2030378"/>
                </a:cubicBezTo>
                <a:cubicBezTo>
                  <a:pt x="4273987" y="2048668"/>
                  <a:pt x="4276274" y="2067525"/>
                  <a:pt x="4281800" y="2085054"/>
                </a:cubicBezTo>
                <a:cubicBezTo>
                  <a:pt x="4296278" y="2130393"/>
                  <a:pt x="4312661" y="2175163"/>
                  <a:pt x="4327901" y="2220312"/>
                </a:cubicBezTo>
                <a:cubicBezTo>
                  <a:pt x="4340476" y="2257459"/>
                  <a:pt x="4330569" y="2294039"/>
                  <a:pt x="4325236" y="2330806"/>
                </a:cubicBezTo>
                <a:cubicBezTo>
                  <a:pt x="4321805" y="2353859"/>
                  <a:pt x="4313613" y="2375383"/>
                  <a:pt x="4325807" y="2401292"/>
                </a:cubicBezTo>
                <a:cubicBezTo>
                  <a:pt x="4337427" y="2426059"/>
                  <a:pt x="4334759" y="2457492"/>
                  <a:pt x="4341047" y="2485307"/>
                </a:cubicBezTo>
                <a:cubicBezTo>
                  <a:pt x="4346380" y="2508742"/>
                  <a:pt x="4354954" y="2531409"/>
                  <a:pt x="4363336" y="2554079"/>
                </a:cubicBezTo>
                <a:cubicBezTo>
                  <a:pt x="4374768" y="2584942"/>
                  <a:pt x="4386767" y="2615421"/>
                  <a:pt x="4381054" y="2649143"/>
                </a:cubicBezTo>
                <a:cubicBezTo>
                  <a:pt x="4374575" y="2687436"/>
                  <a:pt x="4398960" y="2713723"/>
                  <a:pt x="4415154" y="2743826"/>
                </a:cubicBezTo>
                <a:cubicBezTo>
                  <a:pt x="4426202" y="2764590"/>
                  <a:pt x="4434395" y="2787259"/>
                  <a:pt x="4441254" y="2809930"/>
                </a:cubicBezTo>
                <a:cubicBezTo>
                  <a:pt x="4450207" y="2840219"/>
                  <a:pt x="4455542" y="2871462"/>
                  <a:pt x="4464304" y="2901943"/>
                </a:cubicBezTo>
                <a:cubicBezTo>
                  <a:pt x="4477448" y="2948047"/>
                  <a:pt x="4487736" y="2994722"/>
                  <a:pt x="4480497" y="3042728"/>
                </a:cubicBezTo>
                <a:cubicBezTo>
                  <a:pt x="4477259" y="3064827"/>
                  <a:pt x="4477448" y="3085403"/>
                  <a:pt x="4482212" y="3107500"/>
                </a:cubicBezTo>
                <a:cubicBezTo>
                  <a:pt x="4490023" y="3143695"/>
                  <a:pt x="4490976" y="3180844"/>
                  <a:pt x="4520122" y="3209993"/>
                </a:cubicBezTo>
                <a:cubicBezTo>
                  <a:pt x="4530410" y="3220280"/>
                  <a:pt x="4533076" y="3238758"/>
                  <a:pt x="4538410" y="3253809"/>
                </a:cubicBezTo>
                <a:cubicBezTo>
                  <a:pt x="4544699" y="3271145"/>
                  <a:pt x="4541459" y="3283908"/>
                  <a:pt x="4523170" y="3293244"/>
                </a:cubicBezTo>
                <a:cubicBezTo>
                  <a:pt x="4514979" y="3297434"/>
                  <a:pt x="4506978" y="3309437"/>
                  <a:pt x="4505643" y="3318771"/>
                </a:cubicBezTo>
                <a:cubicBezTo>
                  <a:pt x="4501643" y="3346776"/>
                  <a:pt x="4507549" y="3372495"/>
                  <a:pt x="4520504" y="3399546"/>
                </a:cubicBezTo>
                <a:cubicBezTo>
                  <a:pt x="4532697" y="3424883"/>
                  <a:pt x="4531362" y="3456508"/>
                  <a:pt x="4536124" y="3485275"/>
                </a:cubicBezTo>
                <a:cubicBezTo>
                  <a:pt x="4539554" y="3505657"/>
                  <a:pt x="4546602" y="3526042"/>
                  <a:pt x="4546602" y="3546617"/>
                </a:cubicBezTo>
                <a:cubicBezTo>
                  <a:pt x="4546602" y="3572146"/>
                  <a:pt x="4540506" y="3597482"/>
                  <a:pt x="4538221" y="3623201"/>
                </a:cubicBezTo>
                <a:cubicBezTo>
                  <a:pt x="4536316" y="3643204"/>
                  <a:pt x="4537079" y="3663589"/>
                  <a:pt x="4534792" y="3683591"/>
                </a:cubicBezTo>
                <a:cubicBezTo>
                  <a:pt x="4533076" y="3699976"/>
                  <a:pt x="4528696" y="3716168"/>
                  <a:pt x="4525077" y="3732361"/>
                </a:cubicBezTo>
                <a:cubicBezTo>
                  <a:pt x="4523742" y="3738267"/>
                  <a:pt x="4518597" y="3744173"/>
                  <a:pt x="4519359" y="3749506"/>
                </a:cubicBezTo>
                <a:cubicBezTo>
                  <a:pt x="4527552" y="3802467"/>
                  <a:pt x="4490976" y="3840569"/>
                  <a:pt x="4474782" y="3885338"/>
                </a:cubicBezTo>
                <a:cubicBezTo>
                  <a:pt x="4457636" y="3932394"/>
                  <a:pt x="4431347" y="3977925"/>
                  <a:pt x="4439157" y="4030503"/>
                </a:cubicBezTo>
                <a:cubicBezTo>
                  <a:pt x="4443919" y="4062318"/>
                  <a:pt x="4454971" y="4092989"/>
                  <a:pt x="4461639" y="4124614"/>
                </a:cubicBezTo>
                <a:cubicBezTo>
                  <a:pt x="4463924" y="4135854"/>
                  <a:pt x="4463542" y="4148427"/>
                  <a:pt x="4461256" y="4159667"/>
                </a:cubicBezTo>
                <a:cubicBezTo>
                  <a:pt x="4450777" y="4213961"/>
                  <a:pt x="4449253" y="4267493"/>
                  <a:pt x="4466400" y="4320837"/>
                </a:cubicBezTo>
                <a:cubicBezTo>
                  <a:pt x="4469259" y="4329979"/>
                  <a:pt x="4471924" y="4339695"/>
                  <a:pt x="4471924" y="4349222"/>
                </a:cubicBezTo>
                <a:cubicBezTo>
                  <a:pt x="4471924" y="4401419"/>
                  <a:pt x="4467924" y="4452665"/>
                  <a:pt x="4449253" y="4502579"/>
                </a:cubicBezTo>
                <a:cubicBezTo>
                  <a:pt x="4442967" y="4519343"/>
                  <a:pt x="4446967" y="4539728"/>
                  <a:pt x="4445443" y="4558207"/>
                </a:cubicBezTo>
                <a:cubicBezTo>
                  <a:pt x="4444111" y="4575351"/>
                  <a:pt x="4443539" y="4592878"/>
                  <a:pt x="4439157" y="4609452"/>
                </a:cubicBezTo>
                <a:cubicBezTo>
                  <a:pt x="4432681" y="4633647"/>
                  <a:pt x="4431919" y="4656126"/>
                  <a:pt x="4437633" y="4681083"/>
                </a:cubicBezTo>
                <a:cubicBezTo>
                  <a:pt x="4442967" y="4704895"/>
                  <a:pt x="4440301" y="4730614"/>
                  <a:pt x="4440491" y="4755381"/>
                </a:cubicBezTo>
                <a:cubicBezTo>
                  <a:pt x="4440681" y="4783004"/>
                  <a:pt x="4440871" y="4810627"/>
                  <a:pt x="4439919" y="4838250"/>
                </a:cubicBezTo>
                <a:cubicBezTo>
                  <a:pt x="4439539" y="4849300"/>
                  <a:pt x="4431919" y="4861873"/>
                  <a:pt x="4434967" y="4871019"/>
                </a:cubicBezTo>
                <a:cubicBezTo>
                  <a:pt x="4445254" y="4900546"/>
                  <a:pt x="4432872" y="4930075"/>
                  <a:pt x="4438395" y="4959602"/>
                </a:cubicBezTo>
                <a:cubicBezTo>
                  <a:pt x="4441254" y="4974082"/>
                  <a:pt x="4433444" y="4990465"/>
                  <a:pt x="4432681" y="5006086"/>
                </a:cubicBezTo>
                <a:cubicBezTo>
                  <a:pt x="4431347" y="5031614"/>
                  <a:pt x="4431919" y="5057141"/>
                  <a:pt x="4431537" y="5082670"/>
                </a:cubicBezTo>
                <a:cubicBezTo>
                  <a:pt x="4431347" y="5091052"/>
                  <a:pt x="4430585" y="5099245"/>
                  <a:pt x="4430202" y="5107627"/>
                </a:cubicBezTo>
                <a:cubicBezTo>
                  <a:pt x="4429823" y="5115057"/>
                  <a:pt x="4428108" y="5122867"/>
                  <a:pt x="4429440" y="5129916"/>
                </a:cubicBezTo>
                <a:cubicBezTo>
                  <a:pt x="4434205" y="5155445"/>
                  <a:pt x="4442016" y="5180591"/>
                  <a:pt x="4445063" y="5206308"/>
                </a:cubicBezTo>
                <a:cubicBezTo>
                  <a:pt x="4447729" y="5228597"/>
                  <a:pt x="4444111" y="5251650"/>
                  <a:pt x="4446015" y="5274129"/>
                </a:cubicBezTo>
                <a:cubicBezTo>
                  <a:pt x="4449253" y="5313754"/>
                  <a:pt x="4454971" y="5353379"/>
                  <a:pt x="4458589" y="5393005"/>
                </a:cubicBezTo>
                <a:cubicBezTo>
                  <a:pt x="4459351" y="5401579"/>
                  <a:pt x="4454587" y="5410531"/>
                  <a:pt x="4454207" y="5419295"/>
                </a:cubicBezTo>
                <a:cubicBezTo>
                  <a:pt x="4453255" y="5446728"/>
                  <a:pt x="4453063" y="5474161"/>
                  <a:pt x="4452493" y="5501594"/>
                </a:cubicBezTo>
                <a:cubicBezTo>
                  <a:pt x="4452301" y="5517215"/>
                  <a:pt x="4452873" y="5533027"/>
                  <a:pt x="4451160" y="5548460"/>
                </a:cubicBezTo>
                <a:cubicBezTo>
                  <a:pt x="4448873" y="5568842"/>
                  <a:pt x="4445443" y="5587321"/>
                  <a:pt x="4460304" y="5606372"/>
                </a:cubicBezTo>
                <a:cubicBezTo>
                  <a:pt x="4483354" y="5635711"/>
                  <a:pt x="4474400" y="5673050"/>
                  <a:pt x="4479734" y="5706959"/>
                </a:cubicBezTo>
                <a:cubicBezTo>
                  <a:pt x="4481069" y="5715723"/>
                  <a:pt x="4481259" y="5724678"/>
                  <a:pt x="4482782" y="5733440"/>
                </a:cubicBezTo>
                <a:cubicBezTo>
                  <a:pt x="4485641" y="5749634"/>
                  <a:pt x="4488879" y="5765635"/>
                  <a:pt x="4492119" y="5781830"/>
                </a:cubicBezTo>
                <a:cubicBezTo>
                  <a:pt x="4492690" y="5784686"/>
                  <a:pt x="4492881" y="5787924"/>
                  <a:pt x="4493834" y="5790592"/>
                </a:cubicBezTo>
                <a:cubicBezTo>
                  <a:pt x="4501833" y="5815169"/>
                  <a:pt x="4510977" y="5839361"/>
                  <a:pt x="4517455" y="5864318"/>
                </a:cubicBezTo>
                <a:cubicBezTo>
                  <a:pt x="4520695" y="5876511"/>
                  <a:pt x="4521076" y="5890037"/>
                  <a:pt x="4519359" y="5902610"/>
                </a:cubicBezTo>
                <a:cubicBezTo>
                  <a:pt x="4514407" y="5939377"/>
                  <a:pt x="4512311" y="5975764"/>
                  <a:pt x="4519551" y="6012723"/>
                </a:cubicBezTo>
                <a:cubicBezTo>
                  <a:pt x="4522408" y="6027392"/>
                  <a:pt x="4517645" y="6043776"/>
                  <a:pt x="4515931" y="6059397"/>
                </a:cubicBezTo>
                <a:cubicBezTo>
                  <a:pt x="4511360" y="6096736"/>
                  <a:pt x="4506405" y="6134075"/>
                  <a:pt x="4502025" y="6171605"/>
                </a:cubicBezTo>
                <a:cubicBezTo>
                  <a:pt x="4499358" y="6195037"/>
                  <a:pt x="4497833" y="6218660"/>
                  <a:pt x="4495167" y="6242093"/>
                </a:cubicBezTo>
                <a:cubicBezTo>
                  <a:pt x="4491927" y="6269144"/>
                  <a:pt x="4486975" y="6296005"/>
                  <a:pt x="4484306" y="6323058"/>
                </a:cubicBezTo>
                <a:cubicBezTo>
                  <a:pt x="4481259" y="6353919"/>
                  <a:pt x="4480688" y="6384972"/>
                  <a:pt x="4477448" y="6415833"/>
                </a:cubicBezTo>
                <a:cubicBezTo>
                  <a:pt x="4471162" y="6472225"/>
                  <a:pt x="4463733" y="6528424"/>
                  <a:pt x="4456683" y="6584812"/>
                </a:cubicBezTo>
                <a:cubicBezTo>
                  <a:pt x="4449825" y="6639488"/>
                  <a:pt x="4443729" y="6694164"/>
                  <a:pt x="4435157" y="6748458"/>
                </a:cubicBezTo>
                <a:cubicBezTo>
                  <a:pt x="4431537" y="6771319"/>
                  <a:pt x="4421630" y="6793035"/>
                  <a:pt x="4416106" y="6815516"/>
                </a:cubicBezTo>
                <a:lnTo>
                  <a:pt x="4406407" y="6858000"/>
                </a:lnTo>
                <a:lnTo>
                  <a:pt x="4234154" y="6858000"/>
                </a:lnTo>
                <a:lnTo>
                  <a:pt x="0" y="6858000"/>
                </a:lnTo>
                <a:lnTo>
                  <a:pt x="0" y="2"/>
                </a:lnTo>
                <a:lnTo>
                  <a:pt x="3741092" y="1"/>
                </a:lnTo>
                <a:lnTo>
                  <a:pt x="3743810" y="21486"/>
                </a:lnTo>
                <a:close/>
              </a:path>
            </a:pathLst>
          </a:custGeom>
          <a:noFill/>
          <a:effectLst/>
          <a:extLst>
            <a:ext uri="{909E8E84-426E-40DD-AFC4-6F175D3DCCD1}">
              <a14:hiddenFill xmlns:a14="http://schemas.microsoft.com/office/drawing/2010/main">
                <a:solidFill>
                  <a:srgbClr val="FFFFFF"/>
                </a:solidFill>
              </a14:hiddenFill>
            </a:ext>
          </a:extLst>
        </p:spPr>
      </p:pic>
      <p:grpSp>
        <p:nvGrpSpPr>
          <p:cNvPr id="1033" name="Group 1032">
            <a:extLst>
              <a:ext uri="{FF2B5EF4-FFF2-40B4-BE49-F238E27FC236}">
                <a16:creationId xmlns:a16="http://schemas.microsoft.com/office/drawing/2014/main" id="{54A1C8FD-E5B7-4BEC-A74A-A55FB8EA7CF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697284" y="-1"/>
            <a:ext cx="884241" cy="6858001"/>
            <a:chOff x="3697284" y="-1"/>
            <a:chExt cx="884241" cy="6858001"/>
          </a:xfrm>
          <a:effectLst>
            <a:outerShdw blurRad="381000" dist="152400" algn="l" rotWithShape="0">
              <a:prstClr val="black">
                <a:alpha val="10000"/>
              </a:prstClr>
            </a:outerShdw>
          </a:effectLst>
        </p:grpSpPr>
        <p:sp>
          <p:nvSpPr>
            <p:cNvPr id="1034" name="Freeform: Shape 1033">
              <a:extLst>
                <a:ext uri="{FF2B5EF4-FFF2-40B4-BE49-F238E27FC236}">
                  <a16:creationId xmlns:a16="http://schemas.microsoft.com/office/drawing/2014/main" id="{B20D202D-5E48-4B15-9AF5-71BED4FCFF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05641"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35" name="Freeform: Shape 1034">
              <a:extLst>
                <a:ext uri="{FF2B5EF4-FFF2-40B4-BE49-F238E27FC236}">
                  <a16:creationId xmlns:a16="http://schemas.microsoft.com/office/drawing/2014/main" id="{68D6A069-9380-4E59-A0DA-07053EE8E5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15166"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blipFill dpi="0" rotWithShape="1">
              <a:blip r:embed="rId4">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3" name="Content Placeholder 2">
            <a:extLst>
              <a:ext uri="{FF2B5EF4-FFF2-40B4-BE49-F238E27FC236}">
                <a16:creationId xmlns:a16="http://schemas.microsoft.com/office/drawing/2014/main" id="{1E40BA9C-DA8D-1907-E3C1-9C666CA0EA88}"/>
              </a:ext>
            </a:extLst>
          </p:cNvPr>
          <p:cNvSpPr>
            <a:spLocks noGrp="1"/>
          </p:cNvSpPr>
          <p:nvPr>
            <p:ph idx="1"/>
          </p:nvPr>
        </p:nvSpPr>
        <p:spPr>
          <a:xfrm>
            <a:off x="5118605" y="1291474"/>
            <a:ext cx="6140449" cy="2682000"/>
          </a:xfrm>
        </p:spPr>
        <p:txBody>
          <a:bodyPr>
            <a:noAutofit/>
          </a:bodyPr>
          <a:lstStyle/>
          <a:p>
            <a:r>
              <a:rPr lang="en-US" sz="4000" dirty="0">
                <a:solidFill>
                  <a:schemeClr val="bg1">
                    <a:alpha val="80000"/>
                  </a:schemeClr>
                </a:solidFill>
              </a:rPr>
              <a:t>Ground facilities and services assist with aircraft arrivals and departures.</a:t>
            </a:r>
          </a:p>
          <a:p>
            <a:r>
              <a:rPr lang="en-CA" sz="4000" dirty="0">
                <a:solidFill>
                  <a:schemeClr val="bg1">
                    <a:alpha val="80000"/>
                  </a:schemeClr>
                </a:solidFill>
              </a:rPr>
              <a:t>RUNWAY MAINTENANCE</a:t>
            </a:r>
            <a:endParaRPr lang="en-US" sz="4000" dirty="0">
              <a:solidFill>
                <a:schemeClr val="bg1">
                  <a:alpha val="80000"/>
                </a:schemeClr>
              </a:solidFill>
            </a:endParaRPr>
          </a:p>
          <a:p>
            <a:r>
              <a:rPr lang="en-CA" sz="4000" dirty="0">
                <a:solidFill>
                  <a:schemeClr val="bg1">
                    <a:alpha val="80000"/>
                  </a:schemeClr>
                </a:solidFill>
              </a:rPr>
              <a:t>RUNWAY LIGHTING</a:t>
            </a:r>
            <a:endParaRPr lang="en-US" sz="4000" dirty="0">
              <a:solidFill>
                <a:schemeClr val="bg1">
                  <a:alpha val="80000"/>
                </a:schemeClr>
              </a:solidFill>
            </a:endParaRPr>
          </a:p>
          <a:p>
            <a:r>
              <a:rPr lang="en-CA" sz="4000" dirty="0">
                <a:solidFill>
                  <a:schemeClr val="bg1">
                    <a:alpha val="80000"/>
                  </a:schemeClr>
                </a:solidFill>
              </a:rPr>
              <a:t>BAGGAGE HANDLING</a:t>
            </a:r>
            <a:endParaRPr lang="en-US" sz="4000" dirty="0">
              <a:solidFill>
                <a:schemeClr val="bg1">
                  <a:alpha val="80000"/>
                </a:schemeClr>
              </a:solidFill>
            </a:endParaRPr>
          </a:p>
          <a:p>
            <a:r>
              <a:rPr lang="en-CA" sz="4000" dirty="0">
                <a:solidFill>
                  <a:schemeClr val="bg1">
                    <a:alpha val="80000"/>
                  </a:schemeClr>
                </a:solidFill>
              </a:rPr>
              <a:t>FUEL STORAGE SYSTEMS</a:t>
            </a:r>
            <a:endParaRPr lang="en-US" sz="4000" dirty="0">
              <a:solidFill>
                <a:schemeClr val="bg1">
                  <a:alpha val="80000"/>
                </a:schemeClr>
              </a:solidFill>
            </a:endParaRPr>
          </a:p>
          <a:p>
            <a:r>
              <a:rPr lang="en-CA" sz="4000" dirty="0">
                <a:solidFill>
                  <a:schemeClr val="bg1">
                    <a:alpha val="80000"/>
                  </a:schemeClr>
                </a:solidFill>
              </a:rPr>
              <a:t>DE-ICING/ANTI-ICING</a:t>
            </a:r>
          </a:p>
        </p:txBody>
      </p:sp>
    </p:spTree>
    <p:extLst>
      <p:ext uri="{BB962C8B-B14F-4D97-AF65-F5344CB8AC3E}">
        <p14:creationId xmlns:p14="http://schemas.microsoft.com/office/powerpoint/2010/main" val="997605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8" name="Rectangle 1037">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Summer bonus program prompting airport screening staff to work while sick,  unions say | CBC News">
            <a:extLst>
              <a:ext uri="{FF2B5EF4-FFF2-40B4-BE49-F238E27FC236}">
                <a16:creationId xmlns:a16="http://schemas.microsoft.com/office/drawing/2014/main" id="{2E7C0C3B-4474-8C90-92AB-B20B6D4DECA9}"/>
              </a:ext>
            </a:extLst>
          </p:cNvPr>
          <p:cNvPicPr>
            <a:picLocks noChangeAspect="1" noChangeArrowheads="1"/>
          </p:cNvPicPr>
          <p:nvPr/>
        </p:nvPicPr>
        <p:blipFill rotWithShape="1">
          <a:blip r:embed="rId3">
            <a:alphaModFix amt="35000"/>
            <a:extLst>
              <a:ext uri="{28A0092B-C50C-407E-A947-70E740481C1C}">
                <a14:useLocalDpi xmlns:a14="http://schemas.microsoft.com/office/drawing/2010/main" val="0"/>
              </a:ext>
            </a:extLst>
          </a:blip>
          <a:srcRect/>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F272FD66-B75A-4391-34FF-8C0A3408CCF2}"/>
              </a:ext>
            </a:extLst>
          </p:cNvPr>
          <p:cNvSpPr>
            <a:spLocks noGrp="1"/>
          </p:cNvSpPr>
          <p:nvPr>
            <p:ph type="title"/>
          </p:nvPr>
        </p:nvSpPr>
        <p:spPr>
          <a:xfrm>
            <a:off x="838200" y="365125"/>
            <a:ext cx="10515600" cy="1325563"/>
          </a:xfrm>
        </p:spPr>
        <p:txBody>
          <a:bodyPr>
            <a:normAutofit/>
          </a:bodyPr>
          <a:lstStyle/>
          <a:p>
            <a:r>
              <a:rPr lang="en-US" sz="3700">
                <a:solidFill>
                  <a:srgbClr val="FFFFFF"/>
                </a:solidFill>
              </a:rPr>
              <a:t>TP4 Explain What the Canadian Air Transport Security Authority (CATSA) Is and Outline its Duties</a:t>
            </a:r>
            <a:endParaRPr lang="en-CA" sz="3700">
              <a:solidFill>
                <a:srgbClr val="FFFFFF"/>
              </a:solidFill>
            </a:endParaRPr>
          </a:p>
        </p:txBody>
      </p:sp>
      <p:sp>
        <p:nvSpPr>
          <p:cNvPr id="3" name="Content Placeholder 2">
            <a:extLst>
              <a:ext uri="{FF2B5EF4-FFF2-40B4-BE49-F238E27FC236}">
                <a16:creationId xmlns:a16="http://schemas.microsoft.com/office/drawing/2014/main" id="{3F0C7A76-9E36-7269-8CDC-6637C1711511}"/>
              </a:ext>
            </a:extLst>
          </p:cNvPr>
          <p:cNvSpPr>
            <a:spLocks noGrp="1"/>
          </p:cNvSpPr>
          <p:nvPr>
            <p:ph idx="1"/>
          </p:nvPr>
        </p:nvSpPr>
        <p:spPr>
          <a:xfrm>
            <a:off x="838200" y="1825625"/>
            <a:ext cx="10515600" cy="4351338"/>
          </a:xfrm>
        </p:spPr>
        <p:txBody>
          <a:bodyPr>
            <a:normAutofit/>
          </a:bodyPr>
          <a:lstStyle/>
          <a:p>
            <a:r>
              <a:rPr lang="en-US" sz="2600" b="1" dirty="0">
                <a:solidFill>
                  <a:srgbClr val="FFFFFF"/>
                </a:solidFill>
              </a:rPr>
              <a:t>CATSA works with ground control to protect the public by securing critical elements of the air transportation system as assigned by the government</a:t>
            </a:r>
          </a:p>
          <a:p>
            <a:r>
              <a:rPr lang="en-US" sz="2600" b="1" dirty="0">
                <a:solidFill>
                  <a:srgbClr val="FFFFFF"/>
                </a:solidFill>
              </a:rPr>
              <a:t>Screening of Passengers and Belongings</a:t>
            </a:r>
          </a:p>
          <a:p>
            <a:r>
              <a:rPr lang="en-US" sz="2600" b="1" dirty="0">
                <a:solidFill>
                  <a:srgbClr val="FFFFFF"/>
                </a:solidFill>
              </a:rPr>
              <a:t>Usage of Explosive Detection Systems</a:t>
            </a:r>
          </a:p>
          <a:p>
            <a:r>
              <a:rPr lang="en-US" sz="2600" b="1" dirty="0">
                <a:solidFill>
                  <a:srgbClr val="FFFFFF"/>
                </a:solidFill>
              </a:rPr>
              <a:t>Contracting for RCMP policing services  </a:t>
            </a:r>
          </a:p>
          <a:p>
            <a:r>
              <a:rPr lang="en-US" sz="2600" b="1" dirty="0">
                <a:solidFill>
                  <a:srgbClr val="FFFFFF"/>
                </a:solidFill>
              </a:rPr>
              <a:t>Implement the Canadian Air Carrier Protective Program</a:t>
            </a:r>
          </a:p>
          <a:p>
            <a:r>
              <a:rPr lang="en-US" sz="2600" b="1" dirty="0">
                <a:solidFill>
                  <a:srgbClr val="FFFFFF"/>
                </a:solidFill>
              </a:rPr>
              <a:t>Implement a restricted area identification card</a:t>
            </a:r>
          </a:p>
          <a:p>
            <a:r>
              <a:rPr lang="en-CA" sz="2600" b="1" dirty="0">
                <a:solidFill>
                  <a:srgbClr val="FFFFFF"/>
                </a:solidFill>
              </a:rPr>
              <a:t>Non-Passenger Screening</a:t>
            </a:r>
            <a:r>
              <a:rPr lang="en-US" sz="2600" b="1" dirty="0">
                <a:solidFill>
                  <a:srgbClr val="FFFFFF"/>
                </a:solidFill>
              </a:rPr>
              <a:t> </a:t>
            </a:r>
            <a:r>
              <a:rPr lang="en-CA" sz="2600" b="1" dirty="0">
                <a:solidFill>
                  <a:srgbClr val="FFFFFF"/>
                </a:solidFill>
              </a:rPr>
              <a:t>entering airport restricted areas</a:t>
            </a:r>
          </a:p>
          <a:p>
            <a:r>
              <a:rPr lang="en-CA" sz="2600" b="1" dirty="0">
                <a:solidFill>
                  <a:srgbClr val="FFFFFF"/>
                </a:solidFill>
              </a:rPr>
              <a:t>Supplemental airport policing</a:t>
            </a:r>
          </a:p>
        </p:txBody>
      </p:sp>
    </p:spTree>
    <p:extLst>
      <p:ext uri="{BB962C8B-B14F-4D97-AF65-F5344CB8AC3E}">
        <p14:creationId xmlns:p14="http://schemas.microsoft.com/office/powerpoint/2010/main" val="1033283738"/>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A59F003-E00A-43F9-91DC-CC54E3B87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Outdoor warehouse">
            <a:extLst>
              <a:ext uri="{FF2B5EF4-FFF2-40B4-BE49-F238E27FC236}">
                <a16:creationId xmlns:a16="http://schemas.microsoft.com/office/drawing/2014/main" id="{8479EC8A-CA91-4FA2-5A59-046C77EE4D70}"/>
              </a:ext>
            </a:extLst>
          </p:cNvPr>
          <p:cNvPicPr>
            <a:picLocks noChangeAspect="1"/>
          </p:cNvPicPr>
          <p:nvPr/>
        </p:nvPicPr>
        <p:blipFill rotWithShape="1">
          <a:blip r:embed="rId2"/>
          <a:srcRect t="15413"/>
          <a:stretch/>
        </p:blipFill>
        <p:spPr>
          <a:xfrm>
            <a:off x="20" y="10"/>
            <a:ext cx="12191981" cy="6857990"/>
          </a:xfrm>
          <a:prstGeom prst="rect">
            <a:avLst/>
          </a:prstGeom>
        </p:spPr>
      </p:pic>
      <p:sp>
        <p:nvSpPr>
          <p:cNvPr id="11" name="Rectangle 10">
            <a:extLst>
              <a:ext uri="{FF2B5EF4-FFF2-40B4-BE49-F238E27FC236}">
                <a16:creationId xmlns:a16="http://schemas.microsoft.com/office/drawing/2014/main" id="{D74A4382-E3AD-430A-9A1F-DFA3E0E77A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799865" y="-1524511"/>
            <a:ext cx="4592270" cy="12192001"/>
          </a:xfrm>
          <a:prstGeom prst="rect">
            <a:avLst/>
          </a:prstGeom>
          <a:gradFill>
            <a:gsLst>
              <a:gs pos="35000">
                <a:schemeClr val="tx1">
                  <a:alpha val="46000"/>
                </a:schemeClr>
              </a:gs>
              <a:gs pos="21000">
                <a:schemeClr val="tx1">
                  <a:alpha val="30000"/>
                </a:schemeClr>
              </a:gs>
              <a:gs pos="0">
                <a:schemeClr val="tx1">
                  <a:alpha val="0"/>
                </a:schemeClr>
              </a:gs>
              <a:gs pos="100000">
                <a:schemeClr val="tx1">
                  <a:alpha val="9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F2D0383-0FA7-2C57-A2DB-0B521EEB50A7}"/>
              </a:ext>
            </a:extLst>
          </p:cNvPr>
          <p:cNvSpPr>
            <a:spLocks noGrp="1"/>
          </p:cNvSpPr>
          <p:nvPr>
            <p:ph type="title"/>
          </p:nvPr>
        </p:nvSpPr>
        <p:spPr>
          <a:xfrm>
            <a:off x="404553" y="3091928"/>
            <a:ext cx="9078562" cy="2387600"/>
          </a:xfrm>
        </p:spPr>
        <p:txBody>
          <a:bodyPr vert="horz" lIns="91440" tIns="45720" rIns="91440" bIns="45720" rtlCol="0" anchor="b">
            <a:normAutofit fontScale="90000"/>
          </a:bodyPr>
          <a:lstStyle/>
          <a:p>
            <a:r>
              <a:rPr lang="en-US" sz="6600" b="1" dirty="0">
                <a:solidFill>
                  <a:schemeClr val="bg1"/>
                </a:solidFill>
                <a:latin typeface="+mn-lt"/>
              </a:rPr>
              <a:t>EO M260.02 – IDENTIFY ASPECTS OF BASIC AERODROME OPERATIONS</a:t>
            </a:r>
            <a:endParaRPr lang="en-US" sz="6600" dirty="0">
              <a:solidFill>
                <a:schemeClr val="bg1"/>
              </a:solidFill>
            </a:endParaRPr>
          </a:p>
        </p:txBody>
      </p:sp>
      <p:sp>
        <p:nvSpPr>
          <p:cNvPr id="13" name="Rectangle: Rounded Corners 12">
            <a:extLst>
              <a:ext uri="{FF2B5EF4-FFF2-40B4-BE49-F238E27FC236}">
                <a16:creationId xmlns:a16="http://schemas.microsoft.com/office/drawing/2014/main" id="{79F40191-0F44-4FD1-82CC-ACB507C14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575039"/>
            <a:ext cx="9785897"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433758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283</TotalTime>
  <Words>643</Words>
  <Application>Microsoft Office PowerPoint</Application>
  <PresentationFormat>Widescreen</PresentationFormat>
  <Paragraphs>55</Paragraphs>
  <Slides>10</Slides>
  <Notes>2</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EOM260.02 – IDENTIFY ASPECTS OF BASIC AERODROME OPERATIONS</vt:lpstr>
      <vt:lpstr>Teaching Points</vt:lpstr>
      <vt:lpstr>TP1 Discuss Basic Aerodrome Operations</vt:lpstr>
      <vt:lpstr>AIR TRAFFIC CONTROL</vt:lpstr>
      <vt:lpstr>GROUND CONTROL</vt:lpstr>
      <vt:lpstr>AIRPORT MAINTENANCE </vt:lpstr>
      <vt:lpstr>TP2 Explain the Role of Ground Controllers</vt:lpstr>
      <vt:lpstr>TP3 Explain that Ground Facilities and Services Assist With Aircraft Arrivals and Departures</vt:lpstr>
      <vt:lpstr>TP4 Explain What the Canadian Air Transport Security Authority (CATSA) Is and Outline its Duties</vt:lpstr>
      <vt:lpstr>EO M260.02 – IDENTIFY ASPECTS OF BASIC AERODROME OPERATIONS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kevin zhu</dc:creator>
  <cp:lastModifiedBy>Kevin Zhu</cp:lastModifiedBy>
  <cp:revision>15</cp:revision>
  <dcterms:created xsi:type="dcterms:W3CDTF">2024-02-23T05:28:27Z</dcterms:created>
  <dcterms:modified xsi:type="dcterms:W3CDTF">2025-05-27T04:39:11Z</dcterms:modified>
</cp:coreProperties>
</file>