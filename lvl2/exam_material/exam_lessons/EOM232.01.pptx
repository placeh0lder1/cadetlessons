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1" r:id="rId1"/>
    <p:sldMasterId id="2147483722" r:id="rId2"/>
    <p:sldMasterId id="2147483723" r:id="rId3"/>
  </p:sldMasterIdLst>
  <p:notesMasterIdLst>
    <p:notesMasterId r:id="rId3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9144000" cy="5143500" type="screen16x9"/>
  <p:notesSz cx="6858000" cy="9144000"/>
  <p:embeddedFontLst>
    <p:embeddedFont>
      <p:font typeface="Alata" panose="020B0604020202020204" charset="0"/>
      <p:regular r:id="rId35"/>
    </p:embeddedFont>
    <p:embeddedFont>
      <p:font typeface="Anaheim" panose="020B0604020202020204" charset="0"/>
      <p:regular r:id="rId36"/>
      <p:bold r:id="rId37"/>
    </p:embeddedFont>
    <p:embeddedFont>
      <p:font typeface="Bebas Neue" panose="020B0606020202050201" pitchFamily="34" charset="0"/>
      <p:regular r:id="rId38"/>
    </p:embeddedFont>
    <p:embeddedFont>
      <p:font typeface="Caveat" panose="020B0604020202020204" charset="0"/>
      <p:regular r:id="rId39"/>
      <p:bold r:id="rId40"/>
    </p:embeddedFont>
    <p:embeddedFont>
      <p:font typeface="Lexend Deca" panose="020B0604020202020204" charset="0"/>
      <p:regular r:id="rId41"/>
      <p:bold r:id="rId42"/>
    </p:embeddedFont>
    <p:embeddedFont>
      <p:font typeface="Lexend Deca Light" panose="020B0604020202020204" charset="0"/>
      <p:regular r:id="rId43"/>
      <p:bold r:id="rId44"/>
    </p:embeddedFont>
    <p:embeddedFont>
      <p:font typeface="Nunito Light" pitchFamily="2" charset="0"/>
      <p:regular r:id="rId45"/>
    </p:embeddedFont>
    <p:embeddedFont>
      <p:font typeface="PT Sans" panose="020B050302020302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5.fntdata"/><Relationship Id="rId21" Type="http://schemas.openxmlformats.org/officeDocument/2006/relationships/slide" Target="slides/slide18.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10.fntdata"/><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7.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26545b868f9_0_1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26545b868f9_0_1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6545b868f9_0_14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26545b868f9_0_1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26545b868f9_0_14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26545b868f9_0_1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6545b868f9_0_15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6545b868f9_0_1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2655522a13b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2655522a13b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655522a13b_0_3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655522a13b_0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2655522a13b_0_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2655522a13b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2655522a13b_0_3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2655522a13b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265574874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265574874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2655522a13b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2655522a13b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2655522a13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2655522a13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26545b868f9_0_1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26545b868f9_0_1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2655522a13b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2655522a13b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2655522a13b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2655522a13b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2655522a13b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2655522a13b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26545b868f9_0_16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26545b868f9_0_1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2655522a13b_0_3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2655522a13b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2655522a13b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2655522a13b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6557487498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26557487498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655522a13b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2655522a13b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2655522a13b_0_3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2655522a13b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6545b868f9_0_16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26545b868f9_0_1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2655522a13b_0_3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2655522a13b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655522a13b_0_3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 name="Google Shape;692;g2655522a13b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55522a13b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2655522a13b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2655522a13b_0_3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4" name="Google Shape;704;g2655522a13b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2655522a13b_0_3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2655522a13b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2655522a13b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2655522a13b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6545b868f9_0_16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26545b868f9_0_1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545b868f9_0_2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26545b868f9_0_2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a:spLocks noGrp="1"/>
          </p:cNvSpPr>
          <p:nvPr>
            <p:ph type="pic" idx="2"/>
          </p:nvPr>
        </p:nvSpPr>
        <p:spPr>
          <a:xfrm>
            <a:off x="-50" y="100"/>
            <a:ext cx="9144000" cy="5143500"/>
          </a:xfrm>
          <a:prstGeom prst="rect">
            <a:avLst/>
          </a:prstGeom>
          <a:noFill/>
          <a:ln>
            <a:noFill/>
          </a:ln>
        </p:spPr>
      </p:sp>
      <p:sp>
        <p:nvSpPr>
          <p:cNvPr id="55" name="Google Shape;55;p14"/>
          <p:cNvSpPr txBox="1">
            <a:spLocks noGrp="1"/>
          </p:cNvSpPr>
          <p:nvPr>
            <p:ph type="ctrTitle"/>
          </p:nvPr>
        </p:nvSpPr>
        <p:spPr>
          <a:xfrm>
            <a:off x="713225" y="2061775"/>
            <a:ext cx="4879500" cy="1920600"/>
          </a:xfrm>
          <a:prstGeom prst="rect">
            <a:avLst/>
          </a:prstGeom>
          <a:noFill/>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55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56" name="Google Shape;56;p14"/>
          <p:cNvSpPr txBox="1">
            <a:spLocks noGrp="1"/>
          </p:cNvSpPr>
          <p:nvPr>
            <p:ph type="subTitle" idx="1"/>
          </p:nvPr>
        </p:nvSpPr>
        <p:spPr>
          <a:xfrm>
            <a:off x="713225" y="3982375"/>
            <a:ext cx="4879500" cy="47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4048675" y="2574200"/>
            <a:ext cx="4382100" cy="165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9" name="Google Shape;59;p15"/>
          <p:cNvSpPr txBox="1">
            <a:spLocks noGrp="1"/>
          </p:cNvSpPr>
          <p:nvPr>
            <p:ph type="title" idx="2" hasCustomPrompt="1"/>
          </p:nvPr>
        </p:nvSpPr>
        <p:spPr>
          <a:xfrm>
            <a:off x="5568025" y="1326225"/>
            <a:ext cx="1343400" cy="1034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3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0" name="Google Shape;60;p15"/>
          <p:cNvSpPr txBox="1">
            <a:spLocks noGrp="1"/>
          </p:cNvSpPr>
          <p:nvPr>
            <p:ph type="subTitle" idx="1"/>
          </p:nvPr>
        </p:nvSpPr>
        <p:spPr>
          <a:xfrm>
            <a:off x="4048675" y="4229000"/>
            <a:ext cx="43821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1" name="Google Shape;61;p15"/>
          <p:cNvSpPr>
            <a:spLocks noGrp="1"/>
          </p:cNvSpPr>
          <p:nvPr>
            <p:ph type="pic" idx="3"/>
          </p:nvPr>
        </p:nvSpPr>
        <p:spPr>
          <a:xfrm>
            <a:off x="0" y="0"/>
            <a:ext cx="3307800" cy="51435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4" name="Google Shape;64;p16"/>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pic>
        <p:nvPicPr>
          <p:cNvPr id="65" name="Google Shape;65;p16"/>
          <p:cNvPicPr preferRelativeResize="0"/>
          <p:nvPr/>
        </p:nvPicPr>
        <p:blipFill>
          <a:blip r:embed="rId2">
            <a:alphaModFix/>
          </a:blip>
          <a:stretch>
            <a:fillRect/>
          </a:stretch>
        </p:blipFill>
        <p:spPr>
          <a:xfrm rot="5400000">
            <a:off x="8165525" y="4471375"/>
            <a:ext cx="265251" cy="265251"/>
          </a:xfrm>
          <a:prstGeom prst="rect">
            <a:avLst/>
          </a:prstGeom>
          <a:noFill/>
          <a:ln>
            <a:noFill/>
          </a:ln>
        </p:spPr>
      </p:pic>
      <p:cxnSp>
        <p:nvCxnSpPr>
          <p:cNvPr id="66" name="Google Shape;66;p16"/>
          <p:cNvCxnSpPr>
            <a:stCxn id="65" idx="2"/>
          </p:cNvCxnSpPr>
          <p:nvPr/>
        </p:nvCxnSpPr>
        <p:spPr>
          <a:xfrm rot="10800000">
            <a:off x="192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9" name="Google Shape;69;p17"/>
          <p:cNvSpPr txBox="1">
            <a:spLocks noGrp="1"/>
          </p:cNvSpPr>
          <p:nvPr>
            <p:ph type="subTitle" idx="1"/>
          </p:nvPr>
        </p:nvSpPr>
        <p:spPr>
          <a:xfrm>
            <a:off x="5055284" y="368019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0" name="Google Shape;70;p17"/>
          <p:cNvSpPr txBox="1">
            <a:spLocks noGrp="1"/>
          </p:cNvSpPr>
          <p:nvPr>
            <p:ph type="subTitle" idx="2"/>
          </p:nvPr>
        </p:nvSpPr>
        <p:spPr>
          <a:xfrm>
            <a:off x="1583300" y="368019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1" name="Google Shape;71;p17"/>
          <p:cNvSpPr txBox="1">
            <a:spLocks noGrp="1"/>
          </p:cNvSpPr>
          <p:nvPr>
            <p:ph type="subTitle" idx="3"/>
          </p:nvPr>
        </p:nvSpPr>
        <p:spPr>
          <a:xfrm>
            <a:off x="5055275" y="337217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2" name="Google Shape;72;p17"/>
          <p:cNvSpPr txBox="1">
            <a:spLocks noGrp="1"/>
          </p:cNvSpPr>
          <p:nvPr>
            <p:ph type="subTitle" idx="4"/>
          </p:nvPr>
        </p:nvSpPr>
        <p:spPr>
          <a:xfrm>
            <a:off x="1583075" y="337217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75" name="Google Shape;75;p18"/>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76" name="Google Shape;76;p18"/>
          <p:cNvCxnSpPr>
            <a:endCxn id="75"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720000" y="445025"/>
            <a:ext cx="4007400" cy="11730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9"/>
          <p:cNvSpPr txBox="1">
            <a:spLocks noGrp="1"/>
          </p:cNvSpPr>
          <p:nvPr>
            <p:ph type="subTitle" idx="1"/>
          </p:nvPr>
        </p:nvSpPr>
        <p:spPr>
          <a:xfrm>
            <a:off x="720000" y="1881550"/>
            <a:ext cx="4007400" cy="195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713250" y="1288450"/>
            <a:ext cx="7717500" cy="12147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4800"/>
              <a:buNone/>
              <a:defRPr sz="67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pic>
        <p:nvPicPr>
          <p:cNvPr id="82" name="Google Shape;82;p20"/>
          <p:cNvPicPr preferRelativeResize="0"/>
          <p:nvPr/>
        </p:nvPicPr>
        <p:blipFill>
          <a:blip r:embed="rId2">
            <a:alphaModFix/>
          </a:blip>
          <a:stretch>
            <a:fillRect/>
          </a:stretch>
        </p:blipFill>
        <p:spPr>
          <a:xfrm rot="5400000">
            <a:off x="8158750" y="406875"/>
            <a:ext cx="265251" cy="265251"/>
          </a:xfrm>
          <a:prstGeom prst="rect">
            <a:avLst/>
          </a:prstGeom>
          <a:noFill/>
          <a:ln>
            <a:noFill/>
          </a:ln>
        </p:spPr>
      </p:pic>
      <p:cxnSp>
        <p:nvCxnSpPr>
          <p:cNvPr id="83" name="Google Shape;83;p20"/>
          <p:cNvCxnSpPr>
            <a:endCxn id="82" idx="2"/>
          </p:cNvCxnSpPr>
          <p:nvPr/>
        </p:nvCxnSpPr>
        <p:spPr>
          <a:xfrm>
            <a:off x="11650" y="5395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txBox="1">
            <a:spLocks noGrp="1"/>
          </p:cNvSpPr>
          <p:nvPr>
            <p:ph type="title"/>
          </p:nvPr>
        </p:nvSpPr>
        <p:spPr>
          <a:xfrm>
            <a:off x="2135550" y="539500"/>
            <a:ext cx="4872900" cy="146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2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86" name="Google Shape;86;p21"/>
          <p:cNvSpPr txBox="1">
            <a:spLocks noGrp="1"/>
          </p:cNvSpPr>
          <p:nvPr>
            <p:ph type="subTitle" idx="1"/>
          </p:nvPr>
        </p:nvSpPr>
        <p:spPr>
          <a:xfrm>
            <a:off x="2135550" y="216697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7" name="Google Shape;87;p21"/>
          <p:cNvSpPr>
            <a:spLocks noGrp="1"/>
          </p:cNvSpPr>
          <p:nvPr>
            <p:ph type="pic" idx="2"/>
          </p:nvPr>
        </p:nvSpPr>
        <p:spPr>
          <a:xfrm>
            <a:off x="0" y="3183325"/>
            <a:ext cx="9144000" cy="19683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8"/>
        <p:cNvGrpSpPr/>
        <p:nvPr/>
      </p:nvGrpSpPr>
      <p:grpSpPr>
        <a:xfrm>
          <a:off x="0" y="0"/>
          <a:ext cx="0" cy="0"/>
          <a:chOff x="0" y="0"/>
          <a:chExt cx="0" cy="0"/>
        </a:xfrm>
      </p:grpSpPr>
      <p:sp>
        <p:nvSpPr>
          <p:cNvPr id="89" name="Google Shape;89;p22"/>
          <p:cNvSpPr>
            <a:spLocks noGrp="1"/>
          </p:cNvSpPr>
          <p:nvPr>
            <p:ph type="pic" idx="2"/>
          </p:nvPr>
        </p:nvSpPr>
        <p:spPr>
          <a:xfrm>
            <a:off x="0" y="-125"/>
            <a:ext cx="9144000" cy="5304300"/>
          </a:xfrm>
          <a:prstGeom prst="rect">
            <a:avLst/>
          </a:prstGeom>
          <a:noFill/>
          <a:ln>
            <a:noFill/>
          </a:ln>
        </p:spPr>
      </p:sp>
      <p:sp>
        <p:nvSpPr>
          <p:cNvPr id="90" name="Google Shape;90;p22"/>
          <p:cNvSpPr txBox="1">
            <a:spLocks noGrp="1"/>
          </p:cNvSpPr>
          <p:nvPr>
            <p:ph type="title"/>
          </p:nvPr>
        </p:nvSpPr>
        <p:spPr>
          <a:xfrm>
            <a:off x="720000" y="539500"/>
            <a:ext cx="4347600" cy="1000500"/>
          </a:xfrm>
          <a:prstGeom prst="rect">
            <a:avLst/>
          </a:prstGeom>
          <a:solidFill>
            <a:schemeClr val="dk1"/>
          </a:solidFill>
        </p:spPr>
        <p:txBody>
          <a:bodyPr spcFirstLastPara="1" wrap="square" lIns="91425" tIns="91425" rIns="91425" bIns="91425" anchor="t" anchorCtr="0">
            <a:noAutofit/>
          </a:bodyPr>
          <a:lstStyle>
            <a:lvl1pPr lvl="0" rtl="0">
              <a:spcBef>
                <a:spcPts val="0"/>
              </a:spcBef>
              <a:spcAft>
                <a:spcPts val="0"/>
              </a:spcAft>
              <a:buSzPts val="3200"/>
              <a:buNone/>
              <a:defRPr sz="26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23"/>
          <p:cNvSpPr txBox="1">
            <a:spLocks noGrp="1"/>
          </p:cNvSpPr>
          <p:nvPr>
            <p:ph type="title" hasCustomPrompt="1"/>
          </p:nvPr>
        </p:nvSpPr>
        <p:spPr>
          <a:xfrm>
            <a:off x="1649550" y="2210775"/>
            <a:ext cx="5844900" cy="1699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93" name="Google Shape;93;p23"/>
          <p:cNvSpPr txBox="1">
            <a:spLocks noGrp="1"/>
          </p:cNvSpPr>
          <p:nvPr>
            <p:ph type="subTitle" idx="1"/>
          </p:nvPr>
        </p:nvSpPr>
        <p:spPr>
          <a:xfrm>
            <a:off x="1649550" y="4106900"/>
            <a:ext cx="58449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 name="Google Shape;97;p25"/>
          <p:cNvSpPr txBox="1">
            <a:spLocks noGrp="1"/>
          </p:cNvSpPr>
          <p:nvPr>
            <p:ph type="subTitle" idx="1"/>
          </p:nvPr>
        </p:nvSpPr>
        <p:spPr>
          <a:xfrm>
            <a:off x="720000" y="2266634"/>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8" name="Google Shape;98;p25"/>
          <p:cNvSpPr txBox="1">
            <a:spLocks noGrp="1"/>
          </p:cNvSpPr>
          <p:nvPr>
            <p:ph type="subTitle" idx="2"/>
          </p:nvPr>
        </p:nvSpPr>
        <p:spPr>
          <a:xfrm>
            <a:off x="720000" y="4042407"/>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 name="Google Shape;99;p25"/>
          <p:cNvSpPr txBox="1">
            <a:spLocks noGrp="1"/>
          </p:cNvSpPr>
          <p:nvPr>
            <p:ph type="subTitle" idx="3"/>
          </p:nvPr>
        </p:nvSpPr>
        <p:spPr>
          <a:xfrm>
            <a:off x="3152504" y="4042378"/>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 name="Google Shape;100;p25"/>
          <p:cNvSpPr txBox="1">
            <a:spLocks noGrp="1"/>
          </p:cNvSpPr>
          <p:nvPr>
            <p:ph type="subTitle" idx="4"/>
          </p:nvPr>
        </p:nvSpPr>
        <p:spPr>
          <a:xfrm>
            <a:off x="3152504" y="2294299"/>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25"/>
          <p:cNvSpPr txBox="1">
            <a:spLocks noGrp="1"/>
          </p:cNvSpPr>
          <p:nvPr>
            <p:ph type="title" idx="5" hasCustomPrompt="1"/>
          </p:nvPr>
        </p:nvSpPr>
        <p:spPr>
          <a:xfrm>
            <a:off x="720000" y="1342754"/>
            <a:ext cx="701400" cy="553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25"/>
          <p:cNvSpPr txBox="1">
            <a:spLocks noGrp="1"/>
          </p:cNvSpPr>
          <p:nvPr>
            <p:ph type="title" idx="6" hasCustomPrompt="1"/>
          </p:nvPr>
        </p:nvSpPr>
        <p:spPr>
          <a:xfrm>
            <a:off x="3152504" y="3051447"/>
            <a:ext cx="701400" cy="56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25"/>
          <p:cNvSpPr txBox="1">
            <a:spLocks noGrp="1"/>
          </p:cNvSpPr>
          <p:nvPr>
            <p:ph type="title" idx="7" hasCustomPrompt="1"/>
          </p:nvPr>
        </p:nvSpPr>
        <p:spPr>
          <a:xfrm>
            <a:off x="720000" y="3051475"/>
            <a:ext cx="701400" cy="56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25"/>
          <p:cNvSpPr txBox="1">
            <a:spLocks noGrp="1"/>
          </p:cNvSpPr>
          <p:nvPr>
            <p:ph type="title" idx="8" hasCustomPrompt="1"/>
          </p:nvPr>
        </p:nvSpPr>
        <p:spPr>
          <a:xfrm>
            <a:off x="3152504" y="1342746"/>
            <a:ext cx="701400" cy="553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25"/>
          <p:cNvSpPr txBox="1">
            <a:spLocks noGrp="1"/>
          </p:cNvSpPr>
          <p:nvPr>
            <p:ph type="subTitle" idx="9"/>
          </p:nvPr>
        </p:nvSpPr>
        <p:spPr>
          <a:xfrm>
            <a:off x="720000" y="1952768"/>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6" name="Google Shape;106;p25"/>
          <p:cNvSpPr txBox="1">
            <a:spLocks noGrp="1"/>
          </p:cNvSpPr>
          <p:nvPr>
            <p:ph type="subTitle" idx="13"/>
          </p:nvPr>
        </p:nvSpPr>
        <p:spPr>
          <a:xfrm>
            <a:off x="720000" y="3724067"/>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7" name="Google Shape;107;p25"/>
          <p:cNvSpPr txBox="1">
            <a:spLocks noGrp="1"/>
          </p:cNvSpPr>
          <p:nvPr>
            <p:ph type="subTitle" idx="14"/>
          </p:nvPr>
        </p:nvSpPr>
        <p:spPr>
          <a:xfrm>
            <a:off x="3152504" y="3724117"/>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8" name="Google Shape;108;p25"/>
          <p:cNvSpPr txBox="1">
            <a:spLocks noGrp="1"/>
          </p:cNvSpPr>
          <p:nvPr>
            <p:ph type="subTitle" idx="15"/>
          </p:nvPr>
        </p:nvSpPr>
        <p:spPr>
          <a:xfrm>
            <a:off x="3152504" y="1976030"/>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9" name="Google Shape;109;p25"/>
          <p:cNvSpPr>
            <a:spLocks noGrp="1"/>
          </p:cNvSpPr>
          <p:nvPr>
            <p:ph type="pic" idx="16"/>
          </p:nvPr>
        </p:nvSpPr>
        <p:spPr>
          <a:xfrm>
            <a:off x="5971900" y="0"/>
            <a:ext cx="3172200" cy="5143500"/>
          </a:xfrm>
          <a:prstGeom prst="rect">
            <a:avLst/>
          </a:prstGeom>
          <a:noFill/>
          <a:ln>
            <a:noFill/>
          </a:ln>
        </p:spPr>
      </p:sp>
      <p:pic>
        <p:nvPicPr>
          <p:cNvPr id="110" name="Google Shape;110;p25"/>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111" name="Google Shape;111;p25"/>
          <p:cNvCxnSpPr>
            <a:stCxn id="110"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2"/>
        <p:cNvGrpSpPr/>
        <p:nvPr/>
      </p:nvGrpSpPr>
      <p:grpSpPr>
        <a:xfrm>
          <a:off x="0" y="0"/>
          <a:ext cx="0" cy="0"/>
          <a:chOff x="0" y="0"/>
          <a:chExt cx="0" cy="0"/>
        </a:xfrm>
      </p:grpSpPr>
      <p:sp>
        <p:nvSpPr>
          <p:cNvPr id="113" name="Google Shape;113;p26"/>
          <p:cNvSpPr txBox="1">
            <a:spLocks noGrp="1"/>
          </p:cNvSpPr>
          <p:nvPr>
            <p:ph type="title"/>
          </p:nvPr>
        </p:nvSpPr>
        <p:spPr>
          <a:xfrm>
            <a:off x="4406875" y="3489550"/>
            <a:ext cx="40239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500">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4" name="Google Shape;114;p26"/>
          <p:cNvSpPr txBox="1">
            <a:spLocks noGrp="1"/>
          </p:cNvSpPr>
          <p:nvPr>
            <p:ph type="subTitle" idx="1"/>
          </p:nvPr>
        </p:nvSpPr>
        <p:spPr>
          <a:xfrm>
            <a:off x="4406875" y="539500"/>
            <a:ext cx="4023900" cy="294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5"/>
        <p:cNvGrpSpPr/>
        <p:nvPr/>
      </p:nvGrpSpPr>
      <p:grpSpPr>
        <a:xfrm>
          <a:off x="0" y="0"/>
          <a:ext cx="0" cy="0"/>
          <a:chOff x="0" y="0"/>
          <a:chExt cx="0" cy="0"/>
        </a:xfrm>
      </p:grpSpPr>
      <p:sp>
        <p:nvSpPr>
          <p:cNvPr id="116" name="Google Shape;116;p27"/>
          <p:cNvSpPr txBox="1">
            <a:spLocks noGrp="1"/>
          </p:cNvSpPr>
          <p:nvPr>
            <p:ph type="title"/>
          </p:nvPr>
        </p:nvSpPr>
        <p:spPr>
          <a:xfrm>
            <a:off x="720000" y="1491525"/>
            <a:ext cx="2947500" cy="20988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27"/>
          <p:cNvSpPr txBox="1">
            <a:spLocks noGrp="1"/>
          </p:cNvSpPr>
          <p:nvPr>
            <p:ph type="subTitle" idx="1"/>
          </p:nvPr>
        </p:nvSpPr>
        <p:spPr>
          <a:xfrm>
            <a:off x="720000" y="3590300"/>
            <a:ext cx="2947500" cy="101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8" name="Google Shape;118;p27"/>
          <p:cNvSpPr>
            <a:spLocks noGrp="1"/>
          </p:cNvSpPr>
          <p:nvPr>
            <p:ph type="pic" idx="2"/>
          </p:nvPr>
        </p:nvSpPr>
        <p:spPr>
          <a:xfrm>
            <a:off x="4539871" y="0"/>
            <a:ext cx="4604100" cy="51435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1166063" y="1988100"/>
            <a:ext cx="2898900" cy="11337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28"/>
          <p:cNvSpPr txBox="1">
            <a:spLocks noGrp="1"/>
          </p:cNvSpPr>
          <p:nvPr>
            <p:ph type="subTitle" idx="1"/>
          </p:nvPr>
        </p:nvSpPr>
        <p:spPr>
          <a:xfrm>
            <a:off x="1166063" y="3121800"/>
            <a:ext cx="2898900" cy="101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122" name="Google Shape;122;p28"/>
          <p:cNvCxnSpPr>
            <a:endCxn id="123" idx="2"/>
          </p:cNvCxnSpPr>
          <p:nvPr/>
        </p:nvCxnSpPr>
        <p:spPr>
          <a:xfrm rot="10800000">
            <a:off x="978475" y="539500"/>
            <a:ext cx="8165100" cy="0"/>
          </a:xfrm>
          <a:prstGeom prst="straightConnector1">
            <a:avLst/>
          </a:prstGeom>
          <a:noFill/>
          <a:ln w="9525" cap="flat" cmpd="sng">
            <a:solidFill>
              <a:schemeClr val="dk1"/>
            </a:solidFill>
            <a:prstDash val="solid"/>
            <a:round/>
            <a:headEnd type="none" w="med" len="med"/>
            <a:tailEnd type="none" w="med" len="med"/>
          </a:ln>
        </p:spPr>
      </p:cxnSp>
      <p:pic>
        <p:nvPicPr>
          <p:cNvPr id="123" name="Google Shape;123;p28"/>
          <p:cNvPicPr preferRelativeResize="0"/>
          <p:nvPr/>
        </p:nvPicPr>
        <p:blipFill>
          <a:blip r:embed="rId2">
            <a:alphaModFix/>
          </a:blip>
          <a:stretch>
            <a:fillRect/>
          </a:stretch>
        </p:blipFill>
        <p:spPr>
          <a:xfrm rot="-5400000">
            <a:off x="713225" y="406875"/>
            <a:ext cx="265251" cy="265251"/>
          </a:xfrm>
          <a:prstGeom prst="rect">
            <a:avLst/>
          </a:prstGeom>
          <a:noFill/>
          <a:ln>
            <a:noFill/>
          </a:ln>
        </p:spPr>
      </p:pic>
      <p:pic>
        <p:nvPicPr>
          <p:cNvPr id="124" name="Google Shape;124;p28"/>
          <p:cNvPicPr preferRelativeResize="0"/>
          <p:nvPr/>
        </p:nvPicPr>
        <p:blipFill>
          <a:blip r:embed="rId2">
            <a:alphaModFix/>
          </a:blip>
          <a:stretch>
            <a:fillRect/>
          </a:stretch>
        </p:blipFill>
        <p:spPr>
          <a:xfrm rot="5400000">
            <a:off x="8165525" y="4471375"/>
            <a:ext cx="265251" cy="265251"/>
          </a:xfrm>
          <a:prstGeom prst="rect">
            <a:avLst/>
          </a:prstGeom>
          <a:noFill/>
          <a:ln>
            <a:noFill/>
          </a:ln>
        </p:spPr>
      </p:pic>
      <p:cxnSp>
        <p:nvCxnSpPr>
          <p:cNvPr id="125" name="Google Shape;125;p28"/>
          <p:cNvCxnSpPr>
            <a:stCxn id="124" idx="2"/>
          </p:cNvCxnSpPr>
          <p:nvPr/>
        </p:nvCxnSpPr>
        <p:spPr>
          <a:xfrm rot="10800000">
            <a:off x="192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26"/>
        <p:cNvGrpSpPr/>
        <p:nvPr/>
      </p:nvGrpSpPr>
      <p:grpSpPr>
        <a:xfrm>
          <a:off x="0" y="0"/>
          <a:ext cx="0" cy="0"/>
          <a:chOff x="0" y="0"/>
          <a:chExt cx="0" cy="0"/>
        </a:xfrm>
      </p:grpSpPr>
      <p:sp>
        <p:nvSpPr>
          <p:cNvPr id="127" name="Google Shape;127;p29"/>
          <p:cNvSpPr txBox="1">
            <a:spLocks noGrp="1"/>
          </p:cNvSpPr>
          <p:nvPr>
            <p:ph type="title"/>
          </p:nvPr>
        </p:nvSpPr>
        <p:spPr>
          <a:xfrm>
            <a:off x="1702163" y="1988100"/>
            <a:ext cx="2898900" cy="11661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8" name="Google Shape;128;p29"/>
          <p:cNvSpPr txBox="1">
            <a:spLocks noGrp="1"/>
          </p:cNvSpPr>
          <p:nvPr>
            <p:ph type="subTitle" idx="1"/>
          </p:nvPr>
        </p:nvSpPr>
        <p:spPr>
          <a:xfrm>
            <a:off x="1702163" y="3154150"/>
            <a:ext cx="2898900" cy="98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129" name="Google Shape;129;p29"/>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130" name="Google Shape;130;p29"/>
          <p:cNvCxnSpPr>
            <a:endCxn id="129"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pic>
        <p:nvPicPr>
          <p:cNvPr id="131" name="Google Shape;131;p29"/>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132" name="Google Shape;132;p29"/>
          <p:cNvCxnSpPr>
            <a:stCxn id="131"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33"/>
        <p:cNvGrpSpPr/>
        <p:nvPr/>
      </p:nvGrpSpPr>
      <p:grpSpPr>
        <a:xfrm>
          <a:off x="0" y="0"/>
          <a:ext cx="0" cy="0"/>
          <a:chOff x="0" y="0"/>
          <a:chExt cx="0" cy="0"/>
        </a:xfrm>
      </p:grpSpPr>
      <p:sp>
        <p:nvSpPr>
          <p:cNvPr id="134" name="Google Shape;134;p30"/>
          <p:cNvSpPr txBox="1">
            <a:spLocks noGrp="1"/>
          </p:cNvSpPr>
          <p:nvPr>
            <p:ph type="title"/>
          </p:nvPr>
        </p:nvSpPr>
        <p:spPr>
          <a:xfrm>
            <a:off x="4967775" y="1988100"/>
            <a:ext cx="2898900" cy="11337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5" name="Google Shape;135;p30"/>
          <p:cNvSpPr txBox="1">
            <a:spLocks noGrp="1"/>
          </p:cNvSpPr>
          <p:nvPr>
            <p:ph type="subTitle" idx="1"/>
          </p:nvPr>
        </p:nvSpPr>
        <p:spPr>
          <a:xfrm>
            <a:off x="4967925" y="3121800"/>
            <a:ext cx="2898900" cy="101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136" name="Google Shape;136;p30"/>
          <p:cNvCxnSpPr>
            <a:endCxn id="137" idx="2"/>
          </p:cNvCxnSpPr>
          <p:nvPr/>
        </p:nvCxnSpPr>
        <p:spPr>
          <a:xfrm>
            <a:off x="1925" y="539500"/>
            <a:ext cx="8165100" cy="0"/>
          </a:xfrm>
          <a:prstGeom prst="straightConnector1">
            <a:avLst/>
          </a:prstGeom>
          <a:noFill/>
          <a:ln w="9525" cap="flat" cmpd="sng">
            <a:solidFill>
              <a:schemeClr val="dk1"/>
            </a:solidFill>
            <a:prstDash val="solid"/>
            <a:round/>
            <a:headEnd type="none" w="med" len="med"/>
            <a:tailEnd type="none" w="med" len="med"/>
          </a:ln>
        </p:spPr>
      </p:cxnSp>
      <p:pic>
        <p:nvPicPr>
          <p:cNvPr id="137" name="Google Shape;137;p30"/>
          <p:cNvPicPr preferRelativeResize="0"/>
          <p:nvPr/>
        </p:nvPicPr>
        <p:blipFill>
          <a:blip r:embed="rId2">
            <a:alphaModFix/>
          </a:blip>
          <a:stretch>
            <a:fillRect/>
          </a:stretch>
        </p:blipFill>
        <p:spPr>
          <a:xfrm rot="5400000" flipH="1">
            <a:off x="8167025" y="406875"/>
            <a:ext cx="265251" cy="265251"/>
          </a:xfrm>
          <a:prstGeom prst="rect">
            <a:avLst/>
          </a:prstGeom>
          <a:noFill/>
          <a:ln>
            <a:noFill/>
          </a:ln>
        </p:spPr>
      </p:pic>
      <p:pic>
        <p:nvPicPr>
          <p:cNvPr id="138" name="Google Shape;138;p30"/>
          <p:cNvPicPr preferRelativeResize="0"/>
          <p:nvPr/>
        </p:nvPicPr>
        <p:blipFill>
          <a:blip r:embed="rId2">
            <a:alphaModFix/>
          </a:blip>
          <a:stretch>
            <a:fillRect/>
          </a:stretch>
        </p:blipFill>
        <p:spPr>
          <a:xfrm rot="-5400000" flipH="1">
            <a:off x="714725" y="4471375"/>
            <a:ext cx="265251" cy="265251"/>
          </a:xfrm>
          <a:prstGeom prst="rect">
            <a:avLst/>
          </a:prstGeom>
          <a:noFill/>
          <a:ln>
            <a:noFill/>
          </a:ln>
        </p:spPr>
      </p:pic>
      <p:cxnSp>
        <p:nvCxnSpPr>
          <p:cNvPr id="139" name="Google Shape;139;p30"/>
          <p:cNvCxnSpPr>
            <a:stCxn id="138" idx="2"/>
          </p:cNvCxnSpPr>
          <p:nvPr/>
        </p:nvCxnSpPr>
        <p:spPr>
          <a:xfrm>
            <a:off x="97997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40"/>
        <p:cNvGrpSpPr/>
        <p:nvPr/>
      </p:nvGrpSpPr>
      <p:grpSpPr>
        <a:xfrm>
          <a:off x="0" y="0"/>
          <a:ext cx="0" cy="0"/>
          <a:chOff x="0" y="0"/>
          <a:chExt cx="0" cy="0"/>
        </a:xfrm>
      </p:grpSpPr>
      <p:sp>
        <p:nvSpPr>
          <p:cNvPr id="141" name="Google Shape;141;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2" name="Google Shape;142;p31"/>
          <p:cNvSpPr txBox="1">
            <a:spLocks noGrp="1"/>
          </p:cNvSpPr>
          <p:nvPr>
            <p:ph type="subTitle" idx="1"/>
          </p:nvPr>
        </p:nvSpPr>
        <p:spPr>
          <a:xfrm>
            <a:off x="4923249" y="3133051"/>
            <a:ext cx="2505600" cy="12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31"/>
          <p:cNvSpPr txBox="1">
            <a:spLocks noGrp="1"/>
          </p:cNvSpPr>
          <p:nvPr>
            <p:ph type="subTitle" idx="2"/>
          </p:nvPr>
        </p:nvSpPr>
        <p:spPr>
          <a:xfrm>
            <a:off x="1715375" y="3133051"/>
            <a:ext cx="2505600" cy="12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4" name="Google Shape;144;p31"/>
          <p:cNvSpPr txBox="1">
            <a:spLocks noGrp="1"/>
          </p:cNvSpPr>
          <p:nvPr>
            <p:ph type="subTitle" idx="3"/>
          </p:nvPr>
        </p:nvSpPr>
        <p:spPr>
          <a:xfrm>
            <a:off x="1715375" y="2645425"/>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5" name="Google Shape;145;p31"/>
          <p:cNvSpPr txBox="1">
            <a:spLocks noGrp="1"/>
          </p:cNvSpPr>
          <p:nvPr>
            <p:ph type="subTitle" idx="4"/>
          </p:nvPr>
        </p:nvSpPr>
        <p:spPr>
          <a:xfrm>
            <a:off x="4923250" y="2645425"/>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46" name="Google Shape;146;p31"/>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147" name="Google Shape;147;p31"/>
          <p:cNvCxnSpPr>
            <a:stCxn id="146"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pic>
        <p:nvPicPr>
          <p:cNvPr id="148" name="Google Shape;148;p31"/>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149" name="Google Shape;149;p31"/>
          <p:cNvCxnSpPr>
            <a:endCxn id="148"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50"/>
        <p:cNvGrpSpPr/>
        <p:nvPr/>
      </p:nvGrpSpPr>
      <p:grpSpPr>
        <a:xfrm>
          <a:off x="0" y="0"/>
          <a:ext cx="0" cy="0"/>
          <a:chOff x="0" y="0"/>
          <a:chExt cx="0" cy="0"/>
        </a:xfrm>
      </p:grpSpPr>
      <p:sp>
        <p:nvSpPr>
          <p:cNvPr id="151" name="Google Shape;151;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2" name="Google Shape;152;p32"/>
          <p:cNvSpPr txBox="1">
            <a:spLocks noGrp="1"/>
          </p:cNvSpPr>
          <p:nvPr>
            <p:ph type="subTitle" idx="1"/>
          </p:nvPr>
        </p:nvSpPr>
        <p:spPr>
          <a:xfrm>
            <a:off x="4298852" y="1444025"/>
            <a:ext cx="3316200" cy="26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3" name="Google Shape;153;p32"/>
          <p:cNvSpPr txBox="1">
            <a:spLocks noGrp="1"/>
          </p:cNvSpPr>
          <p:nvPr>
            <p:ph type="subTitle" idx="2"/>
          </p:nvPr>
        </p:nvSpPr>
        <p:spPr>
          <a:xfrm>
            <a:off x="720000" y="1444025"/>
            <a:ext cx="3316200" cy="26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54" name="Google Shape;154;p32"/>
          <p:cNvPicPr preferRelativeResize="0"/>
          <p:nvPr/>
        </p:nvPicPr>
        <p:blipFill>
          <a:blip r:embed="rId2">
            <a:alphaModFix/>
          </a:blip>
          <a:stretch>
            <a:fillRect/>
          </a:stretch>
        </p:blipFill>
        <p:spPr>
          <a:xfrm rot="5400000">
            <a:off x="8158750" y="4471375"/>
            <a:ext cx="265251" cy="265251"/>
          </a:xfrm>
          <a:prstGeom prst="rect">
            <a:avLst/>
          </a:prstGeom>
          <a:noFill/>
          <a:ln>
            <a:noFill/>
          </a:ln>
        </p:spPr>
      </p:pic>
      <p:cxnSp>
        <p:nvCxnSpPr>
          <p:cNvPr id="155" name="Google Shape;155;p32"/>
          <p:cNvCxnSpPr>
            <a:endCxn id="154"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6"/>
        <p:cNvGrpSpPr/>
        <p:nvPr/>
      </p:nvGrpSpPr>
      <p:grpSpPr>
        <a:xfrm>
          <a:off x="0" y="0"/>
          <a:ext cx="0" cy="0"/>
          <a:chOff x="0" y="0"/>
          <a:chExt cx="0" cy="0"/>
        </a:xfrm>
      </p:grpSpPr>
      <p:sp>
        <p:nvSpPr>
          <p:cNvPr id="157" name="Google Shape;157;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8" name="Google Shape;158;p33"/>
          <p:cNvSpPr txBox="1">
            <a:spLocks noGrp="1"/>
          </p:cNvSpPr>
          <p:nvPr>
            <p:ph type="subTitle" idx="1"/>
          </p:nvPr>
        </p:nvSpPr>
        <p:spPr>
          <a:xfrm>
            <a:off x="720001"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9" name="Google Shape;159;p33"/>
          <p:cNvSpPr txBox="1">
            <a:spLocks noGrp="1"/>
          </p:cNvSpPr>
          <p:nvPr>
            <p:ph type="subTitle" idx="2"/>
          </p:nvPr>
        </p:nvSpPr>
        <p:spPr>
          <a:xfrm>
            <a:off x="3402596"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0" name="Google Shape;160;p33"/>
          <p:cNvSpPr txBox="1">
            <a:spLocks noGrp="1"/>
          </p:cNvSpPr>
          <p:nvPr>
            <p:ph type="subTitle" idx="3"/>
          </p:nvPr>
        </p:nvSpPr>
        <p:spPr>
          <a:xfrm>
            <a:off x="6085198"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1" name="Google Shape;161;p33"/>
          <p:cNvSpPr txBox="1">
            <a:spLocks noGrp="1"/>
          </p:cNvSpPr>
          <p:nvPr>
            <p:ph type="subTitle" idx="4"/>
          </p:nvPr>
        </p:nvSpPr>
        <p:spPr>
          <a:xfrm>
            <a:off x="720000"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2" name="Google Shape;162;p33"/>
          <p:cNvSpPr txBox="1">
            <a:spLocks noGrp="1"/>
          </p:cNvSpPr>
          <p:nvPr>
            <p:ph type="subTitle" idx="5"/>
          </p:nvPr>
        </p:nvSpPr>
        <p:spPr>
          <a:xfrm>
            <a:off x="3402600"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3" name="Google Shape;163;p33"/>
          <p:cNvSpPr txBox="1">
            <a:spLocks noGrp="1"/>
          </p:cNvSpPr>
          <p:nvPr>
            <p:ph type="subTitle" idx="6"/>
          </p:nvPr>
        </p:nvSpPr>
        <p:spPr>
          <a:xfrm>
            <a:off x="6085199"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64" name="Google Shape;164;p33"/>
          <p:cNvPicPr preferRelativeResize="0"/>
          <p:nvPr/>
        </p:nvPicPr>
        <p:blipFill>
          <a:blip r:embed="rId2">
            <a:alphaModFix/>
          </a:blip>
          <a:stretch>
            <a:fillRect/>
          </a:stretch>
        </p:blipFill>
        <p:spPr>
          <a:xfrm rot="5400000">
            <a:off x="8158750" y="4471375"/>
            <a:ext cx="265251" cy="265251"/>
          </a:xfrm>
          <a:prstGeom prst="rect">
            <a:avLst/>
          </a:prstGeom>
          <a:noFill/>
          <a:ln>
            <a:noFill/>
          </a:ln>
        </p:spPr>
      </p:pic>
      <p:cxnSp>
        <p:nvCxnSpPr>
          <p:cNvPr id="165" name="Google Shape;165;p33"/>
          <p:cNvCxnSpPr>
            <a:endCxn id="164"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66"/>
        <p:cNvGrpSpPr/>
        <p:nvPr/>
      </p:nvGrpSpPr>
      <p:grpSpPr>
        <a:xfrm>
          <a:off x="0" y="0"/>
          <a:ext cx="0" cy="0"/>
          <a:chOff x="0" y="0"/>
          <a:chExt cx="0" cy="0"/>
        </a:xfrm>
      </p:grpSpPr>
      <p:sp>
        <p:nvSpPr>
          <p:cNvPr id="167" name="Google Shape;16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8" name="Google Shape;168;p34"/>
          <p:cNvSpPr txBox="1">
            <a:spLocks noGrp="1"/>
          </p:cNvSpPr>
          <p:nvPr>
            <p:ph type="subTitle" idx="1"/>
          </p:nvPr>
        </p:nvSpPr>
        <p:spPr>
          <a:xfrm>
            <a:off x="1481700" y="1971400"/>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9" name="Google Shape;169;p34"/>
          <p:cNvSpPr txBox="1">
            <a:spLocks noGrp="1"/>
          </p:cNvSpPr>
          <p:nvPr>
            <p:ph type="subTitle" idx="2"/>
          </p:nvPr>
        </p:nvSpPr>
        <p:spPr>
          <a:xfrm>
            <a:off x="4752428" y="1971400"/>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0" name="Google Shape;170;p34"/>
          <p:cNvSpPr txBox="1">
            <a:spLocks noGrp="1"/>
          </p:cNvSpPr>
          <p:nvPr>
            <p:ph type="subTitle" idx="3"/>
          </p:nvPr>
        </p:nvSpPr>
        <p:spPr>
          <a:xfrm>
            <a:off x="1481700" y="3589525"/>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1" name="Google Shape;171;p34"/>
          <p:cNvSpPr txBox="1">
            <a:spLocks noGrp="1"/>
          </p:cNvSpPr>
          <p:nvPr>
            <p:ph type="subTitle" idx="4"/>
          </p:nvPr>
        </p:nvSpPr>
        <p:spPr>
          <a:xfrm>
            <a:off x="4752428" y="3589525"/>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2" name="Google Shape;172;p34"/>
          <p:cNvSpPr txBox="1">
            <a:spLocks noGrp="1"/>
          </p:cNvSpPr>
          <p:nvPr>
            <p:ph type="subTitle" idx="5"/>
          </p:nvPr>
        </p:nvSpPr>
        <p:spPr>
          <a:xfrm>
            <a:off x="1481700" y="155955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3" name="Google Shape;173;p34"/>
          <p:cNvSpPr txBox="1">
            <a:spLocks noGrp="1"/>
          </p:cNvSpPr>
          <p:nvPr>
            <p:ph type="subTitle" idx="6"/>
          </p:nvPr>
        </p:nvSpPr>
        <p:spPr>
          <a:xfrm>
            <a:off x="1481700" y="317760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4" name="Google Shape;174;p34"/>
          <p:cNvSpPr txBox="1">
            <a:spLocks noGrp="1"/>
          </p:cNvSpPr>
          <p:nvPr>
            <p:ph type="subTitle" idx="7"/>
          </p:nvPr>
        </p:nvSpPr>
        <p:spPr>
          <a:xfrm>
            <a:off x="4752424" y="155955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5" name="Google Shape;175;p34"/>
          <p:cNvSpPr txBox="1">
            <a:spLocks noGrp="1"/>
          </p:cNvSpPr>
          <p:nvPr>
            <p:ph type="subTitle" idx="8"/>
          </p:nvPr>
        </p:nvSpPr>
        <p:spPr>
          <a:xfrm>
            <a:off x="4752424" y="317760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76" name="Google Shape;176;p34"/>
          <p:cNvPicPr preferRelativeResize="0"/>
          <p:nvPr/>
        </p:nvPicPr>
        <p:blipFill>
          <a:blip r:embed="rId2">
            <a:alphaModFix/>
          </a:blip>
          <a:stretch>
            <a:fillRect/>
          </a:stretch>
        </p:blipFill>
        <p:spPr>
          <a:xfrm>
            <a:off x="8656950" y="539500"/>
            <a:ext cx="265251" cy="265251"/>
          </a:xfrm>
          <a:prstGeom prst="rect">
            <a:avLst/>
          </a:prstGeom>
          <a:noFill/>
          <a:ln>
            <a:noFill/>
          </a:ln>
        </p:spPr>
      </p:pic>
      <p:cxnSp>
        <p:nvCxnSpPr>
          <p:cNvPr id="177" name="Google Shape;177;p34"/>
          <p:cNvCxnSpPr>
            <a:stCxn id="176" idx="2"/>
          </p:cNvCxnSpPr>
          <p:nvPr/>
        </p:nvCxnSpPr>
        <p:spPr>
          <a:xfrm>
            <a:off x="8789575"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78"/>
        <p:cNvGrpSpPr/>
        <p:nvPr/>
      </p:nvGrpSpPr>
      <p:grpSpPr>
        <a:xfrm>
          <a:off x="0" y="0"/>
          <a:ext cx="0" cy="0"/>
          <a:chOff x="0" y="0"/>
          <a:chExt cx="0" cy="0"/>
        </a:xfrm>
      </p:grpSpPr>
      <p:sp>
        <p:nvSpPr>
          <p:cNvPr id="179" name="Google Shape;17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0" name="Google Shape;180;p35"/>
          <p:cNvSpPr txBox="1">
            <a:spLocks noGrp="1"/>
          </p:cNvSpPr>
          <p:nvPr>
            <p:ph type="subTitle" idx="1"/>
          </p:nvPr>
        </p:nvSpPr>
        <p:spPr>
          <a:xfrm>
            <a:off x="714886" y="1906316"/>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1" name="Google Shape;181;p35"/>
          <p:cNvSpPr txBox="1">
            <a:spLocks noGrp="1"/>
          </p:cNvSpPr>
          <p:nvPr>
            <p:ph type="subTitle" idx="2"/>
          </p:nvPr>
        </p:nvSpPr>
        <p:spPr>
          <a:xfrm>
            <a:off x="3477686" y="1906316"/>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2" name="Google Shape;182;p35"/>
          <p:cNvSpPr txBox="1">
            <a:spLocks noGrp="1"/>
          </p:cNvSpPr>
          <p:nvPr>
            <p:ph type="subTitle" idx="3"/>
          </p:nvPr>
        </p:nvSpPr>
        <p:spPr>
          <a:xfrm>
            <a:off x="714886" y="3492100"/>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3" name="Google Shape;183;p35"/>
          <p:cNvSpPr txBox="1">
            <a:spLocks noGrp="1"/>
          </p:cNvSpPr>
          <p:nvPr>
            <p:ph type="subTitle" idx="4"/>
          </p:nvPr>
        </p:nvSpPr>
        <p:spPr>
          <a:xfrm>
            <a:off x="3477686" y="3492100"/>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4" name="Google Shape;184;p35"/>
          <p:cNvSpPr txBox="1">
            <a:spLocks noGrp="1"/>
          </p:cNvSpPr>
          <p:nvPr>
            <p:ph type="subTitle" idx="5"/>
          </p:nvPr>
        </p:nvSpPr>
        <p:spPr>
          <a:xfrm>
            <a:off x="6241836" y="1906316"/>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5" name="Google Shape;185;p35"/>
          <p:cNvSpPr txBox="1">
            <a:spLocks noGrp="1"/>
          </p:cNvSpPr>
          <p:nvPr>
            <p:ph type="subTitle" idx="6"/>
          </p:nvPr>
        </p:nvSpPr>
        <p:spPr>
          <a:xfrm>
            <a:off x="6241836" y="3492100"/>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6" name="Google Shape;186;p35"/>
          <p:cNvSpPr txBox="1">
            <a:spLocks noGrp="1"/>
          </p:cNvSpPr>
          <p:nvPr>
            <p:ph type="subTitle" idx="7"/>
          </p:nvPr>
        </p:nvSpPr>
        <p:spPr>
          <a:xfrm>
            <a:off x="713225" y="1644825"/>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7" name="Google Shape;187;p35"/>
          <p:cNvSpPr txBox="1">
            <a:spLocks noGrp="1"/>
          </p:cNvSpPr>
          <p:nvPr>
            <p:ph type="subTitle" idx="8"/>
          </p:nvPr>
        </p:nvSpPr>
        <p:spPr>
          <a:xfrm>
            <a:off x="3476025" y="1644825"/>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8" name="Google Shape;188;p35"/>
          <p:cNvSpPr txBox="1">
            <a:spLocks noGrp="1"/>
          </p:cNvSpPr>
          <p:nvPr>
            <p:ph type="subTitle" idx="9"/>
          </p:nvPr>
        </p:nvSpPr>
        <p:spPr>
          <a:xfrm>
            <a:off x="6240175" y="1644825"/>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9" name="Google Shape;189;p35"/>
          <p:cNvSpPr txBox="1">
            <a:spLocks noGrp="1"/>
          </p:cNvSpPr>
          <p:nvPr>
            <p:ph type="subTitle" idx="13"/>
          </p:nvPr>
        </p:nvSpPr>
        <p:spPr>
          <a:xfrm>
            <a:off x="713225" y="3229471"/>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0" name="Google Shape;190;p35"/>
          <p:cNvSpPr txBox="1">
            <a:spLocks noGrp="1"/>
          </p:cNvSpPr>
          <p:nvPr>
            <p:ph type="subTitle" idx="14"/>
          </p:nvPr>
        </p:nvSpPr>
        <p:spPr>
          <a:xfrm>
            <a:off x="3476025" y="3229471"/>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1" name="Google Shape;191;p35"/>
          <p:cNvSpPr txBox="1">
            <a:spLocks noGrp="1"/>
          </p:cNvSpPr>
          <p:nvPr>
            <p:ph type="subTitle" idx="15"/>
          </p:nvPr>
        </p:nvSpPr>
        <p:spPr>
          <a:xfrm>
            <a:off x="6240175" y="3229471"/>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192" name="Google Shape;192;p35"/>
          <p:cNvCxnSpPr>
            <a:endCxn id="193" idx="2"/>
          </p:cNvCxnSpPr>
          <p:nvPr/>
        </p:nvCxnSpPr>
        <p:spPr>
          <a:xfrm rot="10800000">
            <a:off x="978475" y="4604000"/>
            <a:ext cx="8165100" cy="0"/>
          </a:xfrm>
          <a:prstGeom prst="straightConnector1">
            <a:avLst/>
          </a:prstGeom>
          <a:noFill/>
          <a:ln w="9525" cap="flat" cmpd="sng">
            <a:solidFill>
              <a:schemeClr val="dk1"/>
            </a:solidFill>
            <a:prstDash val="solid"/>
            <a:round/>
            <a:headEnd type="none" w="med" len="med"/>
            <a:tailEnd type="none" w="med" len="med"/>
          </a:ln>
        </p:spPr>
      </p:cxnSp>
      <p:pic>
        <p:nvPicPr>
          <p:cNvPr id="193" name="Google Shape;193;p35"/>
          <p:cNvPicPr preferRelativeResize="0"/>
          <p:nvPr/>
        </p:nvPicPr>
        <p:blipFill>
          <a:blip r:embed="rId2">
            <a:alphaModFix/>
          </a:blip>
          <a:stretch>
            <a:fillRect/>
          </a:stretch>
        </p:blipFill>
        <p:spPr>
          <a:xfrm rot="-5400000">
            <a:off x="713225" y="4471375"/>
            <a:ext cx="265251" cy="265251"/>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ive columns ">
  <p:cSld name="CUSTOM_7_1">
    <p:spTree>
      <p:nvGrpSpPr>
        <p:cNvPr id="1" name="Shape 194"/>
        <p:cNvGrpSpPr/>
        <p:nvPr/>
      </p:nvGrpSpPr>
      <p:grpSpPr>
        <a:xfrm>
          <a:off x="0" y="0"/>
          <a:ext cx="0" cy="0"/>
          <a:chOff x="0" y="0"/>
          <a:chExt cx="0" cy="0"/>
        </a:xfrm>
      </p:grpSpPr>
      <p:sp>
        <p:nvSpPr>
          <p:cNvPr id="195" name="Google Shape;195;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6" name="Google Shape;196;p36"/>
          <p:cNvSpPr txBox="1">
            <a:spLocks noGrp="1"/>
          </p:cNvSpPr>
          <p:nvPr>
            <p:ph type="subTitle" idx="1"/>
          </p:nvPr>
        </p:nvSpPr>
        <p:spPr>
          <a:xfrm>
            <a:off x="2285187" y="2239126"/>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7" name="Google Shape;197;p36"/>
          <p:cNvSpPr txBox="1">
            <a:spLocks noGrp="1"/>
          </p:cNvSpPr>
          <p:nvPr>
            <p:ph type="subTitle" idx="2"/>
          </p:nvPr>
        </p:nvSpPr>
        <p:spPr>
          <a:xfrm>
            <a:off x="4820324" y="2239126"/>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8" name="Google Shape;198;p36"/>
          <p:cNvSpPr txBox="1">
            <a:spLocks noGrp="1"/>
          </p:cNvSpPr>
          <p:nvPr>
            <p:ph type="subTitle" idx="3"/>
          </p:nvPr>
        </p:nvSpPr>
        <p:spPr>
          <a:xfrm>
            <a:off x="1017612" y="4031700"/>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9" name="Google Shape;199;p36"/>
          <p:cNvSpPr txBox="1">
            <a:spLocks noGrp="1"/>
          </p:cNvSpPr>
          <p:nvPr>
            <p:ph type="subTitle" idx="4"/>
          </p:nvPr>
        </p:nvSpPr>
        <p:spPr>
          <a:xfrm>
            <a:off x="3552749" y="4031700"/>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0" name="Google Shape;200;p36"/>
          <p:cNvSpPr txBox="1">
            <a:spLocks noGrp="1"/>
          </p:cNvSpPr>
          <p:nvPr>
            <p:ph type="subTitle" idx="5"/>
          </p:nvPr>
        </p:nvSpPr>
        <p:spPr>
          <a:xfrm>
            <a:off x="6087886" y="4031700"/>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1" name="Google Shape;201;p36"/>
          <p:cNvSpPr txBox="1">
            <a:spLocks noGrp="1"/>
          </p:cNvSpPr>
          <p:nvPr>
            <p:ph type="subTitle" idx="6"/>
          </p:nvPr>
        </p:nvSpPr>
        <p:spPr>
          <a:xfrm>
            <a:off x="2289185" y="1791325"/>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02" name="Google Shape;202;p36"/>
          <p:cNvSpPr txBox="1">
            <a:spLocks noGrp="1"/>
          </p:cNvSpPr>
          <p:nvPr>
            <p:ph type="subTitle" idx="7"/>
          </p:nvPr>
        </p:nvSpPr>
        <p:spPr>
          <a:xfrm>
            <a:off x="4824325" y="1791325"/>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03" name="Google Shape;203;p36"/>
          <p:cNvSpPr txBox="1">
            <a:spLocks noGrp="1"/>
          </p:cNvSpPr>
          <p:nvPr>
            <p:ph type="subTitle" idx="8"/>
          </p:nvPr>
        </p:nvSpPr>
        <p:spPr>
          <a:xfrm>
            <a:off x="1021610" y="3583794"/>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04" name="Google Shape;204;p36"/>
          <p:cNvSpPr txBox="1">
            <a:spLocks noGrp="1"/>
          </p:cNvSpPr>
          <p:nvPr>
            <p:ph type="subTitle" idx="9"/>
          </p:nvPr>
        </p:nvSpPr>
        <p:spPr>
          <a:xfrm>
            <a:off x="3556751" y="3583794"/>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05" name="Google Shape;205;p36"/>
          <p:cNvSpPr txBox="1">
            <a:spLocks noGrp="1"/>
          </p:cNvSpPr>
          <p:nvPr>
            <p:ph type="subTitle" idx="13"/>
          </p:nvPr>
        </p:nvSpPr>
        <p:spPr>
          <a:xfrm>
            <a:off x="6091891" y="3583794"/>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206" name="Google Shape;206;p36"/>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207" name="Google Shape;207;p36"/>
          <p:cNvCxnSpPr>
            <a:stCxn id="206"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pic>
        <p:nvPicPr>
          <p:cNvPr id="208" name="Google Shape;208;p36"/>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209" name="Google Shape;209;p36"/>
          <p:cNvCxnSpPr>
            <a:endCxn id="208"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10"/>
        <p:cNvGrpSpPr/>
        <p:nvPr/>
      </p:nvGrpSpPr>
      <p:grpSpPr>
        <a:xfrm>
          <a:off x="0" y="0"/>
          <a:ext cx="0" cy="0"/>
          <a:chOff x="0" y="0"/>
          <a:chExt cx="0" cy="0"/>
        </a:xfrm>
      </p:grpSpPr>
      <p:sp>
        <p:nvSpPr>
          <p:cNvPr id="211" name="Google Shape;211;p37"/>
          <p:cNvSpPr txBox="1">
            <a:spLocks noGrp="1"/>
          </p:cNvSpPr>
          <p:nvPr>
            <p:ph type="title" hasCustomPrompt="1"/>
          </p:nvPr>
        </p:nvSpPr>
        <p:spPr>
          <a:xfrm>
            <a:off x="4474550" y="539500"/>
            <a:ext cx="3956100" cy="822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2" name="Google Shape;212;p37"/>
          <p:cNvSpPr txBox="1">
            <a:spLocks noGrp="1"/>
          </p:cNvSpPr>
          <p:nvPr>
            <p:ph type="subTitle" idx="1"/>
          </p:nvPr>
        </p:nvSpPr>
        <p:spPr>
          <a:xfrm>
            <a:off x="4474550" y="1351275"/>
            <a:ext cx="3956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13" name="Google Shape;213;p37"/>
          <p:cNvSpPr txBox="1">
            <a:spLocks noGrp="1"/>
          </p:cNvSpPr>
          <p:nvPr>
            <p:ph type="title" idx="2" hasCustomPrompt="1"/>
          </p:nvPr>
        </p:nvSpPr>
        <p:spPr>
          <a:xfrm>
            <a:off x="4474550" y="1794910"/>
            <a:ext cx="3956100" cy="822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4" name="Google Shape;214;p37"/>
          <p:cNvSpPr txBox="1">
            <a:spLocks noGrp="1"/>
          </p:cNvSpPr>
          <p:nvPr>
            <p:ph type="subTitle" idx="3"/>
          </p:nvPr>
        </p:nvSpPr>
        <p:spPr>
          <a:xfrm>
            <a:off x="4474550" y="2609187"/>
            <a:ext cx="3956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15" name="Google Shape;215;p37"/>
          <p:cNvSpPr txBox="1">
            <a:spLocks noGrp="1"/>
          </p:cNvSpPr>
          <p:nvPr>
            <p:ph type="title" idx="4" hasCustomPrompt="1"/>
          </p:nvPr>
        </p:nvSpPr>
        <p:spPr>
          <a:xfrm>
            <a:off x="4474550" y="3050296"/>
            <a:ext cx="3956100" cy="822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6" name="Google Shape;216;p37"/>
          <p:cNvSpPr txBox="1">
            <a:spLocks noGrp="1"/>
          </p:cNvSpPr>
          <p:nvPr>
            <p:ph type="subTitle" idx="5"/>
          </p:nvPr>
        </p:nvSpPr>
        <p:spPr>
          <a:xfrm>
            <a:off x="4474550" y="3867125"/>
            <a:ext cx="3956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217"/>
        <p:cNvGrpSpPr/>
        <p:nvPr/>
      </p:nvGrpSpPr>
      <p:grpSpPr>
        <a:xfrm>
          <a:off x="0" y="0"/>
          <a:ext cx="0" cy="0"/>
          <a:chOff x="0" y="0"/>
          <a:chExt cx="0" cy="0"/>
        </a:xfrm>
      </p:grpSpPr>
      <p:sp>
        <p:nvSpPr>
          <p:cNvPr id="218" name="Google Shape;218;p38"/>
          <p:cNvSpPr txBox="1">
            <a:spLocks noGrp="1"/>
          </p:cNvSpPr>
          <p:nvPr>
            <p:ph type="title" hasCustomPrompt="1"/>
          </p:nvPr>
        </p:nvSpPr>
        <p:spPr>
          <a:xfrm>
            <a:off x="1194900" y="1417650"/>
            <a:ext cx="13989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9" name="Google Shape;219;p38"/>
          <p:cNvSpPr txBox="1">
            <a:spLocks noGrp="1"/>
          </p:cNvSpPr>
          <p:nvPr>
            <p:ph type="subTitle" idx="1"/>
          </p:nvPr>
        </p:nvSpPr>
        <p:spPr>
          <a:xfrm>
            <a:off x="720000" y="3844400"/>
            <a:ext cx="23487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20" name="Google Shape;220;p38"/>
          <p:cNvSpPr txBox="1">
            <a:spLocks noGrp="1"/>
          </p:cNvSpPr>
          <p:nvPr>
            <p:ph type="subTitle" idx="2"/>
          </p:nvPr>
        </p:nvSpPr>
        <p:spPr>
          <a:xfrm>
            <a:off x="720000" y="3412325"/>
            <a:ext cx="23487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1" name="Google Shape;221;p38"/>
          <p:cNvSpPr txBox="1">
            <a:spLocks noGrp="1"/>
          </p:cNvSpPr>
          <p:nvPr>
            <p:ph type="title" idx="3" hasCustomPrompt="1"/>
          </p:nvPr>
        </p:nvSpPr>
        <p:spPr>
          <a:xfrm>
            <a:off x="3876825" y="1417650"/>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2" name="Google Shape;222;p38"/>
          <p:cNvSpPr txBox="1">
            <a:spLocks noGrp="1"/>
          </p:cNvSpPr>
          <p:nvPr>
            <p:ph type="subTitle" idx="4"/>
          </p:nvPr>
        </p:nvSpPr>
        <p:spPr>
          <a:xfrm>
            <a:off x="3401036" y="3844400"/>
            <a:ext cx="23487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23" name="Google Shape;223;p38"/>
          <p:cNvSpPr txBox="1">
            <a:spLocks noGrp="1"/>
          </p:cNvSpPr>
          <p:nvPr>
            <p:ph type="subTitle" idx="5"/>
          </p:nvPr>
        </p:nvSpPr>
        <p:spPr>
          <a:xfrm>
            <a:off x="3401036" y="3412325"/>
            <a:ext cx="23487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4" name="Google Shape;224;p38"/>
          <p:cNvSpPr txBox="1">
            <a:spLocks noGrp="1"/>
          </p:cNvSpPr>
          <p:nvPr>
            <p:ph type="title" idx="6" hasCustomPrompt="1"/>
          </p:nvPr>
        </p:nvSpPr>
        <p:spPr>
          <a:xfrm>
            <a:off x="6557575" y="1417650"/>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5" name="Google Shape;225;p38"/>
          <p:cNvSpPr txBox="1">
            <a:spLocks noGrp="1"/>
          </p:cNvSpPr>
          <p:nvPr>
            <p:ph type="subTitle" idx="7"/>
          </p:nvPr>
        </p:nvSpPr>
        <p:spPr>
          <a:xfrm>
            <a:off x="6082071" y="3844400"/>
            <a:ext cx="23487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26" name="Google Shape;226;p38"/>
          <p:cNvSpPr txBox="1">
            <a:spLocks noGrp="1"/>
          </p:cNvSpPr>
          <p:nvPr>
            <p:ph type="subTitle" idx="8"/>
          </p:nvPr>
        </p:nvSpPr>
        <p:spPr>
          <a:xfrm>
            <a:off x="6082071" y="3412325"/>
            <a:ext cx="23487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7" name="Google Shape;227;p38"/>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28" name="Google Shape;228;p38"/>
          <p:cNvPicPr preferRelativeResize="0"/>
          <p:nvPr/>
        </p:nvPicPr>
        <p:blipFill>
          <a:blip r:embed="rId2">
            <a:alphaModFix/>
          </a:blip>
          <a:stretch>
            <a:fillRect/>
          </a:stretch>
        </p:blipFill>
        <p:spPr>
          <a:xfrm rot="10800000">
            <a:off x="236775" y="4338750"/>
            <a:ext cx="265251" cy="265251"/>
          </a:xfrm>
          <a:prstGeom prst="rect">
            <a:avLst/>
          </a:prstGeom>
          <a:noFill/>
          <a:ln>
            <a:noFill/>
          </a:ln>
        </p:spPr>
      </p:pic>
      <p:cxnSp>
        <p:nvCxnSpPr>
          <p:cNvPr id="229" name="Google Shape;229;p38"/>
          <p:cNvCxnSpPr>
            <a:endCxn id="228" idx="2"/>
          </p:cNvCxnSpPr>
          <p:nvPr/>
        </p:nvCxnSpPr>
        <p:spPr>
          <a:xfrm>
            <a:off x="369400" y="-150"/>
            <a:ext cx="0" cy="4338900"/>
          </a:xfrm>
          <a:prstGeom prst="straightConnector1">
            <a:avLst/>
          </a:prstGeom>
          <a:noFill/>
          <a:ln w="9525" cap="flat" cmpd="sng">
            <a:solidFill>
              <a:schemeClr val="dk1"/>
            </a:solidFill>
            <a:prstDash val="solid"/>
            <a:round/>
            <a:headEnd type="none" w="med" len="med"/>
            <a:tailEnd type="none" w="med" len="med"/>
          </a:ln>
        </p:spPr>
      </p:cxnSp>
      <p:pic>
        <p:nvPicPr>
          <p:cNvPr id="230" name="Google Shape;230;p38"/>
          <p:cNvPicPr preferRelativeResize="0"/>
          <p:nvPr/>
        </p:nvPicPr>
        <p:blipFill>
          <a:blip r:embed="rId2">
            <a:alphaModFix/>
          </a:blip>
          <a:stretch>
            <a:fillRect/>
          </a:stretch>
        </p:blipFill>
        <p:spPr>
          <a:xfrm>
            <a:off x="8648725" y="539500"/>
            <a:ext cx="265251" cy="265251"/>
          </a:xfrm>
          <a:prstGeom prst="rect">
            <a:avLst/>
          </a:prstGeom>
          <a:noFill/>
          <a:ln>
            <a:noFill/>
          </a:ln>
        </p:spPr>
      </p:pic>
      <p:cxnSp>
        <p:nvCxnSpPr>
          <p:cNvPr id="231" name="Google Shape;231;p38"/>
          <p:cNvCxnSpPr>
            <a:stCxn id="230" idx="2"/>
          </p:cNvCxnSpPr>
          <p:nvPr/>
        </p:nvCxnSpPr>
        <p:spPr>
          <a:xfrm>
            <a:off x="878135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32"/>
        <p:cNvGrpSpPr/>
        <p:nvPr/>
      </p:nvGrpSpPr>
      <p:grpSpPr>
        <a:xfrm>
          <a:off x="0" y="0"/>
          <a:ext cx="0" cy="0"/>
          <a:chOff x="0" y="0"/>
          <a:chExt cx="0" cy="0"/>
        </a:xfrm>
      </p:grpSpPr>
      <p:sp>
        <p:nvSpPr>
          <p:cNvPr id="233" name="Google Shape;233;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34" name="Google Shape;234;p39"/>
          <p:cNvPicPr preferRelativeResize="0"/>
          <p:nvPr/>
        </p:nvPicPr>
        <p:blipFill>
          <a:blip r:embed="rId2">
            <a:alphaModFix/>
          </a:blip>
          <a:stretch>
            <a:fillRect/>
          </a:stretch>
        </p:blipFill>
        <p:spPr>
          <a:xfrm>
            <a:off x="8656950" y="539500"/>
            <a:ext cx="265251" cy="265251"/>
          </a:xfrm>
          <a:prstGeom prst="rect">
            <a:avLst/>
          </a:prstGeom>
          <a:noFill/>
          <a:ln>
            <a:noFill/>
          </a:ln>
        </p:spPr>
      </p:pic>
      <p:cxnSp>
        <p:nvCxnSpPr>
          <p:cNvPr id="235" name="Google Shape;235;p39"/>
          <p:cNvCxnSpPr>
            <a:stCxn id="234" idx="2"/>
          </p:cNvCxnSpPr>
          <p:nvPr/>
        </p:nvCxnSpPr>
        <p:spPr>
          <a:xfrm>
            <a:off x="8789575" y="804751"/>
            <a:ext cx="0" cy="4342500"/>
          </a:xfrm>
          <a:prstGeom prst="straightConnector1">
            <a:avLst/>
          </a:prstGeom>
          <a:noFill/>
          <a:ln w="9525" cap="flat" cmpd="sng">
            <a:solidFill>
              <a:schemeClr val="dk1"/>
            </a:solidFill>
            <a:prstDash val="solid"/>
            <a:round/>
            <a:headEnd type="none" w="med" len="med"/>
            <a:tailEnd type="none" w="med" len="med"/>
          </a:ln>
        </p:spPr>
      </p:cxnSp>
      <p:pic>
        <p:nvPicPr>
          <p:cNvPr id="236" name="Google Shape;236;p39"/>
          <p:cNvPicPr preferRelativeResize="0"/>
          <p:nvPr/>
        </p:nvPicPr>
        <p:blipFill>
          <a:blip r:embed="rId2">
            <a:alphaModFix/>
          </a:blip>
          <a:stretch>
            <a:fillRect/>
          </a:stretch>
        </p:blipFill>
        <p:spPr>
          <a:xfrm rot="10800000">
            <a:off x="236775" y="4338750"/>
            <a:ext cx="265251" cy="265251"/>
          </a:xfrm>
          <a:prstGeom prst="rect">
            <a:avLst/>
          </a:prstGeom>
          <a:noFill/>
          <a:ln>
            <a:noFill/>
          </a:ln>
        </p:spPr>
      </p:pic>
      <p:cxnSp>
        <p:nvCxnSpPr>
          <p:cNvPr id="237" name="Google Shape;237;p39"/>
          <p:cNvCxnSpPr>
            <a:stCxn id="236" idx="2"/>
          </p:cNvCxnSpPr>
          <p:nvPr/>
        </p:nvCxnSpPr>
        <p:spPr>
          <a:xfrm rot="10800000">
            <a:off x="369400" y="-5850"/>
            <a:ext cx="0" cy="4344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2">
  <p:cSld name="CUSTOM_12">
    <p:spTree>
      <p:nvGrpSpPr>
        <p:cNvPr id="1" name="Shape 238"/>
        <p:cNvGrpSpPr/>
        <p:nvPr/>
      </p:nvGrpSpPr>
      <p:grpSpPr>
        <a:xfrm>
          <a:off x="0" y="0"/>
          <a:ext cx="0" cy="0"/>
          <a:chOff x="0" y="0"/>
          <a:chExt cx="0" cy="0"/>
        </a:xfrm>
      </p:grpSpPr>
      <p:sp>
        <p:nvSpPr>
          <p:cNvPr id="239" name="Google Shape;239;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cxnSp>
        <p:nvCxnSpPr>
          <p:cNvPr id="240" name="Google Shape;240;p40"/>
          <p:cNvCxnSpPr>
            <a:endCxn id="241" idx="2"/>
          </p:cNvCxnSpPr>
          <p:nvPr/>
        </p:nvCxnSpPr>
        <p:spPr>
          <a:xfrm>
            <a:off x="1950" y="4604000"/>
            <a:ext cx="8296200" cy="0"/>
          </a:xfrm>
          <a:prstGeom prst="straightConnector1">
            <a:avLst/>
          </a:prstGeom>
          <a:noFill/>
          <a:ln w="9525" cap="flat" cmpd="sng">
            <a:solidFill>
              <a:schemeClr val="dk1"/>
            </a:solidFill>
            <a:prstDash val="solid"/>
            <a:round/>
            <a:headEnd type="none" w="med" len="med"/>
            <a:tailEnd type="none" w="med" len="med"/>
          </a:ln>
        </p:spPr>
      </p:cxnSp>
      <p:pic>
        <p:nvPicPr>
          <p:cNvPr id="241" name="Google Shape;241;p40"/>
          <p:cNvPicPr preferRelativeResize="0"/>
          <p:nvPr/>
        </p:nvPicPr>
        <p:blipFill>
          <a:blip r:embed="rId2">
            <a:alphaModFix/>
          </a:blip>
          <a:stretch>
            <a:fillRect/>
          </a:stretch>
        </p:blipFill>
        <p:spPr>
          <a:xfrm rot="5400000">
            <a:off x="8298150" y="4471375"/>
            <a:ext cx="265251" cy="265251"/>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3">
  <p:cSld name="CUSTOM_13">
    <p:spTree>
      <p:nvGrpSpPr>
        <p:cNvPr id="1" name="Shape 242"/>
        <p:cNvGrpSpPr/>
        <p:nvPr/>
      </p:nvGrpSpPr>
      <p:grpSpPr>
        <a:xfrm>
          <a:off x="0" y="0"/>
          <a:ext cx="0" cy="0"/>
          <a:chOff x="0" y="0"/>
          <a:chExt cx="0" cy="0"/>
        </a:xfrm>
      </p:grpSpPr>
      <p:sp>
        <p:nvSpPr>
          <p:cNvPr id="243" name="Google Shape;243;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44" name="Google Shape;244;p41"/>
          <p:cNvPicPr preferRelativeResize="0"/>
          <p:nvPr/>
        </p:nvPicPr>
        <p:blipFill>
          <a:blip r:embed="rId2">
            <a:alphaModFix/>
          </a:blip>
          <a:stretch>
            <a:fillRect/>
          </a:stretch>
        </p:blipFill>
        <p:spPr>
          <a:xfrm flipH="1">
            <a:off x="236775" y="539500"/>
            <a:ext cx="265251" cy="265251"/>
          </a:xfrm>
          <a:prstGeom prst="rect">
            <a:avLst/>
          </a:prstGeom>
          <a:noFill/>
          <a:ln>
            <a:noFill/>
          </a:ln>
        </p:spPr>
      </p:pic>
      <p:cxnSp>
        <p:nvCxnSpPr>
          <p:cNvPr id="245" name="Google Shape;245;p41"/>
          <p:cNvCxnSpPr>
            <a:stCxn id="244" idx="2"/>
          </p:cNvCxnSpPr>
          <p:nvPr/>
        </p:nvCxnSpPr>
        <p:spPr>
          <a:xfrm>
            <a:off x="369400" y="804751"/>
            <a:ext cx="0" cy="4342500"/>
          </a:xfrm>
          <a:prstGeom prst="straightConnector1">
            <a:avLst/>
          </a:prstGeom>
          <a:noFill/>
          <a:ln w="9525" cap="flat" cmpd="sng">
            <a:solidFill>
              <a:schemeClr val="dk1"/>
            </a:solidFill>
            <a:prstDash val="solid"/>
            <a:round/>
            <a:headEnd type="none" w="med" len="med"/>
            <a:tailEnd type="none" w="med" len="med"/>
          </a:ln>
        </p:spPr>
      </p:cxnSp>
      <p:pic>
        <p:nvPicPr>
          <p:cNvPr id="246" name="Google Shape;246;p41"/>
          <p:cNvPicPr preferRelativeResize="0"/>
          <p:nvPr/>
        </p:nvPicPr>
        <p:blipFill>
          <a:blip r:embed="rId2">
            <a:alphaModFix/>
          </a:blip>
          <a:stretch>
            <a:fillRect/>
          </a:stretch>
        </p:blipFill>
        <p:spPr>
          <a:xfrm rot="10800000" flipH="1">
            <a:off x="8656950" y="4338750"/>
            <a:ext cx="265251" cy="265251"/>
          </a:xfrm>
          <a:prstGeom prst="rect">
            <a:avLst/>
          </a:prstGeom>
          <a:noFill/>
          <a:ln>
            <a:noFill/>
          </a:ln>
        </p:spPr>
      </p:pic>
      <p:cxnSp>
        <p:nvCxnSpPr>
          <p:cNvPr id="247" name="Google Shape;247;p41"/>
          <p:cNvCxnSpPr>
            <a:stCxn id="246" idx="2"/>
          </p:cNvCxnSpPr>
          <p:nvPr/>
        </p:nvCxnSpPr>
        <p:spPr>
          <a:xfrm rot="10800000">
            <a:off x="8789575" y="-5850"/>
            <a:ext cx="0" cy="4344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48"/>
        <p:cNvGrpSpPr/>
        <p:nvPr/>
      </p:nvGrpSpPr>
      <p:grpSpPr>
        <a:xfrm>
          <a:off x="0" y="0"/>
          <a:ext cx="0" cy="0"/>
          <a:chOff x="0" y="0"/>
          <a:chExt cx="0" cy="0"/>
        </a:xfrm>
      </p:grpSpPr>
      <p:sp>
        <p:nvSpPr>
          <p:cNvPr id="249" name="Google Shape;249;p42"/>
          <p:cNvSpPr txBox="1">
            <a:spLocks noGrp="1"/>
          </p:cNvSpPr>
          <p:nvPr>
            <p:ph type="title"/>
          </p:nvPr>
        </p:nvSpPr>
        <p:spPr>
          <a:xfrm>
            <a:off x="713225" y="5400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0" name="Google Shape;250;p42"/>
          <p:cNvSpPr txBox="1">
            <a:spLocks noGrp="1"/>
          </p:cNvSpPr>
          <p:nvPr>
            <p:ph type="subTitle" idx="1"/>
          </p:nvPr>
        </p:nvSpPr>
        <p:spPr>
          <a:xfrm>
            <a:off x="713225" y="1676150"/>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1" name="Google Shape;251;p42"/>
          <p:cNvSpPr txBox="1"/>
          <p:nvPr/>
        </p:nvSpPr>
        <p:spPr>
          <a:xfrm>
            <a:off x="713225" y="3643050"/>
            <a:ext cx="3837600" cy="762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Lexend Deca"/>
                <a:ea typeface="Lexend Deca"/>
                <a:cs typeface="Lexend Deca"/>
                <a:sym typeface="Lexend Deca"/>
              </a:rPr>
              <a:t>CREDITS:</a:t>
            </a:r>
            <a:r>
              <a:rPr lang="en" sz="1200">
                <a:solidFill>
                  <a:schemeClr val="dk1"/>
                </a:solidFill>
                <a:latin typeface="Lexend Deca"/>
                <a:ea typeface="Lexend Deca"/>
                <a:cs typeface="Lexend Deca"/>
                <a:sym typeface="Lexend Deca"/>
              </a:rPr>
              <a:t> This presentation template was created by </a:t>
            </a:r>
            <a:r>
              <a:rPr lang="en" sz="1200" b="1">
                <a:solidFill>
                  <a:schemeClr val="dk1"/>
                </a:solidFill>
                <a:uFill>
                  <a:noFill/>
                </a:uFill>
                <a:latin typeface="Lexend Deca"/>
                <a:ea typeface="Lexend Deca"/>
                <a:cs typeface="Lexend Deca"/>
                <a:sym typeface="Lexend Deca"/>
                <a:hlinkClick r:id="rId2">
                  <a:extLst>
                    <a:ext uri="{A12FA001-AC4F-418D-AE19-62706E023703}">
                      <ahyp:hlinkClr xmlns:ahyp="http://schemas.microsoft.com/office/drawing/2018/hyperlinkcolor" val="tx"/>
                    </a:ext>
                  </a:extLst>
                </a:hlinkClick>
              </a:rPr>
              <a:t>Slidesgo</a:t>
            </a:r>
            <a:r>
              <a:rPr lang="en" sz="1200">
                <a:solidFill>
                  <a:schemeClr val="dk1"/>
                </a:solidFill>
                <a:latin typeface="Lexend Deca"/>
                <a:ea typeface="Lexend Deca"/>
                <a:cs typeface="Lexend Deca"/>
                <a:sym typeface="Lexend Deca"/>
              </a:rPr>
              <a:t>, and includes icons by </a:t>
            </a:r>
            <a:r>
              <a:rPr lang="en" sz="1200" b="1">
                <a:solidFill>
                  <a:schemeClr val="dk1"/>
                </a:solidFill>
                <a:uFill>
                  <a:noFill/>
                </a:uFill>
                <a:latin typeface="Lexend Deca"/>
                <a:ea typeface="Lexend Deca"/>
                <a:cs typeface="Lexend Deca"/>
                <a:sym typeface="Lexend Deca"/>
                <a:hlinkClick r:id="rId3">
                  <a:extLst>
                    <a:ext uri="{A12FA001-AC4F-418D-AE19-62706E023703}">
                      <ahyp:hlinkClr xmlns:ahyp="http://schemas.microsoft.com/office/drawing/2018/hyperlinkcolor" val="tx"/>
                    </a:ext>
                  </a:extLst>
                </a:hlinkClick>
              </a:rPr>
              <a:t>Flaticon</a:t>
            </a:r>
            <a:r>
              <a:rPr lang="en" sz="1200">
                <a:solidFill>
                  <a:schemeClr val="dk1"/>
                </a:solidFill>
                <a:latin typeface="Lexend Deca"/>
                <a:ea typeface="Lexend Deca"/>
                <a:cs typeface="Lexend Deca"/>
                <a:sym typeface="Lexend Deca"/>
              </a:rPr>
              <a:t>, and infographics &amp; images by </a:t>
            </a:r>
            <a:r>
              <a:rPr lang="en" sz="1200" b="1">
                <a:solidFill>
                  <a:schemeClr val="dk1"/>
                </a:solidFill>
                <a:uFill>
                  <a:noFill/>
                </a:uFill>
                <a:latin typeface="Lexend Deca"/>
                <a:ea typeface="Lexend Deca"/>
                <a:cs typeface="Lexend Deca"/>
                <a:sym typeface="Lexend Deca"/>
                <a:hlinkClick r:id="rId4">
                  <a:extLst>
                    <a:ext uri="{A12FA001-AC4F-418D-AE19-62706E023703}">
                      <ahyp:hlinkClr xmlns:ahyp="http://schemas.microsoft.com/office/drawing/2018/hyperlinkcolor" val="tx"/>
                    </a:ext>
                  </a:extLst>
                </a:hlinkClick>
              </a:rPr>
              <a:t>Freepik</a:t>
            </a:r>
            <a:r>
              <a:rPr lang="en" sz="1200">
                <a:solidFill>
                  <a:schemeClr val="dk1"/>
                </a:solidFill>
                <a:latin typeface="Lexend Deca"/>
                <a:ea typeface="Lexend Deca"/>
                <a:cs typeface="Lexend Deca"/>
                <a:sym typeface="Lexend Deca"/>
              </a:rPr>
              <a:t> </a:t>
            </a:r>
            <a:endParaRPr sz="1200" b="1">
              <a:solidFill>
                <a:schemeClr val="dk1"/>
              </a:solidFill>
              <a:latin typeface="Lexend Deca"/>
              <a:ea typeface="Lexend Deca"/>
              <a:cs typeface="Lexend Deca"/>
              <a:sym typeface="Lexend Deca"/>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52"/>
        <p:cNvGrpSpPr/>
        <p:nvPr/>
      </p:nvGrpSpPr>
      <p:grpSpPr>
        <a:xfrm>
          <a:off x="0" y="0"/>
          <a:ext cx="0" cy="0"/>
          <a:chOff x="0" y="0"/>
          <a:chExt cx="0" cy="0"/>
        </a:xfrm>
      </p:grpSpPr>
      <p:pic>
        <p:nvPicPr>
          <p:cNvPr id="253" name="Google Shape;253;p43"/>
          <p:cNvPicPr preferRelativeResize="0"/>
          <p:nvPr/>
        </p:nvPicPr>
        <p:blipFill>
          <a:blip r:embed="rId2">
            <a:alphaModFix/>
          </a:blip>
          <a:stretch>
            <a:fillRect/>
          </a:stretch>
        </p:blipFill>
        <p:spPr>
          <a:xfrm>
            <a:off x="580600" y="539500"/>
            <a:ext cx="265251" cy="265251"/>
          </a:xfrm>
          <a:prstGeom prst="rect">
            <a:avLst/>
          </a:prstGeom>
          <a:noFill/>
          <a:ln>
            <a:noFill/>
          </a:ln>
        </p:spPr>
      </p:pic>
      <p:cxnSp>
        <p:nvCxnSpPr>
          <p:cNvPr id="254" name="Google Shape;254;p43"/>
          <p:cNvCxnSpPr>
            <a:stCxn id="253" idx="2"/>
            <a:endCxn id="255" idx="2"/>
          </p:cNvCxnSpPr>
          <p:nvPr/>
        </p:nvCxnSpPr>
        <p:spPr>
          <a:xfrm>
            <a:off x="713225" y="804751"/>
            <a:ext cx="0" cy="3534000"/>
          </a:xfrm>
          <a:prstGeom prst="straightConnector1">
            <a:avLst/>
          </a:prstGeom>
          <a:noFill/>
          <a:ln w="9525" cap="flat" cmpd="sng">
            <a:solidFill>
              <a:schemeClr val="dk1"/>
            </a:solidFill>
            <a:prstDash val="solid"/>
            <a:round/>
            <a:headEnd type="none" w="med" len="med"/>
            <a:tailEnd type="none" w="med" len="med"/>
          </a:ln>
        </p:spPr>
      </p:cxnSp>
      <p:pic>
        <p:nvPicPr>
          <p:cNvPr id="255" name="Google Shape;255;p43"/>
          <p:cNvPicPr preferRelativeResize="0"/>
          <p:nvPr/>
        </p:nvPicPr>
        <p:blipFill>
          <a:blip r:embed="rId2">
            <a:alphaModFix/>
          </a:blip>
          <a:stretch>
            <a:fillRect/>
          </a:stretch>
        </p:blipFill>
        <p:spPr>
          <a:xfrm rot="10800000">
            <a:off x="580600" y="4338750"/>
            <a:ext cx="265251" cy="265251"/>
          </a:xfrm>
          <a:prstGeom prst="rect">
            <a:avLst/>
          </a:prstGeom>
          <a:noFill/>
          <a:ln>
            <a:noFill/>
          </a:ln>
        </p:spPr>
      </p:pic>
      <p:pic>
        <p:nvPicPr>
          <p:cNvPr id="256" name="Google Shape;256;p43"/>
          <p:cNvPicPr preferRelativeResize="0"/>
          <p:nvPr/>
        </p:nvPicPr>
        <p:blipFill>
          <a:blip r:embed="rId2">
            <a:alphaModFix/>
          </a:blip>
          <a:stretch>
            <a:fillRect/>
          </a:stretch>
        </p:blipFill>
        <p:spPr>
          <a:xfrm>
            <a:off x="8298150" y="539500"/>
            <a:ext cx="265251" cy="265251"/>
          </a:xfrm>
          <a:prstGeom prst="rect">
            <a:avLst/>
          </a:prstGeom>
          <a:noFill/>
          <a:ln>
            <a:noFill/>
          </a:ln>
        </p:spPr>
      </p:pic>
      <p:cxnSp>
        <p:nvCxnSpPr>
          <p:cNvPr id="257" name="Google Shape;257;p43"/>
          <p:cNvCxnSpPr>
            <a:stCxn id="256" idx="2"/>
            <a:endCxn id="258" idx="2"/>
          </p:cNvCxnSpPr>
          <p:nvPr/>
        </p:nvCxnSpPr>
        <p:spPr>
          <a:xfrm>
            <a:off x="8430775" y="804751"/>
            <a:ext cx="0" cy="3534000"/>
          </a:xfrm>
          <a:prstGeom prst="straightConnector1">
            <a:avLst/>
          </a:prstGeom>
          <a:noFill/>
          <a:ln w="9525" cap="flat" cmpd="sng">
            <a:solidFill>
              <a:schemeClr val="dk1"/>
            </a:solidFill>
            <a:prstDash val="solid"/>
            <a:round/>
            <a:headEnd type="none" w="med" len="med"/>
            <a:tailEnd type="none" w="med" len="med"/>
          </a:ln>
        </p:spPr>
      </p:cxnSp>
      <p:pic>
        <p:nvPicPr>
          <p:cNvPr id="258" name="Google Shape;258;p43"/>
          <p:cNvPicPr preferRelativeResize="0"/>
          <p:nvPr/>
        </p:nvPicPr>
        <p:blipFill>
          <a:blip r:embed="rId2">
            <a:alphaModFix/>
          </a:blip>
          <a:stretch>
            <a:fillRect/>
          </a:stretch>
        </p:blipFill>
        <p:spPr>
          <a:xfrm rot="10800000">
            <a:off x="8298150" y="4338750"/>
            <a:ext cx="265251" cy="265251"/>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59"/>
        <p:cNvGrpSpPr/>
        <p:nvPr/>
      </p:nvGrpSpPr>
      <p:grpSpPr>
        <a:xfrm>
          <a:off x="0" y="0"/>
          <a:ext cx="0" cy="0"/>
          <a:chOff x="0" y="0"/>
          <a:chExt cx="0" cy="0"/>
        </a:xfrm>
      </p:grpSpPr>
      <p:pic>
        <p:nvPicPr>
          <p:cNvPr id="260" name="Google Shape;260;p44"/>
          <p:cNvPicPr preferRelativeResize="0"/>
          <p:nvPr/>
        </p:nvPicPr>
        <p:blipFill>
          <a:blip r:embed="rId2">
            <a:alphaModFix/>
          </a:blip>
          <a:stretch>
            <a:fillRect/>
          </a:stretch>
        </p:blipFill>
        <p:spPr>
          <a:xfrm rot="-5400000">
            <a:off x="580600" y="406875"/>
            <a:ext cx="265251" cy="265251"/>
          </a:xfrm>
          <a:prstGeom prst="rect">
            <a:avLst/>
          </a:prstGeom>
          <a:noFill/>
          <a:ln>
            <a:noFill/>
          </a:ln>
        </p:spPr>
      </p:pic>
      <p:cxnSp>
        <p:nvCxnSpPr>
          <p:cNvPr id="261" name="Google Shape;261;p44"/>
          <p:cNvCxnSpPr>
            <a:stCxn id="260" idx="2"/>
            <a:endCxn id="262" idx="2"/>
          </p:cNvCxnSpPr>
          <p:nvPr/>
        </p:nvCxnSpPr>
        <p:spPr>
          <a:xfrm>
            <a:off x="845851" y="539500"/>
            <a:ext cx="7452300" cy="0"/>
          </a:xfrm>
          <a:prstGeom prst="straightConnector1">
            <a:avLst/>
          </a:prstGeom>
          <a:noFill/>
          <a:ln w="9525" cap="flat" cmpd="sng">
            <a:solidFill>
              <a:schemeClr val="dk1"/>
            </a:solidFill>
            <a:prstDash val="solid"/>
            <a:round/>
            <a:headEnd type="none" w="med" len="med"/>
            <a:tailEnd type="none" w="med" len="med"/>
          </a:ln>
        </p:spPr>
      </p:cxnSp>
      <p:pic>
        <p:nvPicPr>
          <p:cNvPr id="262" name="Google Shape;262;p44"/>
          <p:cNvPicPr preferRelativeResize="0"/>
          <p:nvPr/>
        </p:nvPicPr>
        <p:blipFill>
          <a:blip r:embed="rId2">
            <a:alphaModFix/>
          </a:blip>
          <a:stretch>
            <a:fillRect/>
          </a:stretch>
        </p:blipFill>
        <p:spPr>
          <a:xfrm rot="5400000">
            <a:off x="8298150" y="406875"/>
            <a:ext cx="265251" cy="265251"/>
          </a:xfrm>
          <a:prstGeom prst="rect">
            <a:avLst/>
          </a:prstGeom>
          <a:noFill/>
          <a:ln>
            <a:noFill/>
          </a:ln>
        </p:spPr>
      </p:pic>
      <p:pic>
        <p:nvPicPr>
          <p:cNvPr id="263" name="Google Shape;263;p44"/>
          <p:cNvPicPr preferRelativeResize="0"/>
          <p:nvPr/>
        </p:nvPicPr>
        <p:blipFill>
          <a:blip r:embed="rId2">
            <a:alphaModFix/>
          </a:blip>
          <a:stretch>
            <a:fillRect/>
          </a:stretch>
        </p:blipFill>
        <p:spPr>
          <a:xfrm rot="-5400000">
            <a:off x="580600" y="4471375"/>
            <a:ext cx="265251" cy="265251"/>
          </a:xfrm>
          <a:prstGeom prst="rect">
            <a:avLst/>
          </a:prstGeom>
          <a:noFill/>
          <a:ln>
            <a:noFill/>
          </a:ln>
        </p:spPr>
      </p:pic>
      <p:cxnSp>
        <p:nvCxnSpPr>
          <p:cNvPr id="264" name="Google Shape;264;p44"/>
          <p:cNvCxnSpPr>
            <a:stCxn id="263" idx="2"/>
            <a:endCxn id="265" idx="2"/>
          </p:cNvCxnSpPr>
          <p:nvPr/>
        </p:nvCxnSpPr>
        <p:spPr>
          <a:xfrm>
            <a:off x="845851" y="4604000"/>
            <a:ext cx="7452300" cy="0"/>
          </a:xfrm>
          <a:prstGeom prst="straightConnector1">
            <a:avLst/>
          </a:prstGeom>
          <a:noFill/>
          <a:ln w="9525" cap="flat" cmpd="sng">
            <a:solidFill>
              <a:schemeClr val="dk1"/>
            </a:solidFill>
            <a:prstDash val="solid"/>
            <a:round/>
            <a:headEnd type="none" w="med" len="med"/>
            <a:tailEnd type="none" w="med" len="med"/>
          </a:ln>
        </p:spPr>
      </p:cxnSp>
      <p:pic>
        <p:nvPicPr>
          <p:cNvPr id="265" name="Google Shape;265;p44"/>
          <p:cNvPicPr preferRelativeResize="0"/>
          <p:nvPr/>
        </p:nvPicPr>
        <p:blipFill>
          <a:blip r:embed="rId2">
            <a:alphaModFix/>
          </a:blip>
          <a:stretch>
            <a:fillRect/>
          </a:stretch>
        </p:blipFill>
        <p:spPr>
          <a:xfrm rot="5400000">
            <a:off x="8298150" y="4471375"/>
            <a:ext cx="265251" cy="26525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9"/>
        <p:cNvGrpSpPr/>
        <p:nvPr/>
      </p:nvGrpSpPr>
      <p:grpSpPr>
        <a:xfrm>
          <a:off x="0" y="0"/>
          <a:ext cx="0" cy="0"/>
          <a:chOff x="0" y="0"/>
          <a:chExt cx="0" cy="0"/>
        </a:xfrm>
      </p:grpSpPr>
      <p:sp>
        <p:nvSpPr>
          <p:cNvPr id="270" name="Google Shape;270;p46"/>
          <p:cNvSpPr>
            <a:spLocks noGrp="1"/>
          </p:cNvSpPr>
          <p:nvPr>
            <p:ph type="pic" idx="2"/>
          </p:nvPr>
        </p:nvSpPr>
        <p:spPr>
          <a:xfrm>
            <a:off x="-50" y="100"/>
            <a:ext cx="9144000" cy="5143500"/>
          </a:xfrm>
          <a:prstGeom prst="rect">
            <a:avLst/>
          </a:prstGeom>
          <a:noFill/>
          <a:ln>
            <a:noFill/>
          </a:ln>
        </p:spPr>
      </p:sp>
      <p:sp>
        <p:nvSpPr>
          <p:cNvPr id="271" name="Google Shape;271;p46"/>
          <p:cNvSpPr txBox="1">
            <a:spLocks noGrp="1"/>
          </p:cNvSpPr>
          <p:nvPr>
            <p:ph type="ctrTitle"/>
          </p:nvPr>
        </p:nvSpPr>
        <p:spPr>
          <a:xfrm>
            <a:off x="713225" y="2061775"/>
            <a:ext cx="4879500" cy="1920600"/>
          </a:xfrm>
          <a:prstGeom prst="rect">
            <a:avLst/>
          </a:prstGeom>
          <a:noFill/>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55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272" name="Google Shape;272;p46"/>
          <p:cNvSpPr txBox="1">
            <a:spLocks noGrp="1"/>
          </p:cNvSpPr>
          <p:nvPr>
            <p:ph type="subTitle" idx="1"/>
          </p:nvPr>
        </p:nvSpPr>
        <p:spPr>
          <a:xfrm>
            <a:off x="713225" y="3982375"/>
            <a:ext cx="4879500" cy="47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4048675" y="2574200"/>
            <a:ext cx="4382100" cy="165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75" name="Google Shape;275;p47"/>
          <p:cNvSpPr txBox="1">
            <a:spLocks noGrp="1"/>
          </p:cNvSpPr>
          <p:nvPr>
            <p:ph type="title" idx="2" hasCustomPrompt="1"/>
          </p:nvPr>
        </p:nvSpPr>
        <p:spPr>
          <a:xfrm>
            <a:off x="5568025" y="1326225"/>
            <a:ext cx="1343400" cy="1034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3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76" name="Google Shape;276;p47"/>
          <p:cNvSpPr txBox="1">
            <a:spLocks noGrp="1"/>
          </p:cNvSpPr>
          <p:nvPr>
            <p:ph type="subTitle" idx="1"/>
          </p:nvPr>
        </p:nvSpPr>
        <p:spPr>
          <a:xfrm>
            <a:off x="4048675" y="4229000"/>
            <a:ext cx="43821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77" name="Google Shape;277;p47"/>
          <p:cNvSpPr>
            <a:spLocks noGrp="1"/>
          </p:cNvSpPr>
          <p:nvPr>
            <p:ph type="pic" idx="3"/>
          </p:nvPr>
        </p:nvSpPr>
        <p:spPr>
          <a:xfrm>
            <a:off x="0" y="0"/>
            <a:ext cx="3307800" cy="51435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8"/>
        <p:cNvGrpSpPr/>
        <p:nvPr/>
      </p:nvGrpSpPr>
      <p:grpSpPr>
        <a:xfrm>
          <a:off x="0" y="0"/>
          <a:ext cx="0" cy="0"/>
          <a:chOff x="0" y="0"/>
          <a:chExt cx="0" cy="0"/>
        </a:xfrm>
      </p:grpSpPr>
      <p:sp>
        <p:nvSpPr>
          <p:cNvPr id="279" name="Google Shape;279;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0" name="Google Shape;280;p48"/>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pic>
        <p:nvPicPr>
          <p:cNvPr id="281" name="Google Shape;281;p48"/>
          <p:cNvPicPr preferRelativeResize="0"/>
          <p:nvPr/>
        </p:nvPicPr>
        <p:blipFill>
          <a:blip r:embed="rId2">
            <a:alphaModFix/>
          </a:blip>
          <a:stretch>
            <a:fillRect/>
          </a:stretch>
        </p:blipFill>
        <p:spPr>
          <a:xfrm rot="5400000">
            <a:off x="8165525" y="4471375"/>
            <a:ext cx="265251" cy="265251"/>
          </a:xfrm>
          <a:prstGeom prst="rect">
            <a:avLst/>
          </a:prstGeom>
          <a:noFill/>
          <a:ln>
            <a:noFill/>
          </a:ln>
        </p:spPr>
      </p:pic>
      <p:cxnSp>
        <p:nvCxnSpPr>
          <p:cNvPr id="282" name="Google Shape;282;p48"/>
          <p:cNvCxnSpPr>
            <a:stCxn id="281" idx="2"/>
          </p:cNvCxnSpPr>
          <p:nvPr/>
        </p:nvCxnSpPr>
        <p:spPr>
          <a:xfrm rot="10800000">
            <a:off x="192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3"/>
        <p:cNvGrpSpPr/>
        <p:nvPr/>
      </p:nvGrpSpPr>
      <p:grpSpPr>
        <a:xfrm>
          <a:off x="0" y="0"/>
          <a:ext cx="0" cy="0"/>
          <a:chOff x="0" y="0"/>
          <a:chExt cx="0" cy="0"/>
        </a:xfrm>
      </p:grpSpPr>
      <p:sp>
        <p:nvSpPr>
          <p:cNvPr id="284" name="Google Shape;284;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5" name="Google Shape;285;p49"/>
          <p:cNvSpPr txBox="1">
            <a:spLocks noGrp="1"/>
          </p:cNvSpPr>
          <p:nvPr>
            <p:ph type="subTitle" idx="1"/>
          </p:nvPr>
        </p:nvSpPr>
        <p:spPr>
          <a:xfrm>
            <a:off x="5055284" y="368019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6" name="Google Shape;286;p49"/>
          <p:cNvSpPr txBox="1">
            <a:spLocks noGrp="1"/>
          </p:cNvSpPr>
          <p:nvPr>
            <p:ph type="subTitle" idx="2"/>
          </p:nvPr>
        </p:nvSpPr>
        <p:spPr>
          <a:xfrm>
            <a:off x="1583300" y="368019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7" name="Google Shape;287;p49"/>
          <p:cNvSpPr txBox="1">
            <a:spLocks noGrp="1"/>
          </p:cNvSpPr>
          <p:nvPr>
            <p:ph type="subTitle" idx="3"/>
          </p:nvPr>
        </p:nvSpPr>
        <p:spPr>
          <a:xfrm>
            <a:off x="5055275" y="337217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8" name="Google Shape;288;p49"/>
          <p:cNvSpPr txBox="1">
            <a:spLocks noGrp="1"/>
          </p:cNvSpPr>
          <p:nvPr>
            <p:ph type="subTitle" idx="4"/>
          </p:nvPr>
        </p:nvSpPr>
        <p:spPr>
          <a:xfrm>
            <a:off x="1583075" y="337217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9"/>
        <p:cNvGrpSpPr/>
        <p:nvPr/>
      </p:nvGrpSpPr>
      <p:grpSpPr>
        <a:xfrm>
          <a:off x="0" y="0"/>
          <a:ext cx="0" cy="0"/>
          <a:chOff x="0" y="0"/>
          <a:chExt cx="0" cy="0"/>
        </a:xfrm>
      </p:grpSpPr>
      <p:sp>
        <p:nvSpPr>
          <p:cNvPr id="290" name="Google Shape;290;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91" name="Google Shape;291;p50"/>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292" name="Google Shape;292;p50"/>
          <p:cNvCxnSpPr>
            <a:endCxn id="291"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3"/>
        <p:cNvGrpSpPr/>
        <p:nvPr/>
      </p:nvGrpSpPr>
      <p:grpSpPr>
        <a:xfrm>
          <a:off x="0" y="0"/>
          <a:ext cx="0" cy="0"/>
          <a:chOff x="0" y="0"/>
          <a:chExt cx="0" cy="0"/>
        </a:xfrm>
      </p:grpSpPr>
      <p:sp>
        <p:nvSpPr>
          <p:cNvPr id="294" name="Google Shape;294;p51"/>
          <p:cNvSpPr txBox="1">
            <a:spLocks noGrp="1"/>
          </p:cNvSpPr>
          <p:nvPr>
            <p:ph type="title"/>
          </p:nvPr>
        </p:nvSpPr>
        <p:spPr>
          <a:xfrm>
            <a:off x="720000" y="445025"/>
            <a:ext cx="4007400" cy="11730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5" name="Google Shape;295;p51"/>
          <p:cNvSpPr txBox="1">
            <a:spLocks noGrp="1"/>
          </p:cNvSpPr>
          <p:nvPr>
            <p:ph type="subTitle" idx="1"/>
          </p:nvPr>
        </p:nvSpPr>
        <p:spPr>
          <a:xfrm>
            <a:off x="720000" y="1881550"/>
            <a:ext cx="4007400" cy="195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6"/>
        <p:cNvGrpSpPr/>
        <p:nvPr/>
      </p:nvGrpSpPr>
      <p:grpSpPr>
        <a:xfrm>
          <a:off x="0" y="0"/>
          <a:ext cx="0" cy="0"/>
          <a:chOff x="0" y="0"/>
          <a:chExt cx="0" cy="0"/>
        </a:xfrm>
      </p:grpSpPr>
      <p:sp>
        <p:nvSpPr>
          <p:cNvPr id="297" name="Google Shape;297;p52"/>
          <p:cNvSpPr txBox="1">
            <a:spLocks noGrp="1"/>
          </p:cNvSpPr>
          <p:nvPr>
            <p:ph type="title"/>
          </p:nvPr>
        </p:nvSpPr>
        <p:spPr>
          <a:xfrm>
            <a:off x="713250" y="1288450"/>
            <a:ext cx="7717500" cy="12147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4800"/>
              <a:buNone/>
              <a:defRPr sz="67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pic>
        <p:nvPicPr>
          <p:cNvPr id="298" name="Google Shape;298;p52"/>
          <p:cNvPicPr preferRelativeResize="0"/>
          <p:nvPr/>
        </p:nvPicPr>
        <p:blipFill>
          <a:blip r:embed="rId2">
            <a:alphaModFix/>
          </a:blip>
          <a:stretch>
            <a:fillRect/>
          </a:stretch>
        </p:blipFill>
        <p:spPr>
          <a:xfrm rot="5400000">
            <a:off x="8158750" y="406875"/>
            <a:ext cx="265251" cy="265251"/>
          </a:xfrm>
          <a:prstGeom prst="rect">
            <a:avLst/>
          </a:prstGeom>
          <a:noFill/>
          <a:ln>
            <a:noFill/>
          </a:ln>
        </p:spPr>
      </p:pic>
      <p:cxnSp>
        <p:nvCxnSpPr>
          <p:cNvPr id="299" name="Google Shape;299;p52"/>
          <p:cNvCxnSpPr>
            <a:endCxn id="298" idx="2"/>
          </p:cNvCxnSpPr>
          <p:nvPr/>
        </p:nvCxnSpPr>
        <p:spPr>
          <a:xfrm>
            <a:off x="11650" y="5395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0"/>
        <p:cNvGrpSpPr/>
        <p:nvPr/>
      </p:nvGrpSpPr>
      <p:grpSpPr>
        <a:xfrm>
          <a:off x="0" y="0"/>
          <a:ext cx="0" cy="0"/>
          <a:chOff x="0" y="0"/>
          <a:chExt cx="0" cy="0"/>
        </a:xfrm>
      </p:grpSpPr>
      <p:sp>
        <p:nvSpPr>
          <p:cNvPr id="301" name="Google Shape;301;p53"/>
          <p:cNvSpPr txBox="1">
            <a:spLocks noGrp="1"/>
          </p:cNvSpPr>
          <p:nvPr>
            <p:ph type="title"/>
          </p:nvPr>
        </p:nvSpPr>
        <p:spPr>
          <a:xfrm>
            <a:off x="2135550" y="539500"/>
            <a:ext cx="4872900" cy="146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2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02" name="Google Shape;302;p53"/>
          <p:cNvSpPr txBox="1">
            <a:spLocks noGrp="1"/>
          </p:cNvSpPr>
          <p:nvPr>
            <p:ph type="subTitle" idx="1"/>
          </p:nvPr>
        </p:nvSpPr>
        <p:spPr>
          <a:xfrm>
            <a:off x="2135550" y="216697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3" name="Google Shape;303;p53"/>
          <p:cNvSpPr>
            <a:spLocks noGrp="1"/>
          </p:cNvSpPr>
          <p:nvPr>
            <p:ph type="pic" idx="2"/>
          </p:nvPr>
        </p:nvSpPr>
        <p:spPr>
          <a:xfrm>
            <a:off x="0" y="3183325"/>
            <a:ext cx="9144000" cy="19683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04"/>
        <p:cNvGrpSpPr/>
        <p:nvPr/>
      </p:nvGrpSpPr>
      <p:grpSpPr>
        <a:xfrm>
          <a:off x="0" y="0"/>
          <a:ext cx="0" cy="0"/>
          <a:chOff x="0" y="0"/>
          <a:chExt cx="0" cy="0"/>
        </a:xfrm>
      </p:grpSpPr>
      <p:sp>
        <p:nvSpPr>
          <p:cNvPr id="305" name="Google Shape;305;p54"/>
          <p:cNvSpPr>
            <a:spLocks noGrp="1"/>
          </p:cNvSpPr>
          <p:nvPr>
            <p:ph type="pic" idx="2"/>
          </p:nvPr>
        </p:nvSpPr>
        <p:spPr>
          <a:xfrm>
            <a:off x="0" y="-125"/>
            <a:ext cx="9144000" cy="5304300"/>
          </a:xfrm>
          <a:prstGeom prst="rect">
            <a:avLst/>
          </a:prstGeom>
          <a:noFill/>
          <a:ln>
            <a:noFill/>
          </a:ln>
        </p:spPr>
      </p:sp>
      <p:sp>
        <p:nvSpPr>
          <p:cNvPr id="306" name="Google Shape;306;p54"/>
          <p:cNvSpPr txBox="1">
            <a:spLocks noGrp="1"/>
          </p:cNvSpPr>
          <p:nvPr>
            <p:ph type="title"/>
          </p:nvPr>
        </p:nvSpPr>
        <p:spPr>
          <a:xfrm>
            <a:off x="720000" y="539500"/>
            <a:ext cx="4347600" cy="1000500"/>
          </a:xfrm>
          <a:prstGeom prst="rect">
            <a:avLst/>
          </a:prstGeom>
          <a:solidFill>
            <a:schemeClr val="dk1"/>
          </a:solidFill>
        </p:spPr>
        <p:txBody>
          <a:bodyPr spcFirstLastPara="1" wrap="square" lIns="91425" tIns="91425" rIns="91425" bIns="91425" anchor="t" anchorCtr="0">
            <a:noAutofit/>
          </a:bodyPr>
          <a:lstStyle>
            <a:lvl1pPr lvl="0" rtl="0">
              <a:spcBef>
                <a:spcPts val="0"/>
              </a:spcBef>
              <a:spcAft>
                <a:spcPts val="0"/>
              </a:spcAft>
              <a:buSzPts val="3200"/>
              <a:buNone/>
              <a:defRPr sz="26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07"/>
        <p:cNvGrpSpPr/>
        <p:nvPr/>
      </p:nvGrpSpPr>
      <p:grpSpPr>
        <a:xfrm>
          <a:off x="0" y="0"/>
          <a:ext cx="0" cy="0"/>
          <a:chOff x="0" y="0"/>
          <a:chExt cx="0" cy="0"/>
        </a:xfrm>
      </p:grpSpPr>
      <p:sp>
        <p:nvSpPr>
          <p:cNvPr id="308" name="Google Shape;308;p55"/>
          <p:cNvSpPr txBox="1">
            <a:spLocks noGrp="1"/>
          </p:cNvSpPr>
          <p:nvPr>
            <p:ph type="title" hasCustomPrompt="1"/>
          </p:nvPr>
        </p:nvSpPr>
        <p:spPr>
          <a:xfrm>
            <a:off x="1649550" y="2210775"/>
            <a:ext cx="5844900" cy="1699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309" name="Google Shape;309;p55"/>
          <p:cNvSpPr txBox="1">
            <a:spLocks noGrp="1"/>
          </p:cNvSpPr>
          <p:nvPr>
            <p:ph type="subTitle" idx="1"/>
          </p:nvPr>
        </p:nvSpPr>
        <p:spPr>
          <a:xfrm>
            <a:off x="1649550" y="4106900"/>
            <a:ext cx="58449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10"/>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11"/>
        <p:cNvGrpSpPr/>
        <p:nvPr/>
      </p:nvGrpSpPr>
      <p:grpSpPr>
        <a:xfrm>
          <a:off x="0" y="0"/>
          <a:ext cx="0" cy="0"/>
          <a:chOff x="0" y="0"/>
          <a:chExt cx="0" cy="0"/>
        </a:xfrm>
      </p:grpSpPr>
      <p:sp>
        <p:nvSpPr>
          <p:cNvPr id="312" name="Google Shape;312;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3" name="Google Shape;313;p57"/>
          <p:cNvSpPr txBox="1">
            <a:spLocks noGrp="1"/>
          </p:cNvSpPr>
          <p:nvPr>
            <p:ph type="subTitle" idx="1"/>
          </p:nvPr>
        </p:nvSpPr>
        <p:spPr>
          <a:xfrm>
            <a:off x="720000" y="2266634"/>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4" name="Google Shape;314;p57"/>
          <p:cNvSpPr txBox="1">
            <a:spLocks noGrp="1"/>
          </p:cNvSpPr>
          <p:nvPr>
            <p:ph type="subTitle" idx="2"/>
          </p:nvPr>
        </p:nvSpPr>
        <p:spPr>
          <a:xfrm>
            <a:off x="720000" y="4042407"/>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5" name="Google Shape;315;p57"/>
          <p:cNvSpPr txBox="1">
            <a:spLocks noGrp="1"/>
          </p:cNvSpPr>
          <p:nvPr>
            <p:ph type="subTitle" idx="3"/>
          </p:nvPr>
        </p:nvSpPr>
        <p:spPr>
          <a:xfrm>
            <a:off x="3152504" y="4042378"/>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6" name="Google Shape;316;p57"/>
          <p:cNvSpPr txBox="1">
            <a:spLocks noGrp="1"/>
          </p:cNvSpPr>
          <p:nvPr>
            <p:ph type="subTitle" idx="4"/>
          </p:nvPr>
        </p:nvSpPr>
        <p:spPr>
          <a:xfrm>
            <a:off x="3152504" y="2294299"/>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7" name="Google Shape;317;p57"/>
          <p:cNvSpPr txBox="1">
            <a:spLocks noGrp="1"/>
          </p:cNvSpPr>
          <p:nvPr>
            <p:ph type="title" idx="5" hasCustomPrompt="1"/>
          </p:nvPr>
        </p:nvSpPr>
        <p:spPr>
          <a:xfrm>
            <a:off x="720000" y="1342754"/>
            <a:ext cx="701400" cy="553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8" name="Google Shape;318;p57"/>
          <p:cNvSpPr txBox="1">
            <a:spLocks noGrp="1"/>
          </p:cNvSpPr>
          <p:nvPr>
            <p:ph type="title" idx="6" hasCustomPrompt="1"/>
          </p:nvPr>
        </p:nvSpPr>
        <p:spPr>
          <a:xfrm>
            <a:off x="3152504" y="3051447"/>
            <a:ext cx="701400" cy="56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9" name="Google Shape;319;p57"/>
          <p:cNvSpPr txBox="1">
            <a:spLocks noGrp="1"/>
          </p:cNvSpPr>
          <p:nvPr>
            <p:ph type="title" idx="7" hasCustomPrompt="1"/>
          </p:nvPr>
        </p:nvSpPr>
        <p:spPr>
          <a:xfrm>
            <a:off x="720000" y="3051475"/>
            <a:ext cx="701400" cy="56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20" name="Google Shape;320;p57"/>
          <p:cNvSpPr txBox="1">
            <a:spLocks noGrp="1"/>
          </p:cNvSpPr>
          <p:nvPr>
            <p:ph type="title" idx="8" hasCustomPrompt="1"/>
          </p:nvPr>
        </p:nvSpPr>
        <p:spPr>
          <a:xfrm>
            <a:off x="3152504" y="1342746"/>
            <a:ext cx="701400" cy="553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21" name="Google Shape;321;p57"/>
          <p:cNvSpPr txBox="1">
            <a:spLocks noGrp="1"/>
          </p:cNvSpPr>
          <p:nvPr>
            <p:ph type="subTitle" idx="9"/>
          </p:nvPr>
        </p:nvSpPr>
        <p:spPr>
          <a:xfrm>
            <a:off x="720000" y="1952768"/>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2" name="Google Shape;322;p57"/>
          <p:cNvSpPr txBox="1">
            <a:spLocks noGrp="1"/>
          </p:cNvSpPr>
          <p:nvPr>
            <p:ph type="subTitle" idx="13"/>
          </p:nvPr>
        </p:nvSpPr>
        <p:spPr>
          <a:xfrm>
            <a:off x="720000" y="3724067"/>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3" name="Google Shape;323;p57"/>
          <p:cNvSpPr txBox="1">
            <a:spLocks noGrp="1"/>
          </p:cNvSpPr>
          <p:nvPr>
            <p:ph type="subTitle" idx="14"/>
          </p:nvPr>
        </p:nvSpPr>
        <p:spPr>
          <a:xfrm>
            <a:off x="3152504" y="3724117"/>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4" name="Google Shape;324;p57"/>
          <p:cNvSpPr txBox="1">
            <a:spLocks noGrp="1"/>
          </p:cNvSpPr>
          <p:nvPr>
            <p:ph type="subTitle" idx="15"/>
          </p:nvPr>
        </p:nvSpPr>
        <p:spPr>
          <a:xfrm>
            <a:off x="3152504" y="1976030"/>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57"/>
          <p:cNvSpPr>
            <a:spLocks noGrp="1"/>
          </p:cNvSpPr>
          <p:nvPr>
            <p:ph type="pic" idx="16"/>
          </p:nvPr>
        </p:nvSpPr>
        <p:spPr>
          <a:xfrm>
            <a:off x="5971900" y="0"/>
            <a:ext cx="3172200" cy="5143500"/>
          </a:xfrm>
          <a:prstGeom prst="rect">
            <a:avLst/>
          </a:prstGeom>
          <a:noFill/>
          <a:ln>
            <a:noFill/>
          </a:ln>
        </p:spPr>
      </p:sp>
      <p:pic>
        <p:nvPicPr>
          <p:cNvPr id="326" name="Google Shape;326;p57"/>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327" name="Google Shape;327;p57"/>
          <p:cNvCxnSpPr>
            <a:stCxn id="326"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28"/>
        <p:cNvGrpSpPr/>
        <p:nvPr/>
      </p:nvGrpSpPr>
      <p:grpSpPr>
        <a:xfrm>
          <a:off x="0" y="0"/>
          <a:ext cx="0" cy="0"/>
          <a:chOff x="0" y="0"/>
          <a:chExt cx="0" cy="0"/>
        </a:xfrm>
      </p:grpSpPr>
      <p:sp>
        <p:nvSpPr>
          <p:cNvPr id="329" name="Google Shape;329;p58"/>
          <p:cNvSpPr txBox="1">
            <a:spLocks noGrp="1"/>
          </p:cNvSpPr>
          <p:nvPr>
            <p:ph type="title"/>
          </p:nvPr>
        </p:nvSpPr>
        <p:spPr>
          <a:xfrm>
            <a:off x="4406875" y="3489550"/>
            <a:ext cx="40239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500">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30" name="Google Shape;330;p58"/>
          <p:cNvSpPr txBox="1">
            <a:spLocks noGrp="1"/>
          </p:cNvSpPr>
          <p:nvPr>
            <p:ph type="subTitle" idx="1"/>
          </p:nvPr>
        </p:nvSpPr>
        <p:spPr>
          <a:xfrm>
            <a:off x="4406875" y="539500"/>
            <a:ext cx="4023900" cy="294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31"/>
        <p:cNvGrpSpPr/>
        <p:nvPr/>
      </p:nvGrpSpPr>
      <p:grpSpPr>
        <a:xfrm>
          <a:off x="0" y="0"/>
          <a:ext cx="0" cy="0"/>
          <a:chOff x="0" y="0"/>
          <a:chExt cx="0" cy="0"/>
        </a:xfrm>
      </p:grpSpPr>
      <p:sp>
        <p:nvSpPr>
          <p:cNvPr id="332" name="Google Shape;332;p59"/>
          <p:cNvSpPr txBox="1">
            <a:spLocks noGrp="1"/>
          </p:cNvSpPr>
          <p:nvPr>
            <p:ph type="title"/>
          </p:nvPr>
        </p:nvSpPr>
        <p:spPr>
          <a:xfrm>
            <a:off x="720000" y="1491525"/>
            <a:ext cx="2947500" cy="20988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3" name="Google Shape;333;p59"/>
          <p:cNvSpPr txBox="1">
            <a:spLocks noGrp="1"/>
          </p:cNvSpPr>
          <p:nvPr>
            <p:ph type="subTitle" idx="1"/>
          </p:nvPr>
        </p:nvSpPr>
        <p:spPr>
          <a:xfrm>
            <a:off x="720000" y="3590300"/>
            <a:ext cx="2947500" cy="101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34" name="Google Shape;334;p59"/>
          <p:cNvSpPr>
            <a:spLocks noGrp="1"/>
          </p:cNvSpPr>
          <p:nvPr>
            <p:ph type="pic" idx="2"/>
          </p:nvPr>
        </p:nvSpPr>
        <p:spPr>
          <a:xfrm>
            <a:off x="4539871" y="0"/>
            <a:ext cx="4604100" cy="51435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35"/>
        <p:cNvGrpSpPr/>
        <p:nvPr/>
      </p:nvGrpSpPr>
      <p:grpSpPr>
        <a:xfrm>
          <a:off x="0" y="0"/>
          <a:ext cx="0" cy="0"/>
          <a:chOff x="0" y="0"/>
          <a:chExt cx="0" cy="0"/>
        </a:xfrm>
      </p:grpSpPr>
      <p:sp>
        <p:nvSpPr>
          <p:cNvPr id="336" name="Google Shape;336;p60"/>
          <p:cNvSpPr txBox="1">
            <a:spLocks noGrp="1"/>
          </p:cNvSpPr>
          <p:nvPr>
            <p:ph type="title"/>
          </p:nvPr>
        </p:nvSpPr>
        <p:spPr>
          <a:xfrm>
            <a:off x="1166063" y="1988100"/>
            <a:ext cx="2898900" cy="11337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7" name="Google Shape;337;p60"/>
          <p:cNvSpPr txBox="1">
            <a:spLocks noGrp="1"/>
          </p:cNvSpPr>
          <p:nvPr>
            <p:ph type="subTitle" idx="1"/>
          </p:nvPr>
        </p:nvSpPr>
        <p:spPr>
          <a:xfrm>
            <a:off x="1166063" y="3121800"/>
            <a:ext cx="2898900" cy="101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338" name="Google Shape;338;p60"/>
          <p:cNvCxnSpPr>
            <a:endCxn id="339" idx="2"/>
          </p:cNvCxnSpPr>
          <p:nvPr/>
        </p:nvCxnSpPr>
        <p:spPr>
          <a:xfrm rot="10800000">
            <a:off x="978475" y="539500"/>
            <a:ext cx="8165100" cy="0"/>
          </a:xfrm>
          <a:prstGeom prst="straightConnector1">
            <a:avLst/>
          </a:prstGeom>
          <a:noFill/>
          <a:ln w="9525" cap="flat" cmpd="sng">
            <a:solidFill>
              <a:schemeClr val="dk1"/>
            </a:solidFill>
            <a:prstDash val="solid"/>
            <a:round/>
            <a:headEnd type="none" w="med" len="med"/>
            <a:tailEnd type="none" w="med" len="med"/>
          </a:ln>
        </p:spPr>
      </p:cxnSp>
      <p:pic>
        <p:nvPicPr>
          <p:cNvPr id="339" name="Google Shape;339;p60"/>
          <p:cNvPicPr preferRelativeResize="0"/>
          <p:nvPr/>
        </p:nvPicPr>
        <p:blipFill>
          <a:blip r:embed="rId2">
            <a:alphaModFix/>
          </a:blip>
          <a:stretch>
            <a:fillRect/>
          </a:stretch>
        </p:blipFill>
        <p:spPr>
          <a:xfrm rot="-5400000">
            <a:off x="713225" y="406875"/>
            <a:ext cx="265251" cy="265251"/>
          </a:xfrm>
          <a:prstGeom prst="rect">
            <a:avLst/>
          </a:prstGeom>
          <a:noFill/>
          <a:ln>
            <a:noFill/>
          </a:ln>
        </p:spPr>
      </p:pic>
      <p:pic>
        <p:nvPicPr>
          <p:cNvPr id="340" name="Google Shape;340;p60"/>
          <p:cNvPicPr preferRelativeResize="0"/>
          <p:nvPr/>
        </p:nvPicPr>
        <p:blipFill>
          <a:blip r:embed="rId2">
            <a:alphaModFix/>
          </a:blip>
          <a:stretch>
            <a:fillRect/>
          </a:stretch>
        </p:blipFill>
        <p:spPr>
          <a:xfrm rot="5400000">
            <a:off x="8165525" y="4471375"/>
            <a:ext cx="265251" cy="265251"/>
          </a:xfrm>
          <a:prstGeom prst="rect">
            <a:avLst/>
          </a:prstGeom>
          <a:noFill/>
          <a:ln>
            <a:noFill/>
          </a:ln>
        </p:spPr>
      </p:pic>
      <p:cxnSp>
        <p:nvCxnSpPr>
          <p:cNvPr id="341" name="Google Shape;341;p60"/>
          <p:cNvCxnSpPr>
            <a:stCxn id="340" idx="2"/>
          </p:cNvCxnSpPr>
          <p:nvPr/>
        </p:nvCxnSpPr>
        <p:spPr>
          <a:xfrm rot="10800000">
            <a:off x="192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342"/>
        <p:cNvGrpSpPr/>
        <p:nvPr/>
      </p:nvGrpSpPr>
      <p:grpSpPr>
        <a:xfrm>
          <a:off x="0" y="0"/>
          <a:ext cx="0" cy="0"/>
          <a:chOff x="0" y="0"/>
          <a:chExt cx="0" cy="0"/>
        </a:xfrm>
      </p:grpSpPr>
      <p:sp>
        <p:nvSpPr>
          <p:cNvPr id="343" name="Google Shape;343;p61"/>
          <p:cNvSpPr txBox="1">
            <a:spLocks noGrp="1"/>
          </p:cNvSpPr>
          <p:nvPr>
            <p:ph type="title"/>
          </p:nvPr>
        </p:nvSpPr>
        <p:spPr>
          <a:xfrm>
            <a:off x="1702163" y="1988100"/>
            <a:ext cx="2898900" cy="11661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4" name="Google Shape;344;p61"/>
          <p:cNvSpPr txBox="1">
            <a:spLocks noGrp="1"/>
          </p:cNvSpPr>
          <p:nvPr>
            <p:ph type="subTitle" idx="1"/>
          </p:nvPr>
        </p:nvSpPr>
        <p:spPr>
          <a:xfrm>
            <a:off x="1702163" y="3154150"/>
            <a:ext cx="2898900" cy="98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345" name="Google Shape;345;p61"/>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346" name="Google Shape;346;p61"/>
          <p:cNvCxnSpPr>
            <a:endCxn id="345"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pic>
        <p:nvPicPr>
          <p:cNvPr id="347" name="Google Shape;347;p61"/>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348" name="Google Shape;348;p61"/>
          <p:cNvCxnSpPr>
            <a:stCxn id="347"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49"/>
        <p:cNvGrpSpPr/>
        <p:nvPr/>
      </p:nvGrpSpPr>
      <p:grpSpPr>
        <a:xfrm>
          <a:off x="0" y="0"/>
          <a:ext cx="0" cy="0"/>
          <a:chOff x="0" y="0"/>
          <a:chExt cx="0" cy="0"/>
        </a:xfrm>
      </p:grpSpPr>
      <p:sp>
        <p:nvSpPr>
          <p:cNvPr id="350" name="Google Shape;350;p62"/>
          <p:cNvSpPr txBox="1">
            <a:spLocks noGrp="1"/>
          </p:cNvSpPr>
          <p:nvPr>
            <p:ph type="title"/>
          </p:nvPr>
        </p:nvSpPr>
        <p:spPr>
          <a:xfrm>
            <a:off x="4967775" y="1988100"/>
            <a:ext cx="2898900" cy="11337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1" name="Google Shape;351;p62"/>
          <p:cNvSpPr txBox="1">
            <a:spLocks noGrp="1"/>
          </p:cNvSpPr>
          <p:nvPr>
            <p:ph type="subTitle" idx="1"/>
          </p:nvPr>
        </p:nvSpPr>
        <p:spPr>
          <a:xfrm>
            <a:off x="4967925" y="3121800"/>
            <a:ext cx="2898900" cy="101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352" name="Google Shape;352;p62"/>
          <p:cNvCxnSpPr>
            <a:endCxn id="353" idx="2"/>
          </p:cNvCxnSpPr>
          <p:nvPr/>
        </p:nvCxnSpPr>
        <p:spPr>
          <a:xfrm>
            <a:off x="1925" y="539500"/>
            <a:ext cx="8165100" cy="0"/>
          </a:xfrm>
          <a:prstGeom prst="straightConnector1">
            <a:avLst/>
          </a:prstGeom>
          <a:noFill/>
          <a:ln w="9525" cap="flat" cmpd="sng">
            <a:solidFill>
              <a:schemeClr val="dk1"/>
            </a:solidFill>
            <a:prstDash val="solid"/>
            <a:round/>
            <a:headEnd type="none" w="med" len="med"/>
            <a:tailEnd type="none" w="med" len="med"/>
          </a:ln>
        </p:spPr>
      </p:cxnSp>
      <p:pic>
        <p:nvPicPr>
          <p:cNvPr id="353" name="Google Shape;353;p62"/>
          <p:cNvPicPr preferRelativeResize="0"/>
          <p:nvPr/>
        </p:nvPicPr>
        <p:blipFill>
          <a:blip r:embed="rId2">
            <a:alphaModFix/>
          </a:blip>
          <a:stretch>
            <a:fillRect/>
          </a:stretch>
        </p:blipFill>
        <p:spPr>
          <a:xfrm rot="5400000" flipH="1">
            <a:off x="8167025" y="406875"/>
            <a:ext cx="265251" cy="265251"/>
          </a:xfrm>
          <a:prstGeom prst="rect">
            <a:avLst/>
          </a:prstGeom>
          <a:noFill/>
          <a:ln>
            <a:noFill/>
          </a:ln>
        </p:spPr>
      </p:pic>
      <p:pic>
        <p:nvPicPr>
          <p:cNvPr id="354" name="Google Shape;354;p62"/>
          <p:cNvPicPr preferRelativeResize="0"/>
          <p:nvPr/>
        </p:nvPicPr>
        <p:blipFill>
          <a:blip r:embed="rId2">
            <a:alphaModFix/>
          </a:blip>
          <a:stretch>
            <a:fillRect/>
          </a:stretch>
        </p:blipFill>
        <p:spPr>
          <a:xfrm rot="-5400000" flipH="1">
            <a:off x="714725" y="4471375"/>
            <a:ext cx="265251" cy="265251"/>
          </a:xfrm>
          <a:prstGeom prst="rect">
            <a:avLst/>
          </a:prstGeom>
          <a:noFill/>
          <a:ln>
            <a:noFill/>
          </a:ln>
        </p:spPr>
      </p:pic>
      <p:cxnSp>
        <p:nvCxnSpPr>
          <p:cNvPr id="355" name="Google Shape;355;p62"/>
          <p:cNvCxnSpPr>
            <a:stCxn id="354" idx="2"/>
          </p:cNvCxnSpPr>
          <p:nvPr/>
        </p:nvCxnSpPr>
        <p:spPr>
          <a:xfrm>
            <a:off x="97997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56"/>
        <p:cNvGrpSpPr/>
        <p:nvPr/>
      </p:nvGrpSpPr>
      <p:grpSpPr>
        <a:xfrm>
          <a:off x="0" y="0"/>
          <a:ext cx="0" cy="0"/>
          <a:chOff x="0" y="0"/>
          <a:chExt cx="0" cy="0"/>
        </a:xfrm>
      </p:grpSpPr>
      <p:sp>
        <p:nvSpPr>
          <p:cNvPr id="357" name="Google Shape;357;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8" name="Google Shape;358;p63"/>
          <p:cNvSpPr txBox="1">
            <a:spLocks noGrp="1"/>
          </p:cNvSpPr>
          <p:nvPr>
            <p:ph type="subTitle" idx="1"/>
          </p:nvPr>
        </p:nvSpPr>
        <p:spPr>
          <a:xfrm>
            <a:off x="4923249" y="3133051"/>
            <a:ext cx="2505600" cy="12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9" name="Google Shape;359;p63"/>
          <p:cNvSpPr txBox="1">
            <a:spLocks noGrp="1"/>
          </p:cNvSpPr>
          <p:nvPr>
            <p:ph type="subTitle" idx="2"/>
          </p:nvPr>
        </p:nvSpPr>
        <p:spPr>
          <a:xfrm>
            <a:off x="1715375" y="3133051"/>
            <a:ext cx="2505600" cy="12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0" name="Google Shape;360;p63"/>
          <p:cNvSpPr txBox="1">
            <a:spLocks noGrp="1"/>
          </p:cNvSpPr>
          <p:nvPr>
            <p:ph type="subTitle" idx="3"/>
          </p:nvPr>
        </p:nvSpPr>
        <p:spPr>
          <a:xfrm>
            <a:off x="1715375" y="2645425"/>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61" name="Google Shape;361;p63"/>
          <p:cNvSpPr txBox="1">
            <a:spLocks noGrp="1"/>
          </p:cNvSpPr>
          <p:nvPr>
            <p:ph type="subTitle" idx="4"/>
          </p:nvPr>
        </p:nvSpPr>
        <p:spPr>
          <a:xfrm>
            <a:off x="4923250" y="2645425"/>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62" name="Google Shape;362;p63"/>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363" name="Google Shape;363;p63"/>
          <p:cNvCxnSpPr>
            <a:stCxn id="362"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pic>
        <p:nvPicPr>
          <p:cNvPr id="364" name="Google Shape;364;p63"/>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365" name="Google Shape;365;p63"/>
          <p:cNvCxnSpPr>
            <a:endCxn id="364"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366"/>
        <p:cNvGrpSpPr/>
        <p:nvPr/>
      </p:nvGrpSpPr>
      <p:grpSpPr>
        <a:xfrm>
          <a:off x="0" y="0"/>
          <a:ext cx="0" cy="0"/>
          <a:chOff x="0" y="0"/>
          <a:chExt cx="0" cy="0"/>
        </a:xfrm>
      </p:grpSpPr>
      <p:sp>
        <p:nvSpPr>
          <p:cNvPr id="367" name="Google Shape;367;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8" name="Google Shape;368;p64"/>
          <p:cNvSpPr txBox="1">
            <a:spLocks noGrp="1"/>
          </p:cNvSpPr>
          <p:nvPr>
            <p:ph type="subTitle" idx="1"/>
          </p:nvPr>
        </p:nvSpPr>
        <p:spPr>
          <a:xfrm>
            <a:off x="4298852" y="1444025"/>
            <a:ext cx="3316200" cy="26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9" name="Google Shape;369;p64"/>
          <p:cNvSpPr txBox="1">
            <a:spLocks noGrp="1"/>
          </p:cNvSpPr>
          <p:nvPr>
            <p:ph type="subTitle" idx="2"/>
          </p:nvPr>
        </p:nvSpPr>
        <p:spPr>
          <a:xfrm>
            <a:off x="720000" y="1444025"/>
            <a:ext cx="3316200" cy="26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370" name="Google Shape;370;p64"/>
          <p:cNvPicPr preferRelativeResize="0"/>
          <p:nvPr/>
        </p:nvPicPr>
        <p:blipFill>
          <a:blip r:embed="rId2">
            <a:alphaModFix/>
          </a:blip>
          <a:stretch>
            <a:fillRect/>
          </a:stretch>
        </p:blipFill>
        <p:spPr>
          <a:xfrm rot="5400000">
            <a:off x="8158750" y="4471375"/>
            <a:ext cx="265251" cy="265251"/>
          </a:xfrm>
          <a:prstGeom prst="rect">
            <a:avLst/>
          </a:prstGeom>
          <a:noFill/>
          <a:ln>
            <a:noFill/>
          </a:ln>
        </p:spPr>
      </p:pic>
      <p:cxnSp>
        <p:nvCxnSpPr>
          <p:cNvPr id="371" name="Google Shape;371;p64"/>
          <p:cNvCxnSpPr>
            <a:endCxn id="370"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72"/>
        <p:cNvGrpSpPr/>
        <p:nvPr/>
      </p:nvGrpSpPr>
      <p:grpSpPr>
        <a:xfrm>
          <a:off x="0" y="0"/>
          <a:ext cx="0" cy="0"/>
          <a:chOff x="0" y="0"/>
          <a:chExt cx="0" cy="0"/>
        </a:xfrm>
      </p:grpSpPr>
      <p:sp>
        <p:nvSpPr>
          <p:cNvPr id="373" name="Google Shape;373;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74" name="Google Shape;374;p65"/>
          <p:cNvSpPr txBox="1">
            <a:spLocks noGrp="1"/>
          </p:cNvSpPr>
          <p:nvPr>
            <p:ph type="subTitle" idx="1"/>
          </p:nvPr>
        </p:nvSpPr>
        <p:spPr>
          <a:xfrm>
            <a:off x="720001"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5" name="Google Shape;375;p65"/>
          <p:cNvSpPr txBox="1">
            <a:spLocks noGrp="1"/>
          </p:cNvSpPr>
          <p:nvPr>
            <p:ph type="subTitle" idx="2"/>
          </p:nvPr>
        </p:nvSpPr>
        <p:spPr>
          <a:xfrm>
            <a:off x="3402596"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6" name="Google Shape;376;p65"/>
          <p:cNvSpPr txBox="1">
            <a:spLocks noGrp="1"/>
          </p:cNvSpPr>
          <p:nvPr>
            <p:ph type="subTitle" idx="3"/>
          </p:nvPr>
        </p:nvSpPr>
        <p:spPr>
          <a:xfrm>
            <a:off x="6085198"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7" name="Google Shape;377;p65"/>
          <p:cNvSpPr txBox="1">
            <a:spLocks noGrp="1"/>
          </p:cNvSpPr>
          <p:nvPr>
            <p:ph type="subTitle" idx="4"/>
          </p:nvPr>
        </p:nvSpPr>
        <p:spPr>
          <a:xfrm>
            <a:off x="720000"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78" name="Google Shape;378;p65"/>
          <p:cNvSpPr txBox="1">
            <a:spLocks noGrp="1"/>
          </p:cNvSpPr>
          <p:nvPr>
            <p:ph type="subTitle" idx="5"/>
          </p:nvPr>
        </p:nvSpPr>
        <p:spPr>
          <a:xfrm>
            <a:off x="3402600"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79" name="Google Shape;379;p65"/>
          <p:cNvSpPr txBox="1">
            <a:spLocks noGrp="1"/>
          </p:cNvSpPr>
          <p:nvPr>
            <p:ph type="subTitle" idx="6"/>
          </p:nvPr>
        </p:nvSpPr>
        <p:spPr>
          <a:xfrm>
            <a:off x="6085199"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80" name="Google Shape;380;p65"/>
          <p:cNvPicPr preferRelativeResize="0"/>
          <p:nvPr/>
        </p:nvPicPr>
        <p:blipFill>
          <a:blip r:embed="rId2">
            <a:alphaModFix/>
          </a:blip>
          <a:stretch>
            <a:fillRect/>
          </a:stretch>
        </p:blipFill>
        <p:spPr>
          <a:xfrm rot="5400000">
            <a:off x="8158750" y="4471375"/>
            <a:ext cx="265251" cy="265251"/>
          </a:xfrm>
          <a:prstGeom prst="rect">
            <a:avLst/>
          </a:prstGeom>
          <a:noFill/>
          <a:ln>
            <a:noFill/>
          </a:ln>
        </p:spPr>
      </p:pic>
      <p:cxnSp>
        <p:nvCxnSpPr>
          <p:cNvPr id="381" name="Google Shape;381;p65"/>
          <p:cNvCxnSpPr>
            <a:endCxn id="380"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82"/>
        <p:cNvGrpSpPr/>
        <p:nvPr/>
      </p:nvGrpSpPr>
      <p:grpSpPr>
        <a:xfrm>
          <a:off x="0" y="0"/>
          <a:ext cx="0" cy="0"/>
          <a:chOff x="0" y="0"/>
          <a:chExt cx="0" cy="0"/>
        </a:xfrm>
      </p:grpSpPr>
      <p:sp>
        <p:nvSpPr>
          <p:cNvPr id="383" name="Google Shape;383;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4" name="Google Shape;384;p66"/>
          <p:cNvSpPr txBox="1">
            <a:spLocks noGrp="1"/>
          </p:cNvSpPr>
          <p:nvPr>
            <p:ph type="subTitle" idx="1"/>
          </p:nvPr>
        </p:nvSpPr>
        <p:spPr>
          <a:xfrm>
            <a:off x="1481700" y="1971400"/>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5" name="Google Shape;385;p66"/>
          <p:cNvSpPr txBox="1">
            <a:spLocks noGrp="1"/>
          </p:cNvSpPr>
          <p:nvPr>
            <p:ph type="subTitle" idx="2"/>
          </p:nvPr>
        </p:nvSpPr>
        <p:spPr>
          <a:xfrm>
            <a:off x="4752428" y="1971400"/>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6" name="Google Shape;386;p66"/>
          <p:cNvSpPr txBox="1">
            <a:spLocks noGrp="1"/>
          </p:cNvSpPr>
          <p:nvPr>
            <p:ph type="subTitle" idx="3"/>
          </p:nvPr>
        </p:nvSpPr>
        <p:spPr>
          <a:xfrm>
            <a:off x="1481700" y="3589525"/>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7" name="Google Shape;387;p66"/>
          <p:cNvSpPr txBox="1">
            <a:spLocks noGrp="1"/>
          </p:cNvSpPr>
          <p:nvPr>
            <p:ph type="subTitle" idx="4"/>
          </p:nvPr>
        </p:nvSpPr>
        <p:spPr>
          <a:xfrm>
            <a:off x="4752428" y="3589525"/>
            <a:ext cx="20166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8" name="Google Shape;388;p66"/>
          <p:cNvSpPr txBox="1">
            <a:spLocks noGrp="1"/>
          </p:cNvSpPr>
          <p:nvPr>
            <p:ph type="subTitle" idx="5"/>
          </p:nvPr>
        </p:nvSpPr>
        <p:spPr>
          <a:xfrm>
            <a:off x="1481700" y="155955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9" name="Google Shape;389;p66"/>
          <p:cNvSpPr txBox="1">
            <a:spLocks noGrp="1"/>
          </p:cNvSpPr>
          <p:nvPr>
            <p:ph type="subTitle" idx="6"/>
          </p:nvPr>
        </p:nvSpPr>
        <p:spPr>
          <a:xfrm>
            <a:off x="1481700" y="317760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0" name="Google Shape;390;p66"/>
          <p:cNvSpPr txBox="1">
            <a:spLocks noGrp="1"/>
          </p:cNvSpPr>
          <p:nvPr>
            <p:ph type="subTitle" idx="7"/>
          </p:nvPr>
        </p:nvSpPr>
        <p:spPr>
          <a:xfrm>
            <a:off x="4752424" y="155955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1" name="Google Shape;391;p66"/>
          <p:cNvSpPr txBox="1">
            <a:spLocks noGrp="1"/>
          </p:cNvSpPr>
          <p:nvPr>
            <p:ph type="subTitle" idx="8"/>
          </p:nvPr>
        </p:nvSpPr>
        <p:spPr>
          <a:xfrm>
            <a:off x="4752424" y="3177600"/>
            <a:ext cx="2016600" cy="50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92" name="Google Shape;392;p66"/>
          <p:cNvPicPr preferRelativeResize="0"/>
          <p:nvPr/>
        </p:nvPicPr>
        <p:blipFill>
          <a:blip r:embed="rId2">
            <a:alphaModFix/>
          </a:blip>
          <a:stretch>
            <a:fillRect/>
          </a:stretch>
        </p:blipFill>
        <p:spPr>
          <a:xfrm>
            <a:off x="8656950" y="539500"/>
            <a:ext cx="265251" cy="265251"/>
          </a:xfrm>
          <a:prstGeom prst="rect">
            <a:avLst/>
          </a:prstGeom>
          <a:noFill/>
          <a:ln>
            <a:noFill/>
          </a:ln>
        </p:spPr>
      </p:pic>
      <p:cxnSp>
        <p:nvCxnSpPr>
          <p:cNvPr id="393" name="Google Shape;393;p66"/>
          <p:cNvCxnSpPr>
            <a:stCxn id="392" idx="2"/>
          </p:cNvCxnSpPr>
          <p:nvPr/>
        </p:nvCxnSpPr>
        <p:spPr>
          <a:xfrm>
            <a:off x="8789575"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94"/>
        <p:cNvGrpSpPr/>
        <p:nvPr/>
      </p:nvGrpSpPr>
      <p:grpSpPr>
        <a:xfrm>
          <a:off x="0" y="0"/>
          <a:ext cx="0" cy="0"/>
          <a:chOff x="0" y="0"/>
          <a:chExt cx="0" cy="0"/>
        </a:xfrm>
      </p:grpSpPr>
      <p:sp>
        <p:nvSpPr>
          <p:cNvPr id="395" name="Google Shape;395;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6" name="Google Shape;396;p67"/>
          <p:cNvSpPr txBox="1">
            <a:spLocks noGrp="1"/>
          </p:cNvSpPr>
          <p:nvPr>
            <p:ph type="subTitle" idx="1"/>
          </p:nvPr>
        </p:nvSpPr>
        <p:spPr>
          <a:xfrm>
            <a:off x="714886" y="1906316"/>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7" name="Google Shape;397;p67"/>
          <p:cNvSpPr txBox="1">
            <a:spLocks noGrp="1"/>
          </p:cNvSpPr>
          <p:nvPr>
            <p:ph type="subTitle" idx="2"/>
          </p:nvPr>
        </p:nvSpPr>
        <p:spPr>
          <a:xfrm>
            <a:off x="3477686" y="1906316"/>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8" name="Google Shape;398;p67"/>
          <p:cNvSpPr txBox="1">
            <a:spLocks noGrp="1"/>
          </p:cNvSpPr>
          <p:nvPr>
            <p:ph type="subTitle" idx="3"/>
          </p:nvPr>
        </p:nvSpPr>
        <p:spPr>
          <a:xfrm>
            <a:off x="714886" y="3492100"/>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9" name="Google Shape;399;p67"/>
          <p:cNvSpPr txBox="1">
            <a:spLocks noGrp="1"/>
          </p:cNvSpPr>
          <p:nvPr>
            <p:ph type="subTitle" idx="4"/>
          </p:nvPr>
        </p:nvSpPr>
        <p:spPr>
          <a:xfrm>
            <a:off x="3477686" y="3492100"/>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00" name="Google Shape;400;p67"/>
          <p:cNvSpPr txBox="1">
            <a:spLocks noGrp="1"/>
          </p:cNvSpPr>
          <p:nvPr>
            <p:ph type="subTitle" idx="5"/>
          </p:nvPr>
        </p:nvSpPr>
        <p:spPr>
          <a:xfrm>
            <a:off x="6241836" y="1906316"/>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01" name="Google Shape;401;p67"/>
          <p:cNvSpPr txBox="1">
            <a:spLocks noGrp="1"/>
          </p:cNvSpPr>
          <p:nvPr>
            <p:ph type="subTitle" idx="6"/>
          </p:nvPr>
        </p:nvSpPr>
        <p:spPr>
          <a:xfrm>
            <a:off x="6241836" y="3492100"/>
            <a:ext cx="21876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02" name="Google Shape;402;p67"/>
          <p:cNvSpPr txBox="1">
            <a:spLocks noGrp="1"/>
          </p:cNvSpPr>
          <p:nvPr>
            <p:ph type="subTitle" idx="7"/>
          </p:nvPr>
        </p:nvSpPr>
        <p:spPr>
          <a:xfrm>
            <a:off x="713225" y="1644825"/>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3" name="Google Shape;403;p67"/>
          <p:cNvSpPr txBox="1">
            <a:spLocks noGrp="1"/>
          </p:cNvSpPr>
          <p:nvPr>
            <p:ph type="subTitle" idx="8"/>
          </p:nvPr>
        </p:nvSpPr>
        <p:spPr>
          <a:xfrm>
            <a:off x="3476025" y="1644825"/>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4" name="Google Shape;404;p67"/>
          <p:cNvSpPr txBox="1">
            <a:spLocks noGrp="1"/>
          </p:cNvSpPr>
          <p:nvPr>
            <p:ph type="subTitle" idx="9"/>
          </p:nvPr>
        </p:nvSpPr>
        <p:spPr>
          <a:xfrm>
            <a:off x="6240175" y="1644825"/>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5" name="Google Shape;405;p67"/>
          <p:cNvSpPr txBox="1">
            <a:spLocks noGrp="1"/>
          </p:cNvSpPr>
          <p:nvPr>
            <p:ph type="subTitle" idx="13"/>
          </p:nvPr>
        </p:nvSpPr>
        <p:spPr>
          <a:xfrm>
            <a:off x="713225" y="3229471"/>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6" name="Google Shape;406;p67"/>
          <p:cNvSpPr txBox="1">
            <a:spLocks noGrp="1"/>
          </p:cNvSpPr>
          <p:nvPr>
            <p:ph type="subTitle" idx="14"/>
          </p:nvPr>
        </p:nvSpPr>
        <p:spPr>
          <a:xfrm>
            <a:off x="3476025" y="3229471"/>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7" name="Google Shape;407;p67"/>
          <p:cNvSpPr txBox="1">
            <a:spLocks noGrp="1"/>
          </p:cNvSpPr>
          <p:nvPr>
            <p:ph type="subTitle" idx="15"/>
          </p:nvPr>
        </p:nvSpPr>
        <p:spPr>
          <a:xfrm>
            <a:off x="6240175" y="3229471"/>
            <a:ext cx="21906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408" name="Google Shape;408;p67"/>
          <p:cNvCxnSpPr>
            <a:endCxn id="409" idx="2"/>
          </p:cNvCxnSpPr>
          <p:nvPr/>
        </p:nvCxnSpPr>
        <p:spPr>
          <a:xfrm rot="10800000">
            <a:off x="978475" y="4604000"/>
            <a:ext cx="8165100" cy="0"/>
          </a:xfrm>
          <a:prstGeom prst="straightConnector1">
            <a:avLst/>
          </a:prstGeom>
          <a:noFill/>
          <a:ln w="9525" cap="flat" cmpd="sng">
            <a:solidFill>
              <a:schemeClr val="dk1"/>
            </a:solidFill>
            <a:prstDash val="solid"/>
            <a:round/>
            <a:headEnd type="none" w="med" len="med"/>
            <a:tailEnd type="none" w="med" len="med"/>
          </a:ln>
        </p:spPr>
      </p:cxnSp>
      <p:pic>
        <p:nvPicPr>
          <p:cNvPr id="409" name="Google Shape;409;p67"/>
          <p:cNvPicPr preferRelativeResize="0"/>
          <p:nvPr/>
        </p:nvPicPr>
        <p:blipFill>
          <a:blip r:embed="rId2">
            <a:alphaModFix/>
          </a:blip>
          <a:stretch>
            <a:fillRect/>
          </a:stretch>
        </p:blipFill>
        <p:spPr>
          <a:xfrm rot="-5400000">
            <a:off x="713225" y="4471375"/>
            <a:ext cx="265251" cy="265251"/>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five columns ">
  <p:cSld name="CUSTOM_7_1">
    <p:spTree>
      <p:nvGrpSpPr>
        <p:cNvPr id="1" name="Shape 410"/>
        <p:cNvGrpSpPr/>
        <p:nvPr/>
      </p:nvGrpSpPr>
      <p:grpSpPr>
        <a:xfrm>
          <a:off x="0" y="0"/>
          <a:ext cx="0" cy="0"/>
          <a:chOff x="0" y="0"/>
          <a:chExt cx="0" cy="0"/>
        </a:xfrm>
      </p:grpSpPr>
      <p:sp>
        <p:nvSpPr>
          <p:cNvPr id="411" name="Google Shape;411;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12" name="Google Shape;412;p68"/>
          <p:cNvSpPr txBox="1">
            <a:spLocks noGrp="1"/>
          </p:cNvSpPr>
          <p:nvPr>
            <p:ph type="subTitle" idx="1"/>
          </p:nvPr>
        </p:nvSpPr>
        <p:spPr>
          <a:xfrm>
            <a:off x="2285187" y="2239126"/>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3" name="Google Shape;413;p68"/>
          <p:cNvSpPr txBox="1">
            <a:spLocks noGrp="1"/>
          </p:cNvSpPr>
          <p:nvPr>
            <p:ph type="subTitle" idx="2"/>
          </p:nvPr>
        </p:nvSpPr>
        <p:spPr>
          <a:xfrm>
            <a:off x="4820324" y="2239126"/>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4" name="Google Shape;414;p68"/>
          <p:cNvSpPr txBox="1">
            <a:spLocks noGrp="1"/>
          </p:cNvSpPr>
          <p:nvPr>
            <p:ph type="subTitle" idx="3"/>
          </p:nvPr>
        </p:nvSpPr>
        <p:spPr>
          <a:xfrm>
            <a:off x="1017612" y="4031700"/>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5" name="Google Shape;415;p68"/>
          <p:cNvSpPr txBox="1">
            <a:spLocks noGrp="1"/>
          </p:cNvSpPr>
          <p:nvPr>
            <p:ph type="subTitle" idx="4"/>
          </p:nvPr>
        </p:nvSpPr>
        <p:spPr>
          <a:xfrm>
            <a:off x="3552749" y="4031700"/>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6" name="Google Shape;416;p68"/>
          <p:cNvSpPr txBox="1">
            <a:spLocks noGrp="1"/>
          </p:cNvSpPr>
          <p:nvPr>
            <p:ph type="subTitle" idx="5"/>
          </p:nvPr>
        </p:nvSpPr>
        <p:spPr>
          <a:xfrm>
            <a:off x="6087886" y="4031700"/>
            <a:ext cx="2038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7" name="Google Shape;417;p68"/>
          <p:cNvSpPr txBox="1">
            <a:spLocks noGrp="1"/>
          </p:cNvSpPr>
          <p:nvPr>
            <p:ph type="subTitle" idx="6"/>
          </p:nvPr>
        </p:nvSpPr>
        <p:spPr>
          <a:xfrm>
            <a:off x="2289185" y="1791325"/>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18" name="Google Shape;418;p68"/>
          <p:cNvSpPr txBox="1">
            <a:spLocks noGrp="1"/>
          </p:cNvSpPr>
          <p:nvPr>
            <p:ph type="subTitle" idx="7"/>
          </p:nvPr>
        </p:nvSpPr>
        <p:spPr>
          <a:xfrm>
            <a:off x="4824325" y="1791325"/>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19" name="Google Shape;419;p68"/>
          <p:cNvSpPr txBox="1">
            <a:spLocks noGrp="1"/>
          </p:cNvSpPr>
          <p:nvPr>
            <p:ph type="subTitle" idx="8"/>
          </p:nvPr>
        </p:nvSpPr>
        <p:spPr>
          <a:xfrm>
            <a:off x="1021610" y="3583794"/>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20" name="Google Shape;420;p68"/>
          <p:cNvSpPr txBox="1">
            <a:spLocks noGrp="1"/>
          </p:cNvSpPr>
          <p:nvPr>
            <p:ph type="subTitle" idx="9"/>
          </p:nvPr>
        </p:nvSpPr>
        <p:spPr>
          <a:xfrm>
            <a:off x="3556751" y="3583794"/>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21" name="Google Shape;421;p68"/>
          <p:cNvSpPr txBox="1">
            <a:spLocks noGrp="1"/>
          </p:cNvSpPr>
          <p:nvPr>
            <p:ph type="subTitle" idx="13"/>
          </p:nvPr>
        </p:nvSpPr>
        <p:spPr>
          <a:xfrm>
            <a:off x="6091891" y="3583794"/>
            <a:ext cx="2030400" cy="52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422" name="Google Shape;422;p68"/>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423" name="Google Shape;423;p68"/>
          <p:cNvCxnSpPr>
            <a:stCxn id="422"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pic>
        <p:nvPicPr>
          <p:cNvPr id="424" name="Google Shape;424;p68"/>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425" name="Google Shape;425;p68"/>
          <p:cNvCxnSpPr>
            <a:endCxn id="424"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26"/>
        <p:cNvGrpSpPr/>
        <p:nvPr/>
      </p:nvGrpSpPr>
      <p:grpSpPr>
        <a:xfrm>
          <a:off x="0" y="0"/>
          <a:ext cx="0" cy="0"/>
          <a:chOff x="0" y="0"/>
          <a:chExt cx="0" cy="0"/>
        </a:xfrm>
      </p:grpSpPr>
      <p:sp>
        <p:nvSpPr>
          <p:cNvPr id="427" name="Google Shape;427;p69"/>
          <p:cNvSpPr txBox="1">
            <a:spLocks noGrp="1"/>
          </p:cNvSpPr>
          <p:nvPr>
            <p:ph type="title" hasCustomPrompt="1"/>
          </p:nvPr>
        </p:nvSpPr>
        <p:spPr>
          <a:xfrm>
            <a:off x="4474550" y="539500"/>
            <a:ext cx="3956100" cy="822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28" name="Google Shape;428;p69"/>
          <p:cNvSpPr txBox="1">
            <a:spLocks noGrp="1"/>
          </p:cNvSpPr>
          <p:nvPr>
            <p:ph type="subTitle" idx="1"/>
          </p:nvPr>
        </p:nvSpPr>
        <p:spPr>
          <a:xfrm>
            <a:off x="4474550" y="1351275"/>
            <a:ext cx="3956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29" name="Google Shape;429;p69"/>
          <p:cNvSpPr txBox="1">
            <a:spLocks noGrp="1"/>
          </p:cNvSpPr>
          <p:nvPr>
            <p:ph type="title" idx="2" hasCustomPrompt="1"/>
          </p:nvPr>
        </p:nvSpPr>
        <p:spPr>
          <a:xfrm>
            <a:off x="4474550" y="1794910"/>
            <a:ext cx="3956100" cy="822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0" name="Google Shape;430;p69"/>
          <p:cNvSpPr txBox="1">
            <a:spLocks noGrp="1"/>
          </p:cNvSpPr>
          <p:nvPr>
            <p:ph type="subTitle" idx="3"/>
          </p:nvPr>
        </p:nvSpPr>
        <p:spPr>
          <a:xfrm>
            <a:off x="4474550" y="2609187"/>
            <a:ext cx="3956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31" name="Google Shape;431;p69"/>
          <p:cNvSpPr txBox="1">
            <a:spLocks noGrp="1"/>
          </p:cNvSpPr>
          <p:nvPr>
            <p:ph type="title" idx="4" hasCustomPrompt="1"/>
          </p:nvPr>
        </p:nvSpPr>
        <p:spPr>
          <a:xfrm>
            <a:off x="4474550" y="3050296"/>
            <a:ext cx="3956100" cy="822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2" name="Google Shape;432;p69"/>
          <p:cNvSpPr txBox="1">
            <a:spLocks noGrp="1"/>
          </p:cNvSpPr>
          <p:nvPr>
            <p:ph type="subTitle" idx="5"/>
          </p:nvPr>
        </p:nvSpPr>
        <p:spPr>
          <a:xfrm>
            <a:off x="4474550" y="3867125"/>
            <a:ext cx="39561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433"/>
        <p:cNvGrpSpPr/>
        <p:nvPr/>
      </p:nvGrpSpPr>
      <p:grpSpPr>
        <a:xfrm>
          <a:off x="0" y="0"/>
          <a:ext cx="0" cy="0"/>
          <a:chOff x="0" y="0"/>
          <a:chExt cx="0" cy="0"/>
        </a:xfrm>
      </p:grpSpPr>
      <p:sp>
        <p:nvSpPr>
          <p:cNvPr id="434" name="Google Shape;434;p70"/>
          <p:cNvSpPr txBox="1">
            <a:spLocks noGrp="1"/>
          </p:cNvSpPr>
          <p:nvPr>
            <p:ph type="title" hasCustomPrompt="1"/>
          </p:nvPr>
        </p:nvSpPr>
        <p:spPr>
          <a:xfrm>
            <a:off x="1194900" y="1417650"/>
            <a:ext cx="13989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5" name="Google Shape;435;p70"/>
          <p:cNvSpPr txBox="1">
            <a:spLocks noGrp="1"/>
          </p:cNvSpPr>
          <p:nvPr>
            <p:ph type="subTitle" idx="1"/>
          </p:nvPr>
        </p:nvSpPr>
        <p:spPr>
          <a:xfrm>
            <a:off x="720000" y="3844400"/>
            <a:ext cx="23487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436" name="Google Shape;436;p70"/>
          <p:cNvSpPr txBox="1">
            <a:spLocks noGrp="1"/>
          </p:cNvSpPr>
          <p:nvPr>
            <p:ph type="subTitle" idx="2"/>
          </p:nvPr>
        </p:nvSpPr>
        <p:spPr>
          <a:xfrm>
            <a:off x="720000" y="3412325"/>
            <a:ext cx="23487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37" name="Google Shape;437;p70"/>
          <p:cNvSpPr txBox="1">
            <a:spLocks noGrp="1"/>
          </p:cNvSpPr>
          <p:nvPr>
            <p:ph type="title" idx="3" hasCustomPrompt="1"/>
          </p:nvPr>
        </p:nvSpPr>
        <p:spPr>
          <a:xfrm>
            <a:off x="3876825" y="1417650"/>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8" name="Google Shape;438;p70"/>
          <p:cNvSpPr txBox="1">
            <a:spLocks noGrp="1"/>
          </p:cNvSpPr>
          <p:nvPr>
            <p:ph type="subTitle" idx="4"/>
          </p:nvPr>
        </p:nvSpPr>
        <p:spPr>
          <a:xfrm>
            <a:off x="3401036" y="3844400"/>
            <a:ext cx="23487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439" name="Google Shape;439;p70"/>
          <p:cNvSpPr txBox="1">
            <a:spLocks noGrp="1"/>
          </p:cNvSpPr>
          <p:nvPr>
            <p:ph type="subTitle" idx="5"/>
          </p:nvPr>
        </p:nvSpPr>
        <p:spPr>
          <a:xfrm>
            <a:off x="3401036" y="3412325"/>
            <a:ext cx="23487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40" name="Google Shape;440;p70"/>
          <p:cNvSpPr txBox="1">
            <a:spLocks noGrp="1"/>
          </p:cNvSpPr>
          <p:nvPr>
            <p:ph type="title" idx="6" hasCustomPrompt="1"/>
          </p:nvPr>
        </p:nvSpPr>
        <p:spPr>
          <a:xfrm>
            <a:off x="6557575" y="1417650"/>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41" name="Google Shape;441;p70"/>
          <p:cNvSpPr txBox="1">
            <a:spLocks noGrp="1"/>
          </p:cNvSpPr>
          <p:nvPr>
            <p:ph type="subTitle" idx="7"/>
          </p:nvPr>
        </p:nvSpPr>
        <p:spPr>
          <a:xfrm>
            <a:off x="6082071" y="3844400"/>
            <a:ext cx="23487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442" name="Google Shape;442;p70"/>
          <p:cNvSpPr txBox="1">
            <a:spLocks noGrp="1"/>
          </p:cNvSpPr>
          <p:nvPr>
            <p:ph type="subTitle" idx="8"/>
          </p:nvPr>
        </p:nvSpPr>
        <p:spPr>
          <a:xfrm>
            <a:off x="6082071" y="3412325"/>
            <a:ext cx="2348700" cy="44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43" name="Google Shape;443;p70"/>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444" name="Google Shape;444;p70"/>
          <p:cNvPicPr preferRelativeResize="0"/>
          <p:nvPr/>
        </p:nvPicPr>
        <p:blipFill>
          <a:blip r:embed="rId2">
            <a:alphaModFix/>
          </a:blip>
          <a:stretch>
            <a:fillRect/>
          </a:stretch>
        </p:blipFill>
        <p:spPr>
          <a:xfrm rot="10800000">
            <a:off x="236775" y="4338750"/>
            <a:ext cx="265251" cy="265251"/>
          </a:xfrm>
          <a:prstGeom prst="rect">
            <a:avLst/>
          </a:prstGeom>
          <a:noFill/>
          <a:ln>
            <a:noFill/>
          </a:ln>
        </p:spPr>
      </p:pic>
      <p:cxnSp>
        <p:nvCxnSpPr>
          <p:cNvPr id="445" name="Google Shape;445;p70"/>
          <p:cNvCxnSpPr>
            <a:endCxn id="444" idx="2"/>
          </p:cNvCxnSpPr>
          <p:nvPr/>
        </p:nvCxnSpPr>
        <p:spPr>
          <a:xfrm>
            <a:off x="369400" y="-150"/>
            <a:ext cx="0" cy="4338900"/>
          </a:xfrm>
          <a:prstGeom prst="straightConnector1">
            <a:avLst/>
          </a:prstGeom>
          <a:noFill/>
          <a:ln w="9525" cap="flat" cmpd="sng">
            <a:solidFill>
              <a:schemeClr val="dk1"/>
            </a:solidFill>
            <a:prstDash val="solid"/>
            <a:round/>
            <a:headEnd type="none" w="med" len="med"/>
            <a:tailEnd type="none" w="med" len="med"/>
          </a:ln>
        </p:spPr>
      </p:cxnSp>
      <p:pic>
        <p:nvPicPr>
          <p:cNvPr id="446" name="Google Shape;446;p70"/>
          <p:cNvPicPr preferRelativeResize="0"/>
          <p:nvPr/>
        </p:nvPicPr>
        <p:blipFill>
          <a:blip r:embed="rId2">
            <a:alphaModFix/>
          </a:blip>
          <a:stretch>
            <a:fillRect/>
          </a:stretch>
        </p:blipFill>
        <p:spPr>
          <a:xfrm>
            <a:off x="8648725" y="539500"/>
            <a:ext cx="265251" cy="265251"/>
          </a:xfrm>
          <a:prstGeom prst="rect">
            <a:avLst/>
          </a:prstGeom>
          <a:noFill/>
          <a:ln>
            <a:noFill/>
          </a:ln>
        </p:spPr>
      </p:pic>
      <p:cxnSp>
        <p:nvCxnSpPr>
          <p:cNvPr id="447" name="Google Shape;447;p70"/>
          <p:cNvCxnSpPr>
            <a:stCxn id="446" idx="2"/>
          </p:cNvCxnSpPr>
          <p:nvPr/>
        </p:nvCxnSpPr>
        <p:spPr>
          <a:xfrm>
            <a:off x="878135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448"/>
        <p:cNvGrpSpPr/>
        <p:nvPr/>
      </p:nvGrpSpPr>
      <p:grpSpPr>
        <a:xfrm>
          <a:off x="0" y="0"/>
          <a:ext cx="0" cy="0"/>
          <a:chOff x="0" y="0"/>
          <a:chExt cx="0" cy="0"/>
        </a:xfrm>
      </p:grpSpPr>
      <p:sp>
        <p:nvSpPr>
          <p:cNvPr id="449" name="Google Shape;449;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450" name="Google Shape;450;p71"/>
          <p:cNvPicPr preferRelativeResize="0"/>
          <p:nvPr/>
        </p:nvPicPr>
        <p:blipFill>
          <a:blip r:embed="rId2">
            <a:alphaModFix/>
          </a:blip>
          <a:stretch>
            <a:fillRect/>
          </a:stretch>
        </p:blipFill>
        <p:spPr>
          <a:xfrm>
            <a:off x="8656950" y="539500"/>
            <a:ext cx="265251" cy="265251"/>
          </a:xfrm>
          <a:prstGeom prst="rect">
            <a:avLst/>
          </a:prstGeom>
          <a:noFill/>
          <a:ln>
            <a:noFill/>
          </a:ln>
        </p:spPr>
      </p:pic>
      <p:cxnSp>
        <p:nvCxnSpPr>
          <p:cNvPr id="451" name="Google Shape;451;p71"/>
          <p:cNvCxnSpPr>
            <a:stCxn id="450" idx="2"/>
          </p:cNvCxnSpPr>
          <p:nvPr/>
        </p:nvCxnSpPr>
        <p:spPr>
          <a:xfrm>
            <a:off x="8789575" y="804751"/>
            <a:ext cx="0" cy="4342500"/>
          </a:xfrm>
          <a:prstGeom prst="straightConnector1">
            <a:avLst/>
          </a:prstGeom>
          <a:noFill/>
          <a:ln w="9525" cap="flat" cmpd="sng">
            <a:solidFill>
              <a:schemeClr val="dk1"/>
            </a:solidFill>
            <a:prstDash val="solid"/>
            <a:round/>
            <a:headEnd type="none" w="med" len="med"/>
            <a:tailEnd type="none" w="med" len="med"/>
          </a:ln>
        </p:spPr>
      </p:cxnSp>
      <p:pic>
        <p:nvPicPr>
          <p:cNvPr id="452" name="Google Shape;452;p71"/>
          <p:cNvPicPr preferRelativeResize="0"/>
          <p:nvPr/>
        </p:nvPicPr>
        <p:blipFill>
          <a:blip r:embed="rId2">
            <a:alphaModFix/>
          </a:blip>
          <a:stretch>
            <a:fillRect/>
          </a:stretch>
        </p:blipFill>
        <p:spPr>
          <a:xfrm rot="10800000">
            <a:off x="236775" y="4338750"/>
            <a:ext cx="265251" cy="265251"/>
          </a:xfrm>
          <a:prstGeom prst="rect">
            <a:avLst/>
          </a:prstGeom>
          <a:noFill/>
          <a:ln>
            <a:noFill/>
          </a:ln>
        </p:spPr>
      </p:pic>
      <p:cxnSp>
        <p:nvCxnSpPr>
          <p:cNvPr id="453" name="Google Shape;453;p71"/>
          <p:cNvCxnSpPr>
            <a:stCxn id="452" idx="2"/>
          </p:cNvCxnSpPr>
          <p:nvPr/>
        </p:nvCxnSpPr>
        <p:spPr>
          <a:xfrm rot="10800000">
            <a:off x="369400" y="-5850"/>
            <a:ext cx="0" cy="4344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2">
  <p:cSld name="CUSTOM_12">
    <p:spTree>
      <p:nvGrpSpPr>
        <p:cNvPr id="1" name="Shape 454"/>
        <p:cNvGrpSpPr/>
        <p:nvPr/>
      </p:nvGrpSpPr>
      <p:grpSpPr>
        <a:xfrm>
          <a:off x="0" y="0"/>
          <a:ext cx="0" cy="0"/>
          <a:chOff x="0" y="0"/>
          <a:chExt cx="0" cy="0"/>
        </a:xfrm>
      </p:grpSpPr>
      <p:sp>
        <p:nvSpPr>
          <p:cNvPr id="455" name="Google Shape;455;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cxnSp>
        <p:nvCxnSpPr>
          <p:cNvPr id="456" name="Google Shape;456;p72"/>
          <p:cNvCxnSpPr>
            <a:endCxn id="457" idx="2"/>
          </p:cNvCxnSpPr>
          <p:nvPr/>
        </p:nvCxnSpPr>
        <p:spPr>
          <a:xfrm>
            <a:off x="1950" y="4604000"/>
            <a:ext cx="8296200" cy="0"/>
          </a:xfrm>
          <a:prstGeom prst="straightConnector1">
            <a:avLst/>
          </a:prstGeom>
          <a:noFill/>
          <a:ln w="9525" cap="flat" cmpd="sng">
            <a:solidFill>
              <a:schemeClr val="dk1"/>
            </a:solidFill>
            <a:prstDash val="solid"/>
            <a:round/>
            <a:headEnd type="none" w="med" len="med"/>
            <a:tailEnd type="none" w="med" len="med"/>
          </a:ln>
        </p:spPr>
      </p:cxnSp>
      <p:pic>
        <p:nvPicPr>
          <p:cNvPr id="457" name="Google Shape;457;p72"/>
          <p:cNvPicPr preferRelativeResize="0"/>
          <p:nvPr/>
        </p:nvPicPr>
        <p:blipFill>
          <a:blip r:embed="rId2">
            <a:alphaModFix/>
          </a:blip>
          <a:stretch>
            <a:fillRect/>
          </a:stretch>
        </p:blipFill>
        <p:spPr>
          <a:xfrm rot="5400000">
            <a:off x="8298150" y="4471375"/>
            <a:ext cx="265251" cy="265251"/>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only 3">
  <p:cSld name="CUSTOM_13">
    <p:spTree>
      <p:nvGrpSpPr>
        <p:cNvPr id="1" name="Shape 458"/>
        <p:cNvGrpSpPr/>
        <p:nvPr/>
      </p:nvGrpSpPr>
      <p:grpSpPr>
        <a:xfrm>
          <a:off x="0" y="0"/>
          <a:ext cx="0" cy="0"/>
          <a:chOff x="0" y="0"/>
          <a:chExt cx="0" cy="0"/>
        </a:xfrm>
      </p:grpSpPr>
      <p:sp>
        <p:nvSpPr>
          <p:cNvPr id="459" name="Google Shape;459;p7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460" name="Google Shape;460;p73"/>
          <p:cNvPicPr preferRelativeResize="0"/>
          <p:nvPr/>
        </p:nvPicPr>
        <p:blipFill>
          <a:blip r:embed="rId2">
            <a:alphaModFix/>
          </a:blip>
          <a:stretch>
            <a:fillRect/>
          </a:stretch>
        </p:blipFill>
        <p:spPr>
          <a:xfrm flipH="1">
            <a:off x="236775" y="539500"/>
            <a:ext cx="265251" cy="265251"/>
          </a:xfrm>
          <a:prstGeom prst="rect">
            <a:avLst/>
          </a:prstGeom>
          <a:noFill/>
          <a:ln>
            <a:noFill/>
          </a:ln>
        </p:spPr>
      </p:pic>
      <p:cxnSp>
        <p:nvCxnSpPr>
          <p:cNvPr id="461" name="Google Shape;461;p73"/>
          <p:cNvCxnSpPr>
            <a:stCxn id="460" idx="2"/>
          </p:cNvCxnSpPr>
          <p:nvPr/>
        </p:nvCxnSpPr>
        <p:spPr>
          <a:xfrm>
            <a:off x="369400" y="804751"/>
            <a:ext cx="0" cy="4342500"/>
          </a:xfrm>
          <a:prstGeom prst="straightConnector1">
            <a:avLst/>
          </a:prstGeom>
          <a:noFill/>
          <a:ln w="9525" cap="flat" cmpd="sng">
            <a:solidFill>
              <a:schemeClr val="dk1"/>
            </a:solidFill>
            <a:prstDash val="solid"/>
            <a:round/>
            <a:headEnd type="none" w="med" len="med"/>
            <a:tailEnd type="none" w="med" len="med"/>
          </a:ln>
        </p:spPr>
      </p:cxnSp>
      <p:pic>
        <p:nvPicPr>
          <p:cNvPr id="462" name="Google Shape;462;p73"/>
          <p:cNvPicPr preferRelativeResize="0"/>
          <p:nvPr/>
        </p:nvPicPr>
        <p:blipFill>
          <a:blip r:embed="rId2">
            <a:alphaModFix/>
          </a:blip>
          <a:stretch>
            <a:fillRect/>
          </a:stretch>
        </p:blipFill>
        <p:spPr>
          <a:xfrm rot="10800000" flipH="1">
            <a:off x="8656950" y="4338750"/>
            <a:ext cx="265251" cy="265251"/>
          </a:xfrm>
          <a:prstGeom prst="rect">
            <a:avLst/>
          </a:prstGeom>
          <a:noFill/>
          <a:ln>
            <a:noFill/>
          </a:ln>
        </p:spPr>
      </p:pic>
      <p:cxnSp>
        <p:nvCxnSpPr>
          <p:cNvPr id="463" name="Google Shape;463;p73"/>
          <p:cNvCxnSpPr>
            <a:stCxn id="462" idx="2"/>
          </p:cNvCxnSpPr>
          <p:nvPr/>
        </p:nvCxnSpPr>
        <p:spPr>
          <a:xfrm rot="10800000">
            <a:off x="8789575" y="-5850"/>
            <a:ext cx="0" cy="4344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64"/>
        <p:cNvGrpSpPr/>
        <p:nvPr/>
      </p:nvGrpSpPr>
      <p:grpSpPr>
        <a:xfrm>
          <a:off x="0" y="0"/>
          <a:ext cx="0" cy="0"/>
          <a:chOff x="0" y="0"/>
          <a:chExt cx="0" cy="0"/>
        </a:xfrm>
      </p:grpSpPr>
      <p:sp>
        <p:nvSpPr>
          <p:cNvPr id="465" name="Google Shape;465;p74"/>
          <p:cNvSpPr txBox="1">
            <a:spLocks noGrp="1"/>
          </p:cNvSpPr>
          <p:nvPr>
            <p:ph type="title"/>
          </p:nvPr>
        </p:nvSpPr>
        <p:spPr>
          <a:xfrm>
            <a:off x="713225" y="5400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6" name="Google Shape;466;p74"/>
          <p:cNvSpPr txBox="1">
            <a:spLocks noGrp="1"/>
          </p:cNvSpPr>
          <p:nvPr>
            <p:ph type="subTitle" idx="1"/>
          </p:nvPr>
        </p:nvSpPr>
        <p:spPr>
          <a:xfrm>
            <a:off x="713225" y="1676150"/>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67" name="Google Shape;467;p74"/>
          <p:cNvSpPr txBox="1"/>
          <p:nvPr/>
        </p:nvSpPr>
        <p:spPr>
          <a:xfrm>
            <a:off x="713225" y="3643050"/>
            <a:ext cx="3837600" cy="762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Lexend Deca"/>
                <a:ea typeface="Lexend Deca"/>
                <a:cs typeface="Lexend Deca"/>
                <a:sym typeface="Lexend Deca"/>
              </a:rPr>
              <a:t>CREDITS:</a:t>
            </a:r>
            <a:r>
              <a:rPr lang="en" sz="1200">
                <a:solidFill>
                  <a:schemeClr val="dk1"/>
                </a:solidFill>
                <a:latin typeface="Lexend Deca"/>
                <a:ea typeface="Lexend Deca"/>
                <a:cs typeface="Lexend Deca"/>
                <a:sym typeface="Lexend Deca"/>
              </a:rPr>
              <a:t> This presentation template was created by </a:t>
            </a:r>
            <a:r>
              <a:rPr lang="en" sz="1200" b="1">
                <a:solidFill>
                  <a:schemeClr val="dk1"/>
                </a:solidFill>
                <a:uFill>
                  <a:noFill/>
                </a:uFill>
                <a:latin typeface="Lexend Deca"/>
                <a:ea typeface="Lexend Deca"/>
                <a:cs typeface="Lexend Deca"/>
                <a:sym typeface="Lexend Deca"/>
                <a:hlinkClick r:id="rId2">
                  <a:extLst>
                    <a:ext uri="{A12FA001-AC4F-418D-AE19-62706E023703}">
                      <ahyp:hlinkClr xmlns:ahyp="http://schemas.microsoft.com/office/drawing/2018/hyperlinkcolor" val="tx"/>
                    </a:ext>
                  </a:extLst>
                </a:hlinkClick>
              </a:rPr>
              <a:t>Slidesgo</a:t>
            </a:r>
            <a:r>
              <a:rPr lang="en" sz="1200">
                <a:solidFill>
                  <a:schemeClr val="dk1"/>
                </a:solidFill>
                <a:latin typeface="Lexend Deca"/>
                <a:ea typeface="Lexend Deca"/>
                <a:cs typeface="Lexend Deca"/>
                <a:sym typeface="Lexend Deca"/>
              </a:rPr>
              <a:t>, and includes icons by </a:t>
            </a:r>
            <a:r>
              <a:rPr lang="en" sz="1200" b="1">
                <a:solidFill>
                  <a:schemeClr val="dk1"/>
                </a:solidFill>
                <a:uFill>
                  <a:noFill/>
                </a:uFill>
                <a:latin typeface="Lexend Deca"/>
                <a:ea typeface="Lexend Deca"/>
                <a:cs typeface="Lexend Deca"/>
                <a:sym typeface="Lexend Deca"/>
                <a:hlinkClick r:id="rId3">
                  <a:extLst>
                    <a:ext uri="{A12FA001-AC4F-418D-AE19-62706E023703}">
                      <ahyp:hlinkClr xmlns:ahyp="http://schemas.microsoft.com/office/drawing/2018/hyperlinkcolor" val="tx"/>
                    </a:ext>
                  </a:extLst>
                </a:hlinkClick>
              </a:rPr>
              <a:t>Flaticon</a:t>
            </a:r>
            <a:r>
              <a:rPr lang="en" sz="1200">
                <a:solidFill>
                  <a:schemeClr val="dk1"/>
                </a:solidFill>
                <a:latin typeface="Lexend Deca"/>
                <a:ea typeface="Lexend Deca"/>
                <a:cs typeface="Lexend Deca"/>
                <a:sym typeface="Lexend Deca"/>
              </a:rPr>
              <a:t>, and infographics &amp; images by </a:t>
            </a:r>
            <a:r>
              <a:rPr lang="en" sz="1200" b="1">
                <a:solidFill>
                  <a:schemeClr val="dk1"/>
                </a:solidFill>
                <a:uFill>
                  <a:noFill/>
                </a:uFill>
                <a:latin typeface="Lexend Deca"/>
                <a:ea typeface="Lexend Deca"/>
                <a:cs typeface="Lexend Deca"/>
                <a:sym typeface="Lexend Deca"/>
                <a:hlinkClick r:id="rId4">
                  <a:extLst>
                    <a:ext uri="{A12FA001-AC4F-418D-AE19-62706E023703}">
                      <ahyp:hlinkClr xmlns:ahyp="http://schemas.microsoft.com/office/drawing/2018/hyperlinkcolor" val="tx"/>
                    </a:ext>
                  </a:extLst>
                </a:hlinkClick>
              </a:rPr>
              <a:t>Freepik</a:t>
            </a:r>
            <a:r>
              <a:rPr lang="en" sz="1200">
                <a:solidFill>
                  <a:schemeClr val="dk1"/>
                </a:solidFill>
                <a:latin typeface="Lexend Deca"/>
                <a:ea typeface="Lexend Deca"/>
                <a:cs typeface="Lexend Deca"/>
                <a:sym typeface="Lexend Deca"/>
              </a:rPr>
              <a:t> </a:t>
            </a:r>
            <a:endParaRPr sz="1200" b="1">
              <a:solidFill>
                <a:schemeClr val="dk1"/>
              </a:solidFill>
              <a:latin typeface="Lexend Deca"/>
              <a:ea typeface="Lexend Deca"/>
              <a:cs typeface="Lexend Deca"/>
              <a:sym typeface="Lexend Deca"/>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68"/>
        <p:cNvGrpSpPr/>
        <p:nvPr/>
      </p:nvGrpSpPr>
      <p:grpSpPr>
        <a:xfrm>
          <a:off x="0" y="0"/>
          <a:ext cx="0" cy="0"/>
          <a:chOff x="0" y="0"/>
          <a:chExt cx="0" cy="0"/>
        </a:xfrm>
      </p:grpSpPr>
      <p:pic>
        <p:nvPicPr>
          <p:cNvPr id="469" name="Google Shape;469;p75"/>
          <p:cNvPicPr preferRelativeResize="0"/>
          <p:nvPr/>
        </p:nvPicPr>
        <p:blipFill>
          <a:blip r:embed="rId2">
            <a:alphaModFix/>
          </a:blip>
          <a:stretch>
            <a:fillRect/>
          </a:stretch>
        </p:blipFill>
        <p:spPr>
          <a:xfrm>
            <a:off x="580600" y="539500"/>
            <a:ext cx="265251" cy="265251"/>
          </a:xfrm>
          <a:prstGeom prst="rect">
            <a:avLst/>
          </a:prstGeom>
          <a:noFill/>
          <a:ln>
            <a:noFill/>
          </a:ln>
        </p:spPr>
      </p:pic>
      <p:cxnSp>
        <p:nvCxnSpPr>
          <p:cNvPr id="470" name="Google Shape;470;p75"/>
          <p:cNvCxnSpPr>
            <a:stCxn id="469" idx="2"/>
            <a:endCxn id="471" idx="2"/>
          </p:cNvCxnSpPr>
          <p:nvPr/>
        </p:nvCxnSpPr>
        <p:spPr>
          <a:xfrm>
            <a:off x="713225" y="804751"/>
            <a:ext cx="0" cy="3534000"/>
          </a:xfrm>
          <a:prstGeom prst="straightConnector1">
            <a:avLst/>
          </a:prstGeom>
          <a:noFill/>
          <a:ln w="9525" cap="flat" cmpd="sng">
            <a:solidFill>
              <a:schemeClr val="dk1"/>
            </a:solidFill>
            <a:prstDash val="solid"/>
            <a:round/>
            <a:headEnd type="none" w="med" len="med"/>
            <a:tailEnd type="none" w="med" len="med"/>
          </a:ln>
        </p:spPr>
      </p:cxnSp>
      <p:pic>
        <p:nvPicPr>
          <p:cNvPr id="471" name="Google Shape;471;p75"/>
          <p:cNvPicPr preferRelativeResize="0"/>
          <p:nvPr/>
        </p:nvPicPr>
        <p:blipFill>
          <a:blip r:embed="rId2">
            <a:alphaModFix/>
          </a:blip>
          <a:stretch>
            <a:fillRect/>
          </a:stretch>
        </p:blipFill>
        <p:spPr>
          <a:xfrm rot="10800000">
            <a:off x="580600" y="4338750"/>
            <a:ext cx="265251" cy="265251"/>
          </a:xfrm>
          <a:prstGeom prst="rect">
            <a:avLst/>
          </a:prstGeom>
          <a:noFill/>
          <a:ln>
            <a:noFill/>
          </a:ln>
        </p:spPr>
      </p:pic>
      <p:pic>
        <p:nvPicPr>
          <p:cNvPr id="472" name="Google Shape;472;p75"/>
          <p:cNvPicPr preferRelativeResize="0"/>
          <p:nvPr/>
        </p:nvPicPr>
        <p:blipFill>
          <a:blip r:embed="rId2">
            <a:alphaModFix/>
          </a:blip>
          <a:stretch>
            <a:fillRect/>
          </a:stretch>
        </p:blipFill>
        <p:spPr>
          <a:xfrm>
            <a:off x="8298150" y="539500"/>
            <a:ext cx="265251" cy="265251"/>
          </a:xfrm>
          <a:prstGeom prst="rect">
            <a:avLst/>
          </a:prstGeom>
          <a:noFill/>
          <a:ln>
            <a:noFill/>
          </a:ln>
        </p:spPr>
      </p:pic>
      <p:cxnSp>
        <p:nvCxnSpPr>
          <p:cNvPr id="473" name="Google Shape;473;p75"/>
          <p:cNvCxnSpPr>
            <a:stCxn id="472" idx="2"/>
            <a:endCxn id="474" idx="2"/>
          </p:cNvCxnSpPr>
          <p:nvPr/>
        </p:nvCxnSpPr>
        <p:spPr>
          <a:xfrm>
            <a:off x="8430775" y="804751"/>
            <a:ext cx="0" cy="3534000"/>
          </a:xfrm>
          <a:prstGeom prst="straightConnector1">
            <a:avLst/>
          </a:prstGeom>
          <a:noFill/>
          <a:ln w="9525" cap="flat" cmpd="sng">
            <a:solidFill>
              <a:schemeClr val="dk1"/>
            </a:solidFill>
            <a:prstDash val="solid"/>
            <a:round/>
            <a:headEnd type="none" w="med" len="med"/>
            <a:tailEnd type="none" w="med" len="med"/>
          </a:ln>
        </p:spPr>
      </p:cxnSp>
      <p:pic>
        <p:nvPicPr>
          <p:cNvPr id="474" name="Google Shape;474;p75"/>
          <p:cNvPicPr preferRelativeResize="0"/>
          <p:nvPr/>
        </p:nvPicPr>
        <p:blipFill>
          <a:blip r:embed="rId2">
            <a:alphaModFix/>
          </a:blip>
          <a:stretch>
            <a:fillRect/>
          </a:stretch>
        </p:blipFill>
        <p:spPr>
          <a:xfrm rot="10800000">
            <a:off x="8298150" y="4338750"/>
            <a:ext cx="265251" cy="265251"/>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75"/>
        <p:cNvGrpSpPr/>
        <p:nvPr/>
      </p:nvGrpSpPr>
      <p:grpSpPr>
        <a:xfrm>
          <a:off x="0" y="0"/>
          <a:ext cx="0" cy="0"/>
          <a:chOff x="0" y="0"/>
          <a:chExt cx="0" cy="0"/>
        </a:xfrm>
      </p:grpSpPr>
      <p:pic>
        <p:nvPicPr>
          <p:cNvPr id="476" name="Google Shape;476;p76"/>
          <p:cNvPicPr preferRelativeResize="0"/>
          <p:nvPr/>
        </p:nvPicPr>
        <p:blipFill>
          <a:blip r:embed="rId2">
            <a:alphaModFix/>
          </a:blip>
          <a:stretch>
            <a:fillRect/>
          </a:stretch>
        </p:blipFill>
        <p:spPr>
          <a:xfrm rot="-5400000">
            <a:off x="580600" y="406875"/>
            <a:ext cx="265251" cy="265251"/>
          </a:xfrm>
          <a:prstGeom prst="rect">
            <a:avLst/>
          </a:prstGeom>
          <a:noFill/>
          <a:ln>
            <a:noFill/>
          </a:ln>
        </p:spPr>
      </p:pic>
      <p:cxnSp>
        <p:nvCxnSpPr>
          <p:cNvPr id="477" name="Google Shape;477;p76"/>
          <p:cNvCxnSpPr>
            <a:stCxn id="476" idx="2"/>
            <a:endCxn id="478" idx="2"/>
          </p:cNvCxnSpPr>
          <p:nvPr/>
        </p:nvCxnSpPr>
        <p:spPr>
          <a:xfrm>
            <a:off x="845851" y="539500"/>
            <a:ext cx="7452300" cy="0"/>
          </a:xfrm>
          <a:prstGeom prst="straightConnector1">
            <a:avLst/>
          </a:prstGeom>
          <a:noFill/>
          <a:ln w="9525" cap="flat" cmpd="sng">
            <a:solidFill>
              <a:schemeClr val="dk1"/>
            </a:solidFill>
            <a:prstDash val="solid"/>
            <a:round/>
            <a:headEnd type="none" w="med" len="med"/>
            <a:tailEnd type="none" w="med" len="med"/>
          </a:ln>
        </p:spPr>
      </p:cxnSp>
      <p:pic>
        <p:nvPicPr>
          <p:cNvPr id="478" name="Google Shape;478;p76"/>
          <p:cNvPicPr preferRelativeResize="0"/>
          <p:nvPr/>
        </p:nvPicPr>
        <p:blipFill>
          <a:blip r:embed="rId2">
            <a:alphaModFix/>
          </a:blip>
          <a:stretch>
            <a:fillRect/>
          </a:stretch>
        </p:blipFill>
        <p:spPr>
          <a:xfrm rot="5400000">
            <a:off x="8298150" y="406875"/>
            <a:ext cx="265251" cy="265251"/>
          </a:xfrm>
          <a:prstGeom prst="rect">
            <a:avLst/>
          </a:prstGeom>
          <a:noFill/>
          <a:ln>
            <a:noFill/>
          </a:ln>
        </p:spPr>
      </p:pic>
      <p:pic>
        <p:nvPicPr>
          <p:cNvPr id="479" name="Google Shape;479;p76"/>
          <p:cNvPicPr preferRelativeResize="0"/>
          <p:nvPr/>
        </p:nvPicPr>
        <p:blipFill>
          <a:blip r:embed="rId2">
            <a:alphaModFix/>
          </a:blip>
          <a:stretch>
            <a:fillRect/>
          </a:stretch>
        </p:blipFill>
        <p:spPr>
          <a:xfrm rot="-5400000">
            <a:off x="580600" y="4471375"/>
            <a:ext cx="265251" cy="265251"/>
          </a:xfrm>
          <a:prstGeom prst="rect">
            <a:avLst/>
          </a:prstGeom>
          <a:noFill/>
          <a:ln>
            <a:noFill/>
          </a:ln>
        </p:spPr>
      </p:pic>
      <p:cxnSp>
        <p:nvCxnSpPr>
          <p:cNvPr id="480" name="Google Shape;480;p76"/>
          <p:cNvCxnSpPr>
            <a:stCxn id="479" idx="2"/>
            <a:endCxn id="481" idx="2"/>
          </p:cNvCxnSpPr>
          <p:nvPr/>
        </p:nvCxnSpPr>
        <p:spPr>
          <a:xfrm>
            <a:off x="845851" y="4604000"/>
            <a:ext cx="7452300" cy="0"/>
          </a:xfrm>
          <a:prstGeom prst="straightConnector1">
            <a:avLst/>
          </a:prstGeom>
          <a:noFill/>
          <a:ln w="9525" cap="flat" cmpd="sng">
            <a:solidFill>
              <a:schemeClr val="dk1"/>
            </a:solidFill>
            <a:prstDash val="solid"/>
            <a:round/>
            <a:headEnd type="none" w="med" len="med"/>
            <a:tailEnd type="none" w="med" len="med"/>
          </a:ln>
        </p:spPr>
      </p:cxnSp>
      <p:pic>
        <p:nvPicPr>
          <p:cNvPr id="481" name="Google Shape;481;p76"/>
          <p:cNvPicPr preferRelativeResize="0"/>
          <p:nvPr/>
        </p:nvPicPr>
        <p:blipFill>
          <a:blip r:embed="rId2">
            <a:alphaModFix/>
          </a:blip>
          <a:stretch>
            <a:fillRect/>
          </a:stretch>
        </p:blipFill>
        <p:spPr>
          <a:xfrm rot="5400000">
            <a:off x="8298150" y="4471375"/>
            <a:ext cx="265251" cy="2652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theme" Target="../theme/theme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Alata"/>
              <a:buNone/>
              <a:defRPr sz="3200">
                <a:solidFill>
                  <a:schemeClr val="dk1"/>
                </a:solidFill>
                <a:latin typeface="Alata"/>
                <a:ea typeface="Alata"/>
                <a:cs typeface="Alata"/>
                <a:sym typeface="Alata"/>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52" name="Google Shape;52;p13"/>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1pPr>
            <a:lvl2pPr marL="914400" lvl="1"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2pPr>
            <a:lvl3pPr marL="1371600" lvl="2"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3pPr>
            <a:lvl4pPr marL="1828800" lvl="3"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4pPr>
            <a:lvl5pPr marL="2286000" lvl="4"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5pPr>
            <a:lvl6pPr marL="2743200" lvl="5"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6pPr>
            <a:lvl7pPr marL="3200400" lvl="6"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7pPr>
            <a:lvl8pPr marL="3657600" lvl="7"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8pPr>
            <a:lvl9pPr marL="4114800" lvl="8" indent="-317500" rtl="0">
              <a:lnSpc>
                <a:spcPct val="100000"/>
              </a:lnSpc>
              <a:spcBef>
                <a:spcPts val="1600"/>
              </a:spcBef>
              <a:spcAft>
                <a:spcPts val="160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66"/>
        <p:cNvGrpSpPr/>
        <p:nvPr/>
      </p:nvGrpSpPr>
      <p:grpSpPr>
        <a:xfrm>
          <a:off x="0" y="0"/>
          <a:ext cx="0" cy="0"/>
          <a:chOff x="0" y="0"/>
          <a:chExt cx="0" cy="0"/>
        </a:xfrm>
      </p:grpSpPr>
      <p:sp>
        <p:nvSpPr>
          <p:cNvPr id="267" name="Google Shape;267;p45"/>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Alata"/>
              <a:buNone/>
              <a:defRPr sz="3200">
                <a:solidFill>
                  <a:schemeClr val="dk1"/>
                </a:solidFill>
                <a:latin typeface="Alata"/>
                <a:ea typeface="Alata"/>
                <a:cs typeface="Alata"/>
                <a:sym typeface="Alata"/>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268" name="Google Shape;268;p45"/>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1pPr>
            <a:lvl2pPr marL="914400" lvl="1"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2pPr>
            <a:lvl3pPr marL="1371600" lvl="2"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3pPr>
            <a:lvl4pPr marL="1828800" lvl="3"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4pPr>
            <a:lvl5pPr marL="2286000" lvl="4"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5pPr>
            <a:lvl6pPr marL="2743200" lvl="5"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6pPr>
            <a:lvl7pPr marL="3200400" lvl="6"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7pPr>
            <a:lvl8pPr marL="3657600" lvl="7" indent="-317500" rtl="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8pPr>
            <a:lvl9pPr marL="4114800" lvl="8" indent="-317500" rtl="0">
              <a:lnSpc>
                <a:spcPct val="100000"/>
              </a:lnSpc>
              <a:spcBef>
                <a:spcPts val="1600"/>
              </a:spcBef>
              <a:spcAft>
                <a:spcPts val="160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9pPr>
          </a:lstStyle>
          <a:p>
            <a:endParaRPr/>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718" r:id="rId29"/>
    <p:sldLayoutId id="2147483719" r:id="rId30"/>
    <p:sldLayoutId id="2147483720"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5.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6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6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6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6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3.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40.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pic>
        <p:nvPicPr>
          <p:cNvPr id="486" name="Google Shape;486;p77"/>
          <p:cNvPicPr preferRelativeResize="0">
            <a:picLocks noGrp="1"/>
          </p:cNvPicPr>
          <p:nvPr>
            <p:ph type="pic" idx="2"/>
          </p:nvPr>
        </p:nvPicPr>
        <p:blipFill rotWithShape="1">
          <a:blip r:embed="rId3">
            <a:alphaModFix/>
          </a:blip>
          <a:srcRect t="11094" r="7817" b="11102"/>
          <a:stretch/>
        </p:blipFill>
        <p:spPr>
          <a:xfrm>
            <a:off x="0" y="0"/>
            <a:ext cx="9144003" cy="5143501"/>
          </a:xfrm>
          <a:prstGeom prst="rect">
            <a:avLst/>
          </a:prstGeom>
        </p:spPr>
      </p:pic>
      <p:sp>
        <p:nvSpPr>
          <p:cNvPr id="487" name="Google Shape;487;p77"/>
          <p:cNvSpPr/>
          <p:nvPr/>
        </p:nvSpPr>
        <p:spPr>
          <a:xfrm>
            <a:off x="0" y="0"/>
            <a:ext cx="9144000" cy="5143500"/>
          </a:xfrm>
          <a:prstGeom prst="rect">
            <a:avLst/>
          </a:prstGeom>
          <a:gradFill>
            <a:gsLst>
              <a:gs pos="0">
                <a:schemeClr val="lt1">
                  <a:alpha val="49690"/>
                </a:schemeClr>
              </a:gs>
              <a:gs pos="100000">
                <a:srgbClr val="384957">
                  <a:alpha val="0"/>
                  <a:alpha val="4969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cxnSp>
        <p:nvCxnSpPr>
          <p:cNvPr id="488" name="Google Shape;488;p77"/>
          <p:cNvCxnSpPr>
            <a:stCxn id="489" idx="3"/>
          </p:cNvCxnSpPr>
          <p:nvPr/>
        </p:nvCxnSpPr>
        <p:spPr>
          <a:xfrm>
            <a:off x="1738600" y="541025"/>
            <a:ext cx="6626700" cy="7500"/>
          </a:xfrm>
          <a:prstGeom prst="straightConnector1">
            <a:avLst/>
          </a:prstGeom>
          <a:noFill/>
          <a:ln w="9525" cap="flat" cmpd="sng">
            <a:solidFill>
              <a:schemeClr val="dk1"/>
            </a:solidFill>
            <a:prstDash val="solid"/>
            <a:round/>
            <a:headEnd type="none" w="med" len="med"/>
            <a:tailEnd type="none" w="med" len="med"/>
          </a:ln>
        </p:spPr>
      </p:cxnSp>
      <p:cxnSp>
        <p:nvCxnSpPr>
          <p:cNvPr id="490" name="Google Shape;490;p77"/>
          <p:cNvCxnSpPr>
            <a:endCxn id="491" idx="2"/>
          </p:cNvCxnSpPr>
          <p:nvPr/>
        </p:nvCxnSpPr>
        <p:spPr>
          <a:xfrm>
            <a:off x="721325" y="4604000"/>
            <a:ext cx="7444200" cy="0"/>
          </a:xfrm>
          <a:prstGeom prst="straightConnector1">
            <a:avLst/>
          </a:prstGeom>
          <a:noFill/>
          <a:ln w="9525" cap="flat" cmpd="sng">
            <a:solidFill>
              <a:schemeClr val="dk1"/>
            </a:solidFill>
            <a:prstDash val="solid"/>
            <a:round/>
            <a:headEnd type="none" w="med" len="med"/>
            <a:tailEnd type="none" w="med" len="med"/>
          </a:ln>
        </p:spPr>
      </p:cxnSp>
      <p:pic>
        <p:nvPicPr>
          <p:cNvPr id="491" name="Google Shape;491;p77"/>
          <p:cNvPicPr preferRelativeResize="0"/>
          <p:nvPr/>
        </p:nvPicPr>
        <p:blipFill>
          <a:blip r:embed="rId4">
            <a:alphaModFix/>
          </a:blip>
          <a:stretch>
            <a:fillRect/>
          </a:stretch>
        </p:blipFill>
        <p:spPr>
          <a:xfrm rot="5400000">
            <a:off x="8165525" y="4471375"/>
            <a:ext cx="265251" cy="265251"/>
          </a:xfrm>
          <a:prstGeom prst="rect">
            <a:avLst/>
          </a:prstGeom>
          <a:noFill/>
          <a:ln>
            <a:noFill/>
          </a:ln>
        </p:spPr>
      </p:pic>
      <p:sp>
        <p:nvSpPr>
          <p:cNvPr id="492" name="Google Shape;492;p77"/>
          <p:cNvSpPr txBox="1"/>
          <p:nvPr/>
        </p:nvSpPr>
        <p:spPr>
          <a:xfrm>
            <a:off x="889400" y="1859975"/>
            <a:ext cx="4852200" cy="1954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300" b="1">
                <a:solidFill>
                  <a:schemeClr val="dk1"/>
                </a:solidFill>
                <a:latin typeface="Lexend Deca"/>
                <a:ea typeface="Lexend Deca"/>
                <a:cs typeface="Lexend Deca"/>
                <a:sym typeface="Lexend Deca"/>
              </a:rPr>
              <a:t>EOM 232.01</a:t>
            </a:r>
            <a:br>
              <a:rPr lang="en" sz="3200">
                <a:solidFill>
                  <a:schemeClr val="dk1"/>
                </a:solidFill>
                <a:latin typeface="Lexend Deca Light"/>
                <a:ea typeface="Lexend Deca Light"/>
                <a:cs typeface="Lexend Deca Light"/>
                <a:sym typeface="Lexend Deca Light"/>
              </a:rPr>
            </a:br>
            <a:r>
              <a:rPr lang="en" sz="3600">
                <a:solidFill>
                  <a:schemeClr val="dk1"/>
                </a:solidFill>
                <a:latin typeface="Lexend Deca Light"/>
                <a:ea typeface="Lexend Deca Light"/>
                <a:cs typeface="Lexend Deca Light"/>
                <a:sym typeface="Lexend Deca Light"/>
              </a:rPr>
              <a:t>Identify Types of Aircraft Engines</a:t>
            </a:r>
            <a:endParaRPr sz="3600">
              <a:solidFill>
                <a:schemeClr val="dk1"/>
              </a:solidFill>
              <a:latin typeface="Lexend Deca Light"/>
              <a:ea typeface="Lexend Deca Light"/>
              <a:cs typeface="Lexend Deca Light"/>
              <a:sym typeface="Lexend Deca Light"/>
            </a:endParaRPr>
          </a:p>
        </p:txBody>
      </p:sp>
      <p:sp>
        <p:nvSpPr>
          <p:cNvPr id="493" name="Google Shape;493;p77"/>
          <p:cNvSpPr txBox="1"/>
          <p:nvPr/>
        </p:nvSpPr>
        <p:spPr>
          <a:xfrm>
            <a:off x="1022100" y="3881725"/>
            <a:ext cx="3339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By: </a:t>
            </a:r>
            <a:endParaRPr sz="1800" dirty="0">
              <a:solidFill>
                <a:schemeClr val="dk1"/>
              </a:solidFill>
              <a:latin typeface="Lexend Deca Light"/>
              <a:ea typeface="Lexend Deca Light"/>
              <a:cs typeface="Lexend Deca Light"/>
              <a:sym typeface="Lexend Deca Light"/>
            </a:endParaRPr>
          </a:p>
        </p:txBody>
      </p:sp>
      <p:sp>
        <p:nvSpPr>
          <p:cNvPr id="494" name="Google Shape;494;p77"/>
          <p:cNvSpPr txBox="1"/>
          <p:nvPr/>
        </p:nvSpPr>
        <p:spPr>
          <a:xfrm>
            <a:off x="889400" y="344675"/>
            <a:ext cx="9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Bebas Neue"/>
                <a:ea typeface="Bebas Neue"/>
                <a:cs typeface="Bebas Neue"/>
                <a:sym typeface="Bebas Neue"/>
              </a:rPr>
              <a:t>Jan 9 2024</a:t>
            </a:r>
            <a:endParaRPr>
              <a:solidFill>
                <a:schemeClr val="dk1"/>
              </a:solidFill>
              <a:latin typeface="Bebas Neue"/>
              <a:ea typeface="Bebas Neue"/>
              <a:cs typeface="Bebas Neue"/>
              <a:sym typeface="Bebas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84957"/>
        </a:solidFill>
        <a:effectLst/>
      </p:bgPr>
    </p:bg>
    <p:spTree>
      <p:nvGrpSpPr>
        <p:cNvPr id="1" name="Shape 498"/>
        <p:cNvGrpSpPr/>
        <p:nvPr/>
      </p:nvGrpSpPr>
      <p:grpSpPr>
        <a:xfrm>
          <a:off x="0" y="0"/>
          <a:ext cx="0" cy="0"/>
          <a:chOff x="0" y="0"/>
          <a:chExt cx="0" cy="0"/>
        </a:xfrm>
      </p:grpSpPr>
      <p:pic>
        <p:nvPicPr>
          <p:cNvPr id="499" name="Google Shape;499;p78"/>
          <p:cNvPicPr preferRelativeResize="0">
            <a:picLocks noGrp="1"/>
          </p:cNvPicPr>
          <p:nvPr>
            <p:ph type="pic" idx="16"/>
          </p:nvPr>
        </p:nvPicPr>
        <p:blipFill rotWithShape="1">
          <a:blip r:embed="rId3">
            <a:alphaModFix/>
          </a:blip>
          <a:srcRect l="4983" r="33341"/>
          <a:stretch/>
        </p:blipFill>
        <p:spPr>
          <a:xfrm>
            <a:off x="5971900" y="0"/>
            <a:ext cx="3172200" cy="5143500"/>
          </a:xfrm>
          <a:prstGeom prst="rect">
            <a:avLst/>
          </a:prstGeom>
        </p:spPr>
      </p:pic>
      <p:sp>
        <p:nvSpPr>
          <p:cNvPr id="500" name="Google Shape;500;p78"/>
          <p:cNvSpPr/>
          <p:nvPr/>
        </p:nvSpPr>
        <p:spPr>
          <a:xfrm>
            <a:off x="5900882" y="3350"/>
            <a:ext cx="2529900" cy="5143500"/>
          </a:xfrm>
          <a:prstGeom prst="rect">
            <a:avLst/>
          </a:prstGeom>
          <a:gradFill>
            <a:gsLst>
              <a:gs pos="0">
                <a:schemeClr val="lt1"/>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8"/>
          <p:cNvSpPr/>
          <p:nvPr/>
        </p:nvSpPr>
        <p:spPr>
          <a:xfrm>
            <a:off x="5786224" y="3350"/>
            <a:ext cx="8352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8"/>
          <p:cNvSpPr txBox="1"/>
          <p:nvPr/>
        </p:nvSpPr>
        <p:spPr>
          <a:xfrm>
            <a:off x="988325" y="463925"/>
            <a:ext cx="45609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dk1"/>
                </a:solidFill>
                <a:latin typeface="Lexend Deca"/>
                <a:ea typeface="Lexend Deca"/>
                <a:cs typeface="Lexend Deca"/>
                <a:sym typeface="Lexend Deca"/>
              </a:rPr>
              <a:t>Important!</a:t>
            </a:r>
            <a:endParaRPr sz="2500" b="1">
              <a:solidFill>
                <a:schemeClr val="dk1"/>
              </a:solidFill>
              <a:latin typeface="Lexend Deca"/>
              <a:ea typeface="Lexend Deca"/>
              <a:cs typeface="Lexend Deca"/>
              <a:sym typeface="Lexend Deca"/>
            </a:endParaRPr>
          </a:p>
        </p:txBody>
      </p:sp>
      <p:sp>
        <p:nvSpPr>
          <p:cNvPr id="503" name="Google Shape;503;p78"/>
          <p:cNvSpPr txBox="1"/>
          <p:nvPr/>
        </p:nvSpPr>
        <p:spPr>
          <a:xfrm>
            <a:off x="988325" y="1401900"/>
            <a:ext cx="54126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You’ll be able to identify aircraft engines</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You’ll learn more about their uses in different aircrafts</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Helpful for aircraft maintenance or designing</a:t>
            </a:r>
            <a:endParaRPr sz="2000">
              <a:solidFill>
                <a:schemeClr val="dk1"/>
              </a:solidFill>
              <a:latin typeface="Lexend Deca Light"/>
              <a:ea typeface="Lexend Deca Light"/>
              <a:cs typeface="Lexend Deca Light"/>
              <a:sym typeface="Lexend Deca Light"/>
            </a:endParaRPr>
          </a:p>
        </p:txBody>
      </p:sp>
      <p:grpSp>
        <p:nvGrpSpPr>
          <p:cNvPr id="504" name="Google Shape;504;p78"/>
          <p:cNvGrpSpPr/>
          <p:nvPr/>
        </p:nvGrpSpPr>
        <p:grpSpPr>
          <a:xfrm>
            <a:off x="661079" y="1318081"/>
            <a:ext cx="327243" cy="396977"/>
            <a:chOff x="6965336" y="3413378"/>
            <a:chExt cx="367276" cy="445541"/>
          </a:xfrm>
        </p:grpSpPr>
        <p:sp>
          <p:nvSpPr>
            <p:cNvPr id="505" name="Google Shape;505;p78"/>
            <p:cNvSpPr/>
            <p:nvPr/>
          </p:nvSpPr>
          <p:spPr>
            <a:xfrm>
              <a:off x="7099610" y="3413378"/>
              <a:ext cx="233002" cy="231247"/>
            </a:xfrm>
            <a:custGeom>
              <a:avLst/>
              <a:gdLst/>
              <a:ahLst/>
              <a:cxnLst/>
              <a:rect l="l" t="t" r="r" b="b"/>
              <a:pathLst>
                <a:path w="6240" h="6193" extrusionOk="0">
                  <a:moveTo>
                    <a:pt x="1239" y="0"/>
                  </a:moveTo>
                  <a:lnTo>
                    <a:pt x="501" y="739"/>
                  </a:lnTo>
                  <a:lnTo>
                    <a:pt x="2477" y="2715"/>
                  </a:lnTo>
                  <a:lnTo>
                    <a:pt x="1620" y="3596"/>
                  </a:lnTo>
                  <a:lnTo>
                    <a:pt x="739" y="3477"/>
                  </a:lnTo>
                  <a:lnTo>
                    <a:pt x="1" y="4216"/>
                  </a:lnTo>
                  <a:lnTo>
                    <a:pt x="1239" y="4954"/>
                  </a:lnTo>
                  <a:lnTo>
                    <a:pt x="1977" y="6192"/>
                  </a:lnTo>
                  <a:lnTo>
                    <a:pt x="2715" y="5454"/>
                  </a:lnTo>
                  <a:lnTo>
                    <a:pt x="2596" y="4573"/>
                  </a:lnTo>
                  <a:lnTo>
                    <a:pt x="3477" y="3715"/>
                  </a:lnTo>
                  <a:lnTo>
                    <a:pt x="5454" y="5692"/>
                  </a:lnTo>
                  <a:lnTo>
                    <a:pt x="6192" y="4954"/>
                  </a:lnTo>
                  <a:lnTo>
                    <a:pt x="4954" y="2239"/>
                  </a:lnTo>
                  <a:lnTo>
                    <a:pt x="5954" y="1191"/>
                  </a:lnTo>
                  <a:cubicBezTo>
                    <a:pt x="6240" y="905"/>
                    <a:pt x="6240" y="477"/>
                    <a:pt x="5954" y="191"/>
                  </a:cubicBezTo>
                  <a:lnTo>
                    <a:pt x="5978" y="191"/>
                  </a:lnTo>
                  <a:cubicBezTo>
                    <a:pt x="5847" y="72"/>
                    <a:pt x="5662" y="12"/>
                    <a:pt x="5478" y="12"/>
                  </a:cubicBezTo>
                  <a:cubicBezTo>
                    <a:pt x="5293" y="12"/>
                    <a:pt x="5109" y="72"/>
                    <a:pt x="4978" y="191"/>
                  </a:cubicBezTo>
                  <a:lnTo>
                    <a:pt x="3954" y="1239"/>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78"/>
            <p:cNvSpPr/>
            <p:nvPr/>
          </p:nvSpPr>
          <p:spPr>
            <a:xfrm>
              <a:off x="6965336" y="3447171"/>
              <a:ext cx="332625" cy="411748"/>
            </a:xfrm>
            <a:custGeom>
              <a:avLst/>
              <a:gdLst/>
              <a:ahLst/>
              <a:cxnLst/>
              <a:rect l="l" t="t" r="r" b="b"/>
              <a:pathLst>
                <a:path w="8908" h="11027" extrusionOk="0">
                  <a:moveTo>
                    <a:pt x="3263" y="0"/>
                  </a:moveTo>
                  <a:cubicBezTo>
                    <a:pt x="1358" y="548"/>
                    <a:pt x="1" y="2310"/>
                    <a:pt x="1" y="4335"/>
                  </a:cubicBezTo>
                  <a:cubicBezTo>
                    <a:pt x="1" y="5454"/>
                    <a:pt x="405" y="6526"/>
                    <a:pt x="1167" y="7383"/>
                  </a:cubicBezTo>
                  <a:lnTo>
                    <a:pt x="4549" y="11026"/>
                  </a:lnTo>
                  <a:lnTo>
                    <a:pt x="7574" y="7740"/>
                  </a:lnTo>
                  <a:lnTo>
                    <a:pt x="7597" y="7764"/>
                  </a:lnTo>
                  <a:cubicBezTo>
                    <a:pt x="7764" y="7526"/>
                    <a:pt x="8526" y="6907"/>
                    <a:pt x="8907" y="5621"/>
                  </a:cubicBezTo>
                  <a:lnTo>
                    <a:pt x="7669" y="4406"/>
                  </a:lnTo>
                  <a:cubicBezTo>
                    <a:pt x="7645" y="6121"/>
                    <a:pt x="6240" y="7478"/>
                    <a:pt x="4549" y="7478"/>
                  </a:cubicBezTo>
                  <a:cubicBezTo>
                    <a:pt x="2834" y="7478"/>
                    <a:pt x="1382" y="6073"/>
                    <a:pt x="1382" y="4335"/>
                  </a:cubicBezTo>
                  <a:cubicBezTo>
                    <a:pt x="1382" y="2596"/>
                    <a:pt x="2763" y="1239"/>
                    <a:pt x="4478" y="1191"/>
                  </a:cubicBezTo>
                  <a:lnTo>
                    <a:pt x="3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78"/>
          <p:cNvGrpSpPr/>
          <p:nvPr/>
        </p:nvGrpSpPr>
        <p:grpSpPr>
          <a:xfrm>
            <a:off x="661079" y="1999806"/>
            <a:ext cx="327243" cy="396977"/>
            <a:chOff x="6965336" y="3413378"/>
            <a:chExt cx="367276" cy="445541"/>
          </a:xfrm>
        </p:grpSpPr>
        <p:sp>
          <p:nvSpPr>
            <p:cNvPr id="508" name="Google Shape;508;p78"/>
            <p:cNvSpPr/>
            <p:nvPr/>
          </p:nvSpPr>
          <p:spPr>
            <a:xfrm>
              <a:off x="7099610" y="3413378"/>
              <a:ext cx="233002" cy="231247"/>
            </a:xfrm>
            <a:custGeom>
              <a:avLst/>
              <a:gdLst/>
              <a:ahLst/>
              <a:cxnLst/>
              <a:rect l="l" t="t" r="r" b="b"/>
              <a:pathLst>
                <a:path w="6240" h="6193" extrusionOk="0">
                  <a:moveTo>
                    <a:pt x="1239" y="0"/>
                  </a:moveTo>
                  <a:lnTo>
                    <a:pt x="501" y="739"/>
                  </a:lnTo>
                  <a:lnTo>
                    <a:pt x="2477" y="2715"/>
                  </a:lnTo>
                  <a:lnTo>
                    <a:pt x="1620" y="3596"/>
                  </a:lnTo>
                  <a:lnTo>
                    <a:pt x="739" y="3477"/>
                  </a:lnTo>
                  <a:lnTo>
                    <a:pt x="1" y="4216"/>
                  </a:lnTo>
                  <a:lnTo>
                    <a:pt x="1239" y="4954"/>
                  </a:lnTo>
                  <a:lnTo>
                    <a:pt x="1977" y="6192"/>
                  </a:lnTo>
                  <a:lnTo>
                    <a:pt x="2715" y="5454"/>
                  </a:lnTo>
                  <a:lnTo>
                    <a:pt x="2596" y="4573"/>
                  </a:lnTo>
                  <a:lnTo>
                    <a:pt x="3477" y="3715"/>
                  </a:lnTo>
                  <a:lnTo>
                    <a:pt x="5454" y="5692"/>
                  </a:lnTo>
                  <a:lnTo>
                    <a:pt x="6192" y="4954"/>
                  </a:lnTo>
                  <a:lnTo>
                    <a:pt x="4954" y="2239"/>
                  </a:lnTo>
                  <a:lnTo>
                    <a:pt x="5954" y="1191"/>
                  </a:lnTo>
                  <a:cubicBezTo>
                    <a:pt x="6240" y="905"/>
                    <a:pt x="6240" y="477"/>
                    <a:pt x="5954" y="191"/>
                  </a:cubicBezTo>
                  <a:lnTo>
                    <a:pt x="5978" y="191"/>
                  </a:lnTo>
                  <a:cubicBezTo>
                    <a:pt x="5847" y="72"/>
                    <a:pt x="5662" y="12"/>
                    <a:pt x="5478" y="12"/>
                  </a:cubicBezTo>
                  <a:cubicBezTo>
                    <a:pt x="5293" y="12"/>
                    <a:pt x="5109" y="72"/>
                    <a:pt x="4978" y="191"/>
                  </a:cubicBezTo>
                  <a:lnTo>
                    <a:pt x="3954" y="1239"/>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78"/>
            <p:cNvSpPr/>
            <p:nvPr/>
          </p:nvSpPr>
          <p:spPr>
            <a:xfrm>
              <a:off x="6965336" y="3447171"/>
              <a:ext cx="332625" cy="411748"/>
            </a:xfrm>
            <a:custGeom>
              <a:avLst/>
              <a:gdLst/>
              <a:ahLst/>
              <a:cxnLst/>
              <a:rect l="l" t="t" r="r" b="b"/>
              <a:pathLst>
                <a:path w="8908" h="11027" extrusionOk="0">
                  <a:moveTo>
                    <a:pt x="3263" y="0"/>
                  </a:moveTo>
                  <a:cubicBezTo>
                    <a:pt x="1358" y="548"/>
                    <a:pt x="1" y="2310"/>
                    <a:pt x="1" y="4335"/>
                  </a:cubicBezTo>
                  <a:cubicBezTo>
                    <a:pt x="1" y="5454"/>
                    <a:pt x="405" y="6526"/>
                    <a:pt x="1167" y="7383"/>
                  </a:cubicBezTo>
                  <a:lnTo>
                    <a:pt x="4549" y="11026"/>
                  </a:lnTo>
                  <a:lnTo>
                    <a:pt x="7574" y="7740"/>
                  </a:lnTo>
                  <a:lnTo>
                    <a:pt x="7597" y="7764"/>
                  </a:lnTo>
                  <a:cubicBezTo>
                    <a:pt x="7764" y="7526"/>
                    <a:pt x="8526" y="6907"/>
                    <a:pt x="8907" y="5621"/>
                  </a:cubicBezTo>
                  <a:lnTo>
                    <a:pt x="7669" y="4406"/>
                  </a:lnTo>
                  <a:cubicBezTo>
                    <a:pt x="7645" y="6121"/>
                    <a:pt x="6240" y="7478"/>
                    <a:pt x="4549" y="7478"/>
                  </a:cubicBezTo>
                  <a:cubicBezTo>
                    <a:pt x="2834" y="7478"/>
                    <a:pt x="1382" y="6073"/>
                    <a:pt x="1382" y="4335"/>
                  </a:cubicBezTo>
                  <a:cubicBezTo>
                    <a:pt x="1382" y="2596"/>
                    <a:pt x="2763" y="1239"/>
                    <a:pt x="4478" y="1191"/>
                  </a:cubicBezTo>
                  <a:lnTo>
                    <a:pt x="3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 name="Google Shape;510;p78"/>
          <p:cNvGrpSpPr/>
          <p:nvPr/>
        </p:nvGrpSpPr>
        <p:grpSpPr>
          <a:xfrm>
            <a:off x="661079" y="2933981"/>
            <a:ext cx="327243" cy="396977"/>
            <a:chOff x="6965336" y="3413378"/>
            <a:chExt cx="367276" cy="445541"/>
          </a:xfrm>
        </p:grpSpPr>
        <p:sp>
          <p:nvSpPr>
            <p:cNvPr id="511" name="Google Shape;511;p78"/>
            <p:cNvSpPr/>
            <p:nvPr/>
          </p:nvSpPr>
          <p:spPr>
            <a:xfrm>
              <a:off x="7099610" y="3413378"/>
              <a:ext cx="233002" cy="231247"/>
            </a:xfrm>
            <a:custGeom>
              <a:avLst/>
              <a:gdLst/>
              <a:ahLst/>
              <a:cxnLst/>
              <a:rect l="l" t="t" r="r" b="b"/>
              <a:pathLst>
                <a:path w="6240" h="6193" extrusionOk="0">
                  <a:moveTo>
                    <a:pt x="1239" y="0"/>
                  </a:moveTo>
                  <a:lnTo>
                    <a:pt x="501" y="739"/>
                  </a:lnTo>
                  <a:lnTo>
                    <a:pt x="2477" y="2715"/>
                  </a:lnTo>
                  <a:lnTo>
                    <a:pt x="1620" y="3596"/>
                  </a:lnTo>
                  <a:lnTo>
                    <a:pt x="739" y="3477"/>
                  </a:lnTo>
                  <a:lnTo>
                    <a:pt x="1" y="4216"/>
                  </a:lnTo>
                  <a:lnTo>
                    <a:pt x="1239" y="4954"/>
                  </a:lnTo>
                  <a:lnTo>
                    <a:pt x="1977" y="6192"/>
                  </a:lnTo>
                  <a:lnTo>
                    <a:pt x="2715" y="5454"/>
                  </a:lnTo>
                  <a:lnTo>
                    <a:pt x="2596" y="4573"/>
                  </a:lnTo>
                  <a:lnTo>
                    <a:pt x="3477" y="3715"/>
                  </a:lnTo>
                  <a:lnTo>
                    <a:pt x="5454" y="5692"/>
                  </a:lnTo>
                  <a:lnTo>
                    <a:pt x="6192" y="4954"/>
                  </a:lnTo>
                  <a:lnTo>
                    <a:pt x="4954" y="2239"/>
                  </a:lnTo>
                  <a:lnTo>
                    <a:pt x="5954" y="1191"/>
                  </a:lnTo>
                  <a:cubicBezTo>
                    <a:pt x="6240" y="905"/>
                    <a:pt x="6240" y="477"/>
                    <a:pt x="5954" y="191"/>
                  </a:cubicBezTo>
                  <a:lnTo>
                    <a:pt x="5978" y="191"/>
                  </a:lnTo>
                  <a:cubicBezTo>
                    <a:pt x="5847" y="72"/>
                    <a:pt x="5662" y="12"/>
                    <a:pt x="5478" y="12"/>
                  </a:cubicBezTo>
                  <a:cubicBezTo>
                    <a:pt x="5293" y="12"/>
                    <a:pt x="5109" y="72"/>
                    <a:pt x="4978" y="191"/>
                  </a:cubicBezTo>
                  <a:lnTo>
                    <a:pt x="3954" y="1239"/>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78"/>
            <p:cNvSpPr/>
            <p:nvPr/>
          </p:nvSpPr>
          <p:spPr>
            <a:xfrm>
              <a:off x="6965336" y="3447171"/>
              <a:ext cx="332625" cy="411748"/>
            </a:xfrm>
            <a:custGeom>
              <a:avLst/>
              <a:gdLst/>
              <a:ahLst/>
              <a:cxnLst/>
              <a:rect l="l" t="t" r="r" b="b"/>
              <a:pathLst>
                <a:path w="8908" h="11027" extrusionOk="0">
                  <a:moveTo>
                    <a:pt x="3263" y="0"/>
                  </a:moveTo>
                  <a:cubicBezTo>
                    <a:pt x="1358" y="548"/>
                    <a:pt x="1" y="2310"/>
                    <a:pt x="1" y="4335"/>
                  </a:cubicBezTo>
                  <a:cubicBezTo>
                    <a:pt x="1" y="5454"/>
                    <a:pt x="405" y="6526"/>
                    <a:pt x="1167" y="7383"/>
                  </a:cubicBezTo>
                  <a:lnTo>
                    <a:pt x="4549" y="11026"/>
                  </a:lnTo>
                  <a:lnTo>
                    <a:pt x="7574" y="7740"/>
                  </a:lnTo>
                  <a:lnTo>
                    <a:pt x="7597" y="7764"/>
                  </a:lnTo>
                  <a:cubicBezTo>
                    <a:pt x="7764" y="7526"/>
                    <a:pt x="8526" y="6907"/>
                    <a:pt x="8907" y="5621"/>
                  </a:cubicBezTo>
                  <a:lnTo>
                    <a:pt x="7669" y="4406"/>
                  </a:lnTo>
                  <a:cubicBezTo>
                    <a:pt x="7645" y="6121"/>
                    <a:pt x="6240" y="7478"/>
                    <a:pt x="4549" y="7478"/>
                  </a:cubicBezTo>
                  <a:cubicBezTo>
                    <a:pt x="2834" y="7478"/>
                    <a:pt x="1382" y="6073"/>
                    <a:pt x="1382" y="4335"/>
                  </a:cubicBezTo>
                  <a:cubicBezTo>
                    <a:pt x="1382" y="2596"/>
                    <a:pt x="2763" y="1239"/>
                    <a:pt x="4478" y="1191"/>
                  </a:cubicBezTo>
                  <a:lnTo>
                    <a:pt x="3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pic>
        <p:nvPicPr>
          <p:cNvPr id="517" name="Google Shape;517;p79"/>
          <p:cNvPicPr preferRelativeResize="0">
            <a:picLocks noGrp="1"/>
          </p:cNvPicPr>
          <p:nvPr>
            <p:ph type="pic" idx="2"/>
          </p:nvPr>
        </p:nvPicPr>
        <p:blipFill rotWithShape="1">
          <a:blip r:embed="rId3">
            <a:alphaModFix/>
          </a:blip>
          <a:srcRect t="33853" b="33850"/>
          <a:stretch/>
        </p:blipFill>
        <p:spPr>
          <a:xfrm>
            <a:off x="0" y="3183325"/>
            <a:ext cx="9144003" cy="1968299"/>
          </a:xfrm>
          <a:prstGeom prst="rect">
            <a:avLst/>
          </a:prstGeom>
        </p:spPr>
      </p:pic>
      <p:sp>
        <p:nvSpPr>
          <p:cNvPr id="518" name="Google Shape;518;p79"/>
          <p:cNvSpPr/>
          <p:nvPr/>
        </p:nvSpPr>
        <p:spPr>
          <a:xfrm rot="5400000">
            <a:off x="3703800" y="-584298"/>
            <a:ext cx="1736400" cy="9144000"/>
          </a:xfrm>
          <a:prstGeom prst="rect">
            <a:avLst/>
          </a:prstGeom>
          <a:gradFill>
            <a:gsLst>
              <a:gs pos="0">
                <a:schemeClr val="lt1"/>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79"/>
          <p:cNvSpPr/>
          <p:nvPr/>
        </p:nvSpPr>
        <p:spPr>
          <a:xfrm rot="5400000">
            <a:off x="3658650" y="-539150"/>
            <a:ext cx="1826700" cy="91440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79"/>
          <p:cNvSpPr txBox="1"/>
          <p:nvPr/>
        </p:nvSpPr>
        <p:spPr>
          <a:xfrm>
            <a:off x="3200550" y="71700"/>
            <a:ext cx="2751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u="sng">
                <a:solidFill>
                  <a:schemeClr val="dk1"/>
                </a:solidFill>
                <a:latin typeface="Lexend Deca"/>
                <a:ea typeface="Lexend Deca"/>
                <a:cs typeface="Lexend Deca"/>
                <a:sym typeface="Lexend Deca"/>
              </a:rPr>
              <a:t>Teaching Points</a:t>
            </a:r>
            <a:endParaRPr sz="2400" b="1" u="sng">
              <a:solidFill>
                <a:schemeClr val="dk1"/>
              </a:solidFill>
              <a:latin typeface="Lexend Deca"/>
              <a:ea typeface="Lexend Deca"/>
              <a:cs typeface="Lexend Deca"/>
              <a:sym typeface="Lexend Deca"/>
            </a:endParaRPr>
          </a:p>
        </p:txBody>
      </p:sp>
      <p:sp>
        <p:nvSpPr>
          <p:cNvPr id="521" name="Google Shape;521;p79"/>
          <p:cNvSpPr/>
          <p:nvPr/>
        </p:nvSpPr>
        <p:spPr>
          <a:xfrm>
            <a:off x="835975" y="1006800"/>
            <a:ext cx="1109400" cy="1120500"/>
          </a:xfrm>
          <a:prstGeom prst="donut">
            <a:avLst>
              <a:gd name="adj" fmla="val 111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522" name="Google Shape;522;p79"/>
          <p:cNvSpPr/>
          <p:nvPr/>
        </p:nvSpPr>
        <p:spPr>
          <a:xfrm>
            <a:off x="2870975" y="1006800"/>
            <a:ext cx="1109400" cy="1120500"/>
          </a:xfrm>
          <a:prstGeom prst="donut">
            <a:avLst>
              <a:gd name="adj" fmla="val 111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523" name="Google Shape;523;p79"/>
          <p:cNvSpPr/>
          <p:nvPr/>
        </p:nvSpPr>
        <p:spPr>
          <a:xfrm>
            <a:off x="5034788" y="1006800"/>
            <a:ext cx="1109400" cy="1120500"/>
          </a:xfrm>
          <a:prstGeom prst="donut">
            <a:avLst>
              <a:gd name="adj" fmla="val 111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524" name="Google Shape;524;p79"/>
          <p:cNvSpPr/>
          <p:nvPr/>
        </p:nvSpPr>
        <p:spPr>
          <a:xfrm>
            <a:off x="7198625" y="1006800"/>
            <a:ext cx="1109400" cy="1120500"/>
          </a:xfrm>
          <a:prstGeom prst="donut">
            <a:avLst>
              <a:gd name="adj" fmla="val 111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525" name="Google Shape;525;p79"/>
          <p:cNvSpPr txBox="1"/>
          <p:nvPr/>
        </p:nvSpPr>
        <p:spPr>
          <a:xfrm>
            <a:off x="1074600" y="1006800"/>
            <a:ext cx="70038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100" b="1">
                <a:solidFill>
                  <a:schemeClr val="dk1"/>
                </a:solidFill>
                <a:latin typeface="Caveat"/>
                <a:ea typeface="Caveat"/>
                <a:cs typeface="Caveat"/>
                <a:sym typeface="Caveat"/>
              </a:rPr>
              <a:t>1           2            3            4</a:t>
            </a:r>
            <a:endParaRPr sz="5100" b="1">
              <a:solidFill>
                <a:schemeClr val="dk1"/>
              </a:solidFill>
              <a:latin typeface="Caveat"/>
              <a:ea typeface="Caveat"/>
              <a:cs typeface="Caveat"/>
              <a:sym typeface="Caveat"/>
            </a:endParaRPr>
          </a:p>
        </p:txBody>
      </p:sp>
      <p:grpSp>
        <p:nvGrpSpPr>
          <p:cNvPr id="526" name="Google Shape;526;p79"/>
          <p:cNvGrpSpPr/>
          <p:nvPr/>
        </p:nvGrpSpPr>
        <p:grpSpPr>
          <a:xfrm>
            <a:off x="1293250" y="625800"/>
            <a:ext cx="6575501" cy="265251"/>
            <a:chOff x="1284250" y="1861675"/>
            <a:chExt cx="6575501" cy="265251"/>
          </a:xfrm>
        </p:grpSpPr>
        <p:pic>
          <p:nvPicPr>
            <p:cNvPr id="527" name="Google Shape;527;p79"/>
            <p:cNvPicPr preferRelativeResize="0"/>
            <p:nvPr/>
          </p:nvPicPr>
          <p:blipFill>
            <a:blip r:embed="rId4">
              <a:alphaModFix/>
            </a:blip>
            <a:stretch>
              <a:fillRect/>
            </a:stretch>
          </p:blipFill>
          <p:spPr>
            <a:xfrm rot="5400000">
              <a:off x="7594500" y="1861675"/>
              <a:ext cx="265251" cy="265251"/>
            </a:xfrm>
            <a:prstGeom prst="rect">
              <a:avLst/>
            </a:prstGeom>
            <a:noFill/>
            <a:ln>
              <a:noFill/>
            </a:ln>
          </p:spPr>
        </p:pic>
        <p:pic>
          <p:nvPicPr>
            <p:cNvPr id="528" name="Google Shape;528;p79"/>
            <p:cNvPicPr preferRelativeResize="0"/>
            <p:nvPr/>
          </p:nvPicPr>
          <p:blipFill>
            <a:blip r:embed="rId4">
              <a:alphaModFix/>
            </a:blip>
            <a:stretch>
              <a:fillRect/>
            </a:stretch>
          </p:blipFill>
          <p:spPr>
            <a:xfrm rot="-5400000" flipH="1">
              <a:off x="1284250" y="1861675"/>
              <a:ext cx="265251" cy="265251"/>
            </a:xfrm>
            <a:prstGeom prst="rect">
              <a:avLst/>
            </a:prstGeom>
            <a:noFill/>
            <a:ln>
              <a:noFill/>
            </a:ln>
          </p:spPr>
        </p:pic>
        <p:cxnSp>
          <p:nvCxnSpPr>
            <p:cNvPr id="529" name="Google Shape;529;p79"/>
            <p:cNvCxnSpPr>
              <a:endCxn id="527" idx="2"/>
            </p:cNvCxnSpPr>
            <p:nvPr/>
          </p:nvCxnSpPr>
          <p:spPr>
            <a:xfrm>
              <a:off x="1549500" y="1994300"/>
              <a:ext cx="6045000" cy="0"/>
            </a:xfrm>
            <a:prstGeom prst="straightConnector1">
              <a:avLst/>
            </a:prstGeom>
            <a:noFill/>
            <a:ln w="9525" cap="flat" cmpd="sng">
              <a:solidFill>
                <a:schemeClr val="dk1"/>
              </a:solidFill>
              <a:prstDash val="solid"/>
              <a:round/>
              <a:headEnd type="none" w="med" len="med"/>
              <a:tailEnd type="none" w="med" len="med"/>
            </a:ln>
          </p:spPr>
        </p:cxnSp>
      </p:grpSp>
      <p:sp>
        <p:nvSpPr>
          <p:cNvPr id="530" name="Google Shape;530;p79"/>
          <p:cNvSpPr txBox="1"/>
          <p:nvPr/>
        </p:nvSpPr>
        <p:spPr>
          <a:xfrm>
            <a:off x="169250" y="2243050"/>
            <a:ext cx="22860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1"/>
                </a:solidFill>
                <a:latin typeface="Lexend Deca Light"/>
                <a:ea typeface="Lexend Deca Light"/>
                <a:cs typeface="Lexend Deca Light"/>
                <a:sym typeface="Lexend Deca Light"/>
              </a:rPr>
              <a:t>Explain That a Powered Aircraft Needs a Means of Propulsion</a:t>
            </a:r>
            <a:endParaRPr sz="1800">
              <a:solidFill>
                <a:schemeClr val="dk1"/>
              </a:solidFill>
              <a:latin typeface="Lexend Deca Light"/>
              <a:ea typeface="Lexend Deca Light"/>
              <a:cs typeface="Lexend Deca Light"/>
              <a:sym typeface="Lexend Deca Light"/>
            </a:endParaRPr>
          </a:p>
          <a:p>
            <a:pPr marL="0" lvl="0" indent="0" algn="ctr" rtl="0">
              <a:spcBef>
                <a:spcPts val="0"/>
              </a:spcBef>
              <a:spcAft>
                <a:spcPts val="0"/>
              </a:spcAft>
              <a:buNone/>
            </a:pPr>
            <a:endParaRPr sz="1800">
              <a:solidFill>
                <a:schemeClr val="dk1"/>
              </a:solidFill>
              <a:latin typeface="Lexend Deca Light"/>
              <a:ea typeface="Lexend Deca Light"/>
              <a:cs typeface="Lexend Deca Light"/>
              <a:sym typeface="Lexend Deca Light"/>
            </a:endParaRPr>
          </a:p>
        </p:txBody>
      </p:sp>
      <p:sp>
        <p:nvSpPr>
          <p:cNvPr id="531" name="Google Shape;531;p79"/>
          <p:cNvSpPr txBox="1"/>
          <p:nvPr/>
        </p:nvSpPr>
        <p:spPr>
          <a:xfrm>
            <a:off x="2282625" y="2243050"/>
            <a:ext cx="2442900" cy="212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1"/>
                </a:solidFill>
                <a:latin typeface="Lexend Deca Light"/>
                <a:ea typeface="Lexend Deca Light"/>
                <a:cs typeface="Lexend Deca Light"/>
                <a:sym typeface="Lexend Deca Light"/>
              </a:rPr>
              <a:t>Explain Combustion in Rocket, Gas Turbine and Piston-powered Engines</a:t>
            </a:r>
            <a:endParaRPr sz="1800">
              <a:solidFill>
                <a:schemeClr val="dk1"/>
              </a:solidFill>
              <a:latin typeface="Lexend Deca Light"/>
              <a:ea typeface="Lexend Deca Light"/>
              <a:cs typeface="Lexend Deca Light"/>
              <a:sym typeface="Lexend Deca Light"/>
            </a:endParaRPr>
          </a:p>
          <a:p>
            <a:pPr marL="0" lvl="0" indent="0" algn="ctr"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ctr" rtl="0">
              <a:spcBef>
                <a:spcPts val="0"/>
              </a:spcBef>
              <a:spcAft>
                <a:spcPts val="0"/>
              </a:spcAft>
              <a:buNone/>
            </a:pPr>
            <a:endParaRPr sz="1800">
              <a:solidFill>
                <a:schemeClr val="dk1"/>
              </a:solidFill>
              <a:latin typeface="Lexend Deca Light"/>
              <a:ea typeface="Lexend Deca Light"/>
              <a:cs typeface="Lexend Deca Light"/>
              <a:sym typeface="Lexend Deca Light"/>
            </a:endParaRPr>
          </a:p>
        </p:txBody>
      </p:sp>
      <p:sp>
        <p:nvSpPr>
          <p:cNvPr id="532" name="Google Shape;532;p79"/>
          <p:cNvSpPr txBox="1"/>
          <p:nvPr/>
        </p:nvSpPr>
        <p:spPr>
          <a:xfrm>
            <a:off x="4439700" y="2243050"/>
            <a:ext cx="25158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1"/>
                </a:solidFill>
                <a:latin typeface="Lexend Deca Light"/>
                <a:ea typeface="Lexend Deca Light"/>
                <a:cs typeface="Lexend Deca Light"/>
                <a:sym typeface="Lexend Deca Light"/>
              </a:rPr>
              <a:t>Explain the Oxidization Process for Different Types of Engines</a:t>
            </a:r>
            <a:endParaRPr sz="1800">
              <a:solidFill>
                <a:schemeClr val="dk1"/>
              </a:solidFill>
              <a:latin typeface="Lexend Deca Light"/>
              <a:ea typeface="Lexend Deca Light"/>
              <a:cs typeface="Lexend Deca Light"/>
              <a:sym typeface="Lexend Deca Light"/>
            </a:endParaRPr>
          </a:p>
          <a:p>
            <a:pPr marL="0" lvl="0" indent="0" algn="ctr" rtl="0">
              <a:spcBef>
                <a:spcPts val="0"/>
              </a:spcBef>
              <a:spcAft>
                <a:spcPts val="0"/>
              </a:spcAft>
              <a:buNone/>
            </a:pPr>
            <a:endParaRPr sz="1800">
              <a:solidFill>
                <a:schemeClr val="dk1"/>
              </a:solidFill>
              <a:latin typeface="Lexend Deca Light"/>
              <a:ea typeface="Lexend Deca Light"/>
              <a:cs typeface="Lexend Deca Light"/>
              <a:sym typeface="Lexend Deca Light"/>
            </a:endParaRPr>
          </a:p>
        </p:txBody>
      </p:sp>
      <p:sp>
        <p:nvSpPr>
          <p:cNvPr id="533" name="Google Shape;533;p79"/>
          <p:cNvSpPr txBox="1"/>
          <p:nvPr/>
        </p:nvSpPr>
        <p:spPr>
          <a:xfrm>
            <a:off x="6877075" y="2243050"/>
            <a:ext cx="1981200" cy="1015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1"/>
                </a:solidFill>
                <a:latin typeface="Lexend Deca Light"/>
                <a:ea typeface="Lexend Deca Light"/>
                <a:cs typeface="Lexend Deca Light"/>
                <a:sym typeface="Lexend Deca Light"/>
              </a:rPr>
              <a:t>Identify Aircraft and Associated Engine Types</a:t>
            </a:r>
            <a:endParaRPr sz="18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80"/>
          <p:cNvPicPr preferRelativeResize="0">
            <a:picLocks noGrp="1"/>
          </p:cNvPicPr>
          <p:nvPr>
            <p:ph type="pic" idx="3"/>
          </p:nvPr>
        </p:nvPicPr>
        <p:blipFill rotWithShape="1">
          <a:blip r:embed="rId3">
            <a:alphaModFix/>
          </a:blip>
          <a:srcRect l="17845" r="17845"/>
          <a:stretch/>
        </p:blipFill>
        <p:spPr>
          <a:xfrm>
            <a:off x="0" y="0"/>
            <a:ext cx="3307800" cy="5143500"/>
          </a:xfrm>
          <a:prstGeom prst="rect">
            <a:avLst/>
          </a:prstGeom>
        </p:spPr>
      </p:pic>
      <p:pic>
        <p:nvPicPr>
          <p:cNvPr id="539" name="Google Shape;539;p80"/>
          <p:cNvPicPr preferRelativeResize="0"/>
          <p:nvPr/>
        </p:nvPicPr>
        <p:blipFill>
          <a:blip r:embed="rId4">
            <a:alphaModFix/>
          </a:blip>
          <a:stretch>
            <a:fillRect/>
          </a:stretch>
        </p:blipFill>
        <p:spPr>
          <a:xfrm rot="5400000">
            <a:off x="8165525" y="406875"/>
            <a:ext cx="265251" cy="265251"/>
          </a:xfrm>
          <a:prstGeom prst="rect">
            <a:avLst/>
          </a:prstGeom>
          <a:noFill/>
          <a:ln>
            <a:noFill/>
          </a:ln>
        </p:spPr>
      </p:pic>
      <p:sp>
        <p:nvSpPr>
          <p:cNvPr id="540" name="Google Shape;540;p80"/>
          <p:cNvSpPr/>
          <p:nvPr/>
        </p:nvSpPr>
        <p:spPr>
          <a:xfrm flipH="1">
            <a:off x="817724" y="3350"/>
            <a:ext cx="2529900" cy="5143500"/>
          </a:xfrm>
          <a:prstGeom prst="rect">
            <a:avLst/>
          </a:prstGeom>
          <a:gradFill>
            <a:gsLst>
              <a:gs pos="0">
                <a:schemeClr val="lt1"/>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80"/>
          <p:cNvSpPr/>
          <p:nvPr/>
        </p:nvSpPr>
        <p:spPr>
          <a:xfrm flipH="1">
            <a:off x="2627082" y="3350"/>
            <a:ext cx="8352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80"/>
          <p:cNvCxnSpPr>
            <a:endCxn id="539" idx="2"/>
          </p:cNvCxnSpPr>
          <p:nvPr/>
        </p:nvCxnSpPr>
        <p:spPr>
          <a:xfrm>
            <a:off x="1925" y="539500"/>
            <a:ext cx="8163600" cy="0"/>
          </a:xfrm>
          <a:prstGeom prst="straightConnector1">
            <a:avLst/>
          </a:prstGeom>
          <a:noFill/>
          <a:ln w="9525" cap="flat" cmpd="sng">
            <a:solidFill>
              <a:schemeClr val="dk1"/>
            </a:solidFill>
            <a:prstDash val="solid"/>
            <a:round/>
            <a:headEnd type="none" w="med" len="med"/>
            <a:tailEnd type="none" w="med" len="med"/>
          </a:ln>
        </p:spPr>
      </p:cxnSp>
      <p:sp>
        <p:nvSpPr>
          <p:cNvPr id="543" name="Google Shape;543;p80"/>
          <p:cNvSpPr txBox="1"/>
          <p:nvPr/>
        </p:nvSpPr>
        <p:spPr>
          <a:xfrm>
            <a:off x="3745000" y="968200"/>
            <a:ext cx="4840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1"/>
              </a:solidFill>
              <a:latin typeface="Lexend Deca Light"/>
              <a:ea typeface="Lexend Deca Light"/>
              <a:cs typeface="Lexend Deca Light"/>
              <a:sym typeface="Lexend Deca Light"/>
            </a:endParaRPr>
          </a:p>
        </p:txBody>
      </p:sp>
      <p:sp>
        <p:nvSpPr>
          <p:cNvPr id="544" name="Google Shape;544;p80"/>
          <p:cNvSpPr txBox="1"/>
          <p:nvPr/>
        </p:nvSpPr>
        <p:spPr>
          <a:xfrm>
            <a:off x="3795325" y="920175"/>
            <a:ext cx="4168500" cy="210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u="sng">
                <a:solidFill>
                  <a:schemeClr val="dk1"/>
                </a:solidFill>
                <a:latin typeface="Lexend Deca"/>
                <a:ea typeface="Lexend Deca"/>
                <a:cs typeface="Lexend Deca"/>
                <a:sym typeface="Lexend Deca"/>
              </a:rPr>
              <a:t>Teaching Point 1</a:t>
            </a:r>
            <a:endParaRPr sz="2500" b="1" u="sng">
              <a:solidFill>
                <a:schemeClr val="dk1"/>
              </a:solidFill>
              <a:latin typeface="Lexend Deca"/>
              <a:ea typeface="Lexend Deca"/>
              <a:cs typeface="Lexend Deca"/>
              <a:sym typeface="Lexend Deca"/>
            </a:endParaRPr>
          </a:p>
          <a:p>
            <a:pPr marL="0" lvl="0" indent="0" algn="l" rtl="0">
              <a:spcBef>
                <a:spcPts val="0"/>
              </a:spcBef>
              <a:spcAft>
                <a:spcPts val="0"/>
              </a:spcAft>
              <a:buNone/>
            </a:pPr>
            <a:endParaRPr sz="25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500">
                <a:solidFill>
                  <a:schemeClr val="dk1"/>
                </a:solidFill>
                <a:latin typeface="Lexend Deca Light"/>
                <a:ea typeface="Lexend Deca Light"/>
                <a:cs typeface="Lexend Deca Light"/>
                <a:sym typeface="Lexend Deca Light"/>
              </a:rPr>
              <a:t>Explain That a Powered Aircraft Needs a Means of Propulsion</a:t>
            </a:r>
            <a:endParaRPr sz="25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81"/>
          <p:cNvSpPr txBox="1"/>
          <p:nvPr/>
        </p:nvSpPr>
        <p:spPr>
          <a:xfrm>
            <a:off x="399675" y="343450"/>
            <a:ext cx="8370252" cy="42780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dirty="0">
                <a:solidFill>
                  <a:schemeClr val="dk1"/>
                </a:solidFill>
                <a:latin typeface="Lexend Deca Light"/>
                <a:ea typeface="Lexend Deca Light"/>
                <a:cs typeface="Lexend Deca Light"/>
                <a:sym typeface="Lexend Deca Light"/>
              </a:rPr>
              <a:t>A powered aircraft needs a </a:t>
            </a:r>
            <a:r>
              <a:rPr lang="en" sz="1900" dirty="0">
                <a:solidFill>
                  <a:srgbClr val="FF0000"/>
                </a:solidFill>
                <a:latin typeface="Lexend Deca Light"/>
                <a:ea typeface="Lexend Deca Light"/>
                <a:cs typeface="Lexend Deca Light"/>
                <a:sym typeface="Lexend Deca Light"/>
              </a:rPr>
              <a:t>propulsion </a:t>
            </a:r>
            <a:r>
              <a:rPr lang="en" sz="1900" dirty="0">
                <a:solidFill>
                  <a:schemeClr val="dk1"/>
                </a:solidFill>
                <a:latin typeface="Lexend Deca Light"/>
                <a:ea typeface="Lexend Deca Light"/>
                <a:cs typeface="Lexend Deca Light"/>
                <a:sym typeface="Lexend Deca Light"/>
              </a:rPr>
              <a:t>to overcome drag and allow the wings to generate sufficient lift to overcome weight.</a:t>
            </a: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dirty="0">
                <a:solidFill>
                  <a:schemeClr val="dk1"/>
                </a:solidFill>
                <a:latin typeface="Lexend Deca Light"/>
                <a:ea typeface="Lexend Deca Light"/>
                <a:cs typeface="Lexend Deca Light"/>
                <a:sym typeface="Lexend Deca Light"/>
              </a:rPr>
              <a:t>The propeller and jet engine are very closely related, providing thrust by accelerating air. </a:t>
            </a:r>
            <a:endParaRPr sz="1900" dirty="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dirty="0">
                <a:solidFill>
                  <a:schemeClr val="dk1"/>
                </a:solidFill>
                <a:latin typeface="Lexend Deca Light"/>
                <a:ea typeface="Lexend Deca Light"/>
                <a:cs typeface="Lexend Deca Light"/>
                <a:sym typeface="Lexend Deca Light"/>
              </a:rPr>
              <a:t>The propeller accelerates a </a:t>
            </a:r>
            <a:r>
              <a:rPr lang="en" sz="1900" dirty="0">
                <a:solidFill>
                  <a:srgbClr val="FF0000"/>
                </a:solidFill>
                <a:latin typeface="Lexend Deca Light"/>
                <a:ea typeface="Lexend Deca Light"/>
                <a:cs typeface="Lexend Deca Light"/>
                <a:sym typeface="Lexend Deca Light"/>
              </a:rPr>
              <a:t>large amount of air by a small amount</a:t>
            </a:r>
            <a:endParaRPr sz="1900" dirty="0">
              <a:solidFill>
                <a:srgbClr val="FF0000"/>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dirty="0">
                <a:solidFill>
                  <a:schemeClr val="dk1"/>
                </a:solidFill>
                <a:latin typeface="Lexend Deca Light"/>
                <a:ea typeface="Lexend Deca Light"/>
                <a:cs typeface="Lexend Deca Light"/>
                <a:sym typeface="Lexend Deca Light"/>
              </a:rPr>
              <a:t>The jet engine accelerates a </a:t>
            </a:r>
            <a:r>
              <a:rPr lang="en" sz="1900" dirty="0">
                <a:solidFill>
                  <a:srgbClr val="FF0000"/>
                </a:solidFill>
                <a:latin typeface="Lexend Deca Light"/>
                <a:ea typeface="Lexend Deca Light"/>
                <a:cs typeface="Lexend Deca Light"/>
                <a:sym typeface="Lexend Deca Light"/>
              </a:rPr>
              <a:t>smaller mass of air by a </a:t>
            </a:r>
            <a:r>
              <a:rPr lang="en" sz="1900">
                <a:solidFill>
                  <a:srgbClr val="FF0000"/>
                </a:solidFill>
                <a:latin typeface="Lexend Deca Light"/>
                <a:ea typeface="Lexend Deca Light"/>
                <a:cs typeface="Lexend Deca Light"/>
                <a:sym typeface="Lexend Deca Light"/>
              </a:rPr>
              <a:t>large amount</a:t>
            </a: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dirty="0">
                <a:solidFill>
                  <a:schemeClr val="dk1"/>
                </a:solidFill>
                <a:latin typeface="Lexend Deca Light"/>
                <a:ea typeface="Lexend Deca Light"/>
                <a:cs typeface="Lexend Deca Light"/>
                <a:sym typeface="Lexend Deca Light"/>
              </a:rPr>
              <a:t>The most common engine types used for aviation propulsion employ internal combustion and they include:</a:t>
            </a:r>
            <a:endParaRPr sz="1900" dirty="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dirty="0">
                <a:solidFill>
                  <a:schemeClr val="dk1"/>
                </a:solidFill>
                <a:latin typeface="Lexend Deca Light"/>
                <a:ea typeface="Lexend Deca Light"/>
                <a:cs typeface="Lexend Deca Light"/>
                <a:sym typeface="Lexend Deca Light"/>
              </a:rPr>
              <a:t>rocket engines</a:t>
            </a:r>
            <a:endParaRPr sz="1900" dirty="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dirty="0">
                <a:solidFill>
                  <a:schemeClr val="dk1"/>
                </a:solidFill>
                <a:latin typeface="Lexend Deca Light"/>
                <a:ea typeface="Lexend Deca Light"/>
                <a:cs typeface="Lexend Deca Light"/>
                <a:sym typeface="Lexend Deca Light"/>
              </a:rPr>
              <a:t>gas turbine jet engines</a:t>
            </a:r>
            <a:endParaRPr sz="1900" dirty="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dirty="0">
                <a:solidFill>
                  <a:schemeClr val="dk1"/>
                </a:solidFill>
                <a:latin typeface="Lexend Deca Light"/>
                <a:ea typeface="Lexend Deca Light"/>
                <a:cs typeface="Lexend Deca Light"/>
                <a:sym typeface="Lexend Deca Light"/>
              </a:rPr>
              <a:t>reciprocating piston-powered engines.</a:t>
            </a: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dirty="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82"/>
          <p:cNvSpPr txBox="1"/>
          <p:nvPr/>
        </p:nvSpPr>
        <p:spPr>
          <a:xfrm>
            <a:off x="523200" y="1652925"/>
            <a:ext cx="6412800" cy="25242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Clr>
                <a:schemeClr val="dk1"/>
              </a:buClr>
              <a:buSzPts val="1900"/>
              <a:buFont typeface="Lexend Deca Light"/>
              <a:buChar char="●"/>
            </a:pPr>
            <a:r>
              <a:rPr lang="en" sz="1900">
                <a:solidFill>
                  <a:schemeClr val="dk1"/>
                </a:solidFill>
                <a:latin typeface="Lexend Deca Light"/>
                <a:ea typeface="Lexend Deca Light"/>
                <a:cs typeface="Lexend Deca Light"/>
                <a:sym typeface="Lexend Deca Light"/>
              </a:rPr>
              <a:t>Earliest engine used for Chinese fire arrows.</a:t>
            </a:r>
            <a:endParaRPr sz="190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a:solidFill>
                  <a:schemeClr val="dk1"/>
                </a:solidFill>
                <a:latin typeface="Lexend Deca Light"/>
                <a:ea typeface="Lexend Deca Light"/>
                <a:cs typeface="Lexend Deca Light"/>
                <a:sym typeface="Lexend Deca Light"/>
              </a:rPr>
              <a:t>Really effective method of propulsion</a:t>
            </a:r>
            <a:endParaRPr sz="190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a:solidFill>
                  <a:schemeClr val="dk1"/>
                </a:solidFill>
                <a:latin typeface="Lexend Deca Light"/>
                <a:ea typeface="Lexend Deca Light"/>
                <a:cs typeface="Lexend Deca Light"/>
                <a:sym typeface="Lexend Deca Light"/>
              </a:rPr>
              <a:t>Commonly used today with improvements for many applications including space exploration.</a:t>
            </a:r>
            <a:endParaRPr sz="190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a:solidFill>
                  <a:schemeClr val="dk1"/>
                </a:solidFill>
                <a:latin typeface="Lexend Deca Light"/>
                <a:ea typeface="Lexend Deca Light"/>
                <a:cs typeface="Lexend Deca Light"/>
                <a:sym typeface="Lexend Deca Light"/>
              </a:rPr>
              <a:t>Contained with their own oxidizer</a:t>
            </a:r>
            <a:endParaRPr sz="1900">
              <a:solidFill>
                <a:schemeClr val="dk1"/>
              </a:solidFill>
              <a:latin typeface="Lexend Deca Light"/>
              <a:ea typeface="Lexend Deca Light"/>
              <a:cs typeface="Lexend Deca Light"/>
              <a:sym typeface="Lexend Deca Light"/>
            </a:endParaRPr>
          </a:p>
          <a:p>
            <a:pPr marL="457200" lvl="0" indent="-349250" algn="l" rtl="0">
              <a:spcBef>
                <a:spcPts val="0"/>
              </a:spcBef>
              <a:spcAft>
                <a:spcPts val="0"/>
              </a:spcAft>
              <a:buClr>
                <a:schemeClr val="dk1"/>
              </a:buClr>
              <a:buSzPts val="1900"/>
              <a:buFont typeface="Lexend Deca Light"/>
              <a:buChar char="●"/>
            </a:pPr>
            <a:r>
              <a:rPr lang="en" sz="1900">
                <a:solidFill>
                  <a:schemeClr val="dk1"/>
                </a:solidFill>
                <a:latin typeface="Lexend Deca Light"/>
                <a:ea typeface="Lexend Deca Light"/>
                <a:cs typeface="Lexend Deca Light"/>
                <a:sym typeface="Lexend Deca Light"/>
              </a:rPr>
              <a:t>Advantageous in being able to function in a vacuum such as space.</a:t>
            </a: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p:txBody>
      </p:sp>
      <p:sp>
        <p:nvSpPr>
          <p:cNvPr id="555" name="Google Shape;555;p82"/>
          <p:cNvSpPr txBox="1"/>
          <p:nvPr/>
        </p:nvSpPr>
        <p:spPr>
          <a:xfrm>
            <a:off x="608525" y="623025"/>
            <a:ext cx="834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Rocket Engines</a:t>
            </a:r>
            <a:endParaRPr sz="2000" u="sng">
              <a:solidFill>
                <a:schemeClr val="dk1"/>
              </a:solidFill>
              <a:latin typeface="Lexend Deca Light"/>
              <a:ea typeface="Lexend Deca Light"/>
              <a:cs typeface="Lexend Deca Light"/>
              <a:sym typeface="Lexend Deca Light"/>
            </a:endParaRPr>
          </a:p>
        </p:txBody>
      </p:sp>
      <p:pic>
        <p:nvPicPr>
          <p:cNvPr id="556" name="Google Shape;556;p82"/>
          <p:cNvPicPr preferRelativeResize="0"/>
          <p:nvPr/>
        </p:nvPicPr>
        <p:blipFill rotWithShape="1">
          <a:blip r:embed="rId3">
            <a:alphaModFix/>
          </a:blip>
          <a:srcRect l="34635" t="13194" r="28506" b="50744"/>
          <a:stretch/>
        </p:blipFill>
        <p:spPr>
          <a:xfrm>
            <a:off x="6624475" y="1188075"/>
            <a:ext cx="1962926" cy="2524199"/>
          </a:xfrm>
          <a:prstGeom prst="rect">
            <a:avLst/>
          </a:prstGeom>
          <a:noFill/>
          <a:ln>
            <a:noFill/>
          </a:ln>
        </p:spPr>
      </p:pic>
      <p:pic>
        <p:nvPicPr>
          <p:cNvPr id="557" name="Google Shape;557;p82"/>
          <p:cNvPicPr preferRelativeResize="0"/>
          <p:nvPr/>
        </p:nvPicPr>
        <p:blipFill>
          <a:blip r:embed="rId4">
            <a:alphaModFix/>
          </a:blip>
          <a:stretch>
            <a:fillRect/>
          </a:stretch>
        </p:blipFill>
        <p:spPr>
          <a:xfrm>
            <a:off x="3441325" y="450225"/>
            <a:ext cx="2428875" cy="83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3"/>
          <p:cNvSpPr txBox="1"/>
          <p:nvPr/>
        </p:nvSpPr>
        <p:spPr>
          <a:xfrm>
            <a:off x="275275" y="1290750"/>
            <a:ext cx="6298500" cy="35709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Developed in the late nineteenth century</a:t>
            </a:r>
            <a:endParaRPr sz="2000">
              <a:solidFill>
                <a:schemeClr val="dk1"/>
              </a:solidFill>
              <a:latin typeface="Lexend Deca Light"/>
              <a:ea typeface="Lexend Deca Light"/>
              <a:cs typeface="Lexend Deca Light"/>
              <a:sym typeface="Lexend Deca Light"/>
            </a:endParaRPr>
          </a:p>
          <a:p>
            <a:pPr marL="457200" lvl="0"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Most common vehicle engine of all. </a:t>
            </a:r>
            <a:endParaRPr sz="2000">
              <a:solidFill>
                <a:schemeClr val="dk1"/>
              </a:solidFill>
              <a:latin typeface="Lexend Deca Light"/>
              <a:ea typeface="Lexend Deca Light"/>
              <a:cs typeface="Lexend Deca Light"/>
              <a:sym typeface="Lexend Deca Light"/>
            </a:endParaRPr>
          </a:p>
          <a:p>
            <a:pPr marL="457200" lvl="0"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Most complicated system of converting the chemical energy of fuel into motion</a:t>
            </a:r>
            <a:endParaRPr sz="2000">
              <a:solidFill>
                <a:schemeClr val="dk1"/>
              </a:solidFill>
              <a:latin typeface="Lexend Deca Light"/>
              <a:ea typeface="Lexend Deca Light"/>
              <a:cs typeface="Lexend Deca Light"/>
              <a:sym typeface="Lexend Deca Light"/>
            </a:endParaRPr>
          </a:p>
          <a:p>
            <a:pPr marL="457200" lvl="0"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Found in many places</a:t>
            </a:r>
            <a:endParaRPr sz="2000">
              <a:solidFill>
                <a:schemeClr val="dk1"/>
              </a:solidFill>
              <a:latin typeface="Lexend Deca Light"/>
              <a:ea typeface="Lexend Deca Light"/>
              <a:cs typeface="Lexend Deca Light"/>
              <a:sym typeface="Lexend Deca Light"/>
            </a:endParaRPr>
          </a:p>
          <a:p>
            <a:pPr marL="914400" lvl="1"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Aircraft</a:t>
            </a:r>
            <a:endParaRPr sz="2000">
              <a:solidFill>
                <a:schemeClr val="dk1"/>
              </a:solidFill>
              <a:latin typeface="Lexend Deca Light"/>
              <a:ea typeface="Lexend Deca Light"/>
              <a:cs typeface="Lexend Deca Light"/>
              <a:sym typeface="Lexend Deca Light"/>
            </a:endParaRPr>
          </a:p>
          <a:p>
            <a:pPr marL="914400" lvl="1"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Automobiles</a:t>
            </a:r>
            <a:endParaRPr sz="2000">
              <a:solidFill>
                <a:schemeClr val="dk1"/>
              </a:solidFill>
              <a:latin typeface="Lexend Deca Light"/>
              <a:ea typeface="Lexend Deca Light"/>
              <a:cs typeface="Lexend Deca Light"/>
              <a:sym typeface="Lexend Deca Light"/>
            </a:endParaRPr>
          </a:p>
          <a:p>
            <a:pPr marL="914400" lvl="1"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Boats</a:t>
            </a:r>
            <a:endParaRPr sz="2000">
              <a:solidFill>
                <a:schemeClr val="dk1"/>
              </a:solidFill>
              <a:latin typeface="Lexend Deca Light"/>
              <a:ea typeface="Lexend Deca Light"/>
              <a:cs typeface="Lexend Deca Light"/>
              <a:sym typeface="Lexend Deca Light"/>
            </a:endParaRPr>
          </a:p>
          <a:p>
            <a:pPr marL="914400" lvl="1" indent="-355600" algn="l" rtl="0">
              <a:spcBef>
                <a:spcPts val="0"/>
              </a:spcBef>
              <a:spcAft>
                <a:spcPts val="0"/>
              </a:spcAft>
              <a:buClr>
                <a:schemeClr val="dk1"/>
              </a:buClr>
              <a:buSzPts val="2000"/>
              <a:buFont typeface="Lexend Deca Light"/>
              <a:buChar char="○"/>
            </a:pPr>
            <a:r>
              <a:rPr lang="en" sz="2000">
                <a:solidFill>
                  <a:schemeClr val="dk1"/>
                </a:solidFill>
                <a:latin typeface="Lexend Deca Light"/>
                <a:ea typeface="Lexend Deca Light"/>
                <a:cs typeface="Lexend Deca Light"/>
                <a:sym typeface="Lexend Deca Light"/>
              </a:rPr>
              <a:t>Lawnmowers </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2000">
              <a:solidFill>
                <a:schemeClr val="dk1"/>
              </a:solidFill>
              <a:latin typeface="Lexend Deca Light"/>
              <a:ea typeface="Lexend Deca Light"/>
              <a:cs typeface="Lexend Deca Light"/>
              <a:sym typeface="Lexend Deca Light"/>
            </a:endParaRPr>
          </a:p>
        </p:txBody>
      </p:sp>
      <p:pic>
        <p:nvPicPr>
          <p:cNvPr id="563" name="Google Shape;563;p83"/>
          <p:cNvPicPr preferRelativeResize="0"/>
          <p:nvPr/>
        </p:nvPicPr>
        <p:blipFill rotWithShape="1">
          <a:blip r:embed="rId3">
            <a:alphaModFix/>
          </a:blip>
          <a:srcRect l="25277" t="50550" r="33507" b="14623"/>
          <a:stretch/>
        </p:blipFill>
        <p:spPr>
          <a:xfrm>
            <a:off x="6256600" y="1416500"/>
            <a:ext cx="2624976" cy="2866774"/>
          </a:xfrm>
          <a:prstGeom prst="rect">
            <a:avLst/>
          </a:prstGeom>
          <a:noFill/>
          <a:ln>
            <a:noFill/>
          </a:ln>
        </p:spPr>
      </p:pic>
      <p:sp>
        <p:nvSpPr>
          <p:cNvPr id="564" name="Google Shape;564;p83"/>
          <p:cNvSpPr txBox="1"/>
          <p:nvPr/>
        </p:nvSpPr>
        <p:spPr>
          <a:xfrm>
            <a:off x="399300" y="666500"/>
            <a:ext cx="834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Piston-powered engines</a:t>
            </a:r>
            <a:endParaRPr sz="2000" u="sng">
              <a:solidFill>
                <a:schemeClr val="dk1"/>
              </a:solidFill>
              <a:latin typeface="Lexend Deca Light"/>
              <a:ea typeface="Lexend Deca Light"/>
              <a:cs typeface="Lexend Deca Light"/>
              <a:sym typeface="Lexend Deca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84"/>
          <p:cNvSpPr txBox="1"/>
          <p:nvPr/>
        </p:nvSpPr>
        <p:spPr>
          <a:xfrm>
            <a:off x="434700" y="1100400"/>
            <a:ext cx="64128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Any turbine converts the energy of moving liquid or gases into rotary motion to turn a shaft, such as a windmill.</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Gas turbine jet engines have a simple ramjet that needs high velocity airflow to run. With the turbine, high pressure air can be generated so the engine can be started from a resting position.</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They must be started first with a motor before being able to produce thrust because high pressure air is required for the engine to run</a:t>
            </a:r>
            <a:endParaRPr sz="1800">
              <a:solidFill>
                <a:schemeClr val="dk1"/>
              </a:solidFill>
              <a:latin typeface="Lexend Deca Light"/>
              <a:ea typeface="Lexend Deca Light"/>
              <a:cs typeface="Lexend Deca Light"/>
              <a:sym typeface="Lexend Deca Light"/>
            </a:endParaRPr>
          </a:p>
        </p:txBody>
      </p:sp>
      <p:sp>
        <p:nvSpPr>
          <p:cNvPr id="570" name="Google Shape;570;p84"/>
          <p:cNvSpPr txBox="1"/>
          <p:nvPr/>
        </p:nvSpPr>
        <p:spPr>
          <a:xfrm>
            <a:off x="434700" y="462900"/>
            <a:ext cx="81282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Gas turbine engines</a:t>
            </a:r>
            <a:endParaRPr sz="2000" u="sng">
              <a:solidFill>
                <a:schemeClr val="dk1"/>
              </a:solidFill>
              <a:latin typeface="Lexend Deca Light"/>
              <a:ea typeface="Lexend Deca Light"/>
              <a:cs typeface="Lexend Deca Light"/>
              <a:sym typeface="Lexend Deca Light"/>
            </a:endParaRPr>
          </a:p>
        </p:txBody>
      </p:sp>
      <p:pic>
        <p:nvPicPr>
          <p:cNvPr id="571" name="Google Shape;571;p84"/>
          <p:cNvPicPr preferRelativeResize="0"/>
          <p:nvPr/>
        </p:nvPicPr>
        <p:blipFill rotWithShape="1">
          <a:blip r:embed="rId3">
            <a:alphaModFix/>
          </a:blip>
          <a:srcRect l="12919" r="13965"/>
          <a:stretch/>
        </p:blipFill>
        <p:spPr>
          <a:xfrm>
            <a:off x="6847500" y="1795450"/>
            <a:ext cx="2158825" cy="1552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85"/>
          <p:cNvSpPr txBox="1"/>
          <p:nvPr/>
        </p:nvSpPr>
        <p:spPr>
          <a:xfrm>
            <a:off x="151075" y="1113050"/>
            <a:ext cx="64128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A gas turbine jet engine that provides thrust, with no rotating shaft output, is a </a:t>
            </a:r>
            <a:r>
              <a:rPr lang="en" sz="1800" dirty="0">
                <a:solidFill>
                  <a:srgbClr val="FF0000"/>
                </a:solidFill>
                <a:latin typeface="Lexend Deca Light"/>
                <a:ea typeface="Lexend Deca Light"/>
                <a:cs typeface="Lexend Deca Light"/>
                <a:sym typeface="Lexend Deca Light"/>
              </a:rPr>
              <a:t>TURBOJET</a:t>
            </a:r>
            <a:r>
              <a:rPr lang="en" sz="1800" dirty="0">
                <a:solidFill>
                  <a:schemeClr val="dk1"/>
                </a:solidFill>
                <a:latin typeface="Lexend Deca Light"/>
                <a:ea typeface="Lexend Deca Light"/>
                <a:cs typeface="Lexend Deca Light"/>
                <a:sym typeface="Lexend Deca Light"/>
              </a:rPr>
              <a:t> engine.</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A gas turbine jet engine that provides thrust and also drives a propeller is a </a:t>
            </a:r>
            <a:r>
              <a:rPr lang="en" sz="1800" dirty="0">
                <a:solidFill>
                  <a:srgbClr val="FF0000"/>
                </a:solidFill>
                <a:latin typeface="Lexend Deca Light"/>
                <a:ea typeface="Lexend Deca Light"/>
                <a:cs typeface="Lexend Deca Light"/>
                <a:sym typeface="Lexend Deca Light"/>
              </a:rPr>
              <a:t>TURBOPROP</a:t>
            </a:r>
            <a:r>
              <a:rPr lang="en" sz="1800" dirty="0">
                <a:solidFill>
                  <a:schemeClr val="dk1"/>
                </a:solidFill>
                <a:latin typeface="Lexend Deca Light"/>
                <a:ea typeface="Lexend Deca Light"/>
                <a:cs typeface="Lexend Deca Light"/>
                <a:sym typeface="Lexend Deca Light"/>
              </a:rPr>
              <a:t> engine.</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A gas turbine engine that drives a helicopter rotor is usually a </a:t>
            </a:r>
            <a:r>
              <a:rPr lang="en" sz="1800" dirty="0">
                <a:solidFill>
                  <a:srgbClr val="FF0000"/>
                </a:solidFill>
                <a:latin typeface="Lexend Deca Light"/>
                <a:ea typeface="Lexend Deca Light"/>
                <a:cs typeface="Lexend Deca Light"/>
                <a:sym typeface="Lexend Deca Light"/>
              </a:rPr>
              <a:t>TURBOSHAFT</a:t>
            </a:r>
            <a:r>
              <a:rPr lang="en" sz="1800" dirty="0">
                <a:solidFill>
                  <a:schemeClr val="dk1"/>
                </a:solidFill>
                <a:latin typeface="Lexend Deca Light"/>
                <a:ea typeface="Lexend Deca Light"/>
                <a:cs typeface="Lexend Deca Light"/>
                <a:sym typeface="Lexend Deca Light"/>
              </a:rPr>
              <a:t> engine. In a turboshaft helicopter engine, the output driveshaft is separate from the compressor turbine shaft so that engine speed is not tied to the helicopter’s main rotor speed.</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p:txBody>
      </p:sp>
      <p:pic>
        <p:nvPicPr>
          <p:cNvPr id="577" name="Google Shape;577;p85"/>
          <p:cNvPicPr preferRelativeResize="0"/>
          <p:nvPr/>
        </p:nvPicPr>
        <p:blipFill rotWithShape="1">
          <a:blip r:embed="rId3">
            <a:alphaModFix/>
          </a:blip>
          <a:srcRect b="14748"/>
          <a:stretch/>
        </p:blipFill>
        <p:spPr>
          <a:xfrm>
            <a:off x="6483413" y="1755125"/>
            <a:ext cx="2572749" cy="1258525"/>
          </a:xfrm>
          <a:prstGeom prst="rect">
            <a:avLst/>
          </a:prstGeom>
          <a:noFill/>
          <a:ln>
            <a:noFill/>
          </a:ln>
        </p:spPr>
      </p:pic>
      <p:pic>
        <p:nvPicPr>
          <p:cNvPr id="578" name="Google Shape;578;p85"/>
          <p:cNvPicPr preferRelativeResize="0"/>
          <p:nvPr/>
        </p:nvPicPr>
        <p:blipFill rotWithShape="1">
          <a:blip r:embed="rId4">
            <a:alphaModFix/>
          </a:blip>
          <a:srcRect r="4122" b="23189"/>
          <a:stretch/>
        </p:blipFill>
        <p:spPr>
          <a:xfrm>
            <a:off x="6402950" y="300375"/>
            <a:ext cx="2733675" cy="1322375"/>
          </a:xfrm>
          <a:prstGeom prst="rect">
            <a:avLst/>
          </a:prstGeom>
          <a:noFill/>
          <a:ln>
            <a:noFill/>
          </a:ln>
        </p:spPr>
      </p:pic>
      <p:pic>
        <p:nvPicPr>
          <p:cNvPr id="579" name="Google Shape;579;p85"/>
          <p:cNvPicPr preferRelativeResize="0"/>
          <p:nvPr/>
        </p:nvPicPr>
        <p:blipFill rotWithShape="1">
          <a:blip r:embed="rId5">
            <a:alphaModFix/>
          </a:blip>
          <a:srcRect l="10182" r="4819" b="22221"/>
          <a:stretch/>
        </p:blipFill>
        <p:spPr>
          <a:xfrm>
            <a:off x="6608100" y="3216875"/>
            <a:ext cx="2323375" cy="1390525"/>
          </a:xfrm>
          <a:prstGeom prst="rect">
            <a:avLst/>
          </a:prstGeom>
          <a:noFill/>
          <a:ln>
            <a:noFill/>
          </a:ln>
        </p:spPr>
      </p:pic>
      <p:sp>
        <p:nvSpPr>
          <p:cNvPr id="580" name="Google Shape;580;p85"/>
          <p:cNvSpPr txBox="1"/>
          <p:nvPr/>
        </p:nvSpPr>
        <p:spPr>
          <a:xfrm>
            <a:off x="151075" y="421913"/>
            <a:ext cx="834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Gas Turbine variations (1/2)</a:t>
            </a:r>
            <a:endParaRPr sz="2000" u="sng">
              <a:solidFill>
                <a:schemeClr val="dk1"/>
              </a:solidFill>
              <a:latin typeface="Lexend Deca Light"/>
              <a:ea typeface="Lexend Deca Light"/>
              <a:cs typeface="Lexend Deca Light"/>
              <a:sym typeface="Lexend Deca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86"/>
          <p:cNvSpPr txBox="1"/>
          <p:nvPr/>
        </p:nvSpPr>
        <p:spPr>
          <a:xfrm>
            <a:off x="484325" y="767875"/>
            <a:ext cx="6412800" cy="350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The most common variation of the gas turbine jet engine is the </a:t>
            </a:r>
            <a:r>
              <a:rPr lang="en" sz="1800" dirty="0">
                <a:solidFill>
                  <a:srgbClr val="FF0000"/>
                </a:solidFill>
                <a:latin typeface="Lexend Deca Light"/>
                <a:ea typeface="Lexend Deca Light"/>
                <a:cs typeface="Lexend Deca Light"/>
                <a:sym typeface="Lexend Deca Light"/>
              </a:rPr>
              <a:t>TURBOFAN</a:t>
            </a:r>
            <a:r>
              <a:rPr lang="en" sz="1800" dirty="0">
                <a:solidFill>
                  <a:schemeClr val="dk1"/>
                </a:solidFill>
                <a:latin typeface="Lexend Deca Light"/>
                <a:ea typeface="Lexend Deca Light"/>
                <a:cs typeface="Lexend Deca Light"/>
                <a:sym typeface="Lexend Deca Light"/>
              </a:rPr>
              <a:t>, which is a hybrid of a turbojet and a turboprop. </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The turbofan has a fan instead of a propeller that provides thrust. This allows the aircraft to go faster than normal propellers, while also reducing engine noise and being fuel efficient. </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These properties make them very effective for commercial aviation.</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p:txBody>
      </p:sp>
      <p:sp>
        <p:nvSpPr>
          <p:cNvPr id="586" name="Google Shape;586;p86"/>
          <p:cNvSpPr txBox="1"/>
          <p:nvPr/>
        </p:nvSpPr>
        <p:spPr>
          <a:xfrm>
            <a:off x="484325" y="275275"/>
            <a:ext cx="834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Gas Turbine Variations (2/2)</a:t>
            </a:r>
            <a:endParaRPr sz="2000" u="sng">
              <a:solidFill>
                <a:schemeClr val="dk1"/>
              </a:solidFill>
              <a:latin typeface="Lexend Deca Light"/>
              <a:ea typeface="Lexend Deca Light"/>
              <a:cs typeface="Lexend Deca Light"/>
              <a:sym typeface="Lexend Deca Light"/>
            </a:endParaRPr>
          </a:p>
        </p:txBody>
      </p:sp>
      <p:pic>
        <p:nvPicPr>
          <p:cNvPr id="587" name="Google Shape;587;p86"/>
          <p:cNvPicPr preferRelativeResize="0"/>
          <p:nvPr/>
        </p:nvPicPr>
        <p:blipFill>
          <a:blip r:embed="rId3">
            <a:alphaModFix/>
          </a:blip>
          <a:stretch>
            <a:fillRect/>
          </a:stretch>
        </p:blipFill>
        <p:spPr>
          <a:xfrm>
            <a:off x="5867438" y="3104200"/>
            <a:ext cx="2962275" cy="1543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87"/>
          <p:cNvSpPr txBox="1"/>
          <p:nvPr/>
        </p:nvSpPr>
        <p:spPr>
          <a:xfrm>
            <a:off x="679225" y="1081650"/>
            <a:ext cx="7637400" cy="326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QUESTIONS</a:t>
            </a:r>
            <a:endParaRPr sz="20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Q1. Which engine type was the first to be used for propulsion?</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Q2. What are the 4 variations of gas turbines mentioned here?</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Q3. Why does a gas turbine jet engine need to have a starting motor?</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ANSWERS</a:t>
            </a:r>
            <a:endParaRPr sz="20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A1. The rocket was the first to be used for propulsion.</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A2. Turbojet, Turboprop, Turboshaft, and Turbofan</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A3. A gas turbine jet engine needs to have a starting motor because high-pressure air is needed to operate the engine.</a:t>
            </a:r>
            <a:endParaRPr sz="2000">
              <a:solidFill>
                <a:schemeClr val="dk1"/>
              </a:solidFill>
              <a:latin typeface="Lexend Deca Light"/>
              <a:ea typeface="Lexend Deca Light"/>
              <a:cs typeface="Lexend Deca Light"/>
              <a:sym typeface="Lexend Deca Light"/>
            </a:endParaRPr>
          </a:p>
        </p:txBody>
      </p:sp>
      <p:sp>
        <p:nvSpPr>
          <p:cNvPr id="593" name="Google Shape;593;p87"/>
          <p:cNvSpPr txBox="1"/>
          <p:nvPr/>
        </p:nvSpPr>
        <p:spPr>
          <a:xfrm>
            <a:off x="1070425" y="362225"/>
            <a:ext cx="77661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chemeClr val="dk1"/>
                </a:solidFill>
                <a:latin typeface="Lexend Deca"/>
                <a:ea typeface="Lexend Deca"/>
                <a:cs typeface="Lexend Deca"/>
                <a:sym typeface="Lexend Deca"/>
              </a:rPr>
              <a:t>TP1 Confirmation</a:t>
            </a:r>
            <a:endParaRPr sz="2600" b="1">
              <a:solidFill>
                <a:schemeClr val="dk1"/>
              </a:solidFill>
              <a:latin typeface="Lexend Deca"/>
              <a:ea typeface="Lexend Deca"/>
              <a:cs typeface="Lexend Deca"/>
              <a:sym typeface="Lexend Deca"/>
            </a:endParaRPr>
          </a:p>
        </p:txBody>
      </p:sp>
      <p:sp>
        <p:nvSpPr>
          <p:cNvPr id="594" name="Google Shape;594;p87"/>
          <p:cNvSpPr/>
          <p:nvPr/>
        </p:nvSpPr>
        <p:spPr>
          <a:xfrm>
            <a:off x="695450" y="3013650"/>
            <a:ext cx="6795300" cy="333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595" name="Google Shape;595;p87"/>
          <p:cNvSpPr/>
          <p:nvPr/>
        </p:nvSpPr>
        <p:spPr>
          <a:xfrm>
            <a:off x="695450" y="3346950"/>
            <a:ext cx="6795300" cy="333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596" name="Google Shape;596;p87"/>
          <p:cNvSpPr/>
          <p:nvPr/>
        </p:nvSpPr>
        <p:spPr>
          <a:xfrm>
            <a:off x="695450" y="3680250"/>
            <a:ext cx="7143000" cy="5850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9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9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pic>
        <p:nvPicPr>
          <p:cNvPr id="601" name="Google Shape;601;p88"/>
          <p:cNvPicPr preferRelativeResize="0">
            <a:picLocks noGrp="1"/>
          </p:cNvPicPr>
          <p:nvPr>
            <p:ph type="pic" idx="2"/>
          </p:nvPr>
        </p:nvPicPr>
        <p:blipFill rotWithShape="1">
          <a:blip r:embed="rId3">
            <a:alphaModFix/>
          </a:blip>
          <a:srcRect r="31558"/>
          <a:stretch/>
        </p:blipFill>
        <p:spPr>
          <a:xfrm>
            <a:off x="5623754" y="0"/>
            <a:ext cx="3520347" cy="5143500"/>
          </a:xfrm>
          <a:prstGeom prst="rect">
            <a:avLst/>
          </a:prstGeom>
          <a:noFill/>
          <a:ln>
            <a:noFill/>
          </a:ln>
        </p:spPr>
      </p:pic>
      <p:sp>
        <p:nvSpPr>
          <p:cNvPr id="602" name="Google Shape;602;p88"/>
          <p:cNvSpPr/>
          <p:nvPr/>
        </p:nvSpPr>
        <p:spPr>
          <a:xfrm>
            <a:off x="5544942" y="3350"/>
            <a:ext cx="28077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88"/>
          <p:cNvSpPr/>
          <p:nvPr/>
        </p:nvSpPr>
        <p:spPr>
          <a:xfrm>
            <a:off x="5417700" y="3350"/>
            <a:ext cx="9270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4" name="Google Shape;604;p88"/>
          <p:cNvCxnSpPr>
            <a:endCxn id="605" idx="2"/>
          </p:cNvCxnSpPr>
          <p:nvPr/>
        </p:nvCxnSpPr>
        <p:spPr>
          <a:xfrm rot="10800000">
            <a:off x="978475" y="4604000"/>
            <a:ext cx="8165100" cy="0"/>
          </a:xfrm>
          <a:prstGeom prst="straightConnector1">
            <a:avLst/>
          </a:prstGeom>
          <a:noFill/>
          <a:ln w="9525" cap="flat" cmpd="sng">
            <a:solidFill>
              <a:schemeClr val="dk1"/>
            </a:solidFill>
            <a:prstDash val="solid"/>
            <a:round/>
            <a:headEnd type="none" w="med" len="med"/>
            <a:tailEnd type="none" w="med" len="med"/>
          </a:ln>
        </p:spPr>
      </p:cxnSp>
      <p:pic>
        <p:nvPicPr>
          <p:cNvPr id="605" name="Google Shape;605;p88"/>
          <p:cNvPicPr preferRelativeResize="0"/>
          <p:nvPr/>
        </p:nvPicPr>
        <p:blipFill>
          <a:blip r:embed="rId4">
            <a:alphaModFix/>
          </a:blip>
          <a:stretch>
            <a:fillRect/>
          </a:stretch>
        </p:blipFill>
        <p:spPr>
          <a:xfrm rot="-5400000">
            <a:off x="713225" y="4471375"/>
            <a:ext cx="265251" cy="265251"/>
          </a:xfrm>
          <a:prstGeom prst="rect">
            <a:avLst/>
          </a:prstGeom>
          <a:noFill/>
          <a:ln>
            <a:noFill/>
          </a:ln>
        </p:spPr>
      </p:pic>
      <p:sp>
        <p:nvSpPr>
          <p:cNvPr id="606" name="Google Shape;606;p88"/>
          <p:cNvSpPr txBox="1"/>
          <p:nvPr/>
        </p:nvSpPr>
        <p:spPr>
          <a:xfrm>
            <a:off x="713225" y="740900"/>
            <a:ext cx="4168500" cy="210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u="sng">
                <a:solidFill>
                  <a:schemeClr val="dk1"/>
                </a:solidFill>
                <a:latin typeface="Lexend Deca"/>
                <a:ea typeface="Lexend Deca"/>
                <a:cs typeface="Lexend Deca"/>
                <a:sym typeface="Lexend Deca"/>
              </a:rPr>
              <a:t>Teaching Point 2</a:t>
            </a:r>
            <a:endParaRPr sz="2500" b="1" u="sng">
              <a:solidFill>
                <a:schemeClr val="dk1"/>
              </a:solidFill>
              <a:latin typeface="Lexend Deca"/>
              <a:ea typeface="Lexend Deca"/>
              <a:cs typeface="Lexend Deca"/>
              <a:sym typeface="Lexend Deca"/>
            </a:endParaRPr>
          </a:p>
          <a:p>
            <a:pPr marL="0" lvl="0" indent="0" algn="l" rtl="0">
              <a:spcBef>
                <a:spcPts val="0"/>
              </a:spcBef>
              <a:spcAft>
                <a:spcPts val="0"/>
              </a:spcAft>
              <a:buNone/>
            </a:pPr>
            <a:endParaRPr sz="25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500">
                <a:solidFill>
                  <a:schemeClr val="dk1"/>
                </a:solidFill>
                <a:latin typeface="Lexend Deca Light"/>
                <a:ea typeface="Lexend Deca Light"/>
                <a:cs typeface="Lexend Deca Light"/>
                <a:sym typeface="Lexend Deca Light"/>
              </a:rPr>
              <a:t>Explain Combustion in Rocket, Gas Turbine and Piston-powered Engines</a:t>
            </a:r>
            <a:endParaRPr sz="25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89"/>
          <p:cNvSpPr txBox="1"/>
          <p:nvPr/>
        </p:nvSpPr>
        <p:spPr>
          <a:xfrm>
            <a:off x="625700" y="367900"/>
            <a:ext cx="7401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All rocket, jet and piston-powered engines are internal-combustion engines because they all use burning fuel to generate power from expanding gases in a closed container.</a:t>
            </a:r>
            <a:endParaRPr sz="1800">
              <a:solidFill>
                <a:schemeClr val="dk1"/>
              </a:solidFill>
              <a:latin typeface="Lexend Deca Light"/>
              <a:ea typeface="Lexend Deca Light"/>
              <a:cs typeface="Lexend Deca Light"/>
              <a:sym typeface="Lexend Deca Light"/>
            </a:endParaRPr>
          </a:p>
        </p:txBody>
      </p:sp>
      <p:sp>
        <p:nvSpPr>
          <p:cNvPr id="612" name="Google Shape;612;p89"/>
          <p:cNvSpPr txBox="1"/>
          <p:nvPr/>
        </p:nvSpPr>
        <p:spPr>
          <a:xfrm>
            <a:off x="625700" y="1557575"/>
            <a:ext cx="64128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When fuel is </a:t>
            </a:r>
            <a:r>
              <a:rPr lang="en" sz="1800" dirty="0">
                <a:solidFill>
                  <a:srgbClr val="FF0000"/>
                </a:solidFill>
                <a:latin typeface="Lexend Deca Light"/>
                <a:ea typeface="Lexend Deca Light"/>
                <a:cs typeface="Lexend Deca Light"/>
                <a:sym typeface="Lexend Deca Light"/>
              </a:rPr>
              <a:t>oxidized</a:t>
            </a:r>
            <a:r>
              <a:rPr lang="en" sz="1800" dirty="0">
                <a:solidFill>
                  <a:schemeClr val="dk1"/>
                </a:solidFill>
                <a:latin typeface="Lexend Deca Light"/>
                <a:ea typeface="Lexend Deca Light"/>
                <a:cs typeface="Lexend Deca Light"/>
                <a:sym typeface="Lexend Deca Light"/>
              </a:rPr>
              <a:t> (reacted with oxygen) it gives off heat. The heat causes expansion of the gases that result from the oxidization. </a:t>
            </a: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457200" lvl="0" indent="-342900" algn="l" rtl="0">
              <a:spcBef>
                <a:spcPts val="0"/>
              </a:spcBef>
              <a:spcAft>
                <a:spcPts val="0"/>
              </a:spcAft>
              <a:buClr>
                <a:schemeClr val="dk1"/>
              </a:buClr>
              <a:buSzPts val="1800"/>
              <a:buFont typeface="Lexend Deca Light"/>
              <a:buChar char="●"/>
            </a:pPr>
            <a:r>
              <a:rPr lang="en" sz="1800" dirty="0">
                <a:solidFill>
                  <a:schemeClr val="dk1"/>
                </a:solidFill>
                <a:latin typeface="Lexend Deca Light"/>
                <a:ea typeface="Lexend Deca Light"/>
                <a:cs typeface="Lexend Deca Light"/>
                <a:sym typeface="Lexend Deca Light"/>
              </a:rPr>
              <a:t>Very slow oxidization is simply </a:t>
            </a:r>
            <a:r>
              <a:rPr lang="en" sz="1800" dirty="0">
                <a:solidFill>
                  <a:srgbClr val="FF0000"/>
                </a:solidFill>
                <a:latin typeface="Lexend Deca Light"/>
                <a:ea typeface="Lexend Deca Light"/>
                <a:cs typeface="Lexend Deca Light"/>
                <a:sym typeface="Lexend Deca Light"/>
              </a:rPr>
              <a:t>oxidization</a:t>
            </a:r>
            <a:endParaRPr sz="1800" dirty="0">
              <a:solidFill>
                <a:srgbClr val="FF0000"/>
              </a:solidFill>
              <a:latin typeface="Lexend Deca Light"/>
              <a:ea typeface="Lexend Deca Light"/>
              <a:cs typeface="Lexend Deca Light"/>
              <a:sym typeface="Lexend Deca Light"/>
            </a:endParaRPr>
          </a:p>
          <a:p>
            <a:pPr marL="457200" lvl="0" indent="-342900" algn="l" rtl="0">
              <a:spcBef>
                <a:spcPts val="0"/>
              </a:spcBef>
              <a:spcAft>
                <a:spcPts val="0"/>
              </a:spcAft>
              <a:buClr>
                <a:schemeClr val="dk1"/>
              </a:buClr>
              <a:buSzPts val="1800"/>
              <a:buFont typeface="Lexend Deca Light"/>
              <a:buChar char="●"/>
            </a:pPr>
            <a:r>
              <a:rPr lang="en" sz="1800" dirty="0">
                <a:solidFill>
                  <a:schemeClr val="dk1"/>
                </a:solidFill>
                <a:latin typeface="Lexend Deca Light"/>
                <a:ea typeface="Lexend Deca Light"/>
                <a:cs typeface="Lexend Deca Light"/>
                <a:sym typeface="Lexend Deca Light"/>
              </a:rPr>
              <a:t>Fast oxidization, it is referred to as </a:t>
            </a:r>
            <a:r>
              <a:rPr lang="en" sz="1800" dirty="0">
                <a:solidFill>
                  <a:srgbClr val="FF0000"/>
                </a:solidFill>
                <a:latin typeface="Lexend Deca Light"/>
                <a:ea typeface="Lexend Deca Light"/>
                <a:cs typeface="Lexend Deca Light"/>
                <a:sym typeface="Lexend Deca Light"/>
              </a:rPr>
              <a:t>burning</a:t>
            </a:r>
            <a:r>
              <a:rPr lang="en" sz="1800" dirty="0">
                <a:solidFill>
                  <a:schemeClr val="dk1"/>
                </a:solidFill>
                <a:latin typeface="Lexend Deca Light"/>
                <a:ea typeface="Lexend Deca Light"/>
                <a:cs typeface="Lexend Deca Light"/>
                <a:sym typeface="Lexend Deca Light"/>
              </a:rPr>
              <a:t>. </a:t>
            </a:r>
            <a:endParaRPr sz="1800" dirty="0">
              <a:solidFill>
                <a:schemeClr val="dk1"/>
              </a:solidFill>
              <a:latin typeface="Lexend Deca Light"/>
              <a:ea typeface="Lexend Deca Light"/>
              <a:cs typeface="Lexend Deca Light"/>
              <a:sym typeface="Lexend Deca Light"/>
            </a:endParaRPr>
          </a:p>
          <a:p>
            <a:pPr marL="457200" lvl="0" indent="-342900" algn="l" rtl="0">
              <a:spcBef>
                <a:spcPts val="0"/>
              </a:spcBef>
              <a:spcAft>
                <a:spcPts val="0"/>
              </a:spcAft>
              <a:buClr>
                <a:schemeClr val="dk1"/>
              </a:buClr>
              <a:buSzPts val="1800"/>
              <a:buFont typeface="Lexend Deca Light"/>
              <a:buChar char="●"/>
            </a:pPr>
            <a:r>
              <a:rPr lang="en" sz="1800" dirty="0">
                <a:solidFill>
                  <a:schemeClr val="dk1"/>
                </a:solidFill>
                <a:latin typeface="Lexend Deca Light"/>
                <a:ea typeface="Lexend Deca Light"/>
                <a:cs typeface="Lexend Deca Light"/>
                <a:sym typeface="Lexend Deca Light"/>
              </a:rPr>
              <a:t>Very rapid oxidization is an </a:t>
            </a:r>
            <a:r>
              <a:rPr lang="en" sz="1800" dirty="0">
                <a:solidFill>
                  <a:srgbClr val="FF0000"/>
                </a:solidFill>
                <a:latin typeface="Lexend Deca Light"/>
                <a:ea typeface="Lexend Deca Light"/>
                <a:cs typeface="Lexend Deca Light"/>
                <a:sym typeface="Lexend Deca Light"/>
              </a:rPr>
              <a:t>explosion</a:t>
            </a:r>
            <a:endParaRPr sz="1800" dirty="0">
              <a:solidFill>
                <a:srgbClr val="FF0000"/>
              </a:solidFill>
              <a:latin typeface="Lexend Deca Light"/>
              <a:ea typeface="Lexend Deca Light"/>
              <a:cs typeface="Lexend Deca Light"/>
              <a:sym typeface="Lexend Deca Light"/>
            </a:endParaRPr>
          </a:p>
          <a:p>
            <a:pPr marL="0" lvl="0" indent="0" algn="l" rtl="0">
              <a:spcBef>
                <a:spcPts val="0"/>
              </a:spcBef>
              <a:spcAft>
                <a:spcPts val="0"/>
              </a:spcAft>
              <a:buNone/>
            </a:pPr>
            <a:endParaRPr sz="18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All these processes result from fuel chemically combining with oxygen. The distinguishing characteristic between them is the speed of the reaction.</a:t>
            </a:r>
            <a:endParaRPr sz="1800" dirty="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90"/>
          <p:cNvSpPr txBox="1"/>
          <p:nvPr/>
        </p:nvSpPr>
        <p:spPr>
          <a:xfrm>
            <a:off x="536450" y="1101300"/>
            <a:ext cx="6412800" cy="340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dirty="0">
                <a:solidFill>
                  <a:schemeClr val="dk1"/>
                </a:solidFill>
                <a:latin typeface="Lexend Deca Light"/>
                <a:ea typeface="Lexend Deca Light"/>
                <a:cs typeface="Lexend Deca Light"/>
                <a:sym typeface="Lexend Deca Light"/>
              </a:rPr>
              <a:t>By </a:t>
            </a:r>
            <a:r>
              <a:rPr lang="en" sz="1900" dirty="0">
                <a:solidFill>
                  <a:srgbClr val="FF0000"/>
                </a:solidFill>
                <a:latin typeface="Lexend Deca Light"/>
                <a:ea typeface="Lexend Deca Light"/>
                <a:cs typeface="Lexend Deca Light"/>
                <a:sym typeface="Lexend Deca Light"/>
              </a:rPr>
              <a:t>capturing the expanding hot gases</a:t>
            </a:r>
            <a:r>
              <a:rPr lang="en" sz="1900" dirty="0">
                <a:solidFill>
                  <a:schemeClr val="dk1"/>
                </a:solidFill>
                <a:latin typeface="Lexend Deca Light"/>
                <a:ea typeface="Lexend Deca Light"/>
                <a:cs typeface="Lexend Deca Light"/>
                <a:sym typeface="Lexend Deca Light"/>
              </a:rPr>
              <a:t> of combustion in a tightly closed container, such as a piston-powered engine’s combustion chamber or a gas-turbine jet engine combustor, </a:t>
            </a:r>
            <a:r>
              <a:rPr lang="en" sz="1900" dirty="0">
                <a:solidFill>
                  <a:srgbClr val="FF0000"/>
                </a:solidFill>
                <a:latin typeface="Lexend Deca Light"/>
                <a:ea typeface="Lexend Deca Light"/>
                <a:cs typeface="Lexend Deca Light"/>
                <a:sym typeface="Lexend Deca Light"/>
              </a:rPr>
              <a:t>the energy of the hot gases </a:t>
            </a:r>
            <a:r>
              <a:rPr lang="en" sz="1900" dirty="0">
                <a:solidFill>
                  <a:schemeClr val="dk1"/>
                </a:solidFill>
                <a:latin typeface="Lexend Deca Light"/>
                <a:ea typeface="Lexend Deca Light"/>
                <a:cs typeface="Lexend Deca Light"/>
                <a:sym typeface="Lexend Deca Light"/>
              </a:rPr>
              <a:t>can be put to useful work.</a:t>
            </a: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dirty="0">
                <a:solidFill>
                  <a:schemeClr val="dk1"/>
                </a:solidFill>
                <a:latin typeface="Lexend Deca Light"/>
                <a:ea typeface="Lexend Deca Light"/>
                <a:cs typeface="Lexend Deca Light"/>
                <a:sym typeface="Lexend Deca Light"/>
              </a:rPr>
              <a:t>A common method of using this power is the turning of a shaft, such as a turbine shaft or a crankshaft. That shaft can then be used to turn an aircraft’s propeller or an automobile’s wheels.</a:t>
            </a:r>
            <a:endParaRPr sz="19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dirty="0">
              <a:solidFill>
                <a:schemeClr val="dk1"/>
              </a:solidFill>
              <a:latin typeface="Lexend Deca Light"/>
              <a:ea typeface="Lexend Deca Light"/>
              <a:cs typeface="Lexend Deca Light"/>
              <a:sym typeface="Lexend Deca Light"/>
            </a:endParaRPr>
          </a:p>
        </p:txBody>
      </p:sp>
      <p:sp>
        <p:nvSpPr>
          <p:cNvPr id="618" name="Google Shape;618;p90"/>
          <p:cNvSpPr txBox="1"/>
          <p:nvPr/>
        </p:nvSpPr>
        <p:spPr>
          <a:xfrm>
            <a:off x="550575" y="478125"/>
            <a:ext cx="834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u="sng">
                <a:solidFill>
                  <a:schemeClr val="dk1"/>
                </a:solidFill>
                <a:latin typeface="Lexend Deca"/>
                <a:ea typeface="Lexend Deca"/>
                <a:cs typeface="Lexend Deca"/>
                <a:sym typeface="Lexend Deca"/>
              </a:rPr>
              <a:t>Usefulness of Combustion</a:t>
            </a:r>
            <a:endParaRPr sz="1800" b="1" u="sng">
              <a:solidFill>
                <a:schemeClr val="dk1"/>
              </a:solidFill>
              <a:latin typeface="Lexend Deca"/>
              <a:ea typeface="Lexend Deca"/>
              <a:cs typeface="Lexend Deca"/>
              <a:sym typeface="Lexend Dec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91"/>
          <p:cNvSpPr txBox="1"/>
          <p:nvPr/>
        </p:nvSpPr>
        <p:spPr>
          <a:xfrm>
            <a:off x="579925" y="1028875"/>
            <a:ext cx="7693200" cy="387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 </a:t>
            </a:r>
            <a:r>
              <a:rPr lang="en" sz="2000" u="sng">
                <a:solidFill>
                  <a:schemeClr val="dk1"/>
                </a:solidFill>
                <a:latin typeface="Lexend Deca Light"/>
                <a:ea typeface="Lexend Deca Light"/>
                <a:cs typeface="Lexend Deca Light"/>
                <a:sym typeface="Lexend Deca Light"/>
              </a:rPr>
              <a:t>QUESTIONS</a:t>
            </a:r>
            <a:endParaRPr sz="20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Q1. What causes burning gases to expand?</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Q2. What is the difference between fuel burning and fuel exploding?</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Q3. What is a common method of using power generated by combustion?</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ANSWERS</a:t>
            </a:r>
            <a:endParaRPr sz="20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A1. The heat of combustion causes the gases to expand.</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A2. The difference between burning and exploding is the speed of oxidization.</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A3. Turning a shaft that can turn propellers or wheels</a:t>
            </a:r>
            <a:endParaRPr sz="20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2000">
              <a:solidFill>
                <a:schemeClr val="dk1"/>
              </a:solidFill>
              <a:latin typeface="Lexend Deca Light"/>
              <a:ea typeface="Lexend Deca Light"/>
              <a:cs typeface="Lexend Deca Light"/>
              <a:sym typeface="Lexend Deca Light"/>
            </a:endParaRPr>
          </a:p>
        </p:txBody>
      </p:sp>
      <p:sp>
        <p:nvSpPr>
          <p:cNvPr id="624" name="Google Shape;624;p91"/>
          <p:cNvSpPr txBox="1"/>
          <p:nvPr/>
        </p:nvSpPr>
        <p:spPr>
          <a:xfrm>
            <a:off x="681350" y="298975"/>
            <a:ext cx="83454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chemeClr val="dk1"/>
                </a:solidFill>
                <a:latin typeface="Lexend Deca"/>
                <a:ea typeface="Lexend Deca"/>
                <a:cs typeface="Lexend Deca"/>
                <a:sym typeface="Lexend Deca"/>
              </a:rPr>
              <a:t>TP2 Confirmation</a:t>
            </a:r>
            <a:endParaRPr sz="2600" b="1">
              <a:solidFill>
                <a:schemeClr val="dk1"/>
              </a:solidFill>
              <a:latin typeface="Lexend Deca"/>
              <a:ea typeface="Lexend Deca"/>
              <a:cs typeface="Lexend Deca"/>
              <a:sym typeface="Lexend Deca"/>
            </a:endParaRPr>
          </a:p>
        </p:txBody>
      </p:sp>
      <p:sp>
        <p:nvSpPr>
          <p:cNvPr id="625" name="Google Shape;625;p91"/>
          <p:cNvSpPr/>
          <p:nvPr/>
        </p:nvSpPr>
        <p:spPr>
          <a:xfrm>
            <a:off x="681350" y="3237275"/>
            <a:ext cx="6795300" cy="333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626" name="Google Shape;626;p91"/>
          <p:cNvSpPr/>
          <p:nvPr/>
        </p:nvSpPr>
        <p:spPr>
          <a:xfrm>
            <a:off x="681350" y="4172375"/>
            <a:ext cx="6795300" cy="333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627" name="Google Shape;627;p91"/>
          <p:cNvSpPr/>
          <p:nvPr/>
        </p:nvSpPr>
        <p:spPr>
          <a:xfrm>
            <a:off x="681350" y="3570575"/>
            <a:ext cx="7591800" cy="5850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2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2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6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pic>
        <p:nvPicPr>
          <p:cNvPr id="632" name="Google Shape;632;p92"/>
          <p:cNvPicPr preferRelativeResize="0">
            <a:picLocks noGrp="1"/>
          </p:cNvPicPr>
          <p:nvPr>
            <p:ph type="pic" idx="2"/>
          </p:nvPr>
        </p:nvPicPr>
        <p:blipFill rotWithShape="1">
          <a:blip r:embed="rId3">
            <a:alphaModFix/>
          </a:blip>
          <a:srcRect l="17845" r="17845"/>
          <a:stretch/>
        </p:blipFill>
        <p:spPr>
          <a:xfrm>
            <a:off x="0" y="0"/>
            <a:ext cx="3307800" cy="5143500"/>
          </a:xfrm>
          <a:prstGeom prst="rect">
            <a:avLst/>
          </a:prstGeom>
          <a:noFill/>
          <a:ln>
            <a:noFill/>
          </a:ln>
        </p:spPr>
      </p:pic>
      <p:sp>
        <p:nvSpPr>
          <p:cNvPr id="633" name="Google Shape;633;p92"/>
          <p:cNvSpPr/>
          <p:nvPr/>
        </p:nvSpPr>
        <p:spPr>
          <a:xfrm flipH="1">
            <a:off x="817724" y="3350"/>
            <a:ext cx="25299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92"/>
          <p:cNvSpPr/>
          <p:nvPr/>
        </p:nvSpPr>
        <p:spPr>
          <a:xfrm flipH="1">
            <a:off x="2627082" y="3350"/>
            <a:ext cx="8352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5" name="Google Shape;635;p92"/>
          <p:cNvPicPr preferRelativeResize="0"/>
          <p:nvPr/>
        </p:nvPicPr>
        <p:blipFill>
          <a:blip r:embed="rId4">
            <a:alphaModFix/>
          </a:blip>
          <a:stretch>
            <a:fillRect/>
          </a:stretch>
        </p:blipFill>
        <p:spPr>
          <a:xfrm rot="5400000">
            <a:off x="8158750" y="4471375"/>
            <a:ext cx="265251" cy="265251"/>
          </a:xfrm>
          <a:prstGeom prst="rect">
            <a:avLst/>
          </a:prstGeom>
          <a:noFill/>
          <a:ln>
            <a:noFill/>
          </a:ln>
        </p:spPr>
      </p:pic>
      <p:cxnSp>
        <p:nvCxnSpPr>
          <p:cNvPr id="636" name="Google Shape;636;p92"/>
          <p:cNvCxnSpPr>
            <a:endCxn id="635"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
        <p:nvSpPr>
          <p:cNvPr id="637" name="Google Shape;637;p92"/>
          <p:cNvSpPr txBox="1"/>
          <p:nvPr/>
        </p:nvSpPr>
        <p:spPr>
          <a:xfrm>
            <a:off x="3772425" y="539225"/>
            <a:ext cx="4168500" cy="210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u="sng">
                <a:solidFill>
                  <a:schemeClr val="dk1"/>
                </a:solidFill>
                <a:latin typeface="Lexend Deca"/>
                <a:ea typeface="Lexend Deca"/>
                <a:cs typeface="Lexend Deca"/>
                <a:sym typeface="Lexend Deca"/>
              </a:rPr>
              <a:t>Teaching Point 3</a:t>
            </a:r>
            <a:endParaRPr sz="2500" b="1" u="sng">
              <a:solidFill>
                <a:schemeClr val="dk1"/>
              </a:solidFill>
              <a:latin typeface="Lexend Deca"/>
              <a:ea typeface="Lexend Deca"/>
              <a:cs typeface="Lexend Deca"/>
              <a:sym typeface="Lexend Deca"/>
            </a:endParaRPr>
          </a:p>
          <a:p>
            <a:pPr marL="0" lvl="0" indent="0" algn="l" rtl="0">
              <a:spcBef>
                <a:spcPts val="0"/>
              </a:spcBef>
              <a:spcAft>
                <a:spcPts val="0"/>
              </a:spcAft>
              <a:buNone/>
            </a:pPr>
            <a:endParaRPr sz="25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500">
                <a:solidFill>
                  <a:schemeClr val="dk1"/>
                </a:solidFill>
                <a:latin typeface="Lexend Deca Light"/>
                <a:ea typeface="Lexend Deca Light"/>
                <a:cs typeface="Lexend Deca Light"/>
                <a:sym typeface="Lexend Deca Light"/>
              </a:rPr>
              <a:t>Explain the Oxidization Process for Different Types of Engines</a:t>
            </a:r>
            <a:endParaRPr sz="25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93"/>
          <p:cNvSpPr txBox="1"/>
          <p:nvPr/>
        </p:nvSpPr>
        <p:spPr>
          <a:xfrm>
            <a:off x="507100" y="1072150"/>
            <a:ext cx="6412800" cy="369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The rocket has the simplest method of oxidization and carries its own fuel and oxygen and combines them in a closed container to generate the energy. </a:t>
            </a: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Fuel and the oxygen must be carefully calculated and loaded before launch since a rocket can only use the loaded fuel and oxygen. </a:t>
            </a: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The hot expanding gases that result from an explosion in the rocket’s combustor are blasted out the back of the rocket at high speed to propel it upward.</a:t>
            </a: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p:txBody>
      </p:sp>
      <p:sp>
        <p:nvSpPr>
          <p:cNvPr id="643" name="Google Shape;643;p93"/>
          <p:cNvSpPr txBox="1"/>
          <p:nvPr/>
        </p:nvSpPr>
        <p:spPr>
          <a:xfrm>
            <a:off x="507100" y="579550"/>
            <a:ext cx="834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dk1"/>
                </a:solidFill>
                <a:latin typeface="Lexend Deca Light"/>
                <a:ea typeface="Lexend Deca Light"/>
                <a:cs typeface="Lexend Deca Light"/>
                <a:sym typeface="Lexend Deca Light"/>
              </a:rPr>
              <a:t>Rocket Engine</a:t>
            </a:r>
            <a:endParaRPr sz="2000" u="sng">
              <a:solidFill>
                <a:schemeClr val="dk1"/>
              </a:solidFill>
              <a:latin typeface="Lexend Deca Light"/>
              <a:ea typeface="Lexend Deca Light"/>
              <a:cs typeface="Lexend Deca Light"/>
              <a:sym typeface="Lexend Deca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94"/>
          <p:cNvSpPr txBox="1"/>
          <p:nvPr/>
        </p:nvSpPr>
        <p:spPr>
          <a:xfrm>
            <a:off x="384400" y="821575"/>
            <a:ext cx="64128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 gas turbine jet engine typically resembles a hollow cylinder with air sucked in the front and blasted out the back. </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These can be seen under the wing of most airliners. </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The fuel is stored in tanks, often in the wing. </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The air, which contains oxygen, is sucked by a compressor fan</a:t>
            </a:r>
            <a:endParaRPr sz="1800">
              <a:solidFill>
                <a:schemeClr val="dk1"/>
              </a:solidFill>
              <a:latin typeface="Lexend Deca Light"/>
              <a:ea typeface="Lexend Deca Light"/>
              <a:cs typeface="Lexend Deca Light"/>
              <a:sym typeface="Lexend Deca Light"/>
            </a:endParaRPr>
          </a:p>
        </p:txBody>
      </p:sp>
      <p:sp>
        <p:nvSpPr>
          <p:cNvPr id="649" name="Google Shape;649;p94"/>
          <p:cNvSpPr txBox="1"/>
          <p:nvPr/>
        </p:nvSpPr>
        <p:spPr>
          <a:xfrm>
            <a:off x="912800" y="231825"/>
            <a:ext cx="825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u="sng">
                <a:solidFill>
                  <a:schemeClr val="dk1"/>
                </a:solidFill>
                <a:latin typeface="Lexend Deca Light"/>
                <a:ea typeface="Lexend Deca Light"/>
                <a:cs typeface="Lexend Deca Light"/>
                <a:sym typeface="Lexend Deca Light"/>
              </a:rPr>
              <a:t>Gas Turbine Engine (1/2)</a:t>
            </a:r>
            <a:endParaRPr sz="2100" u="sng">
              <a:solidFill>
                <a:schemeClr val="dk1"/>
              </a:solidFill>
              <a:latin typeface="Lexend Deca Light"/>
              <a:ea typeface="Lexend Deca Light"/>
              <a:cs typeface="Lexend Deca Light"/>
              <a:sym typeface="Lexend Deca Light"/>
            </a:endParaRPr>
          </a:p>
        </p:txBody>
      </p:sp>
      <p:pic>
        <p:nvPicPr>
          <p:cNvPr id="650" name="Google Shape;650;p94"/>
          <p:cNvPicPr preferRelativeResize="0"/>
          <p:nvPr/>
        </p:nvPicPr>
        <p:blipFill>
          <a:blip r:embed="rId3">
            <a:alphaModFix/>
          </a:blip>
          <a:stretch>
            <a:fillRect/>
          </a:stretch>
        </p:blipFill>
        <p:spPr>
          <a:xfrm>
            <a:off x="5691725" y="2740600"/>
            <a:ext cx="3452274" cy="2301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95"/>
          <p:cNvSpPr txBox="1"/>
          <p:nvPr/>
        </p:nvSpPr>
        <p:spPr>
          <a:xfrm>
            <a:off x="398925" y="833300"/>
            <a:ext cx="62658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The fuel is combined with the pressurized air and the mixture is detonated in a container within the engine called a combustor. </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The hot expanding gases are blasted out the back of the engine to propel the aircraft forward. </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 turbine sits beside the combustor and uses a portion of the energy produced to spin a shaft that drives the compressor fan to suck the air into the engine.</a:t>
            </a:r>
            <a:endParaRPr sz="1800">
              <a:solidFill>
                <a:schemeClr val="dk1"/>
              </a:solidFill>
              <a:latin typeface="Lexend Deca Light"/>
              <a:ea typeface="Lexend Deca Light"/>
              <a:cs typeface="Lexend Deca Light"/>
              <a:sym typeface="Lexend Deca Light"/>
            </a:endParaRPr>
          </a:p>
        </p:txBody>
      </p:sp>
      <p:sp>
        <p:nvSpPr>
          <p:cNvPr id="656" name="Google Shape;656;p95"/>
          <p:cNvSpPr txBox="1"/>
          <p:nvPr/>
        </p:nvSpPr>
        <p:spPr>
          <a:xfrm>
            <a:off x="912800" y="231825"/>
            <a:ext cx="825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u="sng">
                <a:solidFill>
                  <a:schemeClr val="dk1"/>
                </a:solidFill>
                <a:latin typeface="Lexend Deca Light"/>
                <a:ea typeface="Lexend Deca Light"/>
                <a:cs typeface="Lexend Deca Light"/>
                <a:sym typeface="Lexend Deca Light"/>
              </a:rPr>
              <a:t>Gas Turbine Engine (2/2)</a:t>
            </a:r>
            <a:endParaRPr sz="2100" u="sng">
              <a:solidFill>
                <a:schemeClr val="dk1"/>
              </a:solidFill>
              <a:latin typeface="Lexend Deca Light"/>
              <a:ea typeface="Lexend Deca Light"/>
              <a:cs typeface="Lexend Deca Light"/>
              <a:sym typeface="Lexend Deca Light"/>
            </a:endParaRPr>
          </a:p>
        </p:txBody>
      </p:sp>
      <p:pic>
        <p:nvPicPr>
          <p:cNvPr id="657" name="Google Shape;657;p95"/>
          <p:cNvPicPr preferRelativeResize="0"/>
          <p:nvPr/>
        </p:nvPicPr>
        <p:blipFill rotWithShape="1">
          <a:blip r:embed="rId3">
            <a:alphaModFix/>
          </a:blip>
          <a:srcRect t="16058"/>
          <a:stretch/>
        </p:blipFill>
        <p:spPr>
          <a:xfrm>
            <a:off x="5911400" y="3430300"/>
            <a:ext cx="2854326" cy="1597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96"/>
          <p:cNvSpPr txBox="1"/>
          <p:nvPr/>
        </p:nvSpPr>
        <p:spPr>
          <a:xfrm>
            <a:off x="630675" y="888350"/>
            <a:ext cx="73671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Lexend Deca Light"/>
                <a:ea typeface="Lexend Deca Light"/>
                <a:cs typeface="Lexend Deca Light"/>
                <a:sym typeface="Lexend Deca Light"/>
              </a:rPr>
              <a:t>The reciprocating piston-powered engine is the most common and intricate method of oxidization. In a four-stroke piston-powered engine, air is carefully mixed with small fuel droplets and then either sucked or injected into cylinders where the mixture is detonated to drive pistons in a cycle of intake, compression, power, and exhaust.</a:t>
            </a:r>
            <a:endParaRPr sz="2000">
              <a:solidFill>
                <a:schemeClr val="dk1"/>
              </a:solidFill>
              <a:latin typeface="Lexend Deca Light"/>
              <a:ea typeface="Lexend Deca Light"/>
              <a:cs typeface="Lexend Deca Light"/>
              <a:sym typeface="Lexend Deca Light"/>
            </a:endParaRPr>
          </a:p>
        </p:txBody>
      </p:sp>
      <p:sp>
        <p:nvSpPr>
          <p:cNvPr id="663" name="Google Shape;663;p96"/>
          <p:cNvSpPr txBox="1"/>
          <p:nvPr/>
        </p:nvSpPr>
        <p:spPr>
          <a:xfrm>
            <a:off x="732100" y="289750"/>
            <a:ext cx="82005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u="sng">
                <a:solidFill>
                  <a:schemeClr val="dk1"/>
                </a:solidFill>
                <a:latin typeface="Lexend Deca"/>
                <a:ea typeface="Lexend Deca"/>
                <a:cs typeface="Lexend Deca"/>
                <a:sym typeface="Lexend Deca"/>
              </a:rPr>
              <a:t>Piston-Powered Engine</a:t>
            </a:r>
            <a:endParaRPr sz="2200" b="1" u="sng">
              <a:solidFill>
                <a:schemeClr val="dk1"/>
              </a:solidFill>
              <a:latin typeface="Lexend Deca"/>
              <a:ea typeface="Lexend Deca"/>
              <a:cs typeface="Lexend Deca"/>
              <a:sym typeface="Lexend Deca"/>
            </a:endParaRPr>
          </a:p>
        </p:txBody>
      </p:sp>
      <p:pic>
        <p:nvPicPr>
          <p:cNvPr id="664" name="Google Shape;664;p96"/>
          <p:cNvPicPr preferRelativeResize="0"/>
          <p:nvPr/>
        </p:nvPicPr>
        <p:blipFill rotWithShape="1">
          <a:blip r:embed="rId3">
            <a:alphaModFix/>
          </a:blip>
          <a:srcRect l="9771" t="23029" r="11364"/>
          <a:stretch/>
        </p:blipFill>
        <p:spPr>
          <a:xfrm>
            <a:off x="2100875" y="2941200"/>
            <a:ext cx="4194926" cy="2046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97"/>
          <p:cNvSpPr txBox="1"/>
          <p:nvPr/>
        </p:nvSpPr>
        <p:spPr>
          <a:xfrm>
            <a:off x="362225" y="756600"/>
            <a:ext cx="7911000" cy="438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u="sng">
                <a:solidFill>
                  <a:schemeClr val="dk1"/>
                </a:solidFill>
                <a:latin typeface="Lexend Deca Light"/>
                <a:ea typeface="Lexend Deca Light"/>
                <a:cs typeface="Lexend Deca Light"/>
                <a:sym typeface="Lexend Deca Light"/>
              </a:rPr>
              <a:t>QUESTIONS</a:t>
            </a:r>
            <a:endParaRPr sz="21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a:solidFill>
                  <a:schemeClr val="dk1"/>
                </a:solidFill>
                <a:latin typeface="Lexend Deca Light"/>
                <a:ea typeface="Lexend Deca Light"/>
                <a:cs typeface="Lexend Deca Light"/>
                <a:sym typeface="Lexend Deca Light"/>
              </a:rPr>
              <a:t>Q1. Where does a rocket get oxygen to burn fuel in outer space?</a:t>
            </a:r>
            <a:endParaRPr sz="21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a:solidFill>
                  <a:schemeClr val="dk1"/>
                </a:solidFill>
                <a:latin typeface="Lexend Deca Light"/>
                <a:ea typeface="Lexend Deca Light"/>
                <a:cs typeface="Lexend Deca Light"/>
                <a:sym typeface="Lexend Deca Light"/>
              </a:rPr>
              <a:t>Q2. What is used to spin the turbine in a gas-turbine engine?</a:t>
            </a:r>
            <a:endParaRPr sz="21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a:solidFill>
                  <a:schemeClr val="dk1"/>
                </a:solidFill>
                <a:latin typeface="Lexend Deca Light"/>
                <a:ea typeface="Lexend Deca Light"/>
                <a:cs typeface="Lexend Deca Light"/>
                <a:sym typeface="Lexend Deca Light"/>
              </a:rPr>
              <a:t>Q3. Where does a jet engine, such as a gas-turbine, get oxygen to burn fuel?</a:t>
            </a:r>
            <a:endParaRPr sz="21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u="sng">
                <a:solidFill>
                  <a:schemeClr val="dk1"/>
                </a:solidFill>
                <a:latin typeface="Lexend Deca Light"/>
                <a:ea typeface="Lexend Deca Light"/>
                <a:cs typeface="Lexend Deca Light"/>
                <a:sym typeface="Lexend Deca Light"/>
              </a:rPr>
              <a:t>ANSWERS</a:t>
            </a:r>
            <a:endParaRPr sz="21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a:solidFill>
                  <a:schemeClr val="dk1"/>
                </a:solidFill>
                <a:latin typeface="Lexend Deca Light"/>
                <a:ea typeface="Lexend Deca Light"/>
                <a:cs typeface="Lexend Deca Light"/>
                <a:sym typeface="Lexend Deca Light"/>
              </a:rPr>
              <a:t>A1. A rocket carries its own oxygen in addition to its fuel.</a:t>
            </a:r>
            <a:endParaRPr sz="21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a:solidFill>
                  <a:schemeClr val="dk1"/>
                </a:solidFill>
                <a:latin typeface="Lexend Deca Light"/>
                <a:ea typeface="Lexend Deca Light"/>
                <a:cs typeface="Lexend Deca Light"/>
                <a:sym typeface="Lexend Deca Light"/>
              </a:rPr>
              <a:t>A2. A portion of the hot expanding gases from the engine’s combustor is used to spin the turbine.</a:t>
            </a:r>
            <a:endParaRPr sz="21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100">
                <a:solidFill>
                  <a:schemeClr val="dk1"/>
                </a:solidFill>
                <a:latin typeface="Lexend Deca Light"/>
                <a:ea typeface="Lexend Deca Light"/>
                <a:cs typeface="Lexend Deca Light"/>
                <a:sym typeface="Lexend Deca Light"/>
              </a:rPr>
              <a:t>A3. Air entering the front of the engine contains oxygen that is used for oxidization of fuel.</a:t>
            </a:r>
            <a:endParaRPr sz="21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2100">
              <a:solidFill>
                <a:schemeClr val="dk1"/>
              </a:solidFill>
              <a:latin typeface="Lexend Deca Light"/>
              <a:ea typeface="Lexend Deca Light"/>
              <a:cs typeface="Lexend Deca Light"/>
              <a:sym typeface="Lexend Deca Light"/>
            </a:endParaRPr>
          </a:p>
        </p:txBody>
      </p:sp>
      <p:sp>
        <p:nvSpPr>
          <p:cNvPr id="670" name="Google Shape;670;p97"/>
          <p:cNvSpPr txBox="1"/>
          <p:nvPr/>
        </p:nvSpPr>
        <p:spPr>
          <a:xfrm>
            <a:off x="442650" y="217325"/>
            <a:ext cx="82587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700" b="1">
                <a:solidFill>
                  <a:schemeClr val="dk1"/>
                </a:solidFill>
                <a:latin typeface="Lexend Deca"/>
                <a:ea typeface="Lexend Deca"/>
                <a:cs typeface="Lexend Deca"/>
                <a:sym typeface="Lexend Deca"/>
              </a:rPr>
              <a:t>TP3 Confirmation</a:t>
            </a:r>
            <a:endParaRPr sz="2700" b="1">
              <a:solidFill>
                <a:schemeClr val="dk1"/>
              </a:solidFill>
              <a:latin typeface="Lexend Deca"/>
              <a:ea typeface="Lexend Deca"/>
              <a:cs typeface="Lexend Deca"/>
              <a:sym typeface="Lexend Deca"/>
            </a:endParaRPr>
          </a:p>
        </p:txBody>
      </p:sp>
      <p:sp>
        <p:nvSpPr>
          <p:cNvPr id="671" name="Google Shape;671;p97"/>
          <p:cNvSpPr/>
          <p:nvPr/>
        </p:nvSpPr>
        <p:spPr>
          <a:xfrm>
            <a:off x="442650" y="3113050"/>
            <a:ext cx="7608000" cy="333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672" name="Google Shape;672;p97"/>
          <p:cNvSpPr/>
          <p:nvPr/>
        </p:nvSpPr>
        <p:spPr>
          <a:xfrm>
            <a:off x="442650" y="3446350"/>
            <a:ext cx="7608000" cy="600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673" name="Google Shape;673;p97"/>
          <p:cNvSpPr/>
          <p:nvPr/>
        </p:nvSpPr>
        <p:spPr>
          <a:xfrm>
            <a:off x="442650" y="4108125"/>
            <a:ext cx="7608000" cy="600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7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7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6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pic>
        <p:nvPicPr>
          <p:cNvPr id="678" name="Google Shape;678;p98"/>
          <p:cNvPicPr preferRelativeResize="0">
            <a:picLocks noGrp="1"/>
          </p:cNvPicPr>
          <p:nvPr>
            <p:ph type="pic" idx="2"/>
          </p:nvPr>
        </p:nvPicPr>
        <p:blipFill rotWithShape="1">
          <a:blip r:embed="rId3">
            <a:alphaModFix/>
          </a:blip>
          <a:srcRect r="10482"/>
          <a:stretch/>
        </p:blipFill>
        <p:spPr>
          <a:xfrm>
            <a:off x="4539871" y="0"/>
            <a:ext cx="4604229" cy="5143500"/>
          </a:xfrm>
          <a:prstGeom prst="rect">
            <a:avLst/>
          </a:prstGeom>
        </p:spPr>
      </p:pic>
      <p:sp>
        <p:nvSpPr>
          <p:cNvPr id="679" name="Google Shape;679;p98"/>
          <p:cNvSpPr/>
          <p:nvPr/>
        </p:nvSpPr>
        <p:spPr>
          <a:xfrm>
            <a:off x="4436793" y="3350"/>
            <a:ext cx="36723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8"/>
          <p:cNvSpPr/>
          <p:nvPr/>
        </p:nvSpPr>
        <p:spPr>
          <a:xfrm>
            <a:off x="4270375" y="3350"/>
            <a:ext cx="12126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81" name="Google Shape;681;p98"/>
          <p:cNvCxnSpPr>
            <a:endCxn id="682" idx="2"/>
          </p:cNvCxnSpPr>
          <p:nvPr/>
        </p:nvCxnSpPr>
        <p:spPr>
          <a:xfrm rot="10800000">
            <a:off x="978475" y="539500"/>
            <a:ext cx="8165100" cy="0"/>
          </a:xfrm>
          <a:prstGeom prst="straightConnector1">
            <a:avLst/>
          </a:prstGeom>
          <a:noFill/>
          <a:ln w="9525" cap="flat" cmpd="sng">
            <a:solidFill>
              <a:schemeClr val="dk1"/>
            </a:solidFill>
            <a:prstDash val="solid"/>
            <a:round/>
            <a:headEnd type="none" w="med" len="med"/>
            <a:tailEnd type="none" w="med" len="med"/>
          </a:ln>
        </p:spPr>
      </p:cxnSp>
      <p:pic>
        <p:nvPicPr>
          <p:cNvPr id="682" name="Google Shape;682;p98"/>
          <p:cNvPicPr preferRelativeResize="0"/>
          <p:nvPr/>
        </p:nvPicPr>
        <p:blipFill>
          <a:blip r:embed="rId4">
            <a:alphaModFix/>
          </a:blip>
          <a:stretch>
            <a:fillRect/>
          </a:stretch>
        </p:blipFill>
        <p:spPr>
          <a:xfrm rot="-5400000">
            <a:off x="713225" y="406875"/>
            <a:ext cx="265251" cy="265251"/>
          </a:xfrm>
          <a:prstGeom prst="rect">
            <a:avLst/>
          </a:prstGeom>
          <a:noFill/>
          <a:ln>
            <a:noFill/>
          </a:ln>
        </p:spPr>
      </p:pic>
      <p:sp>
        <p:nvSpPr>
          <p:cNvPr id="683" name="Google Shape;683;p98"/>
          <p:cNvSpPr txBox="1"/>
          <p:nvPr/>
        </p:nvSpPr>
        <p:spPr>
          <a:xfrm>
            <a:off x="926150" y="1189150"/>
            <a:ext cx="3166200" cy="210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u="sng">
                <a:solidFill>
                  <a:schemeClr val="dk1"/>
                </a:solidFill>
                <a:latin typeface="Lexend Deca"/>
                <a:ea typeface="Lexend Deca"/>
                <a:cs typeface="Lexend Deca"/>
                <a:sym typeface="Lexend Deca"/>
              </a:rPr>
              <a:t>Teaching Point 4</a:t>
            </a:r>
            <a:endParaRPr sz="2500" b="1" u="sng">
              <a:solidFill>
                <a:schemeClr val="dk1"/>
              </a:solidFill>
              <a:latin typeface="Lexend Deca"/>
              <a:ea typeface="Lexend Deca"/>
              <a:cs typeface="Lexend Deca"/>
              <a:sym typeface="Lexend Deca"/>
            </a:endParaRPr>
          </a:p>
          <a:p>
            <a:pPr marL="0" lvl="0" indent="0" algn="l" rtl="0">
              <a:spcBef>
                <a:spcPts val="0"/>
              </a:spcBef>
              <a:spcAft>
                <a:spcPts val="0"/>
              </a:spcAft>
              <a:buNone/>
            </a:pPr>
            <a:endParaRPr sz="25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2500">
                <a:solidFill>
                  <a:schemeClr val="dk1"/>
                </a:solidFill>
                <a:latin typeface="Lexend Deca Light"/>
                <a:ea typeface="Lexend Deca Light"/>
                <a:cs typeface="Lexend Deca Light"/>
                <a:sym typeface="Lexend Deca Light"/>
              </a:rPr>
              <a:t>Identify Aircraft and Associated Engine Types</a:t>
            </a:r>
            <a:endParaRPr sz="25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99"/>
          <p:cNvSpPr txBox="1"/>
          <p:nvPr/>
        </p:nvSpPr>
        <p:spPr>
          <a:xfrm>
            <a:off x="1037675" y="271200"/>
            <a:ext cx="6304500" cy="340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Lexend Deca"/>
                <a:ea typeface="Lexend Deca"/>
                <a:cs typeface="Lexend Deca"/>
                <a:sym typeface="Lexend Deca"/>
              </a:rPr>
              <a:t>C-130 Hercules: four Alison T-56-A-7/15 turboprop engines.</a:t>
            </a:r>
            <a:endParaRPr sz="1900" b="1">
              <a:solidFill>
                <a:schemeClr val="dk1"/>
              </a:solidFill>
              <a:latin typeface="Lexend Deca"/>
              <a:ea typeface="Lexend Deca"/>
              <a:cs typeface="Lexend Deca"/>
              <a:sym typeface="Lexend Deca"/>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The type of engines on an aircraft determined what job it was meant for: Jet-engine aircraft are generally seen as “strategic”, while turboprop-powered aircraft are “tactical”. Tactical transports are usually designed to operate on rougher, shorter, more primitive airfields than the facilities required by strategic transports.</a:t>
            </a: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p:txBody>
      </p:sp>
      <p:pic>
        <p:nvPicPr>
          <p:cNvPr id="689" name="Google Shape;689;p99"/>
          <p:cNvPicPr preferRelativeResize="0"/>
          <p:nvPr/>
        </p:nvPicPr>
        <p:blipFill rotWithShape="1">
          <a:blip r:embed="rId3">
            <a:alphaModFix/>
          </a:blip>
          <a:srcRect l="22437" t="10692" r="19068" b="59220"/>
          <a:stretch/>
        </p:blipFill>
        <p:spPr>
          <a:xfrm>
            <a:off x="4091800" y="3122950"/>
            <a:ext cx="2908850" cy="1943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00"/>
          <p:cNvSpPr txBox="1"/>
          <p:nvPr/>
        </p:nvSpPr>
        <p:spPr>
          <a:xfrm>
            <a:off x="1026475" y="338450"/>
            <a:ext cx="6412800" cy="252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Lexend Deca"/>
                <a:ea typeface="Lexend Deca"/>
                <a:cs typeface="Lexend Deca"/>
                <a:sym typeface="Lexend Deca"/>
              </a:rPr>
              <a:t>CC-150 Polaris: two General Electric CF6-80C2A2 turbofan engines.</a:t>
            </a:r>
            <a:endParaRPr sz="1900" b="1">
              <a:solidFill>
                <a:schemeClr val="dk1"/>
              </a:solidFill>
              <a:latin typeface="Lexend Deca"/>
              <a:ea typeface="Lexend Deca"/>
              <a:cs typeface="Lexend Deca"/>
              <a:sym typeface="Lexend Deca"/>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This strategic lift aircraft’s primary role is long-range transport of people and equipment, up to 194 passengers or 32 000 kg of cargo. They have participated in operations supporting the CF, NATO and numerous UN and Red Cross initiatives.</a:t>
            </a:r>
            <a:endParaRPr sz="1900">
              <a:solidFill>
                <a:schemeClr val="dk1"/>
              </a:solidFill>
              <a:latin typeface="Lexend Deca Light"/>
              <a:ea typeface="Lexend Deca Light"/>
              <a:cs typeface="Lexend Deca Light"/>
              <a:sym typeface="Lexend Deca Light"/>
            </a:endParaRPr>
          </a:p>
        </p:txBody>
      </p:sp>
      <p:pic>
        <p:nvPicPr>
          <p:cNvPr id="695" name="Google Shape;695;p100"/>
          <p:cNvPicPr preferRelativeResize="0"/>
          <p:nvPr/>
        </p:nvPicPr>
        <p:blipFill rotWithShape="1">
          <a:blip r:embed="rId3">
            <a:alphaModFix/>
          </a:blip>
          <a:srcRect l="18256" t="10578" r="12487" b="58811"/>
          <a:stretch/>
        </p:blipFill>
        <p:spPr>
          <a:xfrm>
            <a:off x="2779550" y="3067900"/>
            <a:ext cx="3584875" cy="20756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101"/>
          <p:cNvSpPr txBox="1"/>
          <p:nvPr/>
        </p:nvSpPr>
        <p:spPr>
          <a:xfrm>
            <a:off x="787050" y="587550"/>
            <a:ext cx="6412800" cy="281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Lexend Deca"/>
                <a:ea typeface="Lexend Deca"/>
                <a:cs typeface="Lexend Deca"/>
                <a:sym typeface="Lexend Deca"/>
              </a:rPr>
              <a:t>Harvard North American T-6J: one nine-cylinder Pratt &amp; Whitney radial engine.</a:t>
            </a:r>
            <a:endParaRPr sz="1900" b="1">
              <a:solidFill>
                <a:schemeClr val="dk1"/>
              </a:solidFill>
              <a:latin typeface="Lexend Deca"/>
              <a:ea typeface="Lexend Deca"/>
              <a:cs typeface="Lexend Deca"/>
              <a:sym typeface="Lexend Deca"/>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It was assigned to No. 1 Flying Instructors School which still exists today as Canadian Forces Flying Instructors School. The training aircraft was then upgraded from the Harvard to the CT-114 Tutor. The planes were flown by the Golden Hawks, an aerobatic display team of the 1950s. </a:t>
            </a:r>
            <a:endParaRPr sz="1900">
              <a:solidFill>
                <a:schemeClr val="dk1"/>
              </a:solidFill>
              <a:latin typeface="Lexend Deca Light"/>
              <a:ea typeface="Lexend Deca Light"/>
              <a:cs typeface="Lexend Deca Light"/>
              <a:sym typeface="Lexend Deca Light"/>
            </a:endParaRPr>
          </a:p>
        </p:txBody>
      </p:sp>
      <p:pic>
        <p:nvPicPr>
          <p:cNvPr id="701" name="Google Shape;701;p101"/>
          <p:cNvPicPr preferRelativeResize="0"/>
          <p:nvPr/>
        </p:nvPicPr>
        <p:blipFill rotWithShape="1">
          <a:blip r:embed="rId3">
            <a:alphaModFix/>
          </a:blip>
          <a:srcRect l="20341" t="16536" r="26506" b="56234"/>
          <a:stretch/>
        </p:blipFill>
        <p:spPr>
          <a:xfrm>
            <a:off x="3258575" y="3317300"/>
            <a:ext cx="2626850" cy="17392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102"/>
          <p:cNvSpPr txBox="1"/>
          <p:nvPr/>
        </p:nvSpPr>
        <p:spPr>
          <a:xfrm>
            <a:off x="1026475" y="338450"/>
            <a:ext cx="6412800" cy="310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Lexend Deca"/>
                <a:ea typeface="Lexend Deca"/>
                <a:cs typeface="Lexend Deca"/>
                <a:sym typeface="Lexend Deca"/>
              </a:rPr>
              <a:t>CT-114 Tutor: one General Electric J85-CAN-40 turbo jet engine.</a:t>
            </a:r>
            <a:endParaRPr sz="1900" b="1">
              <a:solidFill>
                <a:schemeClr val="dk1"/>
              </a:solidFill>
              <a:latin typeface="Lexend Deca"/>
              <a:ea typeface="Lexend Deca"/>
              <a:cs typeface="Lexend Deca"/>
              <a:sym typeface="Lexend Deca"/>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CT-114 Tutors were flown by the Snowbirds, Canada’s world famous aerial acrobatic team. The Tutor, a Canadian designed and produced single-</a:t>
            </a: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engine subsonic jet trainer that entered service in the mid-1960s, was used for basic and advanced pilot training</a:t>
            </a:r>
            <a:endParaRPr sz="1900">
              <a:solidFill>
                <a:schemeClr val="dk1"/>
              </a:solidFill>
              <a:latin typeface="Lexend Deca Light"/>
              <a:ea typeface="Lexend Deca Light"/>
              <a:cs typeface="Lexend Deca Light"/>
              <a:sym typeface="Lexend Deca Light"/>
            </a:endParaRPr>
          </a:p>
        </p:txBody>
      </p:sp>
      <p:pic>
        <p:nvPicPr>
          <p:cNvPr id="707" name="Google Shape;707;p102"/>
          <p:cNvPicPr preferRelativeResize="0"/>
          <p:nvPr/>
        </p:nvPicPr>
        <p:blipFill rotWithShape="1">
          <a:blip r:embed="rId3">
            <a:alphaModFix/>
          </a:blip>
          <a:srcRect l="8712" t="17317" r="20169" b="49733"/>
          <a:stretch/>
        </p:blipFill>
        <p:spPr>
          <a:xfrm>
            <a:off x="3003775" y="3212200"/>
            <a:ext cx="2999050" cy="1694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103"/>
          <p:cNvSpPr txBox="1"/>
          <p:nvPr/>
        </p:nvSpPr>
        <p:spPr>
          <a:xfrm>
            <a:off x="2239975" y="1163400"/>
            <a:ext cx="6412800" cy="281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Lexend Deca"/>
                <a:ea typeface="Lexend Deca"/>
                <a:cs typeface="Lexend Deca"/>
                <a:sym typeface="Lexend Deca"/>
              </a:rPr>
              <a:t>CH-146 Griffon: one Pratt &amp; Whitney PT6T-3D turboshaft engine.</a:t>
            </a:r>
            <a:endParaRPr sz="1900" b="1">
              <a:solidFill>
                <a:schemeClr val="dk1"/>
              </a:solidFill>
              <a:latin typeface="Lexend Deca"/>
              <a:ea typeface="Lexend Deca"/>
              <a:cs typeface="Lexend Deca"/>
              <a:sym typeface="Lexend Deca"/>
            </a:endParaRPr>
          </a:p>
          <a:p>
            <a:pPr marL="0" lvl="0" indent="0" algn="l" rtl="0">
              <a:spcBef>
                <a:spcPts val="0"/>
              </a:spcBef>
              <a:spcAft>
                <a:spcPts val="0"/>
              </a:spcAft>
              <a:buNone/>
            </a:pPr>
            <a:endParaRPr sz="19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900">
                <a:solidFill>
                  <a:schemeClr val="dk1"/>
                </a:solidFill>
                <a:latin typeface="Lexend Deca Light"/>
                <a:ea typeface="Lexend Deca Light"/>
                <a:cs typeface="Lexend Deca Light"/>
                <a:sym typeface="Lexend Deca Light"/>
              </a:rPr>
              <a:t>As Canada’s Utility Transport Tactical Helicopter (UTTH), the Griffon provides a reliable and cost-effective capability to conduct several operations such as airlift of equipment and personnel, surveillance and reconnaissance, casualty evacuation, search and rescue, and more.</a:t>
            </a:r>
            <a:endParaRPr sz="1900">
              <a:solidFill>
                <a:schemeClr val="dk1"/>
              </a:solidFill>
              <a:latin typeface="Lexend Deca Light"/>
              <a:ea typeface="Lexend Deca Light"/>
              <a:cs typeface="Lexend Deca Light"/>
              <a:sym typeface="Lexend Deca Light"/>
            </a:endParaRPr>
          </a:p>
        </p:txBody>
      </p:sp>
      <p:pic>
        <p:nvPicPr>
          <p:cNvPr id="713" name="Google Shape;713;p103"/>
          <p:cNvPicPr preferRelativeResize="0"/>
          <p:nvPr/>
        </p:nvPicPr>
        <p:blipFill rotWithShape="1">
          <a:blip r:embed="rId3">
            <a:alphaModFix/>
          </a:blip>
          <a:srcRect l="29461" t="13201" r="34084" b="45022"/>
          <a:stretch/>
        </p:blipFill>
        <p:spPr>
          <a:xfrm>
            <a:off x="253375" y="1270925"/>
            <a:ext cx="1914150" cy="260164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104"/>
          <p:cNvSpPr txBox="1"/>
          <p:nvPr/>
        </p:nvSpPr>
        <p:spPr>
          <a:xfrm>
            <a:off x="738925" y="1192425"/>
            <a:ext cx="75921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solidFill>
                  <a:schemeClr val="dk1"/>
                </a:solidFill>
                <a:latin typeface="Lexend Deca Light"/>
                <a:ea typeface="Lexend Deca Light"/>
                <a:cs typeface="Lexend Deca Light"/>
                <a:sym typeface="Lexend Deca Light"/>
              </a:rPr>
              <a:t>QUESTIONS</a:t>
            </a:r>
            <a:endParaRPr sz="18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Q1. Why are the rocket, gas-turbine and piston-powered engines all internal combustion engines?</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Q2. What is used to spin the turbine in a gas-turbine engine?</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Q3. What causes burning gases to expand?</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u="sng">
                <a:solidFill>
                  <a:schemeClr val="dk1"/>
                </a:solidFill>
                <a:latin typeface="Lexend Deca Light"/>
                <a:ea typeface="Lexend Deca Light"/>
                <a:cs typeface="Lexend Deca Light"/>
                <a:sym typeface="Lexend Deca Light"/>
              </a:rPr>
              <a:t>ANSWERS</a:t>
            </a:r>
            <a:endParaRPr sz="1800" u="sng">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A1. The rocket, gas-turbine and piston-powered engines all use internal combustion to capture the energy</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of hot expanding gases in a closed container.</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A2. A portion of the hot expanding gases from the engine’s combustor is used to spin the turbine.</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a:solidFill>
                  <a:schemeClr val="dk1"/>
                </a:solidFill>
                <a:latin typeface="Lexend Deca Light"/>
                <a:ea typeface="Lexend Deca Light"/>
                <a:cs typeface="Lexend Deca Light"/>
                <a:sym typeface="Lexend Deca Light"/>
              </a:rPr>
              <a:t>A3. The heat of combustion causes the gases to expand.</a:t>
            </a:r>
            <a:endParaRPr sz="18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sz="1800">
              <a:solidFill>
                <a:schemeClr val="dk1"/>
              </a:solidFill>
              <a:latin typeface="Lexend Deca Light"/>
              <a:ea typeface="Lexend Deca Light"/>
              <a:cs typeface="Lexend Deca Light"/>
              <a:sym typeface="Lexend Deca Light"/>
            </a:endParaRPr>
          </a:p>
        </p:txBody>
      </p:sp>
      <p:sp>
        <p:nvSpPr>
          <p:cNvPr id="719" name="Google Shape;719;p104"/>
          <p:cNvSpPr txBox="1"/>
          <p:nvPr/>
        </p:nvSpPr>
        <p:spPr>
          <a:xfrm>
            <a:off x="738925" y="623025"/>
            <a:ext cx="8345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dk1"/>
                </a:solidFill>
                <a:latin typeface="Lexend Deca"/>
                <a:ea typeface="Lexend Deca"/>
                <a:cs typeface="Lexend Deca"/>
                <a:sym typeface="Lexend Deca"/>
              </a:rPr>
              <a:t>End of Lesson Confirmation</a:t>
            </a:r>
            <a:endParaRPr sz="2500" b="1">
              <a:solidFill>
                <a:schemeClr val="dk1"/>
              </a:solidFill>
              <a:latin typeface="Lexend Deca"/>
              <a:ea typeface="Lexend Deca"/>
              <a:cs typeface="Lexend Deca"/>
              <a:sym typeface="Lexend Deca"/>
            </a:endParaRPr>
          </a:p>
        </p:txBody>
      </p:sp>
      <p:sp>
        <p:nvSpPr>
          <p:cNvPr id="720" name="Google Shape;720;p104"/>
          <p:cNvSpPr/>
          <p:nvPr/>
        </p:nvSpPr>
        <p:spPr>
          <a:xfrm>
            <a:off x="730975" y="2982725"/>
            <a:ext cx="6919200" cy="7698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721" name="Google Shape;721;p104"/>
          <p:cNvSpPr/>
          <p:nvPr/>
        </p:nvSpPr>
        <p:spPr>
          <a:xfrm>
            <a:off x="730975" y="3752525"/>
            <a:ext cx="6919200" cy="4926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722" name="Google Shape;722;p104"/>
          <p:cNvSpPr/>
          <p:nvPr/>
        </p:nvSpPr>
        <p:spPr>
          <a:xfrm>
            <a:off x="730975" y="4245125"/>
            <a:ext cx="6919200" cy="420300"/>
          </a:xfrm>
          <a:prstGeom prst="rect">
            <a:avLst/>
          </a:prstGeom>
          <a:solidFill>
            <a:srgbClr val="38495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2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2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7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pic>
        <p:nvPicPr>
          <p:cNvPr id="727" name="Google Shape;727;p105"/>
          <p:cNvPicPr preferRelativeResize="0">
            <a:picLocks noGrp="1"/>
          </p:cNvPicPr>
          <p:nvPr>
            <p:ph type="pic" idx="2"/>
          </p:nvPr>
        </p:nvPicPr>
        <p:blipFill rotWithShape="1">
          <a:blip r:embed="rId3">
            <a:alphaModFix/>
          </a:blip>
          <a:srcRect t="40102" b="27600"/>
          <a:stretch/>
        </p:blipFill>
        <p:spPr>
          <a:xfrm>
            <a:off x="0" y="3183325"/>
            <a:ext cx="9144003" cy="1968299"/>
          </a:xfrm>
          <a:prstGeom prst="rect">
            <a:avLst/>
          </a:prstGeom>
          <a:noFill/>
          <a:ln>
            <a:noFill/>
          </a:ln>
        </p:spPr>
      </p:pic>
      <p:sp>
        <p:nvSpPr>
          <p:cNvPr id="728" name="Google Shape;728;p105"/>
          <p:cNvSpPr/>
          <p:nvPr/>
        </p:nvSpPr>
        <p:spPr>
          <a:xfrm rot="5400000">
            <a:off x="3703800" y="-584298"/>
            <a:ext cx="1736400" cy="91440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05"/>
          <p:cNvSpPr/>
          <p:nvPr/>
        </p:nvSpPr>
        <p:spPr>
          <a:xfrm rot="5400000">
            <a:off x="4154398" y="-1149550"/>
            <a:ext cx="835200" cy="91440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05"/>
          <p:cNvSpPr txBox="1"/>
          <p:nvPr/>
        </p:nvSpPr>
        <p:spPr>
          <a:xfrm>
            <a:off x="747000" y="823250"/>
            <a:ext cx="7650000" cy="301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a:solidFill>
                  <a:schemeClr val="dk1"/>
                </a:solidFill>
                <a:latin typeface="Lexend Deca Light"/>
                <a:ea typeface="Lexend Deca Light"/>
                <a:cs typeface="Lexend Deca Light"/>
                <a:sym typeface="Lexend Deca Light"/>
              </a:rPr>
              <a:t>To recap we looked at:</a:t>
            </a:r>
            <a:endParaRPr sz="230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a:solidFill>
                <a:schemeClr val="dk1"/>
              </a:solidFill>
              <a:latin typeface="Lexend Deca Light"/>
              <a:ea typeface="Lexend Deca Light"/>
              <a:cs typeface="Lexend Deca Light"/>
              <a:sym typeface="Lexend Deca Light"/>
            </a:endParaRPr>
          </a:p>
          <a:p>
            <a:pPr marL="457200" lvl="0"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Types of engines: </a:t>
            </a:r>
            <a:endParaRPr sz="2100">
              <a:solidFill>
                <a:schemeClr val="dk1"/>
              </a:solidFill>
              <a:latin typeface="Lexend Deca Light"/>
              <a:ea typeface="Lexend Deca Light"/>
              <a:cs typeface="Lexend Deca Light"/>
              <a:sym typeface="Lexend Deca Light"/>
            </a:endParaRPr>
          </a:p>
          <a:p>
            <a:pPr marL="914400" lvl="1"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Rocket</a:t>
            </a:r>
            <a:endParaRPr sz="2100">
              <a:solidFill>
                <a:schemeClr val="dk1"/>
              </a:solidFill>
              <a:latin typeface="Lexend Deca Light"/>
              <a:ea typeface="Lexend Deca Light"/>
              <a:cs typeface="Lexend Deca Light"/>
              <a:sym typeface="Lexend Deca Light"/>
            </a:endParaRPr>
          </a:p>
          <a:p>
            <a:pPr marL="914400" lvl="1"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Gas turbines</a:t>
            </a:r>
            <a:endParaRPr sz="2100">
              <a:solidFill>
                <a:schemeClr val="dk1"/>
              </a:solidFill>
              <a:latin typeface="Lexend Deca Light"/>
              <a:ea typeface="Lexend Deca Light"/>
              <a:cs typeface="Lexend Deca Light"/>
              <a:sym typeface="Lexend Deca Light"/>
            </a:endParaRPr>
          </a:p>
          <a:p>
            <a:pPr marL="914400" lvl="1"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Piston-powered engine</a:t>
            </a:r>
            <a:endParaRPr sz="2100">
              <a:solidFill>
                <a:schemeClr val="dk1"/>
              </a:solidFill>
              <a:latin typeface="Lexend Deca Light"/>
              <a:ea typeface="Lexend Deca Light"/>
              <a:cs typeface="Lexend Deca Light"/>
              <a:sym typeface="Lexend Deca Light"/>
            </a:endParaRPr>
          </a:p>
          <a:p>
            <a:pPr marL="457200" lvl="0"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Combustion in aircrafts</a:t>
            </a:r>
            <a:endParaRPr sz="2100">
              <a:solidFill>
                <a:schemeClr val="dk1"/>
              </a:solidFill>
              <a:latin typeface="Lexend Deca Light"/>
              <a:ea typeface="Lexend Deca Light"/>
              <a:cs typeface="Lexend Deca Light"/>
              <a:sym typeface="Lexend Deca Light"/>
            </a:endParaRPr>
          </a:p>
          <a:p>
            <a:pPr marL="457200" lvl="0"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Oxidization processes in each engine</a:t>
            </a:r>
            <a:endParaRPr sz="2100">
              <a:solidFill>
                <a:schemeClr val="dk1"/>
              </a:solidFill>
              <a:latin typeface="Lexend Deca Light"/>
              <a:ea typeface="Lexend Deca Light"/>
              <a:cs typeface="Lexend Deca Light"/>
              <a:sym typeface="Lexend Deca Light"/>
            </a:endParaRPr>
          </a:p>
          <a:p>
            <a:pPr marL="457200" lvl="0" indent="-361950" algn="l" rtl="0">
              <a:spcBef>
                <a:spcPts val="0"/>
              </a:spcBef>
              <a:spcAft>
                <a:spcPts val="0"/>
              </a:spcAft>
              <a:buClr>
                <a:schemeClr val="dk1"/>
              </a:buClr>
              <a:buSzPts val="2100"/>
              <a:buFont typeface="Lexend Deca Light"/>
              <a:buChar char="●"/>
            </a:pPr>
            <a:r>
              <a:rPr lang="en" sz="2100">
                <a:solidFill>
                  <a:schemeClr val="dk1"/>
                </a:solidFill>
                <a:latin typeface="Lexend Deca Light"/>
                <a:ea typeface="Lexend Deca Light"/>
                <a:cs typeface="Lexend Deca Light"/>
                <a:sym typeface="Lexend Deca Light"/>
              </a:rPr>
              <a:t>Engine applications in different aircrafts</a:t>
            </a:r>
            <a:endParaRPr sz="21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pic>
        <p:nvPicPr>
          <p:cNvPr id="735" name="Google Shape;735;p106"/>
          <p:cNvPicPr preferRelativeResize="0">
            <a:picLocks noGrp="1"/>
          </p:cNvPicPr>
          <p:nvPr>
            <p:ph type="pic" idx="2"/>
          </p:nvPr>
        </p:nvPicPr>
        <p:blipFill rotWithShape="1">
          <a:blip r:embed="rId3">
            <a:alphaModFix/>
          </a:blip>
          <a:srcRect l="16758" r="16765"/>
          <a:stretch/>
        </p:blipFill>
        <p:spPr>
          <a:xfrm>
            <a:off x="5724790" y="0"/>
            <a:ext cx="3419310" cy="5143500"/>
          </a:xfrm>
          <a:prstGeom prst="rect">
            <a:avLst/>
          </a:prstGeom>
          <a:noFill/>
          <a:ln>
            <a:noFill/>
          </a:ln>
        </p:spPr>
      </p:pic>
      <p:sp>
        <p:nvSpPr>
          <p:cNvPr id="736" name="Google Shape;736;p106"/>
          <p:cNvSpPr/>
          <p:nvPr/>
        </p:nvSpPr>
        <p:spPr>
          <a:xfrm>
            <a:off x="5648240" y="3350"/>
            <a:ext cx="27273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06"/>
          <p:cNvSpPr/>
          <p:nvPr/>
        </p:nvSpPr>
        <p:spPr>
          <a:xfrm>
            <a:off x="5524650" y="3350"/>
            <a:ext cx="9006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8" name="Google Shape;738;p106"/>
          <p:cNvPicPr preferRelativeResize="0"/>
          <p:nvPr/>
        </p:nvPicPr>
        <p:blipFill>
          <a:blip r:embed="rId4">
            <a:alphaModFix/>
          </a:blip>
          <a:stretch>
            <a:fillRect/>
          </a:stretch>
        </p:blipFill>
        <p:spPr>
          <a:xfrm rot="5400000">
            <a:off x="8165525" y="4471375"/>
            <a:ext cx="265251" cy="265251"/>
          </a:xfrm>
          <a:prstGeom prst="rect">
            <a:avLst/>
          </a:prstGeom>
          <a:noFill/>
          <a:ln>
            <a:noFill/>
          </a:ln>
        </p:spPr>
      </p:pic>
      <p:cxnSp>
        <p:nvCxnSpPr>
          <p:cNvPr id="739" name="Google Shape;739;p106"/>
          <p:cNvCxnSpPr>
            <a:stCxn id="738" idx="2"/>
          </p:cNvCxnSpPr>
          <p:nvPr/>
        </p:nvCxnSpPr>
        <p:spPr>
          <a:xfrm rot="10800000">
            <a:off x="1925" y="4604000"/>
            <a:ext cx="8163600" cy="0"/>
          </a:xfrm>
          <a:prstGeom prst="straightConnector1">
            <a:avLst/>
          </a:prstGeom>
          <a:noFill/>
          <a:ln w="9525" cap="flat" cmpd="sng">
            <a:solidFill>
              <a:schemeClr val="dk1"/>
            </a:solidFill>
            <a:prstDash val="solid"/>
            <a:round/>
            <a:headEnd type="none" w="med" len="med"/>
            <a:tailEnd type="none" w="med" len="med"/>
          </a:ln>
        </p:spPr>
      </p:cxnSp>
      <p:sp>
        <p:nvSpPr>
          <p:cNvPr id="740" name="Google Shape;740;p106"/>
          <p:cNvSpPr/>
          <p:nvPr/>
        </p:nvSpPr>
        <p:spPr>
          <a:xfrm>
            <a:off x="753025" y="3612800"/>
            <a:ext cx="3686700" cy="773100"/>
          </a:xfrm>
          <a:prstGeom prst="rect">
            <a:avLst/>
          </a:prstGeom>
          <a:solidFill>
            <a:srgbClr val="38495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Deca Light"/>
              <a:ea typeface="Lexend Deca Light"/>
              <a:cs typeface="Lexend Deca Light"/>
              <a:sym typeface="Lexend Deca Light"/>
            </a:endParaRPr>
          </a:p>
        </p:txBody>
      </p:sp>
      <p:sp>
        <p:nvSpPr>
          <p:cNvPr id="741" name="Google Shape;741;p106"/>
          <p:cNvSpPr txBox="1"/>
          <p:nvPr/>
        </p:nvSpPr>
        <p:spPr>
          <a:xfrm>
            <a:off x="185850" y="2503825"/>
            <a:ext cx="5462400" cy="132340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200" dirty="0">
                <a:solidFill>
                  <a:schemeClr val="dk1"/>
                </a:solidFill>
                <a:latin typeface="Lexend Deca Light"/>
                <a:ea typeface="Lexend Deca Light"/>
                <a:cs typeface="Lexend Deca Light"/>
                <a:sym typeface="Lexend Deca Light"/>
              </a:rPr>
              <a:t>Thanks for listening!</a:t>
            </a:r>
            <a:endParaRPr sz="4200"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endParaRPr dirty="0">
              <a:solidFill>
                <a:schemeClr val="dk1"/>
              </a:solidFill>
              <a:latin typeface="Lexend Deca Light"/>
              <a:ea typeface="Lexend Deca Light"/>
              <a:cs typeface="Lexend Deca Light"/>
              <a:sym typeface="Lexend Deca Light"/>
            </a:endParaRPr>
          </a:p>
          <a:p>
            <a:pPr marL="0" lvl="0" indent="0" algn="l" rtl="0">
              <a:spcBef>
                <a:spcPts val="0"/>
              </a:spcBef>
              <a:spcAft>
                <a:spcPts val="0"/>
              </a:spcAft>
              <a:buNone/>
            </a:pPr>
            <a:r>
              <a:rPr lang="en" sz="1800" dirty="0">
                <a:solidFill>
                  <a:schemeClr val="dk1"/>
                </a:solidFill>
                <a:latin typeface="Lexend Deca Light"/>
                <a:ea typeface="Lexend Deca Light"/>
                <a:cs typeface="Lexend Deca Light"/>
                <a:sym typeface="Lexend Deca Light"/>
              </a:rPr>
              <a:t>EOM232.01 Identify Types of Aircraft Engines</a:t>
            </a:r>
            <a:endParaRPr sz="1800" dirty="0">
              <a:solidFill>
                <a:schemeClr val="dk1"/>
              </a:solidFill>
              <a:latin typeface="Lexend Deca Light"/>
              <a:ea typeface="Lexend Deca Light"/>
              <a:cs typeface="Lexend Deca Light"/>
              <a:sym typeface="Lexend Deca 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lane Flying in the Sky by Slidesgo">
  <a:themeElements>
    <a:clrScheme name="Simple Light">
      <a:dk1>
        <a:srgbClr val="FFFFFF"/>
      </a:dk1>
      <a:lt1>
        <a:srgbClr val="384957"/>
      </a:lt1>
      <a:dk2>
        <a:srgbClr val="DBEE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lane Flying in the Sky by Slidesgo">
  <a:themeElements>
    <a:clrScheme name="Simple Light">
      <a:dk1>
        <a:srgbClr val="FFFFFF"/>
      </a:dk1>
      <a:lt1>
        <a:srgbClr val="384957"/>
      </a:lt1>
      <a:dk2>
        <a:srgbClr val="DBEE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1716</Words>
  <Application>Microsoft Office PowerPoint</Application>
  <PresentationFormat>On-screen Show (16:9)</PresentationFormat>
  <Paragraphs>169</Paragraphs>
  <Slides>30</Slides>
  <Notes>30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30</vt:i4>
      </vt:variant>
    </vt:vector>
  </HeadingPairs>
  <TitlesOfParts>
    <vt:vector size="42" baseType="lpstr">
      <vt:lpstr>PT Sans</vt:lpstr>
      <vt:lpstr>Alata</vt:lpstr>
      <vt:lpstr>Lexend Deca</vt:lpstr>
      <vt:lpstr>Nunito Light</vt:lpstr>
      <vt:lpstr>Arial</vt:lpstr>
      <vt:lpstr>Lexend Deca Light</vt:lpstr>
      <vt:lpstr>Bebas Neue</vt:lpstr>
      <vt:lpstr>Caveat</vt:lpstr>
      <vt:lpstr>Anaheim</vt:lpstr>
      <vt:lpstr>Simple Light</vt:lpstr>
      <vt:lpstr>Plane Flying in the Sky by Slidesgo</vt:lpstr>
      <vt:lpstr>Plane Flying in the Sky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Zhu</cp:lastModifiedBy>
  <cp:revision>4</cp:revision>
  <dcterms:modified xsi:type="dcterms:W3CDTF">2025-05-27T04:00:51Z</dcterms:modified>
</cp:coreProperties>
</file>