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8" r:id="rId1"/>
    <p:sldMasterId id="2147483689"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19c4f7c3bd_0_2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19c4f7c3bd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19c4f7c3bd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19c4f7c3bd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9c4f7c3bd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19c4f7c3bd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9c4f7c3bd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19c4f7c3bd_0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9c4f7c3bd_0_3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19c4f7c3bd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9c4f7c3bd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19c4f7c3bd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19c4f7c3bd_0_3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19c4f7c3bd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19d8325b54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19d8325b5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19c4f7c3bd_0_3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19c4f7c3bd_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1ac6208296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1ac6208296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19d8325b54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19d8325b54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19c4f7c3bd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19c4f7c3bd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1ac6208296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1ac620829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19c4f7c3bd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19c4f7c3b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1ac6208296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1ac620829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1ac620829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1ac620829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secHead">
  <p:cSld name="SECTION_HEADER">
    <p:bg>
      <p:bgPr>
        <a:solidFill>
          <a:schemeClr val="dk2"/>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6" name="Google Shape;56;p14"/>
          <p:cNvSpPr/>
          <p:nvPr/>
        </p:nvSpPr>
        <p:spPr>
          <a:xfrm>
            <a:off x="228600" y="228600"/>
            <a:ext cx="8686800" cy="4686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accent3"/>
              </a:buClr>
              <a:buSzPts val="1100"/>
              <a:buNone/>
            </a:pPr>
            <a:endParaRPr sz="5600">
              <a:solidFill>
                <a:schemeClr val="lt2"/>
              </a:solidFill>
              <a:latin typeface="Young Serif"/>
              <a:ea typeface="Young Serif"/>
              <a:cs typeface="Young Serif"/>
              <a:sym typeface="Young Serif"/>
            </a:endParaRPr>
          </a:p>
        </p:txBody>
      </p:sp>
      <p:sp>
        <p:nvSpPr>
          <p:cNvPr id="57" name="Google Shape;57;p14"/>
          <p:cNvSpPr txBox="1">
            <a:spLocks noGrp="1"/>
          </p:cNvSpPr>
          <p:nvPr>
            <p:ph type="title"/>
          </p:nvPr>
        </p:nvSpPr>
        <p:spPr>
          <a:xfrm>
            <a:off x="1248900" y="1632850"/>
            <a:ext cx="6646200" cy="1588800"/>
          </a:xfrm>
          <a:prstGeom prst="rect">
            <a:avLst/>
          </a:prstGeom>
        </p:spPr>
        <p:txBody>
          <a:bodyPr spcFirstLastPara="1" wrap="square" lIns="91425" tIns="91425" rIns="91425" bIns="91425" anchor="ctr" anchorCtr="0">
            <a:normAutofit/>
          </a:bodyPr>
          <a:lstStyle>
            <a:lvl1pPr lvl="0" algn="ctr">
              <a:lnSpc>
                <a:spcPct val="90000"/>
              </a:lnSpc>
              <a:spcBef>
                <a:spcPts val="0"/>
              </a:spcBef>
              <a:spcAft>
                <a:spcPts val="0"/>
              </a:spcAft>
              <a:buSzPts val="5600"/>
              <a:buNone/>
              <a:defRPr sz="56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58" name="Google Shape;58;p14"/>
          <p:cNvSpPr txBox="1">
            <a:spLocks noGrp="1"/>
          </p:cNvSpPr>
          <p:nvPr>
            <p:ph type="subTitle" idx="1"/>
          </p:nvPr>
        </p:nvSpPr>
        <p:spPr>
          <a:xfrm>
            <a:off x="2369850" y="3221650"/>
            <a:ext cx="4404300" cy="39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1" name="Google Shape;6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64" name="Google Shape;6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65" name="Google Shape;6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68" name="Google Shape;68;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0" name="Google Shape;7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71"/>
        <p:cNvGrpSpPr/>
        <p:nvPr/>
      </p:nvGrpSpPr>
      <p:grpSpPr>
        <a:xfrm>
          <a:off x="0" y="0"/>
          <a:ext cx="0" cy="0"/>
          <a:chOff x="0" y="0"/>
          <a:chExt cx="0" cy="0"/>
        </a:xfrm>
      </p:grpSpPr>
      <p:sp>
        <p:nvSpPr>
          <p:cNvPr id="72" name="Google Shape;7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73" name="Google Shape;7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6" name="Google Shape;76;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7" name="Google Shape;7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0" name="Google Shape;8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81"/>
        <p:cNvGrpSpPr/>
        <p:nvPr/>
      </p:nvGrpSpPr>
      <p:grpSpPr>
        <a:xfrm>
          <a:off x="0" y="0"/>
          <a:ext cx="0" cy="0"/>
          <a:chOff x="0" y="0"/>
          <a:chExt cx="0" cy="0"/>
        </a:xfrm>
      </p:grpSpPr>
      <p:sp>
        <p:nvSpPr>
          <p:cNvPr id="82" name="Google Shape;82;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4" name="Google Shape;84;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ctr"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5" name="Google Shape;85;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86" name="Google Shape;8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87"/>
        <p:cNvGrpSpPr/>
        <p:nvPr/>
      </p:nvGrpSpPr>
      <p:grpSpPr>
        <a:xfrm>
          <a:off x="0" y="0"/>
          <a:ext cx="0" cy="0"/>
          <a:chOff x="0" y="0"/>
          <a:chExt cx="0" cy="0"/>
        </a:xfrm>
      </p:grpSpPr>
      <p:sp>
        <p:nvSpPr>
          <p:cNvPr id="88" name="Google Shape;88;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50"/>
              <a:buNone/>
              <a:defRPr/>
            </a:lvl1pPr>
          </a:lstStyle>
          <a:p>
            <a:endParaRPr/>
          </a:p>
        </p:txBody>
      </p:sp>
      <p:sp>
        <p:nvSpPr>
          <p:cNvPr id="89" name="Google Shape;8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90"/>
        <p:cNvGrpSpPr/>
        <p:nvPr/>
      </p:nvGrpSpPr>
      <p:grpSpPr>
        <a:xfrm>
          <a:off x="0" y="0"/>
          <a:ext cx="0" cy="0"/>
          <a:chOff x="0" y="0"/>
          <a:chExt cx="0" cy="0"/>
        </a:xfrm>
      </p:grpSpPr>
      <p:sp>
        <p:nvSpPr>
          <p:cNvPr id="91" name="Google Shape;91;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4325" algn="ctr">
              <a:spcBef>
                <a:spcPts val="0"/>
              </a:spcBef>
              <a:spcAft>
                <a:spcPts val="0"/>
              </a:spcAft>
              <a:buSzPts val="1350"/>
              <a:buChar char="●"/>
              <a:defRPr/>
            </a:lvl1pPr>
            <a:lvl2pPr marL="914400" lvl="1" indent="-314325" algn="ctr">
              <a:spcBef>
                <a:spcPts val="0"/>
              </a:spcBef>
              <a:spcAft>
                <a:spcPts val="0"/>
              </a:spcAft>
              <a:buSzPts val="1350"/>
              <a:buChar char="○"/>
              <a:defRPr/>
            </a:lvl2pPr>
            <a:lvl3pPr marL="1371600" lvl="2" indent="-314325" algn="ctr">
              <a:spcBef>
                <a:spcPts val="0"/>
              </a:spcBef>
              <a:spcAft>
                <a:spcPts val="0"/>
              </a:spcAft>
              <a:buSzPts val="1350"/>
              <a:buChar char="■"/>
              <a:defRPr/>
            </a:lvl3pPr>
            <a:lvl4pPr marL="1828800" lvl="3" indent="-314325" algn="ctr">
              <a:spcBef>
                <a:spcPts val="0"/>
              </a:spcBef>
              <a:spcAft>
                <a:spcPts val="0"/>
              </a:spcAft>
              <a:buSzPts val="1350"/>
              <a:buChar char="●"/>
              <a:defRPr/>
            </a:lvl4pPr>
            <a:lvl5pPr marL="2286000" lvl="4" indent="-314325" algn="ctr">
              <a:spcBef>
                <a:spcPts val="0"/>
              </a:spcBef>
              <a:spcAft>
                <a:spcPts val="0"/>
              </a:spcAft>
              <a:buSzPts val="1350"/>
              <a:buChar char="○"/>
              <a:defRPr/>
            </a:lvl5pPr>
            <a:lvl6pPr marL="2743200" lvl="5" indent="-314325" algn="ctr">
              <a:spcBef>
                <a:spcPts val="0"/>
              </a:spcBef>
              <a:spcAft>
                <a:spcPts val="0"/>
              </a:spcAft>
              <a:buSzPts val="1350"/>
              <a:buChar char="■"/>
              <a:defRPr/>
            </a:lvl6pPr>
            <a:lvl7pPr marL="3200400" lvl="6" indent="-314325" algn="ctr">
              <a:spcBef>
                <a:spcPts val="0"/>
              </a:spcBef>
              <a:spcAft>
                <a:spcPts val="0"/>
              </a:spcAft>
              <a:buSzPts val="1350"/>
              <a:buChar char="●"/>
              <a:defRPr/>
            </a:lvl7pPr>
            <a:lvl8pPr marL="3657600" lvl="7" indent="-314325" algn="ctr">
              <a:spcBef>
                <a:spcPts val="0"/>
              </a:spcBef>
              <a:spcAft>
                <a:spcPts val="0"/>
              </a:spcAft>
              <a:buSzPts val="1350"/>
              <a:buChar char="○"/>
              <a:defRPr/>
            </a:lvl8pPr>
            <a:lvl9pPr marL="4114800" lvl="8" indent="-314325" algn="ctr">
              <a:spcBef>
                <a:spcPts val="0"/>
              </a:spcBef>
              <a:spcAft>
                <a:spcPts val="0"/>
              </a:spcAft>
              <a:buSzPts val="1350"/>
              <a:buChar char="■"/>
              <a:defRPr/>
            </a:lvl9pPr>
          </a:lstStyle>
          <a:p>
            <a:endParaRPr/>
          </a:p>
        </p:txBody>
      </p:sp>
      <p:sp>
        <p:nvSpPr>
          <p:cNvPr id="93" name="Google Shape;93;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94"/>
        <p:cNvGrpSpPr/>
        <p:nvPr/>
      </p:nvGrpSpPr>
      <p:grpSpPr>
        <a:xfrm>
          <a:off x="0" y="0"/>
          <a:ext cx="0" cy="0"/>
          <a:chOff x="0" y="0"/>
          <a:chExt cx="0" cy="0"/>
        </a:xfrm>
      </p:grpSpPr>
      <p:sp>
        <p:nvSpPr>
          <p:cNvPr id="95" name="Google Shape;95;p24"/>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96" name="Google Shape;9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7" name="Google Shape;97;p24"/>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8" name="Google Shape;98;p24"/>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24"/>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00" name="Google Shape;100;p24"/>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01" name="Google Shape;101;p24"/>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02" name="Google Shape;102;p24"/>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03"/>
        <p:cNvGrpSpPr/>
        <p:nvPr/>
      </p:nvGrpSpPr>
      <p:grpSpPr>
        <a:xfrm>
          <a:off x="0" y="0"/>
          <a:ext cx="0" cy="0"/>
          <a:chOff x="0" y="0"/>
          <a:chExt cx="0" cy="0"/>
        </a:xfrm>
      </p:grpSpPr>
      <p:sp>
        <p:nvSpPr>
          <p:cNvPr id="104" name="Google Shape;104;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105" name="Google Shape;105;p25"/>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06" name="Google Shape;106;p25"/>
          <p:cNvSpPr>
            <a:spLocks noGrp="1"/>
          </p:cNvSpPr>
          <p:nvPr>
            <p:ph type="pic" idx="2"/>
          </p:nvPr>
        </p:nvSpPr>
        <p:spPr>
          <a:xfrm>
            <a:off x="4992024" y="1152775"/>
            <a:ext cx="3840300" cy="3416400"/>
          </a:xfrm>
          <a:prstGeom prst="rect">
            <a:avLst/>
          </a:prstGeom>
          <a:noFill/>
          <a:ln>
            <a:noFill/>
          </a:ln>
        </p:spPr>
      </p:sp>
      <p:sp>
        <p:nvSpPr>
          <p:cNvPr id="107" name="Google Shape;10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big ideas">
  <p:cSld name="CUSTOM_1_1">
    <p:spTree>
      <p:nvGrpSpPr>
        <p:cNvPr id="1" name="Shape 108"/>
        <p:cNvGrpSpPr/>
        <p:nvPr/>
      </p:nvGrpSpPr>
      <p:grpSpPr>
        <a:xfrm>
          <a:off x="0" y="0"/>
          <a:ext cx="0" cy="0"/>
          <a:chOff x="0" y="0"/>
          <a:chExt cx="0" cy="0"/>
        </a:xfrm>
      </p:grpSpPr>
      <p:sp>
        <p:nvSpPr>
          <p:cNvPr id="109" name="Google Shape;10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0" name="Google Shape;110;p2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11" name="Google Shape;111;p26"/>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12" name="Google Shape;112;p26"/>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13" name="Google Shape;113;p26"/>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14" name="Google Shape;114;p26"/>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15"/>
        <p:cNvGrpSpPr/>
        <p:nvPr/>
      </p:nvGrpSpPr>
      <p:grpSpPr>
        <a:xfrm>
          <a:off x="0" y="0"/>
          <a:ext cx="0" cy="0"/>
          <a:chOff x="0" y="0"/>
          <a:chExt cx="0" cy="0"/>
        </a:xfrm>
      </p:grpSpPr>
      <p:sp>
        <p:nvSpPr>
          <p:cNvPr id="116" name="Google Shape;116;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7"/>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18" name="Google Shape;118;p27"/>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19" name="Google Shape;119;p27"/>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SzPts val="1350"/>
              <a:buChar char="●"/>
              <a:defRPr/>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20" name="Google Shape;120;p2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21" name="Google Shape;121;p27"/>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2" name="Google Shape;122;p27"/>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3" name="Google Shape;123;p27"/>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24"/>
        <p:cNvGrpSpPr/>
        <p:nvPr/>
      </p:nvGrpSpPr>
      <p:grpSpPr>
        <a:xfrm>
          <a:off x="0" y="0"/>
          <a:ext cx="0" cy="0"/>
          <a:chOff x="0" y="0"/>
          <a:chExt cx="0" cy="0"/>
        </a:xfrm>
      </p:grpSpPr>
      <p:sp>
        <p:nvSpPr>
          <p:cNvPr id="125" name="Google Shape;12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6" name="Google Shape;126;p28"/>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27" name="Google Shape;127;p28"/>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28" name="Google Shape;128;p28"/>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29" name="Google Shape;129;p28"/>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4325">
              <a:spcBef>
                <a:spcPts val="0"/>
              </a:spcBef>
              <a:spcAft>
                <a:spcPts val="0"/>
              </a:spcAft>
              <a:buSzPts val="1350"/>
              <a:buChar char="○"/>
              <a:defRPr/>
            </a:lvl2pPr>
            <a:lvl3pPr marL="1371600" lvl="2" indent="-314325">
              <a:spcBef>
                <a:spcPts val="0"/>
              </a:spcBef>
              <a:spcAft>
                <a:spcPts val="0"/>
              </a:spcAft>
              <a:buSzPts val="1350"/>
              <a:buChar char="■"/>
              <a:defRPr/>
            </a:lvl3pPr>
            <a:lvl4pPr marL="1828800" lvl="3" indent="-314325">
              <a:spcBef>
                <a:spcPts val="0"/>
              </a:spcBef>
              <a:spcAft>
                <a:spcPts val="0"/>
              </a:spcAft>
              <a:buSzPts val="1350"/>
              <a:buChar char="●"/>
              <a:defRPr/>
            </a:lvl4pPr>
            <a:lvl5pPr marL="2286000" lvl="4" indent="-314325">
              <a:spcBef>
                <a:spcPts val="0"/>
              </a:spcBef>
              <a:spcAft>
                <a:spcPts val="0"/>
              </a:spcAft>
              <a:buSzPts val="1350"/>
              <a:buChar char="○"/>
              <a:defRPr/>
            </a:lvl5pPr>
            <a:lvl6pPr marL="2743200" lvl="5" indent="-314325">
              <a:spcBef>
                <a:spcPts val="0"/>
              </a:spcBef>
              <a:spcAft>
                <a:spcPts val="0"/>
              </a:spcAft>
              <a:buSzPts val="1350"/>
              <a:buChar char="■"/>
              <a:defRPr/>
            </a:lvl6pPr>
            <a:lvl7pPr marL="3200400" lvl="6" indent="-314325">
              <a:spcBef>
                <a:spcPts val="0"/>
              </a:spcBef>
              <a:spcAft>
                <a:spcPts val="0"/>
              </a:spcAft>
              <a:buSzPts val="1350"/>
              <a:buChar char="●"/>
              <a:defRPr/>
            </a:lvl7pPr>
            <a:lvl8pPr marL="3657600" lvl="7" indent="-314325">
              <a:spcBef>
                <a:spcPts val="0"/>
              </a:spcBef>
              <a:spcAft>
                <a:spcPts val="0"/>
              </a:spcAft>
              <a:buSzPts val="1350"/>
              <a:buChar char="○"/>
              <a:defRPr/>
            </a:lvl8pPr>
            <a:lvl9pPr marL="4114800" lvl="8" indent="-314325">
              <a:spcBef>
                <a:spcPts val="0"/>
              </a:spcBef>
              <a:spcAft>
                <a:spcPts val="0"/>
              </a:spcAft>
              <a:buSzPts val="1350"/>
              <a:buChar char="■"/>
              <a:defRPr/>
            </a:lvl9pPr>
          </a:lstStyle>
          <a:p>
            <a:endParaRPr/>
          </a:p>
        </p:txBody>
      </p:sp>
      <p:sp>
        <p:nvSpPr>
          <p:cNvPr id="130" name="Google Shape;130;p28"/>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1" name="Google Shape;131;p28"/>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2" name="Google Shape;132;p28"/>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3" name="Google Shape;133;p28"/>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34" name="Google Shape;134;p28"/>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35"/>
        <p:cNvGrpSpPr/>
        <p:nvPr/>
      </p:nvGrpSpPr>
      <p:grpSpPr>
        <a:xfrm>
          <a:off x="0" y="0"/>
          <a:ext cx="0" cy="0"/>
          <a:chOff x="0" y="0"/>
          <a:chExt cx="0" cy="0"/>
        </a:xfrm>
      </p:grpSpPr>
      <p:sp>
        <p:nvSpPr>
          <p:cNvPr id="136" name="Google Shape;136;p2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37" name="Google Shape;137;p29"/>
          <p:cNvSpPr>
            <a:spLocks noGrp="1"/>
          </p:cNvSpPr>
          <p:nvPr>
            <p:ph type="pic" idx="2"/>
          </p:nvPr>
        </p:nvSpPr>
        <p:spPr>
          <a:xfrm>
            <a:off x="4804825" y="1133300"/>
            <a:ext cx="4027500" cy="2392800"/>
          </a:xfrm>
          <a:prstGeom prst="rect">
            <a:avLst/>
          </a:prstGeom>
          <a:noFill/>
          <a:ln>
            <a:noFill/>
          </a:ln>
        </p:spPr>
      </p:sp>
      <p:sp>
        <p:nvSpPr>
          <p:cNvPr id="138" name="Google Shape;138;p29"/>
          <p:cNvSpPr>
            <a:spLocks noGrp="1"/>
          </p:cNvSpPr>
          <p:nvPr>
            <p:ph type="pic" idx="3"/>
          </p:nvPr>
        </p:nvSpPr>
        <p:spPr>
          <a:xfrm>
            <a:off x="311725" y="1133300"/>
            <a:ext cx="4027500" cy="2392800"/>
          </a:xfrm>
          <a:prstGeom prst="rect">
            <a:avLst/>
          </a:prstGeom>
          <a:noFill/>
          <a:ln>
            <a:noFill/>
          </a:ln>
        </p:spPr>
      </p:sp>
      <p:sp>
        <p:nvSpPr>
          <p:cNvPr id="139" name="Google Shape;139;p2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0" name="Google Shape;140;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142" name="Google Shape;142;p2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3" name="Google Shape;143;p2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44"/>
        <p:cNvGrpSpPr/>
        <p:nvPr/>
      </p:nvGrpSpPr>
      <p:grpSpPr>
        <a:xfrm>
          <a:off x="0" y="0"/>
          <a:ext cx="0" cy="0"/>
          <a:chOff x="0" y="0"/>
          <a:chExt cx="0" cy="0"/>
        </a:xfrm>
      </p:grpSpPr>
      <p:sp>
        <p:nvSpPr>
          <p:cNvPr id="145" name="Google Shape;145;p3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6" name="Google Shape;146;p30"/>
          <p:cNvSpPr>
            <a:spLocks noGrp="1"/>
          </p:cNvSpPr>
          <p:nvPr>
            <p:ph type="pic" idx="2"/>
          </p:nvPr>
        </p:nvSpPr>
        <p:spPr>
          <a:xfrm>
            <a:off x="6205225" y="1128325"/>
            <a:ext cx="2627100" cy="2273100"/>
          </a:xfrm>
          <a:prstGeom prst="rect">
            <a:avLst/>
          </a:prstGeom>
          <a:noFill/>
          <a:ln>
            <a:noFill/>
          </a:ln>
        </p:spPr>
      </p:sp>
      <p:sp>
        <p:nvSpPr>
          <p:cNvPr id="147" name="Google Shape;147;p30"/>
          <p:cNvSpPr>
            <a:spLocks noGrp="1"/>
          </p:cNvSpPr>
          <p:nvPr>
            <p:ph type="pic" idx="3"/>
          </p:nvPr>
        </p:nvSpPr>
        <p:spPr>
          <a:xfrm>
            <a:off x="311725" y="1128325"/>
            <a:ext cx="2627100" cy="2273100"/>
          </a:xfrm>
          <a:prstGeom prst="rect">
            <a:avLst/>
          </a:prstGeom>
          <a:noFill/>
          <a:ln>
            <a:noFill/>
          </a:ln>
        </p:spPr>
      </p:sp>
      <p:sp>
        <p:nvSpPr>
          <p:cNvPr id="148" name="Google Shape;148;p3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9" name="Google Shape;149;p30"/>
          <p:cNvSpPr>
            <a:spLocks noGrp="1"/>
          </p:cNvSpPr>
          <p:nvPr>
            <p:ph type="pic" idx="5"/>
          </p:nvPr>
        </p:nvSpPr>
        <p:spPr>
          <a:xfrm>
            <a:off x="3255250" y="1128325"/>
            <a:ext cx="2627100" cy="2273100"/>
          </a:xfrm>
          <a:prstGeom prst="rect">
            <a:avLst/>
          </a:prstGeom>
          <a:noFill/>
          <a:ln>
            <a:noFill/>
          </a:ln>
        </p:spPr>
      </p:sp>
      <p:sp>
        <p:nvSpPr>
          <p:cNvPr id="150" name="Google Shape;150;p3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1" name="Google Shape;15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2" name="Google Shape;15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153" name="Google Shape;153;p3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4" name="Google Shape;154;p3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5" name="Google Shape;155;p3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56"/>
        <p:cNvGrpSpPr/>
        <p:nvPr/>
      </p:nvGrpSpPr>
      <p:grpSpPr>
        <a:xfrm>
          <a:off x="0" y="0"/>
          <a:ext cx="0" cy="0"/>
          <a:chOff x="0" y="0"/>
          <a:chExt cx="0" cy="0"/>
        </a:xfrm>
      </p:grpSpPr>
      <p:sp>
        <p:nvSpPr>
          <p:cNvPr id="157" name="Google Shape;157;p31"/>
          <p:cNvSpPr>
            <a:spLocks noGrp="1"/>
          </p:cNvSpPr>
          <p:nvPr>
            <p:ph type="pic" idx="2"/>
          </p:nvPr>
        </p:nvSpPr>
        <p:spPr>
          <a:xfrm>
            <a:off x="311700" y="445025"/>
            <a:ext cx="8520600" cy="4218300"/>
          </a:xfrm>
          <a:prstGeom prst="rect">
            <a:avLst/>
          </a:prstGeom>
          <a:noFill/>
          <a:ln>
            <a:noFill/>
          </a:ln>
        </p:spPr>
      </p:sp>
      <p:sp>
        <p:nvSpPr>
          <p:cNvPr id="158" name="Google Shape;15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59"/>
        <p:cNvGrpSpPr/>
        <p:nvPr/>
      </p:nvGrpSpPr>
      <p:grpSpPr>
        <a:xfrm>
          <a:off x="0" y="0"/>
          <a:ext cx="0" cy="0"/>
          <a:chOff x="0" y="0"/>
          <a:chExt cx="0" cy="0"/>
        </a:xfrm>
      </p:grpSpPr>
      <p:sp>
        <p:nvSpPr>
          <p:cNvPr id="160" name="Google Shape;160;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1" name="Google Shape;161;p32"/>
          <p:cNvSpPr>
            <a:spLocks noGrp="1"/>
          </p:cNvSpPr>
          <p:nvPr>
            <p:ph type="pic" idx="2"/>
          </p:nvPr>
        </p:nvSpPr>
        <p:spPr>
          <a:xfrm>
            <a:off x="3389600" y="118913"/>
            <a:ext cx="1643700" cy="1535100"/>
          </a:xfrm>
          <a:prstGeom prst="rect">
            <a:avLst/>
          </a:prstGeom>
          <a:noFill/>
          <a:ln>
            <a:noFill/>
          </a:ln>
        </p:spPr>
      </p:sp>
      <p:sp>
        <p:nvSpPr>
          <p:cNvPr id="162" name="Google Shape;162;p32"/>
          <p:cNvSpPr>
            <a:spLocks noGrp="1"/>
          </p:cNvSpPr>
          <p:nvPr>
            <p:ph type="pic" idx="3"/>
          </p:nvPr>
        </p:nvSpPr>
        <p:spPr>
          <a:xfrm>
            <a:off x="5195935" y="118913"/>
            <a:ext cx="1643700" cy="1535100"/>
          </a:xfrm>
          <a:prstGeom prst="rect">
            <a:avLst/>
          </a:prstGeom>
          <a:noFill/>
          <a:ln>
            <a:noFill/>
          </a:ln>
        </p:spPr>
      </p:sp>
      <p:sp>
        <p:nvSpPr>
          <p:cNvPr id="163" name="Google Shape;163;p32"/>
          <p:cNvSpPr>
            <a:spLocks noGrp="1"/>
          </p:cNvSpPr>
          <p:nvPr>
            <p:ph type="pic" idx="4"/>
          </p:nvPr>
        </p:nvSpPr>
        <p:spPr>
          <a:xfrm>
            <a:off x="7002270" y="118913"/>
            <a:ext cx="1643700" cy="1535100"/>
          </a:xfrm>
          <a:prstGeom prst="rect">
            <a:avLst/>
          </a:prstGeom>
          <a:noFill/>
          <a:ln>
            <a:noFill/>
          </a:ln>
        </p:spPr>
      </p:sp>
      <p:sp>
        <p:nvSpPr>
          <p:cNvPr id="164" name="Google Shape;164;p32"/>
          <p:cNvSpPr>
            <a:spLocks noGrp="1"/>
          </p:cNvSpPr>
          <p:nvPr>
            <p:ph type="pic" idx="5"/>
          </p:nvPr>
        </p:nvSpPr>
        <p:spPr>
          <a:xfrm>
            <a:off x="3389588" y="1804212"/>
            <a:ext cx="1643700" cy="1535100"/>
          </a:xfrm>
          <a:prstGeom prst="rect">
            <a:avLst/>
          </a:prstGeom>
          <a:noFill/>
          <a:ln>
            <a:noFill/>
          </a:ln>
        </p:spPr>
      </p:sp>
      <p:sp>
        <p:nvSpPr>
          <p:cNvPr id="165" name="Google Shape;165;p32"/>
          <p:cNvSpPr>
            <a:spLocks noGrp="1"/>
          </p:cNvSpPr>
          <p:nvPr>
            <p:ph type="pic" idx="6"/>
          </p:nvPr>
        </p:nvSpPr>
        <p:spPr>
          <a:xfrm>
            <a:off x="5195922" y="1804212"/>
            <a:ext cx="1643700" cy="1535100"/>
          </a:xfrm>
          <a:prstGeom prst="rect">
            <a:avLst/>
          </a:prstGeom>
          <a:noFill/>
          <a:ln>
            <a:noFill/>
          </a:ln>
        </p:spPr>
      </p:sp>
      <p:sp>
        <p:nvSpPr>
          <p:cNvPr id="166" name="Google Shape;166;p32"/>
          <p:cNvSpPr>
            <a:spLocks noGrp="1"/>
          </p:cNvSpPr>
          <p:nvPr>
            <p:ph type="pic" idx="7"/>
          </p:nvPr>
        </p:nvSpPr>
        <p:spPr>
          <a:xfrm>
            <a:off x="7002257" y="1804212"/>
            <a:ext cx="1643700" cy="1535100"/>
          </a:xfrm>
          <a:prstGeom prst="rect">
            <a:avLst/>
          </a:prstGeom>
          <a:noFill/>
          <a:ln>
            <a:noFill/>
          </a:ln>
        </p:spPr>
      </p:sp>
      <p:sp>
        <p:nvSpPr>
          <p:cNvPr id="167" name="Google Shape;167;p3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168" name="Google Shape;168;p32"/>
          <p:cNvSpPr>
            <a:spLocks noGrp="1"/>
          </p:cNvSpPr>
          <p:nvPr>
            <p:ph type="pic" idx="8"/>
          </p:nvPr>
        </p:nvSpPr>
        <p:spPr>
          <a:xfrm>
            <a:off x="3389588" y="3489487"/>
            <a:ext cx="1643700" cy="1535100"/>
          </a:xfrm>
          <a:prstGeom prst="rect">
            <a:avLst/>
          </a:prstGeom>
          <a:noFill/>
          <a:ln>
            <a:noFill/>
          </a:ln>
        </p:spPr>
      </p:sp>
      <p:sp>
        <p:nvSpPr>
          <p:cNvPr id="169" name="Google Shape;169;p32"/>
          <p:cNvSpPr>
            <a:spLocks noGrp="1"/>
          </p:cNvSpPr>
          <p:nvPr>
            <p:ph type="pic" idx="9"/>
          </p:nvPr>
        </p:nvSpPr>
        <p:spPr>
          <a:xfrm>
            <a:off x="5195922" y="3489487"/>
            <a:ext cx="1643700" cy="1535100"/>
          </a:xfrm>
          <a:prstGeom prst="rect">
            <a:avLst/>
          </a:prstGeom>
          <a:noFill/>
          <a:ln>
            <a:noFill/>
          </a:ln>
        </p:spPr>
      </p:sp>
      <p:sp>
        <p:nvSpPr>
          <p:cNvPr id="170" name="Google Shape;170;p3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image" type="tx">
  <p:cSld name="TITLE_AND_BODY">
    <p:bg>
      <p:bgPr>
        <a:solidFill>
          <a:schemeClr val="lt1"/>
        </a:solidFill>
        <a:effectLst/>
      </p:bgPr>
    </p:bg>
    <p:spTree>
      <p:nvGrpSpPr>
        <p:cNvPr id="1" name="Shape 171"/>
        <p:cNvGrpSpPr/>
        <p:nvPr/>
      </p:nvGrpSpPr>
      <p:grpSpPr>
        <a:xfrm>
          <a:off x="0" y="0"/>
          <a:ext cx="0" cy="0"/>
          <a:chOff x="0" y="0"/>
          <a:chExt cx="0" cy="0"/>
        </a:xfrm>
      </p:grpSpPr>
      <p:sp>
        <p:nvSpPr>
          <p:cNvPr id="172" name="Google Shape;172;p33"/>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3" name="Google Shape;173;p33"/>
          <p:cNvSpPr>
            <a:spLocks noGrp="1"/>
          </p:cNvSpPr>
          <p:nvPr>
            <p:ph type="pic" idx="2"/>
          </p:nvPr>
        </p:nvSpPr>
        <p:spPr>
          <a:xfrm>
            <a:off x="228600" y="1322475"/>
            <a:ext cx="8686800" cy="3592500"/>
          </a:xfrm>
          <a:prstGeom prst="rect">
            <a:avLst/>
          </a:prstGeom>
          <a:noFill/>
          <a:ln>
            <a:noFill/>
          </a:ln>
        </p:spPr>
      </p:sp>
      <p:sp>
        <p:nvSpPr>
          <p:cNvPr id="174" name="Google Shape;174;p33"/>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Rubik"/>
              <a:ea typeface="Rubik"/>
              <a:cs typeface="Rubik"/>
              <a:sym typeface="Rubik"/>
            </a:endParaRPr>
          </a:p>
        </p:txBody>
      </p:sp>
      <p:sp>
        <p:nvSpPr>
          <p:cNvPr id="175" name="Google Shape;175;p33"/>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ustom title and two columns" type="twoColTx">
  <p:cSld name="TITLE_AND_TWO_COLUMNS">
    <p:bg>
      <p:bgPr>
        <a:solidFill>
          <a:schemeClr val="lt1"/>
        </a:solidFill>
        <a:effectLst/>
      </p:bgPr>
    </p:bg>
    <p:spTree>
      <p:nvGrpSpPr>
        <p:cNvPr id="1" name="Shape 176"/>
        <p:cNvGrpSpPr/>
        <p:nvPr/>
      </p:nvGrpSpPr>
      <p:grpSpPr>
        <a:xfrm>
          <a:off x="0" y="0"/>
          <a:ext cx="0" cy="0"/>
          <a:chOff x="0" y="0"/>
          <a:chExt cx="0" cy="0"/>
        </a:xfrm>
      </p:grpSpPr>
      <p:sp>
        <p:nvSpPr>
          <p:cNvPr id="177" name="Google Shape;177;p34"/>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78" name="Google Shape;178;p34"/>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ubik"/>
              <a:ea typeface="Rubik"/>
              <a:cs typeface="Rubik"/>
              <a:sym typeface="Rubik"/>
            </a:endParaRPr>
          </a:p>
        </p:txBody>
      </p:sp>
      <p:sp>
        <p:nvSpPr>
          <p:cNvPr id="179" name="Google Shape;179;p34"/>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
        <p:nvSpPr>
          <p:cNvPr id="180" name="Google Shape;180;p34"/>
          <p:cNvSpPr/>
          <p:nvPr/>
        </p:nvSpPr>
        <p:spPr>
          <a:xfrm>
            <a:off x="228600" y="1092900"/>
            <a:ext cx="8686800" cy="441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dk1"/>
              </a:solidFill>
              <a:latin typeface="Young Serif"/>
              <a:ea typeface="Young Serif"/>
              <a:cs typeface="Young Serif"/>
              <a:sym typeface="Young Serif"/>
            </a:endParaRPr>
          </a:p>
        </p:txBody>
      </p:sp>
      <p:sp>
        <p:nvSpPr>
          <p:cNvPr id="181" name="Google Shape;181;p34"/>
          <p:cNvSpPr/>
          <p:nvPr/>
        </p:nvSpPr>
        <p:spPr>
          <a:xfrm>
            <a:off x="227150" y="1762300"/>
            <a:ext cx="4229700" cy="3152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1200"/>
              </a:spcAft>
              <a:buSzPts val="1100"/>
              <a:buNone/>
            </a:pPr>
            <a:endParaRPr>
              <a:latin typeface="Rubik SemiBold"/>
              <a:ea typeface="Rubik SemiBold"/>
              <a:cs typeface="Rubik SemiBold"/>
              <a:sym typeface="Rubik SemiBold"/>
            </a:endParaRPr>
          </a:p>
        </p:txBody>
      </p:sp>
      <p:sp>
        <p:nvSpPr>
          <p:cNvPr id="182" name="Google Shape;182;p34"/>
          <p:cNvSpPr txBox="1">
            <a:spLocks noGrp="1"/>
          </p:cNvSpPr>
          <p:nvPr>
            <p:ph type="body" idx="1"/>
          </p:nvPr>
        </p:nvSpPr>
        <p:spPr>
          <a:xfrm>
            <a:off x="688450" y="2146900"/>
            <a:ext cx="3309900" cy="2383200"/>
          </a:xfrm>
          <a:prstGeom prst="rect">
            <a:avLst/>
          </a:prstGeom>
        </p:spPr>
        <p:txBody>
          <a:bodyPr spcFirstLastPara="1" wrap="square" lIns="91425" tIns="91425" rIns="91425" bIns="91425" anchor="ctr" anchorCtr="0">
            <a:normAutofit/>
          </a:bodyPr>
          <a:lstStyle>
            <a:lvl1pPr marL="457200" lvl="0" indent="-317500" algn="ctr">
              <a:lnSpc>
                <a:spcPct val="100000"/>
              </a:lnSpc>
              <a:spcBef>
                <a:spcPts val="0"/>
              </a:spcBef>
              <a:spcAft>
                <a:spcPts val="0"/>
              </a:spcAft>
              <a:buClr>
                <a:schemeClr val="lt2"/>
              </a:buClr>
              <a:buSzPts val="1400"/>
              <a:buChar char="●"/>
              <a:defRPr sz="1400" b="1">
                <a:solidFill>
                  <a:schemeClr val="lt2"/>
                </a:solidFill>
              </a:defRPr>
            </a:lvl1pPr>
            <a:lvl2pPr marL="914400" lvl="1" indent="-317500" algn="ctr">
              <a:lnSpc>
                <a:spcPct val="100000"/>
              </a:lnSpc>
              <a:spcBef>
                <a:spcPts val="0"/>
              </a:spcBef>
              <a:spcAft>
                <a:spcPts val="0"/>
              </a:spcAft>
              <a:buClr>
                <a:schemeClr val="lt2"/>
              </a:buClr>
              <a:buSzPts val="1400"/>
              <a:buChar char="○"/>
              <a:defRPr sz="1400" b="1">
                <a:solidFill>
                  <a:schemeClr val="lt2"/>
                </a:solidFill>
              </a:defRPr>
            </a:lvl2pPr>
            <a:lvl3pPr marL="1371600" lvl="2" indent="-317500" algn="ctr">
              <a:lnSpc>
                <a:spcPct val="100000"/>
              </a:lnSpc>
              <a:spcBef>
                <a:spcPts val="0"/>
              </a:spcBef>
              <a:spcAft>
                <a:spcPts val="0"/>
              </a:spcAft>
              <a:buClr>
                <a:schemeClr val="lt2"/>
              </a:buClr>
              <a:buSzPts val="1400"/>
              <a:buChar char="■"/>
              <a:defRPr sz="1400" b="1">
                <a:solidFill>
                  <a:schemeClr val="lt2"/>
                </a:solidFill>
              </a:defRPr>
            </a:lvl3pPr>
            <a:lvl4pPr marL="1828800" lvl="3" indent="-317500" algn="ctr">
              <a:lnSpc>
                <a:spcPct val="100000"/>
              </a:lnSpc>
              <a:spcBef>
                <a:spcPts val="0"/>
              </a:spcBef>
              <a:spcAft>
                <a:spcPts val="0"/>
              </a:spcAft>
              <a:buClr>
                <a:schemeClr val="lt2"/>
              </a:buClr>
              <a:buSzPts val="1400"/>
              <a:buChar char="●"/>
              <a:defRPr sz="1400" b="1">
                <a:solidFill>
                  <a:schemeClr val="lt2"/>
                </a:solidFill>
              </a:defRPr>
            </a:lvl4pPr>
            <a:lvl5pPr marL="2286000" lvl="4" indent="-317500" algn="ctr">
              <a:lnSpc>
                <a:spcPct val="100000"/>
              </a:lnSpc>
              <a:spcBef>
                <a:spcPts val="0"/>
              </a:spcBef>
              <a:spcAft>
                <a:spcPts val="0"/>
              </a:spcAft>
              <a:buClr>
                <a:schemeClr val="lt2"/>
              </a:buClr>
              <a:buSzPts val="1400"/>
              <a:buChar char="○"/>
              <a:defRPr sz="1400" b="1">
                <a:solidFill>
                  <a:schemeClr val="lt2"/>
                </a:solidFill>
              </a:defRPr>
            </a:lvl5pPr>
            <a:lvl6pPr marL="2743200" lvl="5" indent="-317500" algn="ctr">
              <a:lnSpc>
                <a:spcPct val="100000"/>
              </a:lnSpc>
              <a:spcBef>
                <a:spcPts val="0"/>
              </a:spcBef>
              <a:spcAft>
                <a:spcPts val="0"/>
              </a:spcAft>
              <a:buClr>
                <a:schemeClr val="lt2"/>
              </a:buClr>
              <a:buSzPts val="1400"/>
              <a:buChar char="■"/>
              <a:defRPr sz="1400" b="1">
                <a:solidFill>
                  <a:schemeClr val="lt2"/>
                </a:solidFill>
              </a:defRPr>
            </a:lvl6pPr>
            <a:lvl7pPr marL="3200400" lvl="6" indent="-317500" algn="ctr">
              <a:lnSpc>
                <a:spcPct val="100000"/>
              </a:lnSpc>
              <a:spcBef>
                <a:spcPts val="0"/>
              </a:spcBef>
              <a:spcAft>
                <a:spcPts val="0"/>
              </a:spcAft>
              <a:buClr>
                <a:schemeClr val="lt2"/>
              </a:buClr>
              <a:buSzPts val="1400"/>
              <a:buChar char="●"/>
              <a:defRPr sz="1400" b="1">
                <a:solidFill>
                  <a:schemeClr val="lt2"/>
                </a:solidFill>
              </a:defRPr>
            </a:lvl7pPr>
            <a:lvl8pPr marL="3657600" lvl="7" indent="-317500" algn="ctr">
              <a:lnSpc>
                <a:spcPct val="100000"/>
              </a:lnSpc>
              <a:spcBef>
                <a:spcPts val="0"/>
              </a:spcBef>
              <a:spcAft>
                <a:spcPts val="0"/>
              </a:spcAft>
              <a:buClr>
                <a:schemeClr val="lt2"/>
              </a:buClr>
              <a:buSzPts val="1400"/>
              <a:buChar char="○"/>
              <a:defRPr sz="1400" b="1">
                <a:solidFill>
                  <a:schemeClr val="lt2"/>
                </a:solidFill>
              </a:defRPr>
            </a:lvl8pPr>
            <a:lvl9pPr marL="4114800" lvl="8" indent="-317500" algn="ctr">
              <a:lnSpc>
                <a:spcPct val="100000"/>
              </a:lnSpc>
              <a:spcBef>
                <a:spcPts val="0"/>
              </a:spcBef>
              <a:spcAft>
                <a:spcPts val="0"/>
              </a:spcAft>
              <a:buClr>
                <a:schemeClr val="lt2"/>
              </a:buClr>
              <a:buSzPts val="1400"/>
              <a:buChar char="■"/>
              <a:defRPr sz="1400" b="1">
                <a:solidFill>
                  <a:schemeClr val="lt2"/>
                </a:solidFill>
              </a:defRPr>
            </a:lvl9pPr>
          </a:lstStyle>
          <a:p>
            <a:endParaRPr/>
          </a:p>
        </p:txBody>
      </p:sp>
      <p:sp>
        <p:nvSpPr>
          <p:cNvPr id="183" name="Google Shape;183;p34"/>
          <p:cNvSpPr/>
          <p:nvPr/>
        </p:nvSpPr>
        <p:spPr>
          <a:xfrm>
            <a:off x="4685575" y="1762300"/>
            <a:ext cx="4229700" cy="3152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1200"/>
              </a:spcAft>
              <a:buSzPts val="1100"/>
              <a:buNone/>
            </a:pPr>
            <a:endParaRPr>
              <a:latin typeface="Rubik SemiBold"/>
              <a:ea typeface="Rubik SemiBold"/>
              <a:cs typeface="Rubik SemiBold"/>
              <a:sym typeface="Rubik SemiBold"/>
            </a:endParaRPr>
          </a:p>
        </p:txBody>
      </p:sp>
      <p:sp>
        <p:nvSpPr>
          <p:cNvPr id="184" name="Google Shape;184;p34"/>
          <p:cNvSpPr txBox="1">
            <a:spLocks noGrp="1"/>
          </p:cNvSpPr>
          <p:nvPr>
            <p:ph type="body" idx="2"/>
          </p:nvPr>
        </p:nvSpPr>
        <p:spPr>
          <a:xfrm>
            <a:off x="5146875" y="2146900"/>
            <a:ext cx="3309900" cy="2383200"/>
          </a:xfrm>
          <a:prstGeom prst="rect">
            <a:avLst/>
          </a:prstGeom>
        </p:spPr>
        <p:txBody>
          <a:bodyPr spcFirstLastPara="1" wrap="square" lIns="91425" tIns="91425" rIns="91425" bIns="91425" anchor="ctr" anchorCtr="0">
            <a:normAutofit/>
          </a:bodyPr>
          <a:lstStyle>
            <a:lvl1pPr marL="457200" lvl="0" indent="-317500" algn="ctr">
              <a:lnSpc>
                <a:spcPct val="100000"/>
              </a:lnSpc>
              <a:spcBef>
                <a:spcPts val="0"/>
              </a:spcBef>
              <a:spcAft>
                <a:spcPts val="0"/>
              </a:spcAft>
              <a:buClr>
                <a:schemeClr val="lt2"/>
              </a:buClr>
              <a:buSzPts val="1400"/>
              <a:buChar char="●"/>
              <a:defRPr sz="1400" b="1">
                <a:solidFill>
                  <a:schemeClr val="lt2"/>
                </a:solidFill>
              </a:defRPr>
            </a:lvl1pPr>
            <a:lvl2pPr marL="914400" lvl="1" indent="-317500" algn="ctr">
              <a:lnSpc>
                <a:spcPct val="100000"/>
              </a:lnSpc>
              <a:spcBef>
                <a:spcPts val="0"/>
              </a:spcBef>
              <a:spcAft>
                <a:spcPts val="0"/>
              </a:spcAft>
              <a:buClr>
                <a:schemeClr val="lt2"/>
              </a:buClr>
              <a:buSzPts val="1400"/>
              <a:buChar char="○"/>
              <a:defRPr sz="1400" b="1">
                <a:solidFill>
                  <a:schemeClr val="lt2"/>
                </a:solidFill>
              </a:defRPr>
            </a:lvl2pPr>
            <a:lvl3pPr marL="1371600" lvl="2" indent="-317500" algn="ctr">
              <a:lnSpc>
                <a:spcPct val="100000"/>
              </a:lnSpc>
              <a:spcBef>
                <a:spcPts val="0"/>
              </a:spcBef>
              <a:spcAft>
                <a:spcPts val="0"/>
              </a:spcAft>
              <a:buClr>
                <a:schemeClr val="lt2"/>
              </a:buClr>
              <a:buSzPts val="1400"/>
              <a:buChar char="■"/>
              <a:defRPr sz="1400" b="1">
                <a:solidFill>
                  <a:schemeClr val="lt2"/>
                </a:solidFill>
              </a:defRPr>
            </a:lvl3pPr>
            <a:lvl4pPr marL="1828800" lvl="3" indent="-317500" algn="ctr">
              <a:lnSpc>
                <a:spcPct val="100000"/>
              </a:lnSpc>
              <a:spcBef>
                <a:spcPts val="0"/>
              </a:spcBef>
              <a:spcAft>
                <a:spcPts val="0"/>
              </a:spcAft>
              <a:buClr>
                <a:schemeClr val="lt2"/>
              </a:buClr>
              <a:buSzPts val="1400"/>
              <a:buChar char="●"/>
              <a:defRPr sz="1400" b="1">
                <a:solidFill>
                  <a:schemeClr val="lt2"/>
                </a:solidFill>
              </a:defRPr>
            </a:lvl4pPr>
            <a:lvl5pPr marL="2286000" lvl="4" indent="-317500" algn="ctr">
              <a:lnSpc>
                <a:spcPct val="100000"/>
              </a:lnSpc>
              <a:spcBef>
                <a:spcPts val="0"/>
              </a:spcBef>
              <a:spcAft>
                <a:spcPts val="0"/>
              </a:spcAft>
              <a:buClr>
                <a:schemeClr val="lt2"/>
              </a:buClr>
              <a:buSzPts val="1400"/>
              <a:buChar char="○"/>
              <a:defRPr sz="1400" b="1">
                <a:solidFill>
                  <a:schemeClr val="lt2"/>
                </a:solidFill>
              </a:defRPr>
            </a:lvl5pPr>
            <a:lvl6pPr marL="2743200" lvl="5" indent="-317500" algn="ctr">
              <a:lnSpc>
                <a:spcPct val="100000"/>
              </a:lnSpc>
              <a:spcBef>
                <a:spcPts val="0"/>
              </a:spcBef>
              <a:spcAft>
                <a:spcPts val="0"/>
              </a:spcAft>
              <a:buClr>
                <a:schemeClr val="lt2"/>
              </a:buClr>
              <a:buSzPts val="1400"/>
              <a:buChar char="■"/>
              <a:defRPr sz="1400" b="1">
                <a:solidFill>
                  <a:schemeClr val="lt2"/>
                </a:solidFill>
              </a:defRPr>
            </a:lvl6pPr>
            <a:lvl7pPr marL="3200400" lvl="6" indent="-317500" algn="ctr">
              <a:lnSpc>
                <a:spcPct val="100000"/>
              </a:lnSpc>
              <a:spcBef>
                <a:spcPts val="0"/>
              </a:spcBef>
              <a:spcAft>
                <a:spcPts val="0"/>
              </a:spcAft>
              <a:buClr>
                <a:schemeClr val="lt2"/>
              </a:buClr>
              <a:buSzPts val="1400"/>
              <a:buChar char="●"/>
              <a:defRPr sz="1400" b="1">
                <a:solidFill>
                  <a:schemeClr val="lt2"/>
                </a:solidFill>
              </a:defRPr>
            </a:lvl7pPr>
            <a:lvl8pPr marL="3657600" lvl="7" indent="-317500" algn="ctr">
              <a:lnSpc>
                <a:spcPct val="100000"/>
              </a:lnSpc>
              <a:spcBef>
                <a:spcPts val="0"/>
              </a:spcBef>
              <a:spcAft>
                <a:spcPts val="0"/>
              </a:spcAft>
              <a:buClr>
                <a:schemeClr val="lt2"/>
              </a:buClr>
              <a:buSzPts val="1400"/>
              <a:buChar char="○"/>
              <a:defRPr sz="1400" b="1">
                <a:solidFill>
                  <a:schemeClr val="lt2"/>
                </a:solidFill>
              </a:defRPr>
            </a:lvl8pPr>
            <a:lvl9pPr marL="4114800" lvl="8" indent="-317500" algn="ctr">
              <a:lnSpc>
                <a:spcPct val="100000"/>
              </a:lnSpc>
              <a:spcBef>
                <a:spcPts val="0"/>
              </a:spcBef>
              <a:spcAft>
                <a:spcPts val="0"/>
              </a:spcAft>
              <a:buClr>
                <a:schemeClr val="lt2"/>
              </a:buClr>
              <a:buSzPts val="1400"/>
              <a:buChar char="■"/>
              <a:defRPr sz="1400" b="1">
                <a:solidFill>
                  <a:schemeClr val="lt2"/>
                </a:solidFill>
              </a:defRPr>
            </a:lvl9pPr>
          </a:lstStyle>
          <a:p>
            <a:endParaRPr/>
          </a:p>
        </p:txBody>
      </p:sp>
      <p:sp>
        <p:nvSpPr>
          <p:cNvPr id="185" name="Google Shape;185;p34"/>
          <p:cNvSpPr txBox="1">
            <a:spLocks noGrp="1"/>
          </p:cNvSpPr>
          <p:nvPr>
            <p:ph type="subTitle" idx="3"/>
          </p:nvPr>
        </p:nvSpPr>
        <p:spPr>
          <a:xfrm>
            <a:off x="635500" y="1092900"/>
            <a:ext cx="7836900" cy="441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title and body">
  <p:cSld name="CUSTOM">
    <p:bg>
      <p:bgPr>
        <a:solidFill>
          <a:schemeClr val="lt1"/>
        </a:solidFill>
        <a:effectLst/>
      </p:bgPr>
    </p:bg>
    <p:spTree>
      <p:nvGrpSpPr>
        <p:cNvPr id="1" name="Shape 186"/>
        <p:cNvGrpSpPr/>
        <p:nvPr/>
      </p:nvGrpSpPr>
      <p:grpSpPr>
        <a:xfrm>
          <a:off x="0" y="0"/>
          <a:ext cx="0" cy="0"/>
          <a:chOff x="0" y="0"/>
          <a:chExt cx="0" cy="0"/>
        </a:xfrm>
      </p:grpSpPr>
      <p:sp>
        <p:nvSpPr>
          <p:cNvPr id="187" name="Google Shape;187;p35"/>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ubik"/>
              <a:ea typeface="Rubik"/>
              <a:cs typeface="Rubik"/>
              <a:sym typeface="Rubik"/>
            </a:endParaRPr>
          </a:p>
        </p:txBody>
      </p:sp>
      <p:sp>
        <p:nvSpPr>
          <p:cNvPr id="188" name="Google Shape;188;p35"/>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
        <p:nvSpPr>
          <p:cNvPr id="189" name="Google Shape;189;p35"/>
          <p:cNvSpPr/>
          <p:nvPr/>
        </p:nvSpPr>
        <p:spPr>
          <a:xfrm>
            <a:off x="228600" y="1092900"/>
            <a:ext cx="8686800" cy="441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dk1"/>
              </a:solidFill>
              <a:latin typeface="Young Serif"/>
              <a:ea typeface="Young Serif"/>
              <a:cs typeface="Young Serif"/>
              <a:sym typeface="Young Serif"/>
            </a:endParaRPr>
          </a:p>
        </p:txBody>
      </p:sp>
      <p:sp>
        <p:nvSpPr>
          <p:cNvPr id="190" name="Google Shape;190;p35"/>
          <p:cNvSpPr txBox="1">
            <a:spLocks noGrp="1"/>
          </p:cNvSpPr>
          <p:nvPr>
            <p:ph type="subTitle" idx="1"/>
          </p:nvPr>
        </p:nvSpPr>
        <p:spPr>
          <a:xfrm>
            <a:off x="635500" y="1092900"/>
            <a:ext cx="7836900" cy="441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a:endParaRPr/>
          </a:p>
        </p:txBody>
      </p:sp>
      <p:sp>
        <p:nvSpPr>
          <p:cNvPr id="191" name="Google Shape;191;p35"/>
          <p:cNvSpPr/>
          <p:nvPr/>
        </p:nvSpPr>
        <p:spPr>
          <a:xfrm>
            <a:off x="228450" y="1762300"/>
            <a:ext cx="8686800" cy="3152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ubik"/>
              <a:ea typeface="Rubik"/>
              <a:cs typeface="Rubik"/>
              <a:sym typeface="Rubik"/>
            </a:endParaRPr>
          </a:p>
        </p:txBody>
      </p:sp>
      <p:sp>
        <p:nvSpPr>
          <p:cNvPr id="192" name="Google Shape;192;p35"/>
          <p:cNvSpPr txBox="1">
            <a:spLocks noGrp="1"/>
          </p:cNvSpPr>
          <p:nvPr>
            <p:ph type="body" idx="2"/>
          </p:nvPr>
        </p:nvSpPr>
        <p:spPr>
          <a:xfrm>
            <a:off x="456400" y="1983350"/>
            <a:ext cx="8113800" cy="27132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Clr>
                <a:schemeClr val="lt2"/>
              </a:buClr>
              <a:buSzPts val="1350"/>
              <a:buChar char="●"/>
              <a:defRPr>
                <a:solidFill>
                  <a:schemeClr val="lt2"/>
                </a:solidFill>
              </a:defRPr>
            </a:lvl1pPr>
            <a:lvl2pPr marL="914400" lvl="1" indent="-314325">
              <a:spcBef>
                <a:spcPts val="0"/>
              </a:spcBef>
              <a:spcAft>
                <a:spcPts val="0"/>
              </a:spcAft>
              <a:buClr>
                <a:schemeClr val="lt2"/>
              </a:buClr>
              <a:buSzPts val="1350"/>
              <a:buChar char="○"/>
              <a:defRPr>
                <a:solidFill>
                  <a:schemeClr val="lt2"/>
                </a:solidFill>
              </a:defRPr>
            </a:lvl2pPr>
            <a:lvl3pPr marL="1371600" lvl="2" indent="-314325">
              <a:spcBef>
                <a:spcPts val="0"/>
              </a:spcBef>
              <a:spcAft>
                <a:spcPts val="0"/>
              </a:spcAft>
              <a:buClr>
                <a:schemeClr val="lt2"/>
              </a:buClr>
              <a:buSzPts val="1350"/>
              <a:buChar char="■"/>
              <a:defRPr>
                <a:solidFill>
                  <a:schemeClr val="lt2"/>
                </a:solidFill>
              </a:defRPr>
            </a:lvl3pPr>
            <a:lvl4pPr marL="1828800" lvl="3" indent="-314325">
              <a:spcBef>
                <a:spcPts val="0"/>
              </a:spcBef>
              <a:spcAft>
                <a:spcPts val="0"/>
              </a:spcAft>
              <a:buClr>
                <a:schemeClr val="lt2"/>
              </a:buClr>
              <a:buSzPts val="1350"/>
              <a:buChar char="●"/>
              <a:defRPr>
                <a:solidFill>
                  <a:schemeClr val="lt2"/>
                </a:solidFill>
              </a:defRPr>
            </a:lvl4pPr>
            <a:lvl5pPr marL="2286000" lvl="4" indent="-314325">
              <a:spcBef>
                <a:spcPts val="0"/>
              </a:spcBef>
              <a:spcAft>
                <a:spcPts val="0"/>
              </a:spcAft>
              <a:buClr>
                <a:schemeClr val="lt2"/>
              </a:buClr>
              <a:buSzPts val="1350"/>
              <a:buChar char="○"/>
              <a:defRPr>
                <a:solidFill>
                  <a:schemeClr val="lt2"/>
                </a:solidFill>
              </a:defRPr>
            </a:lvl5pPr>
            <a:lvl6pPr marL="2743200" lvl="5" indent="-314325">
              <a:spcBef>
                <a:spcPts val="0"/>
              </a:spcBef>
              <a:spcAft>
                <a:spcPts val="0"/>
              </a:spcAft>
              <a:buClr>
                <a:schemeClr val="lt2"/>
              </a:buClr>
              <a:buSzPts val="1350"/>
              <a:buChar char="■"/>
              <a:defRPr>
                <a:solidFill>
                  <a:schemeClr val="lt2"/>
                </a:solidFill>
              </a:defRPr>
            </a:lvl6pPr>
            <a:lvl7pPr marL="3200400" lvl="6" indent="-314325">
              <a:spcBef>
                <a:spcPts val="0"/>
              </a:spcBef>
              <a:spcAft>
                <a:spcPts val="0"/>
              </a:spcAft>
              <a:buClr>
                <a:schemeClr val="lt2"/>
              </a:buClr>
              <a:buSzPts val="1350"/>
              <a:buChar char="●"/>
              <a:defRPr>
                <a:solidFill>
                  <a:schemeClr val="lt2"/>
                </a:solidFill>
              </a:defRPr>
            </a:lvl7pPr>
            <a:lvl8pPr marL="3657600" lvl="7" indent="-314325">
              <a:spcBef>
                <a:spcPts val="0"/>
              </a:spcBef>
              <a:spcAft>
                <a:spcPts val="0"/>
              </a:spcAft>
              <a:buClr>
                <a:schemeClr val="lt2"/>
              </a:buClr>
              <a:buSzPts val="1350"/>
              <a:buChar char="○"/>
              <a:defRPr>
                <a:solidFill>
                  <a:schemeClr val="lt2"/>
                </a:solidFill>
              </a:defRPr>
            </a:lvl8pPr>
            <a:lvl9pPr marL="4114800" lvl="8" indent="-314325">
              <a:spcBef>
                <a:spcPts val="0"/>
              </a:spcBef>
              <a:spcAft>
                <a:spcPts val="0"/>
              </a:spcAft>
              <a:buClr>
                <a:schemeClr val="lt2"/>
              </a:buClr>
              <a:buSzPts val="1350"/>
              <a:buChar char="■"/>
              <a:defRPr>
                <a:solidFill>
                  <a:schemeClr val="lt2"/>
                </a:solidFill>
              </a:defRPr>
            </a:lvl9pPr>
          </a:lstStyle>
          <a:p>
            <a:endParaRPr/>
          </a:p>
        </p:txBody>
      </p:sp>
      <p:sp>
        <p:nvSpPr>
          <p:cNvPr id="193" name="Google Shape;193;p35"/>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e column and image">
  <p:cSld name="CUSTOM_1">
    <p:bg>
      <p:bgPr>
        <a:solidFill>
          <a:schemeClr val="lt1"/>
        </a:solidFill>
        <a:effectLst/>
      </p:bgPr>
    </p:bg>
    <p:spTree>
      <p:nvGrpSpPr>
        <p:cNvPr id="1" name="Shape 194"/>
        <p:cNvGrpSpPr/>
        <p:nvPr/>
      </p:nvGrpSpPr>
      <p:grpSpPr>
        <a:xfrm>
          <a:off x="0" y="0"/>
          <a:ext cx="0" cy="0"/>
          <a:chOff x="0" y="0"/>
          <a:chExt cx="0" cy="0"/>
        </a:xfrm>
      </p:grpSpPr>
      <p:sp>
        <p:nvSpPr>
          <p:cNvPr id="195" name="Google Shape;195;p36"/>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ubik"/>
              <a:ea typeface="Rubik"/>
              <a:cs typeface="Rubik"/>
              <a:sym typeface="Rubik"/>
            </a:endParaRPr>
          </a:p>
        </p:txBody>
      </p:sp>
      <p:sp>
        <p:nvSpPr>
          <p:cNvPr id="196" name="Google Shape;196;p36"/>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
        <p:nvSpPr>
          <p:cNvPr id="197" name="Google Shape;197;p36"/>
          <p:cNvSpPr/>
          <p:nvPr/>
        </p:nvSpPr>
        <p:spPr>
          <a:xfrm>
            <a:off x="228600" y="1092900"/>
            <a:ext cx="8686800" cy="441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solidFill>
                <a:schemeClr val="dk1"/>
              </a:solidFill>
              <a:latin typeface="Young Serif"/>
              <a:ea typeface="Young Serif"/>
              <a:cs typeface="Young Serif"/>
              <a:sym typeface="Young Serif"/>
            </a:endParaRPr>
          </a:p>
        </p:txBody>
      </p:sp>
      <p:sp>
        <p:nvSpPr>
          <p:cNvPr id="198" name="Google Shape;198;p36"/>
          <p:cNvSpPr txBox="1">
            <a:spLocks noGrp="1"/>
          </p:cNvSpPr>
          <p:nvPr>
            <p:ph type="subTitle" idx="1"/>
          </p:nvPr>
        </p:nvSpPr>
        <p:spPr>
          <a:xfrm>
            <a:off x="635500" y="1092900"/>
            <a:ext cx="7836900" cy="441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a:endParaRPr/>
          </a:p>
        </p:txBody>
      </p:sp>
      <p:sp>
        <p:nvSpPr>
          <p:cNvPr id="199" name="Google Shape;199;p36"/>
          <p:cNvSpPr>
            <a:spLocks noGrp="1"/>
          </p:cNvSpPr>
          <p:nvPr>
            <p:ph type="pic" idx="2"/>
          </p:nvPr>
        </p:nvSpPr>
        <p:spPr>
          <a:xfrm>
            <a:off x="4685900" y="1762300"/>
            <a:ext cx="4229400" cy="3152400"/>
          </a:xfrm>
          <a:prstGeom prst="rect">
            <a:avLst/>
          </a:prstGeom>
          <a:noFill/>
          <a:ln>
            <a:noFill/>
          </a:ln>
        </p:spPr>
      </p:sp>
      <p:sp>
        <p:nvSpPr>
          <p:cNvPr id="200" name="Google Shape;200;p36"/>
          <p:cNvSpPr/>
          <p:nvPr/>
        </p:nvSpPr>
        <p:spPr>
          <a:xfrm>
            <a:off x="228450" y="1762300"/>
            <a:ext cx="4229400" cy="3152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ubik"/>
              <a:ea typeface="Rubik"/>
              <a:cs typeface="Rubik"/>
              <a:sym typeface="Rubik"/>
            </a:endParaRPr>
          </a:p>
        </p:txBody>
      </p:sp>
      <p:sp>
        <p:nvSpPr>
          <p:cNvPr id="201" name="Google Shape;201;p36"/>
          <p:cNvSpPr txBox="1">
            <a:spLocks noGrp="1"/>
          </p:cNvSpPr>
          <p:nvPr>
            <p:ph type="body" idx="3"/>
          </p:nvPr>
        </p:nvSpPr>
        <p:spPr>
          <a:xfrm>
            <a:off x="456400" y="1983350"/>
            <a:ext cx="3780300" cy="2713200"/>
          </a:xfrm>
          <a:prstGeom prst="rect">
            <a:avLst/>
          </a:prstGeom>
        </p:spPr>
        <p:txBody>
          <a:bodyPr spcFirstLastPara="1" wrap="square" lIns="91425" tIns="91425" rIns="91425" bIns="91425" anchor="t" anchorCtr="0">
            <a:normAutofit/>
          </a:bodyPr>
          <a:lstStyle>
            <a:lvl1pPr marL="457200" lvl="0" indent="-314325">
              <a:spcBef>
                <a:spcPts val="0"/>
              </a:spcBef>
              <a:spcAft>
                <a:spcPts val="0"/>
              </a:spcAft>
              <a:buClr>
                <a:schemeClr val="lt2"/>
              </a:buClr>
              <a:buSzPts val="1350"/>
              <a:buChar char="●"/>
              <a:defRPr>
                <a:solidFill>
                  <a:schemeClr val="lt2"/>
                </a:solidFill>
              </a:defRPr>
            </a:lvl1pPr>
            <a:lvl2pPr marL="914400" lvl="1" indent="-314325">
              <a:spcBef>
                <a:spcPts val="0"/>
              </a:spcBef>
              <a:spcAft>
                <a:spcPts val="0"/>
              </a:spcAft>
              <a:buClr>
                <a:schemeClr val="lt2"/>
              </a:buClr>
              <a:buSzPts val="1350"/>
              <a:buChar char="○"/>
              <a:defRPr>
                <a:solidFill>
                  <a:schemeClr val="lt2"/>
                </a:solidFill>
              </a:defRPr>
            </a:lvl2pPr>
            <a:lvl3pPr marL="1371600" lvl="2" indent="-314325">
              <a:spcBef>
                <a:spcPts val="0"/>
              </a:spcBef>
              <a:spcAft>
                <a:spcPts val="0"/>
              </a:spcAft>
              <a:buClr>
                <a:schemeClr val="lt2"/>
              </a:buClr>
              <a:buSzPts val="1350"/>
              <a:buChar char="■"/>
              <a:defRPr>
                <a:solidFill>
                  <a:schemeClr val="lt2"/>
                </a:solidFill>
              </a:defRPr>
            </a:lvl3pPr>
            <a:lvl4pPr marL="1828800" lvl="3" indent="-314325">
              <a:spcBef>
                <a:spcPts val="0"/>
              </a:spcBef>
              <a:spcAft>
                <a:spcPts val="0"/>
              </a:spcAft>
              <a:buClr>
                <a:schemeClr val="lt2"/>
              </a:buClr>
              <a:buSzPts val="1350"/>
              <a:buChar char="●"/>
              <a:defRPr>
                <a:solidFill>
                  <a:schemeClr val="lt2"/>
                </a:solidFill>
              </a:defRPr>
            </a:lvl4pPr>
            <a:lvl5pPr marL="2286000" lvl="4" indent="-314325">
              <a:spcBef>
                <a:spcPts val="0"/>
              </a:spcBef>
              <a:spcAft>
                <a:spcPts val="0"/>
              </a:spcAft>
              <a:buClr>
                <a:schemeClr val="lt2"/>
              </a:buClr>
              <a:buSzPts val="1350"/>
              <a:buChar char="○"/>
              <a:defRPr>
                <a:solidFill>
                  <a:schemeClr val="lt2"/>
                </a:solidFill>
              </a:defRPr>
            </a:lvl5pPr>
            <a:lvl6pPr marL="2743200" lvl="5" indent="-314325">
              <a:spcBef>
                <a:spcPts val="0"/>
              </a:spcBef>
              <a:spcAft>
                <a:spcPts val="0"/>
              </a:spcAft>
              <a:buClr>
                <a:schemeClr val="lt2"/>
              </a:buClr>
              <a:buSzPts val="1350"/>
              <a:buChar char="■"/>
              <a:defRPr>
                <a:solidFill>
                  <a:schemeClr val="lt2"/>
                </a:solidFill>
              </a:defRPr>
            </a:lvl6pPr>
            <a:lvl7pPr marL="3200400" lvl="6" indent="-314325">
              <a:spcBef>
                <a:spcPts val="0"/>
              </a:spcBef>
              <a:spcAft>
                <a:spcPts val="0"/>
              </a:spcAft>
              <a:buClr>
                <a:schemeClr val="lt2"/>
              </a:buClr>
              <a:buSzPts val="1350"/>
              <a:buChar char="●"/>
              <a:defRPr>
                <a:solidFill>
                  <a:schemeClr val="lt2"/>
                </a:solidFill>
              </a:defRPr>
            </a:lvl7pPr>
            <a:lvl8pPr marL="3657600" lvl="7" indent="-314325">
              <a:spcBef>
                <a:spcPts val="0"/>
              </a:spcBef>
              <a:spcAft>
                <a:spcPts val="0"/>
              </a:spcAft>
              <a:buClr>
                <a:schemeClr val="lt2"/>
              </a:buClr>
              <a:buSzPts val="1350"/>
              <a:buChar char="○"/>
              <a:defRPr>
                <a:solidFill>
                  <a:schemeClr val="lt2"/>
                </a:solidFill>
              </a:defRPr>
            </a:lvl8pPr>
            <a:lvl9pPr marL="4114800" lvl="8" indent="-314325">
              <a:spcBef>
                <a:spcPts val="0"/>
              </a:spcBef>
              <a:spcAft>
                <a:spcPts val="0"/>
              </a:spcAft>
              <a:buClr>
                <a:schemeClr val="lt2"/>
              </a:buClr>
              <a:buSzPts val="1350"/>
              <a:buChar char="■"/>
              <a:defRPr>
                <a:solidFill>
                  <a:schemeClr val="lt2"/>
                </a:solidFill>
              </a:defRPr>
            </a:lvl9pPr>
          </a:lstStyle>
          <a:p>
            <a:endParaRPr/>
          </a:p>
        </p:txBody>
      </p:sp>
      <p:sp>
        <p:nvSpPr>
          <p:cNvPr id="202" name="Google Shape;202;p36"/>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three columns and image 1">
  <p:cSld name="CUSTOM_2">
    <p:bg>
      <p:bgPr>
        <a:solidFill>
          <a:schemeClr val="lt1"/>
        </a:solidFill>
        <a:effectLst/>
      </p:bgPr>
    </p:bg>
    <p:spTree>
      <p:nvGrpSpPr>
        <p:cNvPr id="1" name="Shape 203"/>
        <p:cNvGrpSpPr/>
        <p:nvPr/>
      </p:nvGrpSpPr>
      <p:grpSpPr>
        <a:xfrm>
          <a:off x="0" y="0"/>
          <a:ext cx="0" cy="0"/>
          <a:chOff x="0" y="0"/>
          <a:chExt cx="0" cy="0"/>
        </a:xfrm>
      </p:grpSpPr>
      <p:sp>
        <p:nvSpPr>
          <p:cNvPr id="204" name="Google Shape;204;p37"/>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ubik"/>
              <a:ea typeface="Rubik"/>
              <a:cs typeface="Rubik"/>
              <a:sym typeface="Rubik"/>
            </a:endParaRPr>
          </a:p>
        </p:txBody>
      </p:sp>
      <p:sp>
        <p:nvSpPr>
          <p:cNvPr id="205" name="Google Shape;205;p37"/>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
        <p:nvSpPr>
          <p:cNvPr id="206" name="Google Shape;206;p37"/>
          <p:cNvSpPr/>
          <p:nvPr/>
        </p:nvSpPr>
        <p:spPr>
          <a:xfrm>
            <a:off x="228600" y="1322475"/>
            <a:ext cx="2768700" cy="45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Young Serif"/>
              <a:ea typeface="Young Serif"/>
              <a:cs typeface="Young Serif"/>
              <a:sym typeface="Young Serif"/>
            </a:endParaRPr>
          </a:p>
        </p:txBody>
      </p:sp>
      <p:sp>
        <p:nvSpPr>
          <p:cNvPr id="207" name="Google Shape;207;p37"/>
          <p:cNvSpPr txBox="1">
            <a:spLocks noGrp="1"/>
          </p:cNvSpPr>
          <p:nvPr>
            <p:ph type="subTitle" idx="1"/>
          </p:nvPr>
        </p:nvSpPr>
        <p:spPr>
          <a:xfrm>
            <a:off x="228600" y="1322450"/>
            <a:ext cx="2768700" cy="450900"/>
          </a:xfrm>
          <a:prstGeom prst="rect">
            <a:avLst/>
          </a:prstGeom>
        </p:spPr>
        <p:txBody>
          <a:bodyPr spcFirstLastPara="1" wrap="square" lIns="171450" tIns="91425" rIns="91425" bIns="91425" anchor="ctr" anchorCtr="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a:endParaRPr/>
          </a:p>
        </p:txBody>
      </p:sp>
      <p:sp>
        <p:nvSpPr>
          <p:cNvPr id="208" name="Google Shape;208;p37"/>
          <p:cNvSpPr>
            <a:spLocks noGrp="1"/>
          </p:cNvSpPr>
          <p:nvPr>
            <p:ph type="pic" idx="2"/>
          </p:nvPr>
        </p:nvSpPr>
        <p:spPr>
          <a:xfrm>
            <a:off x="228600" y="3062975"/>
            <a:ext cx="8686800" cy="1851900"/>
          </a:xfrm>
          <a:prstGeom prst="rect">
            <a:avLst/>
          </a:prstGeom>
          <a:noFill/>
          <a:ln>
            <a:noFill/>
          </a:ln>
        </p:spPr>
      </p:sp>
      <p:sp>
        <p:nvSpPr>
          <p:cNvPr id="209" name="Google Shape;209;p37"/>
          <p:cNvSpPr/>
          <p:nvPr/>
        </p:nvSpPr>
        <p:spPr>
          <a:xfrm>
            <a:off x="228600" y="1756113"/>
            <a:ext cx="2768700" cy="1086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000">
              <a:solidFill>
                <a:srgbClr val="FFFFFF"/>
              </a:solidFill>
              <a:latin typeface="Rubik"/>
              <a:ea typeface="Rubik"/>
              <a:cs typeface="Rubik"/>
              <a:sym typeface="Rubik"/>
            </a:endParaRPr>
          </a:p>
        </p:txBody>
      </p:sp>
      <p:sp>
        <p:nvSpPr>
          <p:cNvPr id="210" name="Google Shape;210;p37"/>
          <p:cNvSpPr txBox="1">
            <a:spLocks noGrp="1"/>
          </p:cNvSpPr>
          <p:nvPr>
            <p:ph type="body" idx="3"/>
          </p:nvPr>
        </p:nvSpPr>
        <p:spPr>
          <a:xfrm>
            <a:off x="228600" y="1809225"/>
            <a:ext cx="2768700" cy="979800"/>
          </a:xfrm>
          <a:prstGeom prst="rect">
            <a:avLst/>
          </a:prstGeom>
        </p:spPr>
        <p:txBody>
          <a:bodyPr spcFirstLastPara="1" wrap="square" lIns="114300" tIns="91425" rIns="91425" bIns="91425" anchor="t" anchorCtr="0">
            <a:norm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211" name="Google Shape;211;p37"/>
          <p:cNvSpPr/>
          <p:nvPr/>
        </p:nvSpPr>
        <p:spPr>
          <a:xfrm>
            <a:off x="3187650" y="1322450"/>
            <a:ext cx="2768700" cy="1527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latin typeface="Young Serif"/>
              <a:ea typeface="Young Serif"/>
              <a:cs typeface="Young Serif"/>
              <a:sym typeface="Young Serif"/>
            </a:endParaRPr>
          </a:p>
        </p:txBody>
      </p:sp>
      <p:sp>
        <p:nvSpPr>
          <p:cNvPr id="212" name="Google Shape;212;p37"/>
          <p:cNvSpPr/>
          <p:nvPr/>
        </p:nvSpPr>
        <p:spPr>
          <a:xfrm>
            <a:off x="6146700" y="1322450"/>
            <a:ext cx="2768700" cy="1527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latin typeface="Young Serif"/>
              <a:ea typeface="Young Serif"/>
              <a:cs typeface="Young Serif"/>
              <a:sym typeface="Young Serif"/>
            </a:endParaRPr>
          </a:p>
        </p:txBody>
      </p:sp>
      <p:sp>
        <p:nvSpPr>
          <p:cNvPr id="213" name="Google Shape;213;p37"/>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three columns and image 2">
  <p:cSld name="CUSTOM_2_1">
    <p:bg>
      <p:bgPr>
        <a:solidFill>
          <a:schemeClr val="lt1"/>
        </a:solidFill>
        <a:effectLst/>
      </p:bgPr>
    </p:bg>
    <p:spTree>
      <p:nvGrpSpPr>
        <p:cNvPr id="1" name="Shape 214"/>
        <p:cNvGrpSpPr/>
        <p:nvPr/>
      </p:nvGrpSpPr>
      <p:grpSpPr>
        <a:xfrm>
          <a:off x="0" y="0"/>
          <a:ext cx="0" cy="0"/>
          <a:chOff x="0" y="0"/>
          <a:chExt cx="0" cy="0"/>
        </a:xfrm>
      </p:grpSpPr>
      <p:sp>
        <p:nvSpPr>
          <p:cNvPr id="215" name="Google Shape;215;p38"/>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ubik"/>
              <a:ea typeface="Rubik"/>
              <a:cs typeface="Rubik"/>
              <a:sym typeface="Rubik"/>
            </a:endParaRPr>
          </a:p>
        </p:txBody>
      </p:sp>
      <p:sp>
        <p:nvSpPr>
          <p:cNvPr id="216" name="Google Shape;216;p38"/>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
        <p:nvSpPr>
          <p:cNvPr id="217" name="Google Shape;217;p38"/>
          <p:cNvSpPr>
            <a:spLocks noGrp="1"/>
          </p:cNvSpPr>
          <p:nvPr>
            <p:ph type="pic" idx="2"/>
          </p:nvPr>
        </p:nvSpPr>
        <p:spPr>
          <a:xfrm>
            <a:off x="228600" y="3062975"/>
            <a:ext cx="8686800" cy="1851900"/>
          </a:xfrm>
          <a:prstGeom prst="rect">
            <a:avLst/>
          </a:prstGeom>
          <a:noFill/>
          <a:ln>
            <a:noFill/>
          </a:ln>
        </p:spPr>
      </p:sp>
      <p:sp>
        <p:nvSpPr>
          <p:cNvPr id="218" name="Google Shape;218;p38"/>
          <p:cNvSpPr/>
          <p:nvPr/>
        </p:nvSpPr>
        <p:spPr>
          <a:xfrm>
            <a:off x="6146700" y="1322450"/>
            <a:ext cx="2768700" cy="1527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latin typeface="Young Serif"/>
              <a:ea typeface="Young Serif"/>
              <a:cs typeface="Young Serif"/>
              <a:sym typeface="Young Serif"/>
            </a:endParaRPr>
          </a:p>
        </p:txBody>
      </p:sp>
      <p:sp>
        <p:nvSpPr>
          <p:cNvPr id="219" name="Google Shape;219;p38"/>
          <p:cNvSpPr/>
          <p:nvPr/>
        </p:nvSpPr>
        <p:spPr>
          <a:xfrm>
            <a:off x="228600" y="1322476"/>
            <a:ext cx="2768700" cy="1527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latin typeface="Young Serif"/>
              <a:ea typeface="Young Serif"/>
              <a:cs typeface="Young Serif"/>
              <a:sym typeface="Young Serif"/>
            </a:endParaRPr>
          </a:p>
        </p:txBody>
      </p:sp>
      <p:sp>
        <p:nvSpPr>
          <p:cNvPr id="220" name="Google Shape;220;p38"/>
          <p:cNvSpPr/>
          <p:nvPr/>
        </p:nvSpPr>
        <p:spPr>
          <a:xfrm>
            <a:off x="3187650" y="1322475"/>
            <a:ext cx="2768700" cy="45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Young Serif"/>
              <a:ea typeface="Young Serif"/>
              <a:cs typeface="Young Serif"/>
              <a:sym typeface="Young Serif"/>
            </a:endParaRPr>
          </a:p>
        </p:txBody>
      </p:sp>
      <p:sp>
        <p:nvSpPr>
          <p:cNvPr id="221" name="Google Shape;221;p38"/>
          <p:cNvSpPr txBox="1">
            <a:spLocks noGrp="1"/>
          </p:cNvSpPr>
          <p:nvPr>
            <p:ph type="subTitle" idx="1"/>
          </p:nvPr>
        </p:nvSpPr>
        <p:spPr>
          <a:xfrm>
            <a:off x="3187650" y="1322450"/>
            <a:ext cx="2768700" cy="450900"/>
          </a:xfrm>
          <a:prstGeom prst="rect">
            <a:avLst/>
          </a:prstGeom>
        </p:spPr>
        <p:txBody>
          <a:bodyPr spcFirstLastPara="1" wrap="square" lIns="171450" tIns="91425" rIns="91425" bIns="91425" anchor="ctr" anchorCtr="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a:endParaRPr/>
          </a:p>
        </p:txBody>
      </p:sp>
      <p:sp>
        <p:nvSpPr>
          <p:cNvPr id="222" name="Google Shape;222;p38"/>
          <p:cNvSpPr/>
          <p:nvPr/>
        </p:nvSpPr>
        <p:spPr>
          <a:xfrm>
            <a:off x="3187650" y="1756113"/>
            <a:ext cx="2768700" cy="1086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000">
              <a:solidFill>
                <a:srgbClr val="FFFFFF"/>
              </a:solidFill>
              <a:latin typeface="Rubik"/>
              <a:ea typeface="Rubik"/>
              <a:cs typeface="Rubik"/>
              <a:sym typeface="Rubik"/>
            </a:endParaRPr>
          </a:p>
        </p:txBody>
      </p:sp>
      <p:sp>
        <p:nvSpPr>
          <p:cNvPr id="223" name="Google Shape;223;p38"/>
          <p:cNvSpPr txBox="1">
            <a:spLocks noGrp="1"/>
          </p:cNvSpPr>
          <p:nvPr>
            <p:ph type="body" idx="3"/>
          </p:nvPr>
        </p:nvSpPr>
        <p:spPr>
          <a:xfrm>
            <a:off x="3187650" y="1809225"/>
            <a:ext cx="2768700" cy="979800"/>
          </a:xfrm>
          <a:prstGeom prst="rect">
            <a:avLst/>
          </a:prstGeom>
        </p:spPr>
        <p:txBody>
          <a:bodyPr spcFirstLastPara="1" wrap="square" lIns="114300" tIns="91425" rIns="91425" bIns="91425" anchor="t" anchorCtr="0">
            <a:norm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224" name="Google Shape;224;p38"/>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three columns and image 3">
  <p:cSld name="CUSTOM_2_1_1">
    <p:bg>
      <p:bgPr>
        <a:solidFill>
          <a:schemeClr val="lt1"/>
        </a:solidFill>
        <a:effectLst/>
      </p:bgPr>
    </p:bg>
    <p:spTree>
      <p:nvGrpSpPr>
        <p:cNvPr id="1" name="Shape 225"/>
        <p:cNvGrpSpPr/>
        <p:nvPr/>
      </p:nvGrpSpPr>
      <p:grpSpPr>
        <a:xfrm>
          <a:off x="0" y="0"/>
          <a:ext cx="0" cy="0"/>
          <a:chOff x="0" y="0"/>
          <a:chExt cx="0" cy="0"/>
        </a:xfrm>
      </p:grpSpPr>
      <p:sp>
        <p:nvSpPr>
          <p:cNvPr id="226" name="Google Shape;226;p39"/>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ubik"/>
              <a:ea typeface="Rubik"/>
              <a:cs typeface="Rubik"/>
              <a:sym typeface="Rubik"/>
            </a:endParaRPr>
          </a:p>
        </p:txBody>
      </p:sp>
      <p:sp>
        <p:nvSpPr>
          <p:cNvPr id="227" name="Google Shape;227;p39"/>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
        <p:nvSpPr>
          <p:cNvPr id="228" name="Google Shape;228;p39"/>
          <p:cNvSpPr>
            <a:spLocks noGrp="1"/>
          </p:cNvSpPr>
          <p:nvPr>
            <p:ph type="pic" idx="2"/>
          </p:nvPr>
        </p:nvSpPr>
        <p:spPr>
          <a:xfrm>
            <a:off x="228600" y="3062975"/>
            <a:ext cx="8686800" cy="1851900"/>
          </a:xfrm>
          <a:prstGeom prst="rect">
            <a:avLst/>
          </a:prstGeom>
          <a:noFill/>
          <a:ln>
            <a:noFill/>
          </a:ln>
        </p:spPr>
      </p:sp>
      <p:sp>
        <p:nvSpPr>
          <p:cNvPr id="229" name="Google Shape;229;p39"/>
          <p:cNvSpPr/>
          <p:nvPr/>
        </p:nvSpPr>
        <p:spPr>
          <a:xfrm>
            <a:off x="228600" y="1322476"/>
            <a:ext cx="2768700" cy="1527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latin typeface="Young Serif"/>
              <a:ea typeface="Young Serif"/>
              <a:cs typeface="Young Serif"/>
              <a:sym typeface="Young Serif"/>
            </a:endParaRPr>
          </a:p>
        </p:txBody>
      </p:sp>
      <p:sp>
        <p:nvSpPr>
          <p:cNvPr id="230" name="Google Shape;230;p39"/>
          <p:cNvSpPr/>
          <p:nvPr/>
        </p:nvSpPr>
        <p:spPr>
          <a:xfrm>
            <a:off x="3187650" y="1322450"/>
            <a:ext cx="2768700" cy="1527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2"/>
              </a:solidFill>
              <a:latin typeface="Young Serif"/>
              <a:ea typeface="Young Serif"/>
              <a:cs typeface="Young Serif"/>
              <a:sym typeface="Young Serif"/>
            </a:endParaRPr>
          </a:p>
        </p:txBody>
      </p:sp>
      <p:sp>
        <p:nvSpPr>
          <p:cNvPr id="231" name="Google Shape;231;p39"/>
          <p:cNvSpPr/>
          <p:nvPr/>
        </p:nvSpPr>
        <p:spPr>
          <a:xfrm>
            <a:off x="6146700" y="1322475"/>
            <a:ext cx="2768700" cy="45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Young Serif"/>
              <a:ea typeface="Young Serif"/>
              <a:cs typeface="Young Serif"/>
              <a:sym typeface="Young Serif"/>
            </a:endParaRPr>
          </a:p>
        </p:txBody>
      </p:sp>
      <p:sp>
        <p:nvSpPr>
          <p:cNvPr id="232" name="Google Shape;232;p39"/>
          <p:cNvSpPr txBox="1">
            <a:spLocks noGrp="1"/>
          </p:cNvSpPr>
          <p:nvPr>
            <p:ph type="subTitle" idx="1"/>
          </p:nvPr>
        </p:nvSpPr>
        <p:spPr>
          <a:xfrm>
            <a:off x="6146700" y="1322450"/>
            <a:ext cx="2768700" cy="450900"/>
          </a:xfrm>
          <a:prstGeom prst="rect">
            <a:avLst/>
          </a:prstGeom>
        </p:spPr>
        <p:txBody>
          <a:bodyPr spcFirstLastPara="1" wrap="square" lIns="171450" tIns="91425" rIns="91425" bIns="91425" anchor="ctr" anchorCtr="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a:endParaRPr/>
          </a:p>
        </p:txBody>
      </p:sp>
      <p:sp>
        <p:nvSpPr>
          <p:cNvPr id="233" name="Google Shape;233;p39"/>
          <p:cNvSpPr/>
          <p:nvPr/>
        </p:nvSpPr>
        <p:spPr>
          <a:xfrm>
            <a:off x="6146700" y="1756113"/>
            <a:ext cx="2768700" cy="1086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000">
              <a:solidFill>
                <a:srgbClr val="FFFFFF"/>
              </a:solidFill>
              <a:latin typeface="Rubik"/>
              <a:ea typeface="Rubik"/>
              <a:cs typeface="Rubik"/>
              <a:sym typeface="Rubik"/>
            </a:endParaRPr>
          </a:p>
        </p:txBody>
      </p:sp>
      <p:sp>
        <p:nvSpPr>
          <p:cNvPr id="234" name="Google Shape;234;p39"/>
          <p:cNvSpPr txBox="1">
            <a:spLocks noGrp="1"/>
          </p:cNvSpPr>
          <p:nvPr>
            <p:ph type="body" idx="3"/>
          </p:nvPr>
        </p:nvSpPr>
        <p:spPr>
          <a:xfrm>
            <a:off x="6146700" y="1809225"/>
            <a:ext cx="2768700" cy="979800"/>
          </a:xfrm>
          <a:prstGeom prst="rect">
            <a:avLst/>
          </a:prstGeom>
        </p:spPr>
        <p:txBody>
          <a:bodyPr spcFirstLastPara="1" wrap="square" lIns="114300" tIns="91425" rIns="91425" bIns="91425" anchor="t" anchorCtr="0">
            <a:norm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235" name="Google Shape;235;p39"/>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three columns and image 4">
  <p:cSld name="CUSTOM_2_1_1_1">
    <p:bg>
      <p:bgPr>
        <a:solidFill>
          <a:schemeClr val="lt1"/>
        </a:solidFill>
        <a:effectLst/>
      </p:bgPr>
    </p:bg>
    <p:spTree>
      <p:nvGrpSpPr>
        <p:cNvPr id="1" name="Shape 236"/>
        <p:cNvGrpSpPr/>
        <p:nvPr/>
      </p:nvGrpSpPr>
      <p:grpSpPr>
        <a:xfrm>
          <a:off x="0" y="0"/>
          <a:ext cx="0" cy="0"/>
          <a:chOff x="0" y="0"/>
          <a:chExt cx="0" cy="0"/>
        </a:xfrm>
      </p:grpSpPr>
      <p:sp>
        <p:nvSpPr>
          <p:cNvPr id="237" name="Google Shape;237;p40"/>
          <p:cNvSpPr/>
          <p:nvPr/>
        </p:nvSpPr>
        <p:spPr>
          <a:xfrm>
            <a:off x="228475" y="228600"/>
            <a:ext cx="8686800" cy="86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ubik"/>
              <a:ea typeface="Rubik"/>
              <a:cs typeface="Rubik"/>
              <a:sym typeface="Rubik"/>
            </a:endParaRPr>
          </a:p>
        </p:txBody>
      </p:sp>
      <p:sp>
        <p:nvSpPr>
          <p:cNvPr id="238" name="Google Shape;238;p40"/>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a:endParaRPr/>
          </a:p>
        </p:txBody>
      </p:sp>
      <p:sp>
        <p:nvSpPr>
          <p:cNvPr id="239" name="Google Shape;239;p40"/>
          <p:cNvSpPr>
            <a:spLocks noGrp="1"/>
          </p:cNvSpPr>
          <p:nvPr>
            <p:ph type="pic" idx="2"/>
          </p:nvPr>
        </p:nvSpPr>
        <p:spPr>
          <a:xfrm>
            <a:off x="228600" y="3062975"/>
            <a:ext cx="8686800" cy="1851900"/>
          </a:xfrm>
          <a:prstGeom prst="rect">
            <a:avLst/>
          </a:prstGeom>
          <a:noFill/>
          <a:ln>
            <a:noFill/>
          </a:ln>
        </p:spPr>
      </p:sp>
      <p:sp>
        <p:nvSpPr>
          <p:cNvPr id="240" name="Google Shape;240;p40"/>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241" name="Google Shape;241;p40"/>
          <p:cNvSpPr/>
          <p:nvPr/>
        </p:nvSpPr>
        <p:spPr>
          <a:xfrm>
            <a:off x="228600" y="1322475"/>
            <a:ext cx="2768700" cy="45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Young Serif"/>
              <a:ea typeface="Young Serif"/>
              <a:cs typeface="Young Serif"/>
              <a:sym typeface="Young Serif"/>
            </a:endParaRPr>
          </a:p>
        </p:txBody>
      </p:sp>
      <p:sp>
        <p:nvSpPr>
          <p:cNvPr id="242" name="Google Shape;242;p40"/>
          <p:cNvSpPr txBox="1">
            <a:spLocks noGrp="1"/>
          </p:cNvSpPr>
          <p:nvPr>
            <p:ph type="subTitle" idx="1"/>
          </p:nvPr>
        </p:nvSpPr>
        <p:spPr>
          <a:xfrm>
            <a:off x="228600" y="1322450"/>
            <a:ext cx="2768700" cy="450900"/>
          </a:xfrm>
          <a:prstGeom prst="rect">
            <a:avLst/>
          </a:prstGeom>
        </p:spPr>
        <p:txBody>
          <a:bodyPr spcFirstLastPara="1" wrap="square" lIns="171450" tIns="91425" rIns="91425" bIns="91425" anchor="ctr" anchorCtr="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a:endParaRPr/>
          </a:p>
        </p:txBody>
      </p:sp>
      <p:sp>
        <p:nvSpPr>
          <p:cNvPr id="243" name="Google Shape;243;p40"/>
          <p:cNvSpPr/>
          <p:nvPr/>
        </p:nvSpPr>
        <p:spPr>
          <a:xfrm>
            <a:off x="228600" y="1756113"/>
            <a:ext cx="2768700" cy="1086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000">
              <a:solidFill>
                <a:srgbClr val="FFFFFF"/>
              </a:solidFill>
              <a:latin typeface="Rubik"/>
              <a:ea typeface="Rubik"/>
              <a:cs typeface="Rubik"/>
              <a:sym typeface="Rubik"/>
            </a:endParaRPr>
          </a:p>
        </p:txBody>
      </p:sp>
      <p:sp>
        <p:nvSpPr>
          <p:cNvPr id="244" name="Google Shape;244;p40"/>
          <p:cNvSpPr txBox="1">
            <a:spLocks noGrp="1"/>
          </p:cNvSpPr>
          <p:nvPr>
            <p:ph type="body" idx="3"/>
          </p:nvPr>
        </p:nvSpPr>
        <p:spPr>
          <a:xfrm>
            <a:off x="228600" y="1809225"/>
            <a:ext cx="2768700" cy="979800"/>
          </a:xfrm>
          <a:prstGeom prst="rect">
            <a:avLst/>
          </a:prstGeom>
        </p:spPr>
        <p:txBody>
          <a:bodyPr spcFirstLastPara="1" wrap="square" lIns="114300" tIns="91425" rIns="91425" bIns="91425" anchor="t" anchorCtr="0">
            <a:norm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245" name="Google Shape;245;p40"/>
          <p:cNvSpPr/>
          <p:nvPr/>
        </p:nvSpPr>
        <p:spPr>
          <a:xfrm>
            <a:off x="3187650" y="1322475"/>
            <a:ext cx="2768700" cy="45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Young Serif"/>
              <a:ea typeface="Young Serif"/>
              <a:cs typeface="Young Serif"/>
              <a:sym typeface="Young Serif"/>
            </a:endParaRPr>
          </a:p>
        </p:txBody>
      </p:sp>
      <p:sp>
        <p:nvSpPr>
          <p:cNvPr id="246" name="Google Shape;246;p40"/>
          <p:cNvSpPr txBox="1">
            <a:spLocks noGrp="1"/>
          </p:cNvSpPr>
          <p:nvPr>
            <p:ph type="subTitle" idx="4"/>
          </p:nvPr>
        </p:nvSpPr>
        <p:spPr>
          <a:xfrm>
            <a:off x="3187650" y="1322450"/>
            <a:ext cx="2768700" cy="450900"/>
          </a:xfrm>
          <a:prstGeom prst="rect">
            <a:avLst/>
          </a:prstGeom>
        </p:spPr>
        <p:txBody>
          <a:bodyPr spcFirstLastPara="1" wrap="square" lIns="171450" tIns="91425" rIns="91425" bIns="91425" anchor="ctr" anchorCtr="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a:endParaRPr/>
          </a:p>
        </p:txBody>
      </p:sp>
      <p:sp>
        <p:nvSpPr>
          <p:cNvPr id="247" name="Google Shape;247;p40"/>
          <p:cNvSpPr/>
          <p:nvPr/>
        </p:nvSpPr>
        <p:spPr>
          <a:xfrm>
            <a:off x="3187650" y="1756113"/>
            <a:ext cx="2768700" cy="1086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000">
              <a:solidFill>
                <a:srgbClr val="FFFFFF"/>
              </a:solidFill>
              <a:latin typeface="Rubik"/>
              <a:ea typeface="Rubik"/>
              <a:cs typeface="Rubik"/>
              <a:sym typeface="Rubik"/>
            </a:endParaRPr>
          </a:p>
        </p:txBody>
      </p:sp>
      <p:sp>
        <p:nvSpPr>
          <p:cNvPr id="248" name="Google Shape;248;p40"/>
          <p:cNvSpPr txBox="1">
            <a:spLocks noGrp="1"/>
          </p:cNvSpPr>
          <p:nvPr>
            <p:ph type="body" idx="5"/>
          </p:nvPr>
        </p:nvSpPr>
        <p:spPr>
          <a:xfrm>
            <a:off x="3187650" y="1809225"/>
            <a:ext cx="2768700" cy="979800"/>
          </a:xfrm>
          <a:prstGeom prst="rect">
            <a:avLst/>
          </a:prstGeom>
        </p:spPr>
        <p:txBody>
          <a:bodyPr spcFirstLastPara="1" wrap="square" lIns="114300" tIns="91425" rIns="91425" bIns="91425" anchor="t" anchorCtr="0">
            <a:norm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249" name="Google Shape;249;p40"/>
          <p:cNvSpPr/>
          <p:nvPr/>
        </p:nvSpPr>
        <p:spPr>
          <a:xfrm>
            <a:off x="6146700" y="1322475"/>
            <a:ext cx="2768700" cy="450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Young Serif"/>
              <a:ea typeface="Young Serif"/>
              <a:cs typeface="Young Serif"/>
              <a:sym typeface="Young Serif"/>
            </a:endParaRPr>
          </a:p>
        </p:txBody>
      </p:sp>
      <p:sp>
        <p:nvSpPr>
          <p:cNvPr id="250" name="Google Shape;250;p40"/>
          <p:cNvSpPr txBox="1">
            <a:spLocks noGrp="1"/>
          </p:cNvSpPr>
          <p:nvPr>
            <p:ph type="subTitle" idx="6"/>
          </p:nvPr>
        </p:nvSpPr>
        <p:spPr>
          <a:xfrm>
            <a:off x="6146700" y="1322450"/>
            <a:ext cx="2768700" cy="450900"/>
          </a:xfrm>
          <a:prstGeom prst="rect">
            <a:avLst/>
          </a:prstGeom>
        </p:spPr>
        <p:txBody>
          <a:bodyPr spcFirstLastPara="1" wrap="square" lIns="171450" tIns="91425" rIns="91425" bIns="91425" anchor="ctr" anchorCtr="0">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a:endParaRPr/>
          </a:p>
        </p:txBody>
      </p:sp>
      <p:sp>
        <p:nvSpPr>
          <p:cNvPr id="251" name="Google Shape;251;p40"/>
          <p:cNvSpPr/>
          <p:nvPr/>
        </p:nvSpPr>
        <p:spPr>
          <a:xfrm>
            <a:off x="6146700" y="1756113"/>
            <a:ext cx="2768700" cy="1086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000">
              <a:solidFill>
                <a:srgbClr val="FFFFFF"/>
              </a:solidFill>
              <a:latin typeface="Rubik"/>
              <a:ea typeface="Rubik"/>
              <a:cs typeface="Rubik"/>
              <a:sym typeface="Rubik"/>
            </a:endParaRPr>
          </a:p>
        </p:txBody>
      </p:sp>
      <p:sp>
        <p:nvSpPr>
          <p:cNvPr id="252" name="Google Shape;252;p40"/>
          <p:cNvSpPr txBox="1">
            <a:spLocks noGrp="1"/>
          </p:cNvSpPr>
          <p:nvPr>
            <p:ph type="body" idx="7"/>
          </p:nvPr>
        </p:nvSpPr>
        <p:spPr>
          <a:xfrm>
            <a:off x="6146700" y="1809225"/>
            <a:ext cx="2768700" cy="979800"/>
          </a:xfrm>
          <a:prstGeom prst="rect">
            <a:avLst/>
          </a:prstGeom>
        </p:spPr>
        <p:txBody>
          <a:bodyPr spcFirstLastPara="1" wrap="square" lIns="114300" tIns="91425" rIns="91425" bIns="91425" anchor="t" anchorCtr="0">
            <a:norm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Divider">
  <p:cSld name="CUSTOM_3">
    <p:bg>
      <p:bgPr>
        <a:solidFill>
          <a:schemeClr val="dk2"/>
        </a:solidFill>
        <a:effectLst/>
      </p:bgPr>
    </p:bg>
    <p:spTree>
      <p:nvGrpSpPr>
        <p:cNvPr id="1" name="Shape 253"/>
        <p:cNvGrpSpPr/>
        <p:nvPr/>
      </p:nvGrpSpPr>
      <p:grpSpPr>
        <a:xfrm>
          <a:off x="0" y="0"/>
          <a:ext cx="0" cy="0"/>
          <a:chOff x="0" y="0"/>
          <a:chExt cx="0" cy="0"/>
        </a:xfrm>
      </p:grpSpPr>
      <p:sp>
        <p:nvSpPr>
          <p:cNvPr id="254" name="Google Shape;254;p41"/>
          <p:cNvSpPr/>
          <p:nvPr/>
        </p:nvSpPr>
        <p:spPr>
          <a:xfrm>
            <a:off x="228600" y="228600"/>
            <a:ext cx="8686800" cy="4686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accent3"/>
              </a:buClr>
              <a:buSzPts val="1100"/>
              <a:buNone/>
            </a:pPr>
            <a:endParaRPr sz="5600">
              <a:solidFill>
                <a:schemeClr val="lt2"/>
              </a:solidFill>
              <a:latin typeface="Young Serif"/>
              <a:ea typeface="Young Serif"/>
              <a:cs typeface="Young Serif"/>
              <a:sym typeface="Young Serif"/>
            </a:endParaRPr>
          </a:p>
        </p:txBody>
      </p:sp>
      <p:sp>
        <p:nvSpPr>
          <p:cNvPr id="255" name="Google Shape;255;p41"/>
          <p:cNvSpPr txBox="1">
            <a:spLocks noGrp="1"/>
          </p:cNvSpPr>
          <p:nvPr>
            <p:ph type="title"/>
          </p:nvPr>
        </p:nvSpPr>
        <p:spPr>
          <a:xfrm>
            <a:off x="1248900" y="1777350"/>
            <a:ext cx="6646200" cy="1588800"/>
          </a:xfrm>
          <a:prstGeom prst="rect">
            <a:avLst/>
          </a:prstGeom>
        </p:spPr>
        <p:txBody>
          <a:bodyPr spcFirstLastPara="1" wrap="square" lIns="91425" tIns="91425" rIns="91425" bIns="91425" anchor="ctr" anchorCtr="0">
            <a:normAutofit/>
          </a:bodyPr>
          <a:lstStyle>
            <a:lvl1pPr lvl="0" algn="ctr">
              <a:lnSpc>
                <a:spcPct val="90000"/>
              </a:lnSpc>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4000"/>
              <a:buNone/>
              <a:defRPr>
                <a:solidFill>
                  <a:schemeClr val="dk2"/>
                </a:solidFill>
              </a:defRPr>
            </a:lvl2pPr>
            <a:lvl3pPr lvl="2">
              <a:spcBef>
                <a:spcPts val="0"/>
              </a:spcBef>
              <a:spcAft>
                <a:spcPts val="0"/>
              </a:spcAft>
              <a:buClr>
                <a:schemeClr val="dk2"/>
              </a:buClr>
              <a:buSzPts val="4000"/>
              <a:buNone/>
              <a:defRPr>
                <a:solidFill>
                  <a:schemeClr val="dk2"/>
                </a:solidFill>
              </a:defRPr>
            </a:lvl3pPr>
            <a:lvl4pPr lvl="3">
              <a:spcBef>
                <a:spcPts val="0"/>
              </a:spcBef>
              <a:spcAft>
                <a:spcPts val="0"/>
              </a:spcAft>
              <a:buClr>
                <a:schemeClr val="dk2"/>
              </a:buClr>
              <a:buSzPts val="4000"/>
              <a:buNone/>
              <a:defRPr>
                <a:solidFill>
                  <a:schemeClr val="dk2"/>
                </a:solidFill>
              </a:defRPr>
            </a:lvl4pPr>
            <a:lvl5pPr lvl="4">
              <a:spcBef>
                <a:spcPts val="0"/>
              </a:spcBef>
              <a:spcAft>
                <a:spcPts val="0"/>
              </a:spcAft>
              <a:buClr>
                <a:schemeClr val="dk2"/>
              </a:buClr>
              <a:buSzPts val="4000"/>
              <a:buNone/>
              <a:defRPr>
                <a:solidFill>
                  <a:schemeClr val="dk2"/>
                </a:solidFill>
              </a:defRPr>
            </a:lvl5pPr>
            <a:lvl6pPr lvl="5">
              <a:spcBef>
                <a:spcPts val="0"/>
              </a:spcBef>
              <a:spcAft>
                <a:spcPts val="0"/>
              </a:spcAft>
              <a:buClr>
                <a:schemeClr val="dk2"/>
              </a:buClr>
              <a:buSzPts val="4000"/>
              <a:buNone/>
              <a:defRPr>
                <a:solidFill>
                  <a:schemeClr val="dk2"/>
                </a:solidFill>
              </a:defRPr>
            </a:lvl6pPr>
            <a:lvl7pPr lvl="6">
              <a:spcBef>
                <a:spcPts val="0"/>
              </a:spcBef>
              <a:spcAft>
                <a:spcPts val="0"/>
              </a:spcAft>
              <a:buClr>
                <a:schemeClr val="dk2"/>
              </a:buClr>
              <a:buSzPts val="4000"/>
              <a:buNone/>
              <a:defRPr>
                <a:solidFill>
                  <a:schemeClr val="dk2"/>
                </a:solidFill>
              </a:defRPr>
            </a:lvl7pPr>
            <a:lvl8pPr lvl="7">
              <a:spcBef>
                <a:spcPts val="0"/>
              </a:spcBef>
              <a:spcAft>
                <a:spcPts val="0"/>
              </a:spcAft>
              <a:buClr>
                <a:schemeClr val="dk2"/>
              </a:buClr>
              <a:buSzPts val="4000"/>
              <a:buNone/>
              <a:defRPr>
                <a:solidFill>
                  <a:schemeClr val="dk2"/>
                </a:solidFill>
              </a:defRPr>
            </a:lvl8pPr>
            <a:lvl9pPr lvl="8">
              <a:spcBef>
                <a:spcPts val="0"/>
              </a:spcBef>
              <a:spcAft>
                <a:spcPts val="0"/>
              </a:spcAft>
              <a:buClr>
                <a:schemeClr val="dk2"/>
              </a:buClr>
              <a:buSzPts val="4000"/>
              <a:buNone/>
              <a:defRPr>
                <a:solidFill>
                  <a:schemeClr val="dk2"/>
                </a:solidFill>
              </a:defRPr>
            </a:lvl9pPr>
          </a:lstStyle>
          <a:p>
            <a:endParaRPr/>
          </a:p>
        </p:txBody>
      </p:sp>
      <p:sp>
        <p:nvSpPr>
          <p:cNvPr id="256" name="Google Shape;256;p41"/>
          <p:cNvSpPr txBox="1">
            <a:spLocks noGrp="1"/>
          </p:cNvSpPr>
          <p:nvPr>
            <p:ph type="sldNum" idx="12"/>
          </p:nvPr>
        </p:nvSpPr>
        <p:spPr>
          <a:xfrm>
            <a:off x="8595308" y="4749892"/>
            <a:ext cx="548700" cy="393600"/>
          </a:xfrm>
          <a:prstGeom prst="rect">
            <a:avLst/>
          </a:prstGeom>
        </p:spPr>
        <p:txBody>
          <a:bodyPr spcFirstLastPara="1" wrap="square" lIns="91425" tIns="91425" rIns="91425" bIns="91425" anchor="ctr" anchorCtr="0">
            <a:norm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p:cSld name="CUSTOM_4">
    <p:spTree>
      <p:nvGrpSpPr>
        <p:cNvPr id="1" name="Shape 25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1pPr>
            <a:lvl2pPr lvl="1">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2pPr>
            <a:lvl3pPr lvl="2">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3pPr>
            <a:lvl4pPr lvl="3">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4pPr>
            <a:lvl5pPr lvl="4">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5pPr>
            <a:lvl6pPr lvl="5">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6pPr>
            <a:lvl7pPr lvl="6">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7pPr>
            <a:lvl8pPr lvl="7">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8pPr>
            <a:lvl9pPr lvl="8">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9pPr>
          </a:lstStyle>
          <a:p>
            <a:endParaRPr/>
          </a:p>
        </p:txBody>
      </p:sp>
      <p:sp>
        <p:nvSpPr>
          <p:cNvPr id="52" name="Google Shape;52;p13"/>
          <p:cNvSpPr txBox="1">
            <a:spLocks noGrp="1"/>
          </p:cNvSpPr>
          <p:nvPr>
            <p:ph type="body" idx="1"/>
          </p:nvPr>
        </p:nvSpPr>
        <p:spPr>
          <a:xfrm>
            <a:off x="311700" y="1814450"/>
            <a:ext cx="8520600" cy="3416400"/>
          </a:xfrm>
          <a:prstGeom prst="rect">
            <a:avLst/>
          </a:prstGeom>
          <a:noFill/>
          <a:ln>
            <a:noFill/>
          </a:ln>
        </p:spPr>
        <p:txBody>
          <a:bodyPr spcFirstLastPara="1" wrap="square" lIns="91425" tIns="91425" rIns="91425" bIns="91425" anchor="t" anchorCtr="0">
            <a:normAutofit/>
          </a:bodyPr>
          <a:lstStyle>
            <a:lvl1pPr marL="457200" lvl="0"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1pPr>
            <a:lvl2pPr marL="914400" lvl="1"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2pPr>
            <a:lvl3pPr marL="1371600" lvl="2"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3pPr>
            <a:lvl4pPr marL="1828800" lvl="3"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4pPr>
            <a:lvl5pPr marL="2286000" lvl="4"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5pPr>
            <a:lvl6pPr marL="2743200" lvl="5"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6pPr>
            <a:lvl7pPr marL="3200400" lvl="6"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7pPr>
            <a:lvl8pPr marL="3657600" lvl="7"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8pPr>
            <a:lvl9pPr marL="4114800" lvl="8" indent="-314325">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9pPr>
          </a:lstStyle>
          <a:p>
            <a:endParaRPr/>
          </a:p>
        </p:txBody>
      </p:sp>
      <p:sp>
        <p:nvSpPr>
          <p:cNvPr id="53" name="Google Shape;53;p13"/>
          <p:cNvSpPr txBox="1">
            <a:spLocks noGrp="1"/>
          </p:cNvSpPr>
          <p:nvPr>
            <p:ph type="sldNum" idx="12"/>
          </p:nvPr>
        </p:nvSpPr>
        <p:spPr>
          <a:xfrm>
            <a:off x="8595308" y="4749892"/>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ubik"/>
                <a:ea typeface="Rubik"/>
                <a:cs typeface="Rubik"/>
                <a:sym typeface="Rubik"/>
              </a:defRPr>
            </a:lvl1pPr>
            <a:lvl2pPr lvl="1" algn="r">
              <a:buNone/>
              <a:defRPr sz="1000">
                <a:solidFill>
                  <a:schemeClr val="dk2"/>
                </a:solidFill>
                <a:latin typeface="Rubik"/>
                <a:ea typeface="Rubik"/>
                <a:cs typeface="Rubik"/>
                <a:sym typeface="Rubik"/>
              </a:defRPr>
            </a:lvl2pPr>
            <a:lvl3pPr lvl="2" algn="r">
              <a:buNone/>
              <a:defRPr sz="1000">
                <a:solidFill>
                  <a:schemeClr val="dk2"/>
                </a:solidFill>
                <a:latin typeface="Rubik"/>
                <a:ea typeface="Rubik"/>
                <a:cs typeface="Rubik"/>
                <a:sym typeface="Rubik"/>
              </a:defRPr>
            </a:lvl3pPr>
            <a:lvl4pPr lvl="3" algn="r">
              <a:buNone/>
              <a:defRPr sz="1000">
                <a:solidFill>
                  <a:schemeClr val="dk2"/>
                </a:solidFill>
                <a:latin typeface="Rubik"/>
                <a:ea typeface="Rubik"/>
                <a:cs typeface="Rubik"/>
                <a:sym typeface="Rubik"/>
              </a:defRPr>
            </a:lvl4pPr>
            <a:lvl5pPr lvl="4" algn="r">
              <a:buNone/>
              <a:defRPr sz="1000">
                <a:solidFill>
                  <a:schemeClr val="dk2"/>
                </a:solidFill>
                <a:latin typeface="Rubik"/>
                <a:ea typeface="Rubik"/>
                <a:cs typeface="Rubik"/>
                <a:sym typeface="Rubik"/>
              </a:defRPr>
            </a:lvl5pPr>
            <a:lvl6pPr lvl="5" algn="r">
              <a:buNone/>
              <a:defRPr sz="1000">
                <a:solidFill>
                  <a:schemeClr val="dk2"/>
                </a:solidFill>
                <a:latin typeface="Rubik"/>
                <a:ea typeface="Rubik"/>
                <a:cs typeface="Rubik"/>
                <a:sym typeface="Rubik"/>
              </a:defRPr>
            </a:lvl6pPr>
            <a:lvl7pPr lvl="6" algn="r">
              <a:buNone/>
              <a:defRPr sz="1000">
                <a:solidFill>
                  <a:schemeClr val="dk2"/>
                </a:solidFill>
                <a:latin typeface="Rubik"/>
                <a:ea typeface="Rubik"/>
                <a:cs typeface="Rubik"/>
                <a:sym typeface="Rubik"/>
              </a:defRPr>
            </a:lvl7pPr>
            <a:lvl8pPr lvl="7" algn="r">
              <a:buNone/>
              <a:defRPr sz="1000">
                <a:solidFill>
                  <a:schemeClr val="dk2"/>
                </a:solidFill>
                <a:latin typeface="Rubik"/>
                <a:ea typeface="Rubik"/>
                <a:cs typeface="Rubik"/>
                <a:sym typeface="Rubik"/>
              </a:defRPr>
            </a:lvl8pPr>
            <a:lvl9pPr lvl="8" algn="r">
              <a:buNone/>
              <a:defRPr sz="1000">
                <a:solidFill>
                  <a:schemeClr val="dk2"/>
                </a:solidFill>
                <a:latin typeface="Rubik"/>
                <a:ea typeface="Rubik"/>
                <a:cs typeface="Rubik"/>
                <a:sym typeface="Rubik"/>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34.xml"/><Relationship Id="rId5" Type="http://schemas.openxmlformats.org/officeDocument/2006/relationships/image" Target="../media/image3.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4.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3"/>
          <p:cNvSpPr txBox="1">
            <a:spLocks noGrp="1"/>
          </p:cNvSpPr>
          <p:nvPr>
            <p:ph type="title"/>
          </p:nvPr>
        </p:nvSpPr>
        <p:spPr>
          <a:xfrm>
            <a:off x="1248900" y="1632850"/>
            <a:ext cx="6646200" cy="158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EOM 231.02-</a:t>
            </a:r>
            <a:r>
              <a:rPr lang="en" sz="4000"/>
              <a:t> Describe the production of lift by an aircraft wing</a:t>
            </a:r>
            <a:endParaRPr sz="4000"/>
          </a:p>
        </p:txBody>
      </p:sp>
      <p:sp>
        <p:nvSpPr>
          <p:cNvPr id="264" name="Google Shape;264;p43"/>
          <p:cNvSpPr txBox="1"/>
          <p:nvPr/>
        </p:nvSpPr>
        <p:spPr>
          <a:xfrm>
            <a:off x="240625" y="285750"/>
            <a:ext cx="94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chemeClr val="dk1"/>
                </a:solidFill>
                <a:latin typeface="Rubik"/>
                <a:ea typeface="Rubik"/>
                <a:cs typeface="Rubik"/>
                <a:sym typeface="Rubik"/>
              </a:rPr>
              <a:t>Lv.2 IG</a:t>
            </a:r>
            <a:endParaRPr sz="1350">
              <a:solidFill>
                <a:schemeClr val="dk1"/>
              </a:solidFill>
              <a:latin typeface="Rubik"/>
              <a:ea typeface="Rubik"/>
              <a:cs typeface="Rubik"/>
              <a:sym typeface="Rubik"/>
            </a:endParaRPr>
          </a:p>
        </p:txBody>
      </p:sp>
      <p:sp>
        <p:nvSpPr>
          <p:cNvPr id="265" name="Google Shape;265;p43"/>
          <p:cNvSpPr txBox="1"/>
          <p:nvPr/>
        </p:nvSpPr>
        <p:spPr>
          <a:xfrm>
            <a:off x="240625" y="4526825"/>
            <a:ext cx="94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chemeClr val="dk1"/>
                </a:solidFill>
                <a:latin typeface="Rubik"/>
                <a:ea typeface="Rubik"/>
                <a:cs typeface="Rubik"/>
                <a:sym typeface="Rubik"/>
              </a:rPr>
              <a:t>60min</a:t>
            </a:r>
            <a:endParaRPr sz="1350">
              <a:solidFill>
                <a:schemeClr val="dk1"/>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Importance</a:t>
            </a:r>
            <a:endParaRPr/>
          </a:p>
        </p:txBody>
      </p:sp>
      <p:sp>
        <p:nvSpPr>
          <p:cNvPr id="271" name="Google Shape;271;p44"/>
          <p:cNvSpPr txBox="1">
            <a:spLocks noGrp="1"/>
          </p:cNvSpPr>
          <p:nvPr>
            <p:ph type="body" idx="2"/>
          </p:nvPr>
        </p:nvSpPr>
        <p:spPr>
          <a:xfrm>
            <a:off x="456400" y="1983350"/>
            <a:ext cx="8113800" cy="2713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accent6"/>
              </a:buClr>
              <a:buSzPts val="1100"/>
              <a:buFont typeface="Arial"/>
              <a:buNone/>
            </a:pPr>
            <a:r>
              <a:rPr lang="en" sz="1800"/>
              <a:t>It is important for cadets to learn about the production of lift by an aircraft wing so that they can develop an understanding of subsequent and related principles of flight.</a:t>
            </a:r>
            <a:endParaRPr sz="1800"/>
          </a:p>
          <a:p>
            <a:pPr marL="0" lvl="0" indent="0" algn="l" rtl="0">
              <a:spcBef>
                <a:spcPts val="1200"/>
              </a:spcBef>
              <a:spcAft>
                <a:spcPts val="1200"/>
              </a:spcAft>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5"/>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Overview</a:t>
            </a:r>
            <a:endParaRPr/>
          </a:p>
        </p:txBody>
      </p:sp>
      <p:sp>
        <p:nvSpPr>
          <p:cNvPr id="277" name="Google Shape;277;p45"/>
          <p:cNvSpPr txBox="1">
            <a:spLocks noGrp="1"/>
          </p:cNvSpPr>
          <p:nvPr>
            <p:ph type="subTitle" idx="3"/>
          </p:nvPr>
        </p:nvSpPr>
        <p:spPr>
          <a:xfrm>
            <a:off x="635500" y="1092900"/>
            <a:ext cx="7836900" cy="44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Teaching Points</a:t>
            </a:r>
            <a:endParaRPr/>
          </a:p>
        </p:txBody>
      </p:sp>
      <p:sp>
        <p:nvSpPr>
          <p:cNvPr id="278" name="Google Shape;278;p45"/>
          <p:cNvSpPr txBox="1">
            <a:spLocks noGrp="1"/>
          </p:cNvSpPr>
          <p:nvPr>
            <p:ph type="body" idx="1"/>
          </p:nvPr>
        </p:nvSpPr>
        <p:spPr>
          <a:xfrm>
            <a:off x="688450" y="2146900"/>
            <a:ext cx="3309900" cy="23832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a:t>TP 1. Explain that air acts like a fluid insofar as it has inertia, speed and pressure</a:t>
            </a:r>
            <a:endParaRPr/>
          </a:p>
          <a:p>
            <a:pPr marL="0" lvl="0" indent="0" algn="ctr" rtl="0">
              <a:lnSpc>
                <a:spcPct val="100000"/>
              </a:lnSpc>
              <a:spcBef>
                <a:spcPts val="1200"/>
              </a:spcBef>
              <a:spcAft>
                <a:spcPts val="0"/>
              </a:spcAft>
              <a:buNone/>
            </a:pPr>
            <a:r>
              <a:rPr lang="en"/>
              <a:t>TP 2. Introduce Bernoulli’s principle which states that a liquids pressure drops  when it's speed  increases</a:t>
            </a:r>
            <a:endParaRPr/>
          </a:p>
          <a:p>
            <a:pPr marL="0" lvl="0" indent="0" algn="ctr" rtl="0">
              <a:lnSpc>
                <a:spcPct val="100000"/>
              </a:lnSpc>
              <a:spcBef>
                <a:spcPts val="1200"/>
              </a:spcBef>
              <a:spcAft>
                <a:spcPts val="1200"/>
              </a:spcAft>
              <a:buNone/>
            </a:pPr>
            <a:r>
              <a:rPr lang="en"/>
              <a:t>TP 3. Have the cadets explore Bernoulli’s principle</a:t>
            </a:r>
            <a:endParaRPr/>
          </a:p>
        </p:txBody>
      </p:sp>
      <p:sp>
        <p:nvSpPr>
          <p:cNvPr id="279" name="Google Shape;279;p45"/>
          <p:cNvSpPr txBox="1">
            <a:spLocks noGrp="1"/>
          </p:cNvSpPr>
          <p:nvPr>
            <p:ph type="body" idx="2"/>
          </p:nvPr>
        </p:nvSpPr>
        <p:spPr>
          <a:xfrm>
            <a:off x="5146875" y="2146900"/>
            <a:ext cx="3309900" cy="2383200"/>
          </a:xfrm>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
              <a:t>TP 4. Introduce angle of attack</a:t>
            </a:r>
            <a:endParaRPr/>
          </a:p>
          <a:p>
            <a:pPr marL="0" lvl="0" indent="0" algn="ctr" rtl="0">
              <a:lnSpc>
                <a:spcPct val="100000"/>
              </a:lnSpc>
              <a:spcBef>
                <a:spcPts val="1200"/>
              </a:spcBef>
              <a:spcAft>
                <a:spcPts val="0"/>
              </a:spcAft>
              <a:buNone/>
            </a:pPr>
            <a:endParaRPr/>
          </a:p>
          <a:p>
            <a:pPr marL="0" lvl="0" indent="0" algn="ctr" rtl="0">
              <a:lnSpc>
                <a:spcPct val="100000"/>
              </a:lnSpc>
              <a:spcBef>
                <a:spcPts val="1200"/>
              </a:spcBef>
              <a:spcAft>
                <a:spcPts val="0"/>
              </a:spcAft>
              <a:buNone/>
            </a:pPr>
            <a:r>
              <a:rPr lang="en"/>
              <a:t>TP5. Have each cadet create and fly an airfoil</a:t>
            </a:r>
            <a:endParaRPr/>
          </a:p>
          <a:p>
            <a:pPr marL="0" lvl="0" indent="0" algn="ctr" rtl="0">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6"/>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sz="2700"/>
              <a:t>TP 1. Explain that air acts like a fluid insofar as it has inertia, speed and pressure</a:t>
            </a:r>
            <a:endParaRPr/>
          </a:p>
        </p:txBody>
      </p:sp>
      <p:sp>
        <p:nvSpPr>
          <p:cNvPr id="285" name="Google Shape;285;p46"/>
          <p:cNvSpPr txBox="1">
            <a:spLocks noGrp="1"/>
          </p:cNvSpPr>
          <p:nvPr>
            <p:ph type="subTitle" idx="1"/>
          </p:nvPr>
        </p:nvSpPr>
        <p:spPr>
          <a:xfrm>
            <a:off x="635500" y="1092900"/>
            <a:ext cx="7836900" cy="44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Newton’s laws of motion</a:t>
            </a:r>
            <a:endParaRPr/>
          </a:p>
        </p:txBody>
      </p:sp>
      <p:sp>
        <p:nvSpPr>
          <p:cNvPr id="286" name="Google Shape;286;p46"/>
          <p:cNvSpPr txBox="1">
            <a:spLocks noGrp="1"/>
          </p:cNvSpPr>
          <p:nvPr>
            <p:ph type="body" idx="2"/>
          </p:nvPr>
        </p:nvSpPr>
        <p:spPr>
          <a:xfrm>
            <a:off x="456400" y="1983350"/>
            <a:ext cx="8113800" cy="2713200"/>
          </a:xfrm>
          <a:prstGeom prst="rect">
            <a:avLst/>
          </a:prstGeom>
        </p:spPr>
        <p:txBody>
          <a:bodyPr spcFirstLastPara="1" wrap="square" lIns="91425" tIns="91425" rIns="91425" bIns="91425" anchor="t" anchorCtr="0">
            <a:normAutofit lnSpcReduction="10000"/>
          </a:bodyPr>
          <a:lstStyle/>
          <a:p>
            <a:pPr marL="457200" lvl="0" indent="0" algn="l" rtl="0">
              <a:spcBef>
                <a:spcPts val="0"/>
              </a:spcBef>
              <a:spcAft>
                <a:spcPts val="0"/>
              </a:spcAft>
              <a:buNone/>
            </a:pPr>
            <a:r>
              <a:rPr lang="en" sz="1450" dirty="0"/>
              <a:t>First Law: An object in motion will remain in motion until acted upon by a net force</a:t>
            </a:r>
            <a:endParaRPr sz="1450" dirty="0"/>
          </a:p>
          <a:p>
            <a:pPr lvl="1" indent="-320675">
              <a:spcBef>
                <a:spcPts val="1200"/>
              </a:spcBef>
              <a:buSzPts val="1450"/>
              <a:buChar char="●"/>
            </a:pPr>
            <a:r>
              <a:rPr lang="en" sz="1450" dirty="0"/>
              <a:t>Predicts that air being a gaseous fluid tends to remain in motion when it is moving</a:t>
            </a:r>
            <a:endParaRPr sz="1450" dirty="0"/>
          </a:p>
          <a:p>
            <a:pPr marL="457200" lvl="0" indent="0" algn="l" rtl="0">
              <a:spcBef>
                <a:spcPts val="1200"/>
              </a:spcBef>
              <a:spcAft>
                <a:spcPts val="0"/>
              </a:spcAft>
              <a:buNone/>
            </a:pPr>
            <a:r>
              <a:rPr lang="en" sz="1450" dirty="0"/>
              <a:t>Second Law: Force is equal to mass times acceration</a:t>
            </a:r>
            <a:endParaRPr sz="1450" dirty="0"/>
          </a:p>
          <a:p>
            <a:pPr lvl="1" indent="-320675">
              <a:spcBef>
                <a:spcPts val="1200"/>
              </a:spcBef>
              <a:buSzPts val="1450"/>
              <a:buChar char="●"/>
            </a:pPr>
            <a:r>
              <a:rPr lang="en" sz="1450" dirty="0"/>
              <a:t>Requires that a force must be applied to change the airs motion</a:t>
            </a:r>
            <a:endParaRPr sz="1450" dirty="0"/>
          </a:p>
          <a:p>
            <a:pPr marL="457200" lvl="0" indent="0" algn="l" rtl="0">
              <a:spcBef>
                <a:spcPts val="1200"/>
              </a:spcBef>
              <a:spcAft>
                <a:spcPts val="0"/>
              </a:spcAft>
              <a:buNone/>
            </a:pPr>
            <a:r>
              <a:rPr lang="en" sz="1450" dirty="0"/>
              <a:t>Third Law: A force will have an equal and opposite reaction force</a:t>
            </a:r>
            <a:endParaRPr sz="1450" dirty="0"/>
          </a:p>
          <a:p>
            <a:pPr lvl="1" indent="-320675">
              <a:spcBef>
                <a:spcPts val="1200"/>
              </a:spcBef>
              <a:buSzPts val="1450"/>
              <a:buChar char="●"/>
            </a:pPr>
            <a:r>
              <a:rPr lang="en" sz="1450" dirty="0"/>
              <a:t>Allows the aircraft wing to develop lift by forcing air downward which allows a reaction force upqards on the wing</a:t>
            </a:r>
            <a:endParaRPr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7"/>
          <p:cNvSpPr txBox="1">
            <a:spLocks noGrp="1"/>
          </p:cNvSpPr>
          <p:nvPr>
            <p:ph type="title"/>
          </p:nvPr>
        </p:nvSpPr>
        <p:spPr>
          <a:xfrm>
            <a:off x="1248900" y="92925"/>
            <a:ext cx="6646200" cy="158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Confirmation Questions!</a:t>
            </a:r>
            <a:endParaRPr sz="4000"/>
          </a:p>
        </p:txBody>
      </p:sp>
      <p:sp>
        <p:nvSpPr>
          <p:cNvPr id="292" name="Google Shape;292;p47"/>
          <p:cNvSpPr txBox="1"/>
          <p:nvPr/>
        </p:nvSpPr>
        <p:spPr>
          <a:xfrm>
            <a:off x="1391100" y="1681725"/>
            <a:ext cx="6361800" cy="26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Q1. How does air follow Newton’s first law of motion?</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Q2. How does air follow Newton’s second law of motion?</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r>
              <a:rPr lang="en" sz="1850">
                <a:solidFill>
                  <a:schemeClr val="dk1"/>
                </a:solidFill>
                <a:latin typeface="Rubik"/>
                <a:ea typeface="Rubik"/>
                <a:cs typeface="Rubik"/>
                <a:sym typeface="Rubik"/>
              </a:rPr>
              <a:t>Q3. How does air follow Newton’s third law of motion?</a:t>
            </a:r>
            <a:endParaRPr sz="1850">
              <a:solidFill>
                <a:schemeClr val="dk1"/>
              </a:solidFill>
              <a:latin typeface="Rubik"/>
              <a:ea typeface="Rubik"/>
              <a:cs typeface="Rubik"/>
              <a:sym typeface="Rubik"/>
            </a:endParaRPr>
          </a:p>
        </p:txBody>
      </p:sp>
      <p:sp>
        <p:nvSpPr>
          <p:cNvPr id="293" name="Google Shape;293;p47"/>
          <p:cNvSpPr txBox="1"/>
          <p:nvPr/>
        </p:nvSpPr>
        <p:spPr>
          <a:xfrm>
            <a:off x="419800" y="3882725"/>
            <a:ext cx="8501100" cy="5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A3. When air’s motion is changed, an equal and opposite reaction results.</a:t>
            </a:r>
            <a:endParaRPr sz="1850">
              <a:solidFill>
                <a:schemeClr val="dk1"/>
              </a:solidFill>
              <a:latin typeface="Rubik"/>
              <a:ea typeface="Rubik"/>
              <a:cs typeface="Rubik"/>
              <a:sym typeface="Rubik"/>
            </a:endParaRPr>
          </a:p>
        </p:txBody>
      </p:sp>
      <p:sp>
        <p:nvSpPr>
          <p:cNvPr id="294" name="Google Shape;294;p47"/>
          <p:cNvSpPr txBox="1"/>
          <p:nvPr/>
        </p:nvSpPr>
        <p:spPr>
          <a:xfrm>
            <a:off x="419800" y="2070250"/>
            <a:ext cx="5626800" cy="4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A1. When in motion, air tends to remain in motion.</a:t>
            </a:r>
            <a:endParaRPr/>
          </a:p>
        </p:txBody>
      </p:sp>
      <p:sp>
        <p:nvSpPr>
          <p:cNvPr id="295" name="Google Shape;295;p47"/>
          <p:cNvSpPr txBox="1"/>
          <p:nvPr/>
        </p:nvSpPr>
        <p:spPr>
          <a:xfrm>
            <a:off x="419800" y="2857650"/>
            <a:ext cx="8191200" cy="4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A2. When in motion, a force must be applied to change air’s motion.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fade">
                                      <p:cBhvr>
                                        <p:cTn id="7" dur="1000"/>
                                        <p:tgtEl>
                                          <p:spTgt spid="2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5"/>
                                        </p:tgtEl>
                                        <p:attrNameLst>
                                          <p:attrName>style.visibility</p:attrName>
                                        </p:attrNameLst>
                                      </p:cBhvr>
                                      <p:to>
                                        <p:strVal val="visible"/>
                                      </p:to>
                                    </p:set>
                                    <p:animEffect transition="in" filter="fade">
                                      <p:cBhvr>
                                        <p:cTn id="12" dur="1000"/>
                                        <p:tgtEl>
                                          <p:spTgt spid="2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3"/>
                                        </p:tgtEl>
                                        <p:attrNameLst>
                                          <p:attrName>style.visibility</p:attrName>
                                        </p:attrNameLst>
                                      </p:cBhvr>
                                      <p:to>
                                        <p:strVal val="visible"/>
                                      </p:to>
                                    </p:set>
                                    <p:animEffect transition="in" filter="fade">
                                      <p:cBhvr>
                                        <p:cTn id="17" dur="1000"/>
                                        <p:tgtEl>
                                          <p:spTgt spid="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8"/>
          <p:cNvSpPr txBox="1">
            <a:spLocks noGrp="1"/>
          </p:cNvSpPr>
          <p:nvPr>
            <p:ph type="title"/>
          </p:nvPr>
        </p:nvSpPr>
        <p:spPr>
          <a:xfrm>
            <a:off x="407800" y="227100"/>
            <a:ext cx="8292300" cy="86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400"/>
              <a:t>TP 2. Introduce Bernoulli’s Principle which states that liquid’s pressure drops when it's speed increases</a:t>
            </a:r>
            <a:endParaRPr sz="2400"/>
          </a:p>
        </p:txBody>
      </p:sp>
      <p:sp>
        <p:nvSpPr>
          <p:cNvPr id="301" name="Google Shape;301;p48"/>
          <p:cNvSpPr txBox="1">
            <a:spLocks noGrp="1"/>
          </p:cNvSpPr>
          <p:nvPr>
            <p:ph type="body" idx="3"/>
          </p:nvPr>
        </p:nvSpPr>
        <p:spPr>
          <a:xfrm>
            <a:off x="456400" y="1983350"/>
            <a:ext cx="3780300" cy="2713200"/>
          </a:xfrm>
          <a:prstGeom prst="rect">
            <a:avLst/>
          </a:prstGeom>
        </p:spPr>
        <p:txBody>
          <a:bodyPr spcFirstLastPara="1" wrap="square" lIns="91425" tIns="91425" rIns="91425" bIns="91425" anchor="t" anchorCtr="0">
            <a:normAutofit/>
          </a:bodyPr>
          <a:lstStyle/>
          <a:p>
            <a:pPr marL="457200" lvl="0" indent="-314325" algn="l" rtl="0">
              <a:spcBef>
                <a:spcPts val="0"/>
              </a:spcBef>
              <a:spcAft>
                <a:spcPts val="0"/>
              </a:spcAft>
              <a:buSzPts val="1350"/>
              <a:buChar char="●"/>
            </a:pPr>
            <a:r>
              <a:rPr lang="en"/>
              <a:t>To develop the equal and opposite reaction the wing is shaped to take advantage of Bernoulli’s Principle (BP) to make air change direction </a:t>
            </a:r>
            <a:endParaRPr/>
          </a:p>
          <a:p>
            <a:pPr marL="457200" lvl="0" indent="-314325" algn="l" rtl="0">
              <a:spcBef>
                <a:spcPts val="0"/>
              </a:spcBef>
              <a:spcAft>
                <a:spcPts val="0"/>
              </a:spcAft>
              <a:buSzPts val="1350"/>
              <a:buChar char="●"/>
            </a:pPr>
            <a:r>
              <a:rPr lang="en"/>
              <a:t>Air behaves like a fluid because it has pressure and speed</a:t>
            </a:r>
            <a:endParaRPr/>
          </a:p>
          <a:p>
            <a:pPr marL="914400" lvl="1" indent="-314325" algn="l" rtl="0">
              <a:spcBef>
                <a:spcPts val="0"/>
              </a:spcBef>
              <a:spcAft>
                <a:spcPts val="0"/>
              </a:spcAft>
              <a:buSzPts val="1350"/>
              <a:buChar char="○"/>
            </a:pPr>
            <a:r>
              <a:rPr lang="en"/>
              <a:t>As airspeed Increases pressure drops</a:t>
            </a:r>
            <a:endParaRPr/>
          </a:p>
          <a:p>
            <a:pPr marL="457200" lvl="0" indent="-314325" algn="l" rtl="0">
              <a:spcBef>
                <a:spcPts val="0"/>
              </a:spcBef>
              <a:spcAft>
                <a:spcPts val="0"/>
              </a:spcAft>
              <a:buSzPts val="1350"/>
              <a:buChar char="●"/>
            </a:pPr>
            <a:r>
              <a:rPr lang="en"/>
              <a:t>A wing uses BP to deflect air which causes an equal and opposite reaction</a:t>
            </a:r>
            <a:endParaRPr/>
          </a:p>
        </p:txBody>
      </p:sp>
      <p:sp>
        <p:nvSpPr>
          <p:cNvPr id="302" name="Google Shape;302;p48"/>
          <p:cNvSpPr/>
          <p:nvPr/>
        </p:nvSpPr>
        <p:spPr>
          <a:xfrm>
            <a:off x="4887825" y="1789700"/>
            <a:ext cx="4015500" cy="31434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100">
              <a:latin typeface="Bungee Inline"/>
              <a:ea typeface="Bungee Inline"/>
              <a:cs typeface="Bungee Inline"/>
              <a:sym typeface="Bungee Inline"/>
            </a:endParaRPr>
          </a:p>
        </p:txBody>
      </p:sp>
      <p:sp>
        <p:nvSpPr>
          <p:cNvPr id="303" name="Google Shape;303;p48"/>
          <p:cNvSpPr txBox="1"/>
          <p:nvPr/>
        </p:nvSpPr>
        <p:spPr>
          <a:xfrm>
            <a:off x="6697550" y="3243867"/>
            <a:ext cx="2376300" cy="676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50" dirty="0">
                <a:solidFill>
                  <a:schemeClr val="lt2"/>
                </a:solidFill>
                <a:latin typeface="Bungee Inline"/>
                <a:ea typeface="Bungee Inline"/>
                <a:cs typeface="Bungee Inline"/>
                <a:sym typeface="Bungee Inline"/>
              </a:rPr>
              <a:t>Airspeed</a:t>
            </a:r>
            <a:endParaRPr sz="2050" dirty="0">
              <a:solidFill>
                <a:schemeClr val="lt2"/>
              </a:solidFill>
              <a:latin typeface="Bungee Inline"/>
              <a:ea typeface="Bungee Inline"/>
              <a:cs typeface="Bungee Inline"/>
              <a:sym typeface="Bungee Inline"/>
            </a:endParaRPr>
          </a:p>
        </p:txBody>
      </p:sp>
      <p:pic>
        <p:nvPicPr>
          <p:cNvPr id="304" name="Google Shape;304;p48" descr="File:Airspeed indicator DC-10.jpg - Wikimedia Commons"/>
          <p:cNvPicPr preferRelativeResize="0"/>
          <p:nvPr/>
        </p:nvPicPr>
        <p:blipFill>
          <a:blip r:embed="rId3">
            <a:alphaModFix/>
          </a:blip>
          <a:stretch>
            <a:fillRect/>
          </a:stretch>
        </p:blipFill>
        <p:spPr>
          <a:xfrm>
            <a:off x="7201697" y="3588454"/>
            <a:ext cx="1382538" cy="1338676"/>
          </a:xfrm>
          <a:prstGeom prst="rect">
            <a:avLst/>
          </a:prstGeom>
          <a:noFill/>
          <a:ln>
            <a:noFill/>
          </a:ln>
        </p:spPr>
      </p:pic>
      <p:pic>
        <p:nvPicPr>
          <p:cNvPr id="305" name="Google Shape;305;p48" descr="HD wallpaper: gauge, thermometer, temperature, factory, industry ..."/>
          <p:cNvPicPr preferRelativeResize="0"/>
          <p:nvPr/>
        </p:nvPicPr>
        <p:blipFill>
          <a:blip r:embed="rId4">
            <a:alphaModFix/>
          </a:blip>
          <a:stretch>
            <a:fillRect/>
          </a:stretch>
        </p:blipFill>
        <p:spPr>
          <a:xfrm>
            <a:off x="4887825" y="3594425"/>
            <a:ext cx="2008025" cy="1338675"/>
          </a:xfrm>
          <a:prstGeom prst="rect">
            <a:avLst/>
          </a:prstGeom>
          <a:noFill/>
          <a:ln>
            <a:noFill/>
          </a:ln>
        </p:spPr>
      </p:pic>
      <p:sp>
        <p:nvSpPr>
          <p:cNvPr id="306" name="Google Shape;306;p48"/>
          <p:cNvSpPr txBox="1"/>
          <p:nvPr/>
        </p:nvSpPr>
        <p:spPr>
          <a:xfrm>
            <a:off x="4912975" y="3254910"/>
            <a:ext cx="1955100" cy="76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50" dirty="0">
                <a:solidFill>
                  <a:schemeClr val="lt2"/>
                </a:solidFill>
                <a:latin typeface="Bungee Inline"/>
                <a:ea typeface="Bungee Inline"/>
                <a:cs typeface="Bungee Inline"/>
                <a:sym typeface="Bungee Inline"/>
              </a:rPr>
              <a:t>Pressure</a:t>
            </a:r>
            <a:endParaRPr sz="2050" dirty="0">
              <a:solidFill>
                <a:schemeClr val="lt2"/>
              </a:solidFill>
              <a:latin typeface="Bungee Inline"/>
              <a:ea typeface="Bungee Inline"/>
              <a:cs typeface="Bungee Inline"/>
              <a:sym typeface="Bungee Inline"/>
            </a:endParaRPr>
          </a:p>
        </p:txBody>
      </p:sp>
      <p:sp>
        <p:nvSpPr>
          <p:cNvPr id="307" name="Google Shape;307;p48"/>
          <p:cNvSpPr/>
          <p:nvPr/>
        </p:nvSpPr>
        <p:spPr>
          <a:xfrm>
            <a:off x="8489553" y="3760513"/>
            <a:ext cx="496200" cy="8658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ubik"/>
              <a:ea typeface="Rubik"/>
              <a:cs typeface="Rubik"/>
              <a:sym typeface="Rubik"/>
            </a:endParaRPr>
          </a:p>
        </p:txBody>
      </p:sp>
      <p:sp>
        <p:nvSpPr>
          <p:cNvPr id="308" name="Google Shape;308;p48"/>
          <p:cNvSpPr/>
          <p:nvPr/>
        </p:nvSpPr>
        <p:spPr>
          <a:xfrm>
            <a:off x="6828730" y="3824583"/>
            <a:ext cx="436200" cy="7671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ubik"/>
              <a:ea typeface="Rubik"/>
              <a:cs typeface="Rubik"/>
              <a:sym typeface="Rubik"/>
            </a:endParaRPr>
          </a:p>
        </p:txBody>
      </p:sp>
      <p:pic>
        <p:nvPicPr>
          <p:cNvPr id="3" name="Picture 2">
            <a:extLst>
              <a:ext uri="{FF2B5EF4-FFF2-40B4-BE49-F238E27FC236}">
                <a16:creationId xmlns:a16="http://schemas.microsoft.com/office/drawing/2014/main" id="{150702DA-8EFA-A765-7F80-DC65E9C4E5D9}"/>
              </a:ext>
            </a:extLst>
          </p:cNvPr>
          <p:cNvPicPr>
            <a:picLocks noChangeAspect="1"/>
          </p:cNvPicPr>
          <p:nvPr/>
        </p:nvPicPr>
        <p:blipFill>
          <a:blip r:embed="rId5"/>
          <a:stretch>
            <a:fillRect/>
          </a:stretch>
        </p:blipFill>
        <p:spPr>
          <a:xfrm>
            <a:off x="5476714" y="1790924"/>
            <a:ext cx="2833021" cy="15864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9"/>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Bernoulli’s Principle</a:t>
            </a:r>
            <a:endParaRPr/>
          </a:p>
        </p:txBody>
      </p:sp>
      <p:pic>
        <p:nvPicPr>
          <p:cNvPr id="314" name="Google Shape;314;p49"/>
          <p:cNvPicPr preferRelativeResize="0"/>
          <p:nvPr/>
        </p:nvPicPr>
        <p:blipFill>
          <a:blip r:embed="rId3">
            <a:alphaModFix/>
          </a:blip>
          <a:stretch>
            <a:fillRect/>
          </a:stretch>
        </p:blipFill>
        <p:spPr>
          <a:xfrm>
            <a:off x="2340138" y="1094400"/>
            <a:ext cx="4427625" cy="3968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0"/>
          <p:cNvSpPr txBox="1">
            <a:spLocks noGrp="1"/>
          </p:cNvSpPr>
          <p:nvPr>
            <p:ph type="title"/>
          </p:nvPr>
        </p:nvSpPr>
        <p:spPr>
          <a:xfrm>
            <a:off x="1248900" y="92925"/>
            <a:ext cx="6646200" cy="158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Confirmation Questions!</a:t>
            </a:r>
            <a:endParaRPr sz="4000"/>
          </a:p>
        </p:txBody>
      </p:sp>
      <p:sp>
        <p:nvSpPr>
          <p:cNvPr id="320" name="Google Shape;320;p50"/>
          <p:cNvSpPr txBox="1"/>
          <p:nvPr/>
        </p:nvSpPr>
        <p:spPr>
          <a:xfrm>
            <a:off x="1391100" y="1350875"/>
            <a:ext cx="6361800" cy="26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Q1. What relationship exists between air speed and air pressure?</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Q2. What is the wing’s connection between Newton’s third law and Bernoulli’s Principle?</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Q3. What is a wing’s shape calculated to do?</a:t>
            </a:r>
            <a:endParaRPr sz="1850">
              <a:solidFill>
                <a:schemeClr val="dk1"/>
              </a:solidFill>
              <a:latin typeface="Rubik"/>
              <a:ea typeface="Rubik"/>
              <a:cs typeface="Rubik"/>
              <a:sym typeface="Rubik"/>
            </a:endParaRPr>
          </a:p>
          <a:p>
            <a:pPr marL="0" lvl="0" indent="0" algn="l" rtl="0">
              <a:spcBef>
                <a:spcPts val="0"/>
              </a:spcBef>
              <a:spcAft>
                <a:spcPts val="0"/>
              </a:spcAft>
              <a:buNone/>
            </a:pPr>
            <a:r>
              <a:rPr lang="en" sz="1850">
                <a:solidFill>
                  <a:schemeClr val="dk1"/>
                </a:solidFill>
                <a:latin typeface="Rubik"/>
                <a:ea typeface="Rubik"/>
                <a:cs typeface="Rubik"/>
                <a:sym typeface="Rubik"/>
              </a:rPr>
              <a:t> </a:t>
            </a:r>
            <a:endParaRPr sz="1850">
              <a:solidFill>
                <a:schemeClr val="dk1"/>
              </a:solidFill>
              <a:latin typeface="Rubik"/>
              <a:ea typeface="Rubik"/>
              <a:cs typeface="Rubik"/>
              <a:sym typeface="Rubik"/>
            </a:endParaRPr>
          </a:p>
        </p:txBody>
      </p:sp>
      <p:sp>
        <p:nvSpPr>
          <p:cNvPr id="321" name="Google Shape;321;p50"/>
          <p:cNvSpPr txBox="1"/>
          <p:nvPr/>
        </p:nvSpPr>
        <p:spPr>
          <a:xfrm>
            <a:off x="362000" y="3915350"/>
            <a:ext cx="8501100" cy="5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A3. A wing’s shape is calculated to decrease pressure above while increasing pressure below.</a:t>
            </a:r>
            <a:endParaRPr sz="1850">
              <a:solidFill>
                <a:schemeClr val="dk1"/>
              </a:solidFill>
              <a:latin typeface="Rubik"/>
              <a:ea typeface="Rubik"/>
              <a:cs typeface="Rubik"/>
              <a:sym typeface="Rubik"/>
            </a:endParaRPr>
          </a:p>
        </p:txBody>
      </p:sp>
      <p:sp>
        <p:nvSpPr>
          <p:cNvPr id="322" name="Google Shape;322;p50"/>
          <p:cNvSpPr txBox="1"/>
          <p:nvPr/>
        </p:nvSpPr>
        <p:spPr>
          <a:xfrm>
            <a:off x="362000" y="2017275"/>
            <a:ext cx="85308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A1. An inverse relationship: as speed increases, pressure drops and as speed drops, pressure increases.</a:t>
            </a:r>
            <a:endParaRPr/>
          </a:p>
        </p:txBody>
      </p:sp>
      <p:sp>
        <p:nvSpPr>
          <p:cNvPr id="323" name="Google Shape;323;p50"/>
          <p:cNvSpPr txBox="1"/>
          <p:nvPr/>
        </p:nvSpPr>
        <p:spPr>
          <a:xfrm>
            <a:off x="362000" y="3107025"/>
            <a:ext cx="85011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A2. A wing uses Bernoulli’s Principle to deflect air, which causes an equal and opposite reaction.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Effect transition="in" filter="fade">
                                      <p:cBhvr>
                                        <p:cTn id="7" dur="1000"/>
                                        <p:tgtEl>
                                          <p:spTgt spid="3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3"/>
                                        </p:tgtEl>
                                        <p:attrNameLst>
                                          <p:attrName>style.visibility</p:attrName>
                                        </p:attrNameLst>
                                      </p:cBhvr>
                                      <p:to>
                                        <p:strVal val="visible"/>
                                      </p:to>
                                    </p:set>
                                    <p:animEffect transition="in" filter="fade">
                                      <p:cBhvr>
                                        <p:cTn id="12" dur="1000"/>
                                        <p:tgtEl>
                                          <p:spTgt spid="3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1"/>
                                        </p:tgtEl>
                                        <p:attrNameLst>
                                          <p:attrName>style.visibility</p:attrName>
                                        </p:attrNameLst>
                                      </p:cBhvr>
                                      <p:to>
                                        <p:strVal val="visible"/>
                                      </p:to>
                                    </p:set>
                                    <p:animEffect transition="in" filter="fade">
                                      <p:cBhvr>
                                        <p:cTn id="17" dur="10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1"/>
          <p:cNvSpPr txBox="1">
            <a:spLocks noGrp="1"/>
          </p:cNvSpPr>
          <p:nvPr>
            <p:ph type="title"/>
          </p:nvPr>
        </p:nvSpPr>
        <p:spPr>
          <a:xfrm>
            <a:off x="456400" y="228600"/>
            <a:ext cx="8212500" cy="86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450"/>
              <a:t>TP3. Have the cadets explore Bernoulli’s principle</a:t>
            </a:r>
            <a:endParaRPr sz="2450"/>
          </a:p>
        </p:txBody>
      </p:sp>
      <p:sp>
        <p:nvSpPr>
          <p:cNvPr id="329" name="Google Shape;329;p51"/>
          <p:cNvSpPr txBox="1">
            <a:spLocks noGrp="1"/>
          </p:cNvSpPr>
          <p:nvPr>
            <p:ph type="subTitle" idx="1"/>
          </p:nvPr>
        </p:nvSpPr>
        <p:spPr>
          <a:xfrm>
            <a:off x="635500" y="1092900"/>
            <a:ext cx="7836900" cy="44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Activity</a:t>
            </a:r>
            <a:endParaRPr/>
          </a:p>
        </p:txBody>
      </p:sp>
      <p:sp>
        <p:nvSpPr>
          <p:cNvPr id="330" name="Google Shape;330;p51"/>
          <p:cNvSpPr txBox="1">
            <a:spLocks noGrp="1"/>
          </p:cNvSpPr>
          <p:nvPr>
            <p:ph type="body" idx="2"/>
          </p:nvPr>
        </p:nvSpPr>
        <p:spPr>
          <a:xfrm>
            <a:off x="283050" y="2145525"/>
            <a:ext cx="4015200" cy="29472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a:t>The pressure of moving air can be examined by blowing gently over a small piece of curved paper. The air does not push the paper down as might be intuitively assumed. Instead, the paper behind the curve rises toward the moving air. This happens because the air pressure drops over the paper due to the air’s increased speed – this would seem to match the description of speed/pressure relationship. The curvature in the paper enhances the effect of the lowered air pressure. </a:t>
            </a:r>
            <a:endParaRPr/>
          </a:p>
        </p:txBody>
      </p:sp>
      <p:sp>
        <p:nvSpPr>
          <p:cNvPr id="331" name="Google Shape;331;p51"/>
          <p:cNvSpPr txBox="1"/>
          <p:nvPr/>
        </p:nvSpPr>
        <p:spPr>
          <a:xfrm>
            <a:off x="5668900" y="2225700"/>
            <a:ext cx="3000000" cy="1826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350">
                <a:solidFill>
                  <a:schemeClr val="lt2"/>
                </a:solidFill>
                <a:latin typeface="Rubik"/>
                <a:ea typeface="Rubik"/>
                <a:cs typeface="Rubik"/>
                <a:sym typeface="Rubik"/>
              </a:rPr>
              <a:t>A similar effect can be observed when air moves past any object that is light enough to be affected by the drop in air pressure associated with movement. A balloon is light enough to show this effect clearly.</a:t>
            </a:r>
            <a:endParaRPr sz="1350">
              <a:solidFill>
                <a:schemeClr val="lt2"/>
              </a:solidFill>
              <a:latin typeface="Rubik"/>
              <a:ea typeface="Rubik"/>
              <a:cs typeface="Rubik"/>
              <a:sym typeface="Rubik"/>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52"/>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Creating lift activity</a:t>
            </a:r>
            <a:endParaRPr/>
          </a:p>
        </p:txBody>
      </p:sp>
      <p:pic>
        <p:nvPicPr>
          <p:cNvPr id="337" name="Google Shape;337;p52"/>
          <p:cNvPicPr preferRelativeResize="0"/>
          <p:nvPr/>
        </p:nvPicPr>
        <p:blipFill>
          <a:blip r:embed="rId3">
            <a:alphaModFix/>
          </a:blip>
          <a:stretch>
            <a:fillRect/>
          </a:stretch>
        </p:blipFill>
        <p:spPr>
          <a:xfrm>
            <a:off x="2702475" y="1282925"/>
            <a:ext cx="3451777" cy="37443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53"/>
          <p:cNvSpPr txBox="1">
            <a:spLocks noGrp="1"/>
          </p:cNvSpPr>
          <p:nvPr>
            <p:ph type="title"/>
          </p:nvPr>
        </p:nvSpPr>
        <p:spPr>
          <a:xfrm>
            <a:off x="1248900" y="92925"/>
            <a:ext cx="6646200" cy="158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Confirmation Questions!</a:t>
            </a:r>
            <a:endParaRPr sz="4000"/>
          </a:p>
        </p:txBody>
      </p:sp>
      <p:sp>
        <p:nvSpPr>
          <p:cNvPr id="343" name="Google Shape;343;p53"/>
          <p:cNvSpPr txBox="1"/>
          <p:nvPr/>
        </p:nvSpPr>
        <p:spPr>
          <a:xfrm>
            <a:off x="1391100" y="1350875"/>
            <a:ext cx="6361800" cy="26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Q1. Why does the paper airfoil rise when a cadet blows over it?</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Q2. Why do balloons move toward moving air?</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Q3. Why was the paper deliberately curved before blowing over it?</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p:txBody>
      </p:sp>
      <p:sp>
        <p:nvSpPr>
          <p:cNvPr id="344" name="Google Shape;344;p53"/>
          <p:cNvSpPr txBox="1"/>
          <p:nvPr/>
        </p:nvSpPr>
        <p:spPr>
          <a:xfrm>
            <a:off x="441475" y="3872025"/>
            <a:ext cx="8501100" cy="72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A3. The curvature in the paper enhances the effect of the lowered air pressure.</a:t>
            </a:r>
            <a:endParaRPr sz="1850">
              <a:solidFill>
                <a:schemeClr val="dk1"/>
              </a:solidFill>
              <a:latin typeface="Rubik"/>
              <a:ea typeface="Rubik"/>
              <a:cs typeface="Rubik"/>
              <a:sym typeface="Rubik"/>
            </a:endParaRPr>
          </a:p>
        </p:txBody>
      </p:sp>
      <p:sp>
        <p:nvSpPr>
          <p:cNvPr id="345" name="Google Shape;345;p53"/>
          <p:cNvSpPr txBox="1"/>
          <p:nvPr/>
        </p:nvSpPr>
        <p:spPr>
          <a:xfrm>
            <a:off x="441475" y="1994525"/>
            <a:ext cx="84297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A1. Air pressure over the paper drops as the air moves, so the still air below the paper pushes it up.</a:t>
            </a:r>
            <a:endParaRPr/>
          </a:p>
        </p:txBody>
      </p:sp>
      <p:sp>
        <p:nvSpPr>
          <p:cNvPr id="346" name="Google Shape;346;p53"/>
          <p:cNvSpPr txBox="1"/>
          <p:nvPr/>
        </p:nvSpPr>
        <p:spPr>
          <a:xfrm>
            <a:off x="441475" y="2846950"/>
            <a:ext cx="84297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A2. Moving air pressure is lower, so still air pushes the balloon into the moving air.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5"/>
                                        </p:tgtEl>
                                        <p:attrNameLst>
                                          <p:attrName>style.visibility</p:attrName>
                                        </p:attrNameLst>
                                      </p:cBhvr>
                                      <p:to>
                                        <p:strVal val="visible"/>
                                      </p:to>
                                    </p:set>
                                    <p:animEffect transition="in" filter="fade">
                                      <p:cBhvr>
                                        <p:cTn id="7" dur="1000"/>
                                        <p:tgtEl>
                                          <p:spTgt spid="3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6"/>
                                        </p:tgtEl>
                                        <p:attrNameLst>
                                          <p:attrName>style.visibility</p:attrName>
                                        </p:attrNameLst>
                                      </p:cBhvr>
                                      <p:to>
                                        <p:strVal val="visible"/>
                                      </p:to>
                                    </p:set>
                                    <p:animEffect transition="in" filter="fade">
                                      <p:cBhvr>
                                        <p:cTn id="12" dur="1000"/>
                                        <p:tgtEl>
                                          <p:spTgt spid="3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4"/>
                                        </p:tgtEl>
                                        <p:attrNameLst>
                                          <p:attrName>style.visibility</p:attrName>
                                        </p:attrNameLst>
                                      </p:cBhvr>
                                      <p:to>
                                        <p:strVal val="visible"/>
                                      </p:to>
                                    </p:set>
                                    <p:animEffect transition="in" filter="fade">
                                      <p:cBhvr>
                                        <p:cTn id="17" dur="100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4"/>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Clr>
                <a:schemeClr val="accent4"/>
              </a:buClr>
              <a:buSzPts val="990"/>
              <a:buNone/>
            </a:pPr>
            <a:r>
              <a:rPr lang="en" sz="2450"/>
              <a:t>TP 4. Introduce angle of attack </a:t>
            </a:r>
            <a:endParaRPr sz="2450"/>
          </a:p>
        </p:txBody>
      </p:sp>
      <p:sp>
        <p:nvSpPr>
          <p:cNvPr id="352" name="Google Shape;352;p54"/>
          <p:cNvSpPr txBox="1">
            <a:spLocks noGrp="1"/>
          </p:cNvSpPr>
          <p:nvPr>
            <p:ph type="body" idx="3"/>
          </p:nvPr>
        </p:nvSpPr>
        <p:spPr>
          <a:xfrm>
            <a:off x="122800" y="1762250"/>
            <a:ext cx="4407300" cy="3287400"/>
          </a:xfrm>
          <a:prstGeom prst="rect">
            <a:avLst/>
          </a:prstGeom>
        </p:spPr>
        <p:txBody>
          <a:bodyPr spcFirstLastPara="1" wrap="square" lIns="91425" tIns="91425" rIns="91425" bIns="91425" anchor="t" anchorCtr="0">
            <a:normAutofit/>
          </a:bodyPr>
          <a:lstStyle/>
          <a:p>
            <a:pPr marL="457200" lvl="0" indent="-314325" algn="l" rtl="0">
              <a:spcBef>
                <a:spcPts val="0"/>
              </a:spcBef>
              <a:spcAft>
                <a:spcPts val="0"/>
              </a:spcAft>
              <a:buSzPts val="1350"/>
              <a:buChar char="●"/>
            </a:pPr>
            <a:r>
              <a:rPr lang="en"/>
              <a:t>An aircraft wing is an airfoil because of its cross-sectional shape</a:t>
            </a:r>
            <a:endParaRPr/>
          </a:p>
          <a:p>
            <a:pPr marL="457200" lvl="0" indent="-314325" algn="l" rtl="0">
              <a:spcBef>
                <a:spcPts val="0"/>
              </a:spcBef>
              <a:spcAft>
                <a:spcPts val="0"/>
              </a:spcAft>
              <a:buSzPts val="1350"/>
              <a:buChar char="●"/>
            </a:pPr>
            <a:r>
              <a:rPr lang="en"/>
              <a:t>The top surface is curved outward (convex) allowing air to flow overtop further, making the air travel faster which results in lower pressure above the wing</a:t>
            </a:r>
            <a:endParaRPr/>
          </a:p>
          <a:p>
            <a:pPr marL="457200" lvl="0" indent="-314325" algn="l" rtl="0">
              <a:spcBef>
                <a:spcPts val="0"/>
              </a:spcBef>
              <a:spcAft>
                <a:spcPts val="0"/>
              </a:spcAft>
              <a:buSzPts val="1350"/>
              <a:buChar char="●"/>
            </a:pPr>
            <a:r>
              <a:rPr lang="en"/>
              <a:t>Below the wing air is slowed to increase its pressure done by curving the surface slightly inward (concave) and by sloping the wing so that it's slightly higher at the front (leading edge) than the back (trailing edge)</a:t>
            </a:r>
            <a:endParaRPr/>
          </a:p>
          <a:p>
            <a:pPr marL="457200" lvl="0" indent="-314325" algn="l" rtl="0">
              <a:spcBef>
                <a:spcPts val="0"/>
              </a:spcBef>
              <a:spcAft>
                <a:spcPts val="0"/>
              </a:spcAft>
              <a:buSzPts val="1350"/>
              <a:buChar char="●"/>
            </a:pPr>
            <a:r>
              <a:rPr lang="en"/>
              <a:t>This angle of the wing’s under surface which encounters moving air is called the wing’s angle of attack</a:t>
            </a:r>
            <a:endParaRPr/>
          </a:p>
        </p:txBody>
      </p:sp>
      <p:sp>
        <p:nvSpPr>
          <p:cNvPr id="353" name="Google Shape;353;p54"/>
          <p:cNvSpPr/>
          <p:nvPr/>
        </p:nvSpPr>
        <p:spPr>
          <a:xfrm>
            <a:off x="4887825" y="1762250"/>
            <a:ext cx="4015500" cy="31710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100">
              <a:latin typeface="Bungee Inline"/>
              <a:ea typeface="Bungee Inline"/>
              <a:cs typeface="Bungee Inline"/>
              <a:sym typeface="Bungee Inline"/>
            </a:endParaRPr>
          </a:p>
        </p:txBody>
      </p:sp>
      <p:pic>
        <p:nvPicPr>
          <p:cNvPr id="2" name="Picture 1">
            <a:extLst>
              <a:ext uri="{FF2B5EF4-FFF2-40B4-BE49-F238E27FC236}">
                <a16:creationId xmlns:a16="http://schemas.microsoft.com/office/drawing/2014/main" id="{D5E1C48F-76B7-9A64-0418-95F5B3FB405A}"/>
              </a:ext>
            </a:extLst>
          </p:cNvPr>
          <p:cNvPicPr>
            <a:picLocks noChangeAspect="1"/>
          </p:cNvPicPr>
          <p:nvPr/>
        </p:nvPicPr>
        <p:blipFill rotWithShape="1">
          <a:blip r:embed="rId3"/>
          <a:srcRect t="848" r="3" b="3"/>
          <a:stretch/>
        </p:blipFill>
        <p:spPr>
          <a:xfrm>
            <a:off x="4887825" y="3684349"/>
            <a:ext cx="1970175" cy="1259992"/>
          </a:xfrm>
          <a:custGeom>
            <a:avLst/>
            <a:gdLst/>
            <a:ahLst/>
            <a:cxnLst/>
            <a:rect l="l" t="t" r="r" b="b"/>
            <a:pathLst>
              <a:path w="4051081"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cubicBezTo>
                  <a:pt x="4042100" y="1477465"/>
                  <a:pt x="4059584" y="1566941"/>
                  <a:pt x="4046914" y="1661622"/>
                </a:cubicBezTo>
                <a:cubicBezTo>
                  <a:pt x="4039566" y="1720003"/>
                  <a:pt x="4037919" y="177965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pic>
      <p:pic>
        <p:nvPicPr>
          <p:cNvPr id="2052" name="Picture 4" descr="Video tip: What does angle of attack really mean? : Flight Training Central">
            <a:extLst>
              <a:ext uri="{FF2B5EF4-FFF2-40B4-BE49-F238E27FC236}">
                <a16:creationId xmlns:a16="http://schemas.microsoft.com/office/drawing/2014/main" id="{A3A861A4-3267-2172-19E4-ADE110CDBF5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215"/>
          <a:stretch/>
        </p:blipFill>
        <p:spPr bwMode="auto">
          <a:xfrm>
            <a:off x="4887824" y="1751160"/>
            <a:ext cx="4015500" cy="19828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5"/>
          <p:cNvSpPr txBox="1">
            <a:spLocks noGrp="1"/>
          </p:cNvSpPr>
          <p:nvPr>
            <p:ph type="title"/>
          </p:nvPr>
        </p:nvSpPr>
        <p:spPr>
          <a:xfrm>
            <a:off x="1248900" y="92925"/>
            <a:ext cx="6646200" cy="158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Confirmation Questions!</a:t>
            </a:r>
            <a:endParaRPr sz="4000"/>
          </a:p>
        </p:txBody>
      </p:sp>
      <p:sp>
        <p:nvSpPr>
          <p:cNvPr id="360" name="Google Shape;360;p55"/>
          <p:cNvSpPr txBox="1"/>
          <p:nvPr/>
        </p:nvSpPr>
        <p:spPr>
          <a:xfrm>
            <a:off x="1391100" y="1350875"/>
            <a:ext cx="6361800" cy="26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Q1. Which surface of an aircraft wing is curved outward (convex)?</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Q2. What shape is often given to the underside of an aircraft wing?</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r>
              <a:rPr lang="en" sz="1850">
                <a:solidFill>
                  <a:schemeClr val="dk1"/>
                </a:solidFill>
                <a:latin typeface="Rubik"/>
                <a:ea typeface="Rubik"/>
                <a:cs typeface="Rubik"/>
                <a:sym typeface="Rubik"/>
              </a:rPr>
              <a:t>Q3. What happens to air pressure under a wing as angle of attack increases?</a:t>
            </a:r>
            <a:endParaRPr sz="1850">
              <a:solidFill>
                <a:schemeClr val="dk1"/>
              </a:solidFill>
              <a:latin typeface="Rubik"/>
              <a:ea typeface="Rubik"/>
              <a:cs typeface="Rubik"/>
              <a:sym typeface="Rubik"/>
            </a:endParaRPr>
          </a:p>
          <a:p>
            <a:pPr marL="0" lvl="0" indent="0" algn="l" rtl="0">
              <a:spcBef>
                <a:spcPts val="0"/>
              </a:spcBef>
              <a:spcAft>
                <a:spcPts val="0"/>
              </a:spcAft>
              <a:buNone/>
            </a:pPr>
            <a:r>
              <a:rPr lang="en" sz="1850">
                <a:solidFill>
                  <a:schemeClr val="dk1"/>
                </a:solidFill>
                <a:latin typeface="Rubik"/>
                <a:ea typeface="Rubik"/>
                <a:cs typeface="Rubik"/>
                <a:sym typeface="Rubik"/>
              </a:rPr>
              <a:t> </a:t>
            </a:r>
            <a:endParaRPr sz="1850">
              <a:solidFill>
                <a:schemeClr val="dk1"/>
              </a:solidFill>
              <a:latin typeface="Rubik"/>
              <a:ea typeface="Rubik"/>
              <a:cs typeface="Rubik"/>
              <a:sym typeface="Rubik"/>
            </a:endParaRPr>
          </a:p>
        </p:txBody>
      </p:sp>
      <p:sp>
        <p:nvSpPr>
          <p:cNvPr id="361" name="Google Shape;361;p55"/>
          <p:cNvSpPr txBox="1"/>
          <p:nvPr/>
        </p:nvSpPr>
        <p:spPr>
          <a:xfrm>
            <a:off x="419800" y="4190600"/>
            <a:ext cx="8501100" cy="5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A3. When air’s motion is changed, an equal and opposite reaction results.</a:t>
            </a:r>
            <a:endParaRPr sz="1850">
              <a:solidFill>
                <a:schemeClr val="dk1"/>
              </a:solidFill>
              <a:latin typeface="Rubik"/>
              <a:ea typeface="Rubik"/>
              <a:cs typeface="Rubik"/>
              <a:sym typeface="Rubik"/>
            </a:endParaRPr>
          </a:p>
        </p:txBody>
      </p:sp>
      <p:sp>
        <p:nvSpPr>
          <p:cNvPr id="362" name="Google Shape;362;p55"/>
          <p:cNvSpPr txBox="1"/>
          <p:nvPr/>
        </p:nvSpPr>
        <p:spPr>
          <a:xfrm>
            <a:off x="419800" y="2124550"/>
            <a:ext cx="5626800" cy="4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A1. The top surface of a wing is curved outward.</a:t>
            </a:r>
            <a:endParaRPr/>
          </a:p>
        </p:txBody>
      </p:sp>
      <p:sp>
        <p:nvSpPr>
          <p:cNvPr id="363" name="Google Shape;363;p55"/>
          <p:cNvSpPr txBox="1"/>
          <p:nvPr/>
        </p:nvSpPr>
        <p:spPr>
          <a:xfrm>
            <a:off x="419800" y="3157575"/>
            <a:ext cx="8436900" cy="4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A2. A slight inward, or concave, curve is often given to an aircraft wing.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Effect transition="in" filter="fade">
                                      <p:cBhvr>
                                        <p:cTn id="7" dur="1000"/>
                                        <p:tgtEl>
                                          <p:spTgt spid="3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3"/>
                                        </p:tgtEl>
                                        <p:attrNameLst>
                                          <p:attrName>style.visibility</p:attrName>
                                        </p:attrNameLst>
                                      </p:cBhvr>
                                      <p:to>
                                        <p:strVal val="visible"/>
                                      </p:to>
                                    </p:set>
                                    <p:animEffect transition="in" filter="fade">
                                      <p:cBhvr>
                                        <p:cTn id="12" dur="1000"/>
                                        <p:tgtEl>
                                          <p:spTgt spid="3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1"/>
                                        </p:tgtEl>
                                        <p:attrNameLst>
                                          <p:attrName>style.visibility</p:attrName>
                                        </p:attrNameLst>
                                      </p:cBhvr>
                                      <p:to>
                                        <p:strVal val="visible"/>
                                      </p:to>
                                    </p:set>
                                    <p:animEffect transition="in" filter="fade">
                                      <p:cBhvr>
                                        <p:cTn id="17" dur="1000"/>
                                        <p:tgtEl>
                                          <p:spTgt spid="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6"/>
          <p:cNvSpPr txBox="1">
            <a:spLocks noGrp="1"/>
          </p:cNvSpPr>
          <p:nvPr>
            <p:ph type="title"/>
          </p:nvPr>
        </p:nvSpPr>
        <p:spPr>
          <a:xfrm>
            <a:off x="635500" y="228600"/>
            <a:ext cx="7836900" cy="86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450"/>
              <a:t>TP 5. Have each cadet create and fly an airfoil</a:t>
            </a:r>
            <a:endParaRPr sz="2450"/>
          </a:p>
        </p:txBody>
      </p:sp>
      <p:sp>
        <p:nvSpPr>
          <p:cNvPr id="369" name="Google Shape;369;p56"/>
          <p:cNvSpPr txBox="1">
            <a:spLocks noGrp="1"/>
          </p:cNvSpPr>
          <p:nvPr>
            <p:ph type="subTitle" idx="1"/>
          </p:nvPr>
        </p:nvSpPr>
        <p:spPr>
          <a:xfrm>
            <a:off x="635500" y="1092900"/>
            <a:ext cx="7836900" cy="441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Activity</a:t>
            </a:r>
            <a:endParaRPr/>
          </a:p>
        </p:txBody>
      </p:sp>
      <p:sp>
        <p:nvSpPr>
          <p:cNvPr id="370" name="Google Shape;370;p56"/>
          <p:cNvSpPr txBox="1">
            <a:spLocks noGrp="1"/>
          </p:cNvSpPr>
          <p:nvPr>
            <p:ph type="body" idx="2"/>
          </p:nvPr>
        </p:nvSpPr>
        <p:spPr>
          <a:xfrm>
            <a:off x="200875" y="1740975"/>
            <a:ext cx="4371000" cy="31281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850"/>
              <a:t>ACTIVITY INSTRUCTIONS</a:t>
            </a:r>
            <a:endParaRPr sz="850"/>
          </a:p>
          <a:p>
            <a:pPr marL="0" lvl="0" indent="0" algn="l" rtl="0">
              <a:lnSpc>
                <a:spcPct val="100000"/>
              </a:lnSpc>
              <a:spcBef>
                <a:spcPts val="1200"/>
              </a:spcBef>
              <a:spcAft>
                <a:spcPts val="0"/>
              </a:spcAft>
              <a:buClr>
                <a:schemeClr val="accent6"/>
              </a:buClr>
              <a:buSzPts val="1100"/>
              <a:buFont typeface="Arial"/>
              <a:buNone/>
            </a:pPr>
            <a:r>
              <a:rPr lang="en" sz="850"/>
              <a:t>Give each cadet an index card to fold into an airfoil shape with mounting holes for the launching skewers. The cadets will:</a:t>
            </a:r>
            <a:endParaRPr sz="850"/>
          </a:p>
          <a:p>
            <a:pPr marL="0" lvl="0" indent="0" algn="l" rtl="0">
              <a:lnSpc>
                <a:spcPct val="100000"/>
              </a:lnSpc>
              <a:spcBef>
                <a:spcPts val="1200"/>
              </a:spcBef>
              <a:spcAft>
                <a:spcPts val="0"/>
              </a:spcAft>
              <a:buNone/>
            </a:pPr>
            <a:r>
              <a:rPr lang="en" sz="850"/>
              <a:t>1. Fold the card in half. Tape the top of the card down to the bottom half of the card so that about 6 mm (1/4 inch) of the bottom shows, leaving the top in a curve and the bottom flat. This will produce a cross-section airfoil shape.</a:t>
            </a:r>
            <a:endParaRPr sz="850"/>
          </a:p>
          <a:p>
            <a:pPr marL="0" lvl="0" indent="0" algn="l" rtl="0">
              <a:lnSpc>
                <a:spcPct val="100000"/>
              </a:lnSpc>
              <a:spcBef>
                <a:spcPts val="1200"/>
              </a:spcBef>
              <a:spcAft>
                <a:spcPts val="0"/>
              </a:spcAft>
              <a:buClr>
                <a:schemeClr val="accent6"/>
              </a:buClr>
              <a:buSzPts val="1100"/>
              <a:buFont typeface="Arial"/>
              <a:buNone/>
            </a:pPr>
            <a:r>
              <a:rPr lang="en" sz="850"/>
              <a:t>2. Use the hole punch (or a sharp pencil) to put two sets of holes in the thickest part of the airfoil.</a:t>
            </a:r>
            <a:endParaRPr sz="850"/>
          </a:p>
          <a:p>
            <a:pPr marL="0" lvl="0" indent="0" algn="l" rtl="0">
              <a:lnSpc>
                <a:spcPct val="100000"/>
              </a:lnSpc>
              <a:spcBef>
                <a:spcPts val="1200"/>
              </a:spcBef>
              <a:spcAft>
                <a:spcPts val="0"/>
              </a:spcAft>
              <a:buNone/>
            </a:pPr>
            <a:r>
              <a:rPr lang="en" sz="850"/>
              <a:t>3. Cut the straw so you get two pieces 5 cm (2 inches) long. Fit these mini-straws through the holes in the airfoil.</a:t>
            </a:r>
            <a:endParaRPr sz="850"/>
          </a:p>
          <a:p>
            <a:pPr marL="0" lvl="0" indent="0" algn="l" rtl="0">
              <a:lnSpc>
                <a:spcPct val="100000"/>
              </a:lnSpc>
              <a:spcBef>
                <a:spcPts val="1200"/>
              </a:spcBef>
              <a:spcAft>
                <a:spcPts val="0"/>
              </a:spcAft>
              <a:buNone/>
            </a:pPr>
            <a:r>
              <a:rPr lang="en" sz="850"/>
              <a:t>4. Set the airfoil on the base and slip a skewer or unbent paper clip through each of the mini-straws and into the base.</a:t>
            </a:r>
            <a:endParaRPr sz="850"/>
          </a:p>
          <a:p>
            <a:pPr marL="0" lvl="0" indent="0" algn="l" rtl="0">
              <a:lnSpc>
                <a:spcPct val="100000"/>
              </a:lnSpc>
              <a:spcBef>
                <a:spcPts val="1200"/>
              </a:spcBef>
              <a:spcAft>
                <a:spcPts val="1200"/>
              </a:spcAft>
              <a:buNone/>
            </a:pPr>
            <a:r>
              <a:rPr lang="en" sz="850"/>
              <a:t>5. Use the hairdryer or fan to move air over the airfoil to create lift. Try it both ways—with the flat side of the airfoil on the bottom and with the flat side on the top. Note which position the airfoil is in when it climbs best.</a:t>
            </a:r>
            <a:endParaRPr sz="850"/>
          </a:p>
        </p:txBody>
      </p:sp>
      <p:pic>
        <p:nvPicPr>
          <p:cNvPr id="371" name="Google Shape;371;p56"/>
          <p:cNvPicPr preferRelativeResize="0"/>
          <p:nvPr/>
        </p:nvPicPr>
        <p:blipFill>
          <a:blip r:embed="rId3">
            <a:alphaModFix/>
          </a:blip>
          <a:stretch>
            <a:fillRect/>
          </a:stretch>
        </p:blipFill>
        <p:spPr>
          <a:xfrm>
            <a:off x="4571875" y="2167838"/>
            <a:ext cx="4267325" cy="227438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7"/>
          <p:cNvSpPr txBox="1">
            <a:spLocks noGrp="1"/>
          </p:cNvSpPr>
          <p:nvPr>
            <p:ph type="title"/>
          </p:nvPr>
        </p:nvSpPr>
        <p:spPr>
          <a:xfrm>
            <a:off x="744075" y="92925"/>
            <a:ext cx="7838100" cy="158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End of Lesson Confirmation</a:t>
            </a:r>
            <a:endParaRPr sz="4000"/>
          </a:p>
        </p:txBody>
      </p:sp>
      <p:sp>
        <p:nvSpPr>
          <p:cNvPr id="377" name="Google Shape;377;p57"/>
          <p:cNvSpPr txBox="1"/>
          <p:nvPr/>
        </p:nvSpPr>
        <p:spPr>
          <a:xfrm>
            <a:off x="1391100" y="1350875"/>
            <a:ext cx="6361800" cy="269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Q1. How does the top surface of a wing generate lift?</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Q2. How does the under-surface of a wing generate lift?</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a:p>
            <a:pPr marL="0" lvl="0" indent="0" algn="l" rtl="0">
              <a:spcBef>
                <a:spcPts val="0"/>
              </a:spcBef>
              <a:spcAft>
                <a:spcPts val="0"/>
              </a:spcAft>
              <a:buClr>
                <a:schemeClr val="accent6"/>
              </a:buClr>
              <a:buSzPts val="1100"/>
              <a:buFont typeface="Arial"/>
              <a:buNone/>
            </a:pPr>
            <a:r>
              <a:rPr lang="en" sz="1850">
                <a:solidFill>
                  <a:schemeClr val="dk1"/>
                </a:solidFill>
                <a:latin typeface="Rubik"/>
                <a:ea typeface="Rubik"/>
                <a:cs typeface="Rubik"/>
                <a:sym typeface="Rubik"/>
              </a:rPr>
              <a:t>Q3. What determines how much lift is produced by a wing at a given speed?</a:t>
            </a:r>
            <a:endParaRPr sz="1850">
              <a:solidFill>
                <a:schemeClr val="dk1"/>
              </a:solidFill>
              <a:latin typeface="Rubik"/>
              <a:ea typeface="Rubik"/>
              <a:cs typeface="Rubik"/>
              <a:sym typeface="Rubik"/>
            </a:endParaRPr>
          </a:p>
          <a:p>
            <a:pPr marL="0" lvl="0" indent="0" algn="l" rtl="0">
              <a:spcBef>
                <a:spcPts val="0"/>
              </a:spcBef>
              <a:spcAft>
                <a:spcPts val="0"/>
              </a:spcAft>
              <a:buNone/>
            </a:pPr>
            <a:endParaRPr sz="1850">
              <a:solidFill>
                <a:schemeClr val="dk1"/>
              </a:solidFill>
              <a:latin typeface="Rubik"/>
              <a:ea typeface="Rubik"/>
              <a:cs typeface="Rubik"/>
              <a:sym typeface="Rubik"/>
            </a:endParaRPr>
          </a:p>
        </p:txBody>
      </p:sp>
      <p:sp>
        <p:nvSpPr>
          <p:cNvPr id="378" name="Google Shape;378;p57"/>
          <p:cNvSpPr txBox="1"/>
          <p:nvPr/>
        </p:nvSpPr>
        <p:spPr>
          <a:xfrm>
            <a:off x="412575" y="3626400"/>
            <a:ext cx="8501100" cy="5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A3. The angle of attack will determine how much lift is produced at a given speed.</a:t>
            </a:r>
            <a:endParaRPr sz="1850">
              <a:solidFill>
                <a:schemeClr val="dk1"/>
              </a:solidFill>
              <a:latin typeface="Rubik"/>
              <a:ea typeface="Rubik"/>
              <a:cs typeface="Rubik"/>
              <a:sym typeface="Rubik"/>
            </a:endParaRPr>
          </a:p>
        </p:txBody>
      </p:sp>
      <p:sp>
        <p:nvSpPr>
          <p:cNvPr id="379" name="Google Shape;379;p57"/>
          <p:cNvSpPr txBox="1"/>
          <p:nvPr/>
        </p:nvSpPr>
        <p:spPr>
          <a:xfrm>
            <a:off x="412575" y="1764425"/>
            <a:ext cx="85011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A1. The top surface of a wing generates lift by lowering air pressure over the wing.</a:t>
            </a:r>
            <a:endParaRPr/>
          </a:p>
        </p:txBody>
      </p:sp>
      <p:sp>
        <p:nvSpPr>
          <p:cNvPr id="380" name="Google Shape;380;p57"/>
          <p:cNvSpPr txBox="1"/>
          <p:nvPr/>
        </p:nvSpPr>
        <p:spPr>
          <a:xfrm>
            <a:off x="412575" y="2601325"/>
            <a:ext cx="8444100" cy="75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50">
                <a:solidFill>
                  <a:schemeClr val="dk1"/>
                </a:solidFill>
                <a:latin typeface="Rubik"/>
                <a:ea typeface="Rubik"/>
                <a:cs typeface="Rubik"/>
                <a:sym typeface="Rubik"/>
              </a:rPr>
              <a:t>A2. The under-surface of a wing generates lift by raising air pressure under the wing.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9"/>
                                        </p:tgtEl>
                                        <p:attrNameLst>
                                          <p:attrName>style.visibility</p:attrName>
                                        </p:attrNameLst>
                                      </p:cBhvr>
                                      <p:to>
                                        <p:strVal val="visible"/>
                                      </p:to>
                                    </p:set>
                                    <p:animEffect transition="in" filter="fade">
                                      <p:cBhvr>
                                        <p:cTn id="7" dur="1000"/>
                                        <p:tgtEl>
                                          <p:spTgt spid="3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0"/>
                                        </p:tgtEl>
                                        <p:attrNameLst>
                                          <p:attrName>style.visibility</p:attrName>
                                        </p:attrNameLst>
                                      </p:cBhvr>
                                      <p:to>
                                        <p:strVal val="visible"/>
                                      </p:to>
                                    </p:set>
                                    <p:animEffect transition="in" filter="fade">
                                      <p:cBhvr>
                                        <p:cTn id="12" dur="1000"/>
                                        <p:tgtEl>
                                          <p:spTgt spid="3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8"/>
                                        </p:tgtEl>
                                        <p:attrNameLst>
                                          <p:attrName>style.visibility</p:attrName>
                                        </p:attrNameLst>
                                      </p:cBhvr>
                                      <p:to>
                                        <p:strVal val="visible"/>
                                      </p:to>
                                    </p:set>
                                    <p:animEffect transition="in" filter="fade">
                                      <p:cBhvr>
                                        <p:cTn id="17" dur="1000"/>
                                        <p:tgtEl>
                                          <p:spTgt spid="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8"/>
          <p:cNvSpPr txBox="1">
            <a:spLocks noGrp="1"/>
          </p:cNvSpPr>
          <p:nvPr>
            <p:ph type="title"/>
          </p:nvPr>
        </p:nvSpPr>
        <p:spPr>
          <a:xfrm>
            <a:off x="1248900" y="1632850"/>
            <a:ext cx="6646200" cy="158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EOM 231.02-</a:t>
            </a:r>
            <a:r>
              <a:rPr lang="en" sz="4000"/>
              <a:t> Describe the production of lift by an aircraft wing</a:t>
            </a:r>
            <a:endParaRPr sz="4000"/>
          </a:p>
        </p:txBody>
      </p:sp>
      <p:sp>
        <p:nvSpPr>
          <p:cNvPr id="387" name="Google Shape;387;p58"/>
          <p:cNvSpPr txBox="1"/>
          <p:nvPr/>
        </p:nvSpPr>
        <p:spPr>
          <a:xfrm>
            <a:off x="240625" y="285750"/>
            <a:ext cx="94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chemeClr val="dk1"/>
                </a:solidFill>
                <a:latin typeface="Rubik"/>
                <a:ea typeface="Rubik"/>
                <a:cs typeface="Rubik"/>
                <a:sym typeface="Rubik"/>
              </a:rPr>
              <a:t>Lv.2 IG</a:t>
            </a:r>
            <a:endParaRPr sz="1350">
              <a:solidFill>
                <a:schemeClr val="dk1"/>
              </a:solidFill>
              <a:latin typeface="Rubik"/>
              <a:ea typeface="Rubik"/>
              <a:cs typeface="Rubik"/>
              <a:sym typeface="Rubik"/>
            </a:endParaRPr>
          </a:p>
        </p:txBody>
      </p:sp>
      <p:sp>
        <p:nvSpPr>
          <p:cNvPr id="388" name="Google Shape;388;p58"/>
          <p:cNvSpPr txBox="1"/>
          <p:nvPr/>
        </p:nvSpPr>
        <p:spPr>
          <a:xfrm>
            <a:off x="240625" y="4526825"/>
            <a:ext cx="948000" cy="3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50">
                <a:solidFill>
                  <a:schemeClr val="dk1"/>
                </a:solidFill>
                <a:latin typeface="Rubik"/>
                <a:ea typeface="Rubik"/>
                <a:cs typeface="Rubik"/>
                <a:sym typeface="Rubik"/>
              </a:rPr>
              <a:t>60min</a:t>
            </a:r>
            <a:endParaRPr sz="1350">
              <a:solidFill>
                <a:schemeClr val="dk1"/>
              </a:solidFill>
              <a:latin typeface="Rubik"/>
              <a:ea typeface="Rubik"/>
              <a:cs typeface="Rubik"/>
              <a:sym typeface="Rubik"/>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yllabus / Course Overview #1">
  <a:themeElements>
    <a:clrScheme name="Simple Light">
      <a:dk1>
        <a:srgbClr val="03045E"/>
      </a:dk1>
      <a:lt1>
        <a:srgbClr val="CAF0F8"/>
      </a:lt1>
      <a:dk2>
        <a:srgbClr val="00508A"/>
      </a:dk2>
      <a:lt2>
        <a:srgbClr val="FFFFFF"/>
      </a:lt2>
      <a:accent1>
        <a:srgbClr val="86FFFF"/>
      </a:accent1>
      <a:accent2>
        <a:srgbClr val="90E0EF"/>
      </a:accent2>
      <a:accent3>
        <a:srgbClr val="0077B6"/>
      </a:accent3>
      <a:accent4>
        <a:srgbClr val="0096C7"/>
      </a:accent4>
      <a:accent5>
        <a:srgbClr val="00B4D8"/>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1266</Words>
  <Application>Microsoft Office PowerPoint</Application>
  <PresentationFormat>On-screen Show (16:9)</PresentationFormat>
  <Paragraphs>108</Paragraphs>
  <Slides>16</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Bungee Inline</vt:lpstr>
      <vt:lpstr>Rubik</vt:lpstr>
      <vt:lpstr>Rubik SemiBold</vt:lpstr>
      <vt:lpstr>Young Serif</vt:lpstr>
      <vt:lpstr>Arial</vt:lpstr>
      <vt:lpstr>Simple Light</vt:lpstr>
      <vt:lpstr>Syllabus / Course Overview #1</vt:lpstr>
      <vt:lpstr>EOM 231.02- Describe the production of lift by an aircraft wing</vt:lpstr>
      <vt:lpstr>Importance</vt:lpstr>
      <vt:lpstr>Overview</vt:lpstr>
      <vt:lpstr>TP 1. Explain that air acts like a fluid insofar as it has inertia, speed and pressure</vt:lpstr>
      <vt:lpstr>Confirmation Questions!</vt:lpstr>
      <vt:lpstr>TP 2. Introduce Bernoulli’s Principle which states that liquid’s pressure drops when it's speed increases</vt:lpstr>
      <vt:lpstr>Bernoulli’s Principle</vt:lpstr>
      <vt:lpstr>Confirmation Questions!</vt:lpstr>
      <vt:lpstr>TP3. Have the cadets explore Bernoulli’s principle</vt:lpstr>
      <vt:lpstr>Creating lift activity</vt:lpstr>
      <vt:lpstr>Confirmation Questions!</vt:lpstr>
      <vt:lpstr>TP 4. Introduce angle of attack </vt:lpstr>
      <vt:lpstr>Confirmation Questions!</vt:lpstr>
      <vt:lpstr>TP 5. Have each cadet create and fly an airfoil</vt:lpstr>
      <vt:lpstr>End of Lesson Confirmation</vt:lpstr>
      <vt:lpstr>EOM 231.02- Describe the production of lift by an aircraft wing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Zhu</cp:lastModifiedBy>
  <cp:revision>5</cp:revision>
  <dcterms:modified xsi:type="dcterms:W3CDTF">2025-05-26T01:32:04Z</dcterms:modified>
</cp:coreProperties>
</file>