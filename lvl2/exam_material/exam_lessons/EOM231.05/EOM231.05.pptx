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2"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2F1501-3A20-437E-B531-3AAC58612AAC}">
  <a:tblStyle styleId="{A52F1501-3A20-437E-B531-3AAC58612AA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1"/>
        <p:cNvGrpSpPr/>
        <p:nvPr/>
      </p:nvGrpSpPr>
      <p:grpSpPr>
        <a:xfrm>
          <a:off x="0" y="0"/>
          <a:ext cx="0" cy="0"/>
          <a:chOff x="0" y="0"/>
          <a:chExt cx="0" cy="0"/>
        </a:xfrm>
      </p:grpSpPr>
      <p:sp>
        <p:nvSpPr>
          <p:cNvPr id="1612" name="Google Shape;161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3" name="Google Shape;161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11bc263f502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11bc263f5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3"/>
        <p:cNvGrpSpPr/>
        <p:nvPr/>
      </p:nvGrpSpPr>
      <p:grpSpPr>
        <a:xfrm>
          <a:off x="0" y="0"/>
          <a:ext cx="0" cy="0"/>
          <a:chOff x="0" y="0"/>
          <a:chExt cx="0" cy="0"/>
        </a:xfrm>
      </p:grpSpPr>
      <p:sp>
        <p:nvSpPr>
          <p:cNvPr id="1724" name="Google Shape;1724;g11bc263f50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5" name="Google Shape;1725;g11bc263f5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11bc263f502_0_2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11bc263f502_0_2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g3306a86d306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4" name="Google Shape;1834;g3306a86d306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0"/>
        <p:cNvGrpSpPr/>
        <p:nvPr/>
      </p:nvGrpSpPr>
      <p:grpSpPr>
        <a:xfrm>
          <a:off x="0" y="0"/>
          <a:ext cx="0" cy="0"/>
          <a:chOff x="0" y="0"/>
          <a:chExt cx="0" cy="0"/>
        </a:xfrm>
      </p:grpSpPr>
      <p:sp>
        <p:nvSpPr>
          <p:cNvPr id="1841" name="Google Shape;1841;g3306a86d306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2" name="Google Shape;1842;g3306a86d306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6"/>
        <p:cNvGrpSpPr/>
        <p:nvPr/>
      </p:nvGrpSpPr>
      <p:grpSpPr>
        <a:xfrm>
          <a:off x="0" y="0"/>
          <a:ext cx="0" cy="0"/>
          <a:chOff x="0" y="0"/>
          <a:chExt cx="0" cy="0"/>
        </a:xfrm>
      </p:grpSpPr>
      <p:sp>
        <p:nvSpPr>
          <p:cNvPr id="1847" name="Google Shape;1847;g3306a86d306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8" name="Google Shape;1848;g3306a86d306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g3306a86d306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4" name="Google Shape;1854;g3306a86d306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2"/>
        <p:cNvGrpSpPr/>
        <p:nvPr/>
      </p:nvGrpSpPr>
      <p:grpSpPr>
        <a:xfrm>
          <a:off x="0" y="0"/>
          <a:ext cx="0" cy="0"/>
          <a:chOff x="0" y="0"/>
          <a:chExt cx="0" cy="0"/>
        </a:xfrm>
      </p:grpSpPr>
      <p:sp>
        <p:nvSpPr>
          <p:cNvPr id="1973" name="Google Shape;1973;g3306a86d306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4" name="Google Shape;1974;g3306a86d306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9"/>
        <p:cNvGrpSpPr/>
        <p:nvPr/>
      </p:nvGrpSpPr>
      <p:grpSpPr>
        <a:xfrm>
          <a:off x="0" y="0"/>
          <a:ext cx="0" cy="0"/>
          <a:chOff x="0" y="0"/>
          <a:chExt cx="0" cy="0"/>
        </a:xfrm>
      </p:grpSpPr>
      <p:sp>
        <p:nvSpPr>
          <p:cNvPr id="2200" name="Google Shape;2200;g3306a86d306_0_8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1" name="Google Shape;2201;g3306a86d306_0_8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5"/>
        <p:cNvGrpSpPr/>
        <p:nvPr/>
      </p:nvGrpSpPr>
      <p:grpSpPr>
        <a:xfrm>
          <a:off x="0" y="0"/>
          <a:ext cx="0" cy="0"/>
          <a:chOff x="0" y="0"/>
          <a:chExt cx="0" cy="0"/>
        </a:xfrm>
      </p:grpSpPr>
      <p:sp>
        <p:nvSpPr>
          <p:cNvPr id="2206" name="Google Shape;2206;g3306a86d306_0_8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7" name="Google Shape;2207;g3306a86d306_0_8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1"/>
        <p:cNvGrpSpPr/>
        <p:nvPr/>
      </p:nvGrpSpPr>
      <p:grpSpPr>
        <a:xfrm>
          <a:off x="0" y="0"/>
          <a:ext cx="0" cy="0"/>
          <a:chOff x="0" y="0"/>
          <a:chExt cx="0" cy="0"/>
        </a:xfrm>
      </p:grpSpPr>
      <p:sp>
        <p:nvSpPr>
          <p:cNvPr id="2212" name="Google Shape;2212;g3306a86d306_0_9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3" name="Google Shape;2213;g3306a86d306_0_9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1"/>
        <p:cNvGrpSpPr/>
        <p:nvPr/>
      </p:nvGrpSpPr>
      <p:grpSpPr>
        <a:xfrm>
          <a:off x="0" y="0"/>
          <a:ext cx="0" cy="0"/>
          <a:chOff x="0" y="0"/>
          <a:chExt cx="0" cy="0"/>
        </a:xfrm>
      </p:grpSpPr>
      <p:sp>
        <p:nvSpPr>
          <p:cNvPr id="2322" name="Google Shape;2322;g3306a86d306_0_1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3" name="Google Shape;2323;g3306a86d306_0_1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9"/>
        <p:cNvGrpSpPr/>
        <p:nvPr/>
      </p:nvGrpSpPr>
      <p:grpSpPr>
        <a:xfrm>
          <a:off x="0" y="0"/>
          <a:ext cx="0" cy="0"/>
          <a:chOff x="0" y="0"/>
          <a:chExt cx="0" cy="0"/>
        </a:xfrm>
      </p:grpSpPr>
      <p:sp>
        <p:nvSpPr>
          <p:cNvPr id="2330" name="Google Shape;2330;g3306a86d306_0_14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1" name="Google Shape;2331;g3306a86d306_0_1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5"/>
        <p:cNvGrpSpPr/>
        <p:nvPr/>
      </p:nvGrpSpPr>
      <p:grpSpPr>
        <a:xfrm>
          <a:off x="0" y="0"/>
          <a:ext cx="0" cy="0"/>
          <a:chOff x="0" y="0"/>
          <a:chExt cx="0" cy="0"/>
        </a:xfrm>
      </p:grpSpPr>
      <p:sp>
        <p:nvSpPr>
          <p:cNvPr id="2336" name="Google Shape;2336;g3306a86d306_0_14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7" name="Google Shape;2337;g3306a86d306_0_1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1"/>
        <p:cNvGrpSpPr/>
        <p:nvPr/>
      </p:nvGrpSpPr>
      <p:grpSpPr>
        <a:xfrm>
          <a:off x="0" y="0"/>
          <a:ext cx="0" cy="0"/>
          <a:chOff x="0" y="0"/>
          <a:chExt cx="0" cy="0"/>
        </a:xfrm>
      </p:grpSpPr>
      <p:sp>
        <p:nvSpPr>
          <p:cNvPr id="2342" name="Google Shape;2342;g3306a86d306_0_14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3" name="Google Shape;2343;g3306a86d306_0_1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2"/>
        <p:cNvGrpSpPr/>
        <p:nvPr/>
      </p:nvGrpSpPr>
      <p:grpSpPr>
        <a:xfrm>
          <a:off x="0" y="0"/>
          <a:ext cx="0" cy="0"/>
          <a:chOff x="0" y="0"/>
          <a:chExt cx="0" cy="0"/>
        </a:xfrm>
      </p:grpSpPr>
      <p:sp>
        <p:nvSpPr>
          <p:cNvPr id="2463" name="Google Shape;2463;g3306a86d306_0_1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4" name="Google Shape;2464;g3306a86d306_0_1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9"/>
        <p:cNvGrpSpPr/>
        <p:nvPr/>
      </p:nvGrpSpPr>
      <p:grpSpPr>
        <a:xfrm>
          <a:off x="0" y="0"/>
          <a:ext cx="0" cy="0"/>
          <a:chOff x="0" y="0"/>
          <a:chExt cx="0" cy="0"/>
        </a:xfrm>
      </p:grpSpPr>
      <p:sp>
        <p:nvSpPr>
          <p:cNvPr id="2470" name="Google Shape;2470;g3306a86d306_0_15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1" name="Google Shape;2471;g3306a86d306_0_1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5"/>
        <p:cNvGrpSpPr/>
        <p:nvPr/>
      </p:nvGrpSpPr>
      <p:grpSpPr>
        <a:xfrm>
          <a:off x="0" y="0"/>
          <a:ext cx="0" cy="0"/>
          <a:chOff x="0" y="0"/>
          <a:chExt cx="0" cy="0"/>
        </a:xfrm>
      </p:grpSpPr>
      <p:sp>
        <p:nvSpPr>
          <p:cNvPr id="2476" name="Google Shape;2476;g3306a86d306_0_15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7" name="Google Shape;2477;g3306a86d306_0_1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1"/>
        <p:cNvGrpSpPr/>
        <p:nvPr/>
      </p:nvGrpSpPr>
      <p:grpSpPr>
        <a:xfrm>
          <a:off x="0" y="0"/>
          <a:ext cx="0" cy="0"/>
          <a:chOff x="0" y="0"/>
          <a:chExt cx="0" cy="0"/>
        </a:xfrm>
      </p:grpSpPr>
      <p:sp>
        <p:nvSpPr>
          <p:cNvPr id="2482" name="Google Shape;2482;g3306a86d306_0_2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3" name="Google Shape;2483;g3306a86d306_0_2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2"/>
        <p:cNvGrpSpPr/>
        <p:nvPr/>
      </p:nvGrpSpPr>
      <p:grpSpPr>
        <a:xfrm>
          <a:off x="0" y="0"/>
          <a:ext cx="0" cy="0"/>
          <a:chOff x="0" y="0"/>
          <a:chExt cx="0" cy="0"/>
        </a:xfrm>
      </p:grpSpPr>
      <p:sp>
        <p:nvSpPr>
          <p:cNvPr id="2603" name="Google Shape;2603;g333a63682c9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4" name="Google Shape;2604;g333a63682c9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8"/>
        <p:cNvGrpSpPr/>
        <p:nvPr/>
      </p:nvGrpSpPr>
      <p:grpSpPr>
        <a:xfrm>
          <a:off x="0" y="0"/>
          <a:ext cx="0" cy="0"/>
          <a:chOff x="0" y="0"/>
          <a:chExt cx="0" cy="0"/>
        </a:xfrm>
      </p:grpSpPr>
      <p:sp>
        <p:nvSpPr>
          <p:cNvPr id="2619" name="Google Shape;2619;g3306a86d306_0_26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0" name="Google Shape;2620;g3306a86d306_0_26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9"/>
        <p:cNvGrpSpPr/>
        <p:nvPr/>
      </p:nvGrpSpPr>
      <p:grpSpPr>
        <a:xfrm>
          <a:off x="0" y="0"/>
          <a:ext cx="0" cy="0"/>
          <a:chOff x="0" y="0"/>
          <a:chExt cx="0" cy="0"/>
        </a:xfrm>
      </p:grpSpPr>
      <p:sp>
        <p:nvSpPr>
          <p:cNvPr id="2740" name="Google Shape;2740;g3306a86d306_0_2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1" name="Google Shape;2741;g3306a86d306_0_2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9"/>
        <p:cNvGrpSpPr/>
        <p:nvPr/>
      </p:nvGrpSpPr>
      <p:grpSpPr>
        <a:xfrm>
          <a:off x="0" y="0"/>
          <a:ext cx="0" cy="0"/>
          <a:chOff x="0" y="0"/>
          <a:chExt cx="0" cy="0"/>
        </a:xfrm>
      </p:grpSpPr>
      <p:sp>
        <p:nvSpPr>
          <p:cNvPr id="2750" name="Google Shape;2750;g3306a86d306_0_30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1" name="Google Shape;2751;g3306a86d306_0_3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5"/>
        <p:cNvGrpSpPr/>
        <p:nvPr/>
      </p:nvGrpSpPr>
      <p:grpSpPr>
        <a:xfrm>
          <a:off x="0" y="0"/>
          <a:ext cx="0" cy="0"/>
          <a:chOff x="0" y="0"/>
          <a:chExt cx="0" cy="0"/>
        </a:xfrm>
      </p:grpSpPr>
      <p:sp>
        <p:nvSpPr>
          <p:cNvPr id="2756" name="Google Shape;2756;g3306a86d306_0_30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7" name="Google Shape;2757;g3306a86d306_0_3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1"/>
        <p:cNvGrpSpPr/>
        <p:nvPr/>
      </p:nvGrpSpPr>
      <p:grpSpPr>
        <a:xfrm>
          <a:off x="0" y="0"/>
          <a:ext cx="0" cy="0"/>
          <a:chOff x="0" y="0"/>
          <a:chExt cx="0" cy="0"/>
        </a:xfrm>
      </p:grpSpPr>
      <p:sp>
        <p:nvSpPr>
          <p:cNvPr id="2762" name="Google Shape;2762;g3306a86d306_0_30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3" name="Google Shape;2763;g3306a86d306_0_3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3"/>
        <p:cNvGrpSpPr/>
        <p:nvPr/>
      </p:nvGrpSpPr>
      <p:grpSpPr>
        <a:xfrm>
          <a:off x="0" y="0"/>
          <a:ext cx="0" cy="0"/>
          <a:chOff x="0" y="0"/>
          <a:chExt cx="0" cy="0"/>
        </a:xfrm>
      </p:grpSpPr>
      <p:sp>
        <p:nvSpPr>
          <p:cNvPr id="2884" name="Google Shape;2884;g3306a86d306_0_29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5" name="Google Shape;2885;g3306a86d306_0_2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0"/>
        <p:cNvGrpSpPr/>
        <p:nvPr/>
      </p:nvGrpSpPr>
      <p:grpSpPr>
        <a:xfrm>
          <a:off x="0" y="0"/>
          <a:ext cx="0" cy="0"/>
          <a:chOff x="0" y="0"/>
          <a:chExt cx="0" cy="0"/>
        </a:xfrm>
      </p:grpSpPr>
      <p:sp>
        <p:nvSpPr>
          <p:cNvPr id="2901" name="Google Shape;2901;g3306a86d306_0_3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2" name="Google Shape;2902;g3306a86d306_0_3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6"/>
        <p:cNvGrpSpPr/>
        <p:nvPr/>
      </p:nvGrpSpPr>
      <p:grpSpPr>
        <a:xfrm>
          <a:off x="0" y="0"/>
          <a:ext cx="0" cy="0"/>
          <a:chOff x="0" y="0"/>
          <a:chExt cx="0" cy="0"/>
        </a:xfrm>
      </p:grpSpPr>
      <p:sp>
        <p:nvSpPr>
          <p:cNvPr id="2907" name="Google Shape;2907;g3306a86d306_0_31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8" name="Google Shape;2908;g3306a86d306_0_3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2"/>
        <p:cNvGrpSpPr/>
        <p:nvPr/>
      </p:nvGrpSpPr>
      <p:grpSpPr>
        <a:xfrm>
          <a:off x="0" y="0"/>
          <a:ext cx="0" cy="0"/>
          <a:chOff x="0" y="0"/>
          <a:chExt cx="0" cy="0"/>
        </a:xfrm>
      </p:grpSpPr>
      <p:sp>
        <p:nvSpPr>
          <p:cNvPr id="2913" name="Google Shape;2913;g3306a86d306_0_31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4" name="Google Shape;2914;g3306a86d306_0_3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4"/>
        <p:cNvGrpSpPr/>
        <p:nvPr/>
      </p:nvGrpSpPr>
      <p:grpSpPr>
        <a:xfrm>
          <a:off x="0" y="0"/>
          <a:ext cx="0" cy="0"/>
          <a:chOff x="0" y="0"/>
          <a:chExt cx="0" cy="0"/>
        </a:xfrm>
      </p:grpSpPr>
      <p:sp>
        <p:nvSpPr>
          <p:cNvPr id="3035" name="Google Shape;3035;g3306a86d306_0_3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6" name="Google Shape;3036;g3306a86d306_0_3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2"/>
        <p:cNvGrpSpPr/>
        <p:nvPr/>
      </p:nvGrpSpPr>
      <p:grpSpPr>
        <a:xfrm>
          <a:off x="0" y="0"/>
          <a:ext cx="0" cy="0"/>
          <a:chOff x="0" y="0"/>
          <a:chExt cx="0" cy="0"/>
        </a:xfrm>
      </p:grpSpPr>
      <p:sp>
        <p:nvSpPr>
          <p:cNvPr id="3043" name="Google Shape;3043;g3306a86d306_0_3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4" name="Google Shape;3044;g3306a86d306_0_3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8"/>
        <p:cNvGrpSpPr/>
        <p:nvPr/>
      </p:nvGrpSpPr>
      <p:grpSpPr>
        <a:xfrm>
          <a:off x="0" y="0"/>
          <a:ext cx="0" cy="0"/>
          <a:chOff x="0" y="0"/>
          <a:chExt cx="0" cy="0"/>
        </a:xfrm>
      </p:grpSpPr>
      <p:sp>
        <p:nvSpPr>
          <p:cNvPr id="3049" name="Google Shape;3049;g3306a86d306_0_3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0" name="Google Shape;3050;g3306a86d306_0_3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4"/>
        <p:cNvGrpSpPr/>
        <p:nvPr/>
      </p:nvGrpSpPr>
      <p:grpSpPr>
        <a:xfrm>
          <a:off x="0" y="0"/>
          <a:ext cx="0" cy="0"/>
          <a:chOff x="0" y="0"/>
          <a:chExt cx="0" cy="0"/>
        </a:xfrm>
      </p:grpSpPr>
      <p:sp>
        <p:nvSpPr>
          <p:cNvPr id="3055" name="Google Shape;3055;g333a63682c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6" name="Google Shape;3056;g333a63682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8"/>
        <p:cNvGrpSpPr/>
        <p:nvPr/>
      </p:nvGrpSpPr>
      <p:grpSpPr>
        <a:xfrm>
          <a:off x="0" y="0"/>
          <a:ext cx="0" cy="0"/>
          <a:chOff x="0" y="0"/>
          <a:chExt cx="0" cy="0"/>
        </a:xfrm>
      </p:grpSpPr>
      <p:sp>
        <p:nvSpPr>
          <p:cNvPr id="3149" name="Google Shape;3149;g333a63682c9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0" name="Google Shape;3150;g333a63682c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6"/>
        <p:cNvGrpSpPr/>
        <p:nvPr/>
      </p:nvGrpSpPr>
      <p:grpSpPr>
        <a:xfrm>
          <a:off x="0" y="0"/>
          <a:ext cx="0" cy="0"/>
          <a:chOff x="0" y="0"/>
          <a:chExt cx="0" cy="0"/>
        </a:xfrm>
      </p:grpSpPr>
      <p:sp>
        <p:nvSpPr>
          <p:cNvPr id="3157" name="Google Shape;3157;g333a63682c9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8" name="Google Shape;3158;g333a63682c9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2"/>
        <p:cNvGrpSpPr/>
        <p:nvPr/>
      </p:nvGrpSpPr>
      <p:grpSpPr>
        <a:xfrm>
          <a:off x="0" y="0"/>
          <a:ext cx="0" cy="0"/>
          <a:chOff x="0" y="0"/>
          <a:chExt cx="0" cy="0"/>
        </a:xfrm>
      </p:grpSpPr>
      <p:sp>
        <p:nvSpPr>
          <p:cNvPr id="3163" name="Google Shape;3163;g333a63682c9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4" name="Google Shape;3164;g333a63682c9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8"/>
        <p:cNvGrpSpPr/>
        <p:nvPr/>
      </p:nvGrpSpPr>
      <p:grpSpPr>
        <a:xfrm>
          <a:off x="0" y="0"/>
          <a:ext cx="0" cy="0"/>
          <a:chOff x="0" y="0"/>
          <a:chExt cx="0" cy="0"/>
        </a:xfrm>
      </p:grpSpPr>
      <p:sp>
        <p:nvSpPr>
          <p:cNvPr id="3169" name="Google Shape;3169;g333a63682c9_0_1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0" name="Google Shape;3170;g333a63682c9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8"/>
        <p:cNvGrpSpPr/>
        <p:nvPr/>
      </p:nvGrpSpPr>
      <p:grpSpPr>
        <a:xfrm>
          <a:off x="0" y="0"/>
          <a:ext cx="0" cy="0"/>
          <a:chOff x="0" y="0"/>
          <a:chExt cx="0" cy="0"/>
        </a:xfrm>
      </p:grpSpPr>
      <p:sp>
        <p:nvSpPr>
          <p:cNvPr id="3279" name="Google Shape;3279;g3306a86d306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0" name="Google Shape;3280;g3306a86d30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9"/>
        <p:cNvGrpSpPr/>
        <p:nvPr/>
      </p:nvGrpSpPr>
      <p:grpSpPr>
        <a:xfrm>
          <a:off x="0" y="0"/>
          <a:ext cx="0" cy="0"/>
          <a:chOff x="0" y="0"/>
          <a:chExt cx="0" cy="0"/>
        </a:xfrm>
      </p:grpSpPr>
      <p:sp>
        <p:nvSpPr>
          <p:cNvPr id="3400" name="Google Shape;3400;g333a63682c9_0_6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1" name="Google Shape;3401;g333a63682c9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5"/>
        <p:cNvGrpSpPr/>
        <p:nvPr/>
      </p:nvGrpSpPr>
      <p:grpSpPr>
        <a:xfrm>
          <a:off x="0" y="0"/>
          <a:ext cx="0" cy="0"/>
          <a:chOff x="0" y="0"/>
          <a:chExt cx="0" cy="0"/>
        </a:xfrm>
      </p:grpSpPr>
      <p:sp>
        <p:nvSpPr>
          <p:cNvPr id="3406" name="Google Shape;3406;g333a63682c9_0_6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7" name="Google Shape;3407;g333a63682c9_0_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1"/>
        <p:cNvGrpSpPr/>
        <p:nvPr/>
      </p:nvGrpSpPr>
      <p:grpSpPr>
        <a:xfrm>
          <a:off x="0" y="0"/>
          <a:ext cx="0" cy="0"/>
          <a:chOff x="0" y="0"/>
          <a:chExt cx="0" cy="0"/>
        </a:xfrm>
      </p:grpSpPr>
      <p:sp>
        <p:nvSpPr>
          <p:cNvPr id="3412" name="Google Shape;3412;g333a63682c9_0_6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3" name="Google Shape;3413;g333a63682c9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3"/>
        <p:cNvGrpSpPr/>
        <p:nvPr/>
      </p:nvGrpSpPr>
      <p:grpSpPr>
        <a:xfrm>
          <a:off x="0" y="0"/>
          <a:ext cx="0" cy="0"/>
          <a:chOff x="0" y="0"/>
          <a:chExt cx="0" cy="0"/>
        </a:xfrm>
      </p:grpSpPr>
      <p:sp>
        <p:nvSpPr>
          <p:cNvPr id="3534" name="Google Shape;3534;g333a63682c9_0_1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5" name="Google Shape;3535;g333a63682c9_0_1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9"/>
        <p:cNvGrpSpPr/>
        <p:nvPr/>
      </p:nvGrpSpPr>
      <p:grpSpPr>
        <a:xfrm>
          <a:off x="0" y="0"/>
          <a:ext cx="0" cy="0"/>
          <a:chOff x="0" y="0"/>
          <a:chExt cx="0" cy="0"/>
        </a:xfrm>
      </p:grpSpPr>
      <p:sp>
        <p:nvSpPr>
          <p:cNvPr id="3540" name="Google Shape;3540;g333a63682c9_0_9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1" name="Google Shape;3541;g333a63682c9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2"/>
        <p:cNvGrpSpPr/>
        <p:nvPr/>
      </p:nvGrpSpPr>
      <p:grpSpPr>
        <a:xfrm>
          <a:off x="0" y="0"/>
          <a:ext cx="0" cy="0"/>
          <a:chOff x="0" y="0"/>
          <a:chExt cx="0" cy="0"/>
        </a:xfrm>
      </p:grpSpPr>
      <p:sp>
        <p:nvSpPr>
          <p:cNvPr id="3553" name="Google Shape;3553;g333a63682c9_0_1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4" name="Google Shape;3554;g333a63682c9_0_1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8"/>
        <p:cNvGrpSpPr/>
        <p:nvPr/>
      </p:nvGrpSpPr>
      <p:grpSpPr>
        <a:xfrm>
          <a:off x="0" y="0"/>
          <a:ext cx="0" cy="0"/>
          <a:chOff x="0" y="0"/>
          <a:chExt cx="0" cy="0"/>
        </a:xfrm>
      </p:grpSpPr>
      <p:sp>
        <p:nvSpPr>
          <p:cNvPr id="3559" name="Google Shape;3559;g333a63682c9_0_1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0" name="Google Shape;3560;g333a63682c9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4"/>
        <p:cNvGrpSpPr/>
        <p:nvPr/>
      </p:nvGrpSpPr>
      <p:grpSpPr>
        <a:xfrm>
          <a:off x="0" y="0"/>
          <a:ext cx="0" cy="0"/>
          <a:chOff x="0" y="0"/>
          <a:chExt cx="0" cy="0"/>
        </a:xfrm>
      </p:grpSpPr>
      <p:sp>
        <p:nvSpPr>
          <p:cNvPr id="3565" name="Google Shape;3565;g333a63682c9_0_1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6" name="Google Shape;3566;g333a63682c9_0_1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2"/>
        <p:cNvGrpSpPr/>
        <p:nvPr/>
      </p:nvGrpSpPr>
      <p:grpSpPr>
        <a:xfrm>
          <a:off x="0" y="0"/>
          <a:ext cx="0" cy="0"/>
          <a:chOff x="0" y="0"/>
          <a:chExt cx="0" cy="0"/>
        </a:xfrm>
      </p:grpSpPr>
      <p:sp>
        <p:nvSpPr>
          <p:cNvPr id="3573" name="Google Shape;3573;g333a63682c9_0_1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4" name="Google Shape;3574;g333a63682c9_0_1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75000"/>
          </a:blip>
          <a:stretch>
            <a:fillRect/>
          </a:stretch>
        </p:blipFill>
        <p:spPr>
          <a:xfrm>
            <a:off x="0" y="0"/>
            <a:ext cx="9144000" cy="5143500"/>
          </a:xfrm>
          <a:prstGeom prst="rect">
            <a:avLst/>
          </a:prstGeom>
          <a:noFill/>
          <a:ln>
            <a:noFill/>
          </a:ln>
        </p:spPr>
      </p:pic>
      <p:sp>
        <p:nvSpPr>
          <p:cNvPr id="10" name="Google Shape;10;p2"/>
          <p:cNvSpPr/>
          <p:nvPr/>
        </p:nvSpPr>
        <p:spPr>
          <a:xfrm>
            <a:off x="543300" y="516150"/>
            <a:ext cx="8057400" cy="4111200"/>
          </a:xfrm>
          <a:prstGeom prst="snip1Rect">
            <a:avLst>
              <a:gd name="adj" fmla="val 16667"/>
            </a:avLst>
          </a:prstGeom>
          <a:solidFill>
            <a:srgbClr val="031538">
              <a:alpha val="70060"/>
            </a:srgbClr>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11" name="Google Shape;11;p2"/>
          <p:cNvSpPr txBox="1">
            <a:spLocks noGrp="1"/>
          </p:cNvSpPr>
          <p:nvPr>
            <p:ph type="ctrTitle"/>
          </p:nvPr>
        </p:nvSpPr>
        <p:spPr>
          <a:xfrm>
            <a:off x="1691575" y="808562"/>
            <a:ext cx="5761200" cy="9852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54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297700" y="3628750"/>
            <a:ext cx="2548500" cy="677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mt="62000"/>
          </a:blip>
          <a:stretch>
            <a:fillRect/>
          </a:stretch>
        </p:blipFill>
        <p:spPr>
          <a:xfrm>
            <a:off x="0" y="0"/>
            <a:ext cx="9144000" cy="5143527"/>
          </a:xfrm>
          <a:prstGeom prst="rect">
            <a:avLst/>
          </a:prstGeom>
          <a:noFill/>
          <a:ln>
            <a:noFill/>
          </a:ln>
        </p:spPr>
      </p:pic>
      <p:sp>
        <p:nvSpPr>
          <p:cNvPr id="15" name="Google Shape;15;p3"/>
          <p:cNvSpPr/>
          <p:nvPr/>
        </p:nvSpPr>
        <p:spPr>
          <a:xfrm>
            <a:off x="543300" y="516150"/>
            <a:ext cx="8057400" cy="4111200"/>
          </a:xfrm>
          <a:prstGeom prst="snip1Rect">
            <a:avLst>
              <a:gd name="adj" fmla="val 16667"/>
            </a:avLst>
          </a:prstGeom>
          <a:solidFill>
            <a:srgbClr val="031538">
              <a:alpha val="70060"/>
            </a:srgbClr>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16" name="Google Shape;16;p3"/>
          <p:cNvSpPr txBox="1">
            <a:spLocks noGrp="1"/>
          </p:cNvSpPr>
          <p:nvPr>
            <p:ph type="title"/>
          </p:nvPr>
        </p:nvSpPr>
        <p:spPr>
          <a:xfrm>
            <a:off x="1018275" y="2438438"/>
            <a:ext cx="4093200" cy="800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1018275" y="1164988"/>
            <a:ext cx="1248300" cy="9174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1018275" y="3301388"/>
            <a:ext cx="3308700" cy="6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13275" y="445025"/>
            <a:ext cx="7717500" cy="740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1" name="Google Shape;21;p4"/>
          <p:cNvSpPr txBox="1">
            <a:spLocks noGrp="1"/>
          </p:cNvSpPr>
          <p:nvPr>
            <p:ph type="body" idx="1"/>
          </p:nvPr>
        </p:nvSpPr>
        <p:spPr>
          <a:xfrm>
            <a:off x="713275" y="1152475"/>
            <a:ext cx="7717500" cy="3492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grpSp>
        <p:nvGrpSpPr>
          <p:cNvPr id="22" name="Google Shape;22;p4"/>
          <p:cNvGrpSpPr/>
          <p:nvPr/>
        </p:nvGrpSpPr>
        <p:grpSpPr>
          <a:xfrm>
            <a:off x="8637063" y="4031376"/>
            <a:ext cx="320100" cy="324300"/>
            <a:chOff x="789875" y="1003975"/>
            <a:chExt cx="320100" cy="324300"/>
          </a:xfrm>
        </p:grpSpPr>
        <p:cxnSp>
          <p:nvCxnSpPr>
            <p:cNvPr id="23" name="Google Shape;23;p4"/>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24" name="Google Shape;24;p4"/>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713275" y="445025"/>
            <a:ext cx="7717500" cy="740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5"/>
          <p:cNvSpPr txBox="1">
            <a:spLocks noGrp="1"/>
          </p:cNvSpPr>
          <p:nvPr>
            <p:ph type="title" idx="2"/>
          </p:nvPr>
        </p:nvSpPr>
        <p:spPr>
          <a:xfrm>
            <a:off x="1287363" y="2675236"/>
            <a:ext cx="29598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 name="Google Shape;28;p5"/>
          <p:cNvSpPr txBox="1">
            <a:spLocks noGrp="1"/>
          </p:cNvSpPr>
          <p:nvPr>
            <p:ph type="subTitle" idx="1"/>
          </p:nvPr>
        </p:nvSpPr>
        <p:spPr>
          <a:xfrm>
            <a:off x="1287363" y="3126923"/>
            <a:ext cx="2959800" cy="10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 name="Google Shape;29;p5"/>
          <p:cNvSpPr txBox="1">
            <a:spLocks noGrp="1"/>
          </p:cNvSpPr>
          <p:nvPr>
            <p:ph type="title" idx="3"/>
          </p:nvPr>
        </p:nvSpPr>
        <p:spPr>
          <a:xfrm>
            <a:off x="4896828" y="2675236"/>
            <a:ext cx="29598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 name="Google Shape;30;p5"/>
          <p:cNvSpPr txBox="1">
            <a:spLocks noGrp="1"/>
          </p:cNvSpPr>
          <p:nvPr>
            <p:ph type="subTitle" idx="4"/>
          </p:nvPr>
        </p:nvSpPr>
        <p:spPr>
          <a:xfrm>
            <a:off x="4896828" y="3126923"/>
            <a:ext cx="2959800" cy="10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1" name="Google Shape;31;p5"/>
          <p:cNvGrpSpPr/>
          <p:nvPr/>
        </p:nvGrpSpPr>
        <p:grpSpPr>
          <a:xfrm>
            <a:off x="-2258903" y="-1080883"/>
            <a:ext cx="12771800" cy="5964552"/>
            <a:chOff x="-2258903" y="-1080883"/>
            <a:chExt cx="12771800" cy="5964552"/>
          </a:xfrm>
        </p:grpSpPr>
        <p:grpSp>
          <p:nvGrpSpPr>
            <p:cNvPr id="32" name="Google Shape;32;p5"/>
            <p:cNvGrpSpPr/>
            <p:nvPr/>
          </p:nvGrpSpPr>
          <p:grpSpPr>
            <a:xfrm>
              <a:off x="-2258903" y="-1080883"/>
              <a:ext cx="12771800" cy="2188866"/>
              <a:chOff x="-2258903" y="-1080883"/>
              <a:chExt cx="12771800" cy="2188866"/>
            </a:xfrm>
          </p:grpSpPr>
          <p:grpSp>
            <p:nvGrpSpPr>
              <p:cNvPr id="33" name="Google Shape;33;p5"/>
              <p:cNvGrpSpPr/>
              <p:nvPr/>
            </p:nvGrpSpPr>
            <p:grpSpPr>
              <a:xfrm rot="-568669">
                <a:off x="-2157718" y="-765207"/>
                <a:ext cx="3963259" cy="1557515"/>
                <a:chOff x="-186625" y="2044925"/>
                <a:chExt cx="3258175" cy="1280425"/>
              </a:xfrm>
            </p:grpSpPr>
            <p:sp>
              <p:nvSpPr>
                <p:cNvPr id="34" name="Google Shape;34;p5"/>
                <p:cNvSpPr/>
                <p:nvPr/>
              </p:nvSpPr>
              <p:spPr>
                <a:xfrm>
                  <a:off x="737375" y="2713650"/>
                  <a:ext cx="230175" cy="308150"/>
                </a:xfrm>
                <a:custGeom>
                  <a:avLst/>
                  <a:gdLst/>
                  <a:ahLst/>
                  <a:cxnLst/>
                  <a:rect l="l" t="t" r="r" b="b"/>
                  <a:pathLst>
                    <a:path w="9207" h="12326" extrusionOk="0">
                      <a:moveTo>
                        <a:pt x="4774" y="301"/>
                      </a:moveTo>
                      <a:cubicBezTo>
                        <a:pt x="5916" y="301"/>
                        <a:pt x="7063" y="789"/>
                        <a:pt x="7739" y="1651"/>
                      </a:cubicBezTo>
                      <a:cubicBezTo>
                        <a:pt x="8740" y="2952"/>
                        <a:pt x="8740" y="4520"/>
                        <a:pt x="8706" y="5621"/>
                      </a:cubicBezTo>
                      <a:cubicBezTo>
                        <a:pt x="8706" y="5887"/>
                        <a:pt x="8706" y="6154"/>
                        <a:pt x="8740" y="6354"/>
                      </a:cubicBezTo>
                      <a:cubicBezTo>
                        <a:pt x="8906" y="9824"/>
                        <a:pt x="7138" y="11825"/>
                        <a:pt x="5337" y="11992"/>
                      </a:cubicBezTo>
                      <a:cubicBezTo>
                        <a:pt x="5229" y="12006"/>
                        <a:pt x="5118" y="12013"/>
                        <a:pt x="5005" y="12013"/>
                      </a:cubicBezTo>
                      <a:cubicBezTo>
                        <a:pt x="3494" y="12013"/>
                        <a:pt x="1691" y="10723"/>
                        <a:pt x="1101" y="7122"/>
                      </a:cubicBezTo>
                      <a:cubicBezTo>
                        <a:pt x="567" y="3819"/>
                        <a:pt x="1401" y="1451"/>
                        <a:pt x="3336" y="584"/>
                      </a:cubicBezTo>
                      <a:cubicBezTo>
                        <a:pt x="3789" y="392"/>
                        <a:pt x="4281" y="301"/>
                        <a:pt x="4774" y="301"/>
                      </a:cubicBezTo>
                      <a:close/>
                      <a:moveTo>
                        <a:pt x="4790" y="1"/>
                      </a:moveTo>
                      <a:cubicBezTo>
                        <a:pt x="4246" y="1"/>
                        <a:pt x="3702" y="102"/>
                        <a:pt x="3202" y="317"/>
                      </a:cubicBezTo>
                      <a:cubicBezTo>
                        <a:pt x="2235" y="750"/>
                        <a:pt x="0" y="2251"/>
                        <a:pt x="801" y="7155"/>
                      </a:cubicBezTo>
                      <a:cubicBezTo>
                        <a:pt x="1401" y="11024"/>
                        <a:pt x="3402" y="12325"/>
                        <a:pt x="5037" y="12325"/>
                      </a:cubicBezTo>
                      <a:lnTo>
                        <a:pt x="5371" y="12325"/>
                      </a:lnTo>
                      <a:cubicBezTo>
                        <a:pt x="7305" y="12125"/>
                        <a:pt x="9207" y="9990"/>
                        <a:pt x="9040" y="6354"/>
                      </a:cubicBezTo>
                      <a:cubicBezTo>
                        <a:pt x="9006" y="6154"/>
                        <a:pt x="9006" y="5887"/>
                        <a:pt x="9040" y="5654"/>
                      </a:cubicBezTo>
                      <a:cubicBezTo>
                        <a:pt x="9040" y="4486"/>
                        <a:pt x="9040" y="2852"/>
                        <a:pt x="7972" y="1451"/>
                      </a:cubicBezTo>
                      <a:cubicBezTo>
                        <a:pt x="7255" y="525"/>
                        <a:pt x="6023" y="1"/>
                        <a:pt x="47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753200" y="2779700"/>
                  <a:ext cx="205175" cy="140350"/>
                </a:xfrm>
                <a:custGeom>
                  <a:avLst/>
                  <a:gdLst/>
                  <a:ahLst/>
                  <a:cxnLst/>
                  <a:rect l="l" t="t" r="r" b="b"/>
                  <a:pathLst>
                    <a:path w="8207" h="5614" extrusionOk="0">
                      <a:moveTo>
                        <a:pt x="7892" y="1"/>
                      </a:moveTo>
                      <a:cubicBezTo>
                        <a:pt x="7875" y="1"/>
                        <a:pt x="7858" y="4"/>
                        <a:pt x="7840" y="10"/>
                      </a:cubicBezTo>
                      <a:cubicBezTo>
                        <a:pt x="7773" y="10"/>
                        <a:pt x="7706" y="110"/>
                        <a:pt x="7740" y="177"/>
                      </a:cubicBezTo>
                      <a:cubicBezTo>
                        <a:pt x="7873" y="944"/>
                        <a:pt x="7740" y="1978"/>
                        <a:pt x="7406" y="2812"/>
                      </a:cubicBezTo>
                      <a:cubicBezTo>
                        <a:pt x="6730" y="4410"/>
                        <a:pt x="5516" y="5300"/>
                        <a:pt x="4104" y="5300"/>
                      </a:cubicBezTo>
                      <a:cubicBezTo>
                        <a:pt x="3983" y="5300"/>
                        <a:pt x="3860" y="5293"/>
                        <a:pt x="3737" y="5280"/>
                      </a:cubicBezTo>
                      <a:cubicBezTo>
                        <a:pt x="2036" y="5047"/>
                        <a:pt x="635" y="3612"/>
                        <a:pt x="334" y="1778"/>
                      </a:cubicBezTo>
                      <a:cubicBezTo>
                        <a:pt x="334" y="1678"/>
                        <a:pt x="234" y="1644"/>
                        <a:pt x="168" y="1644"/>
                      </a:cubicBezTo>
                      <a:cubicBezTo>
                        <a:pt x="68" y="1644"/>
                        <a:pt x="1" y="1744"/>
                        <a:pt x="34" y="1811"/>
                      </a:cubicBezTo>
                      <a:cubicBezTo>
                        <a:pt x="334" y="3813"/>
                        <a:pt x="1869" y="5347"/>
                        <a:pt x="3703" y="5580"/>
                      </a:cubicBezTo>
                      <a:cubicBezTo>
                        <a:pt x="3870" y="5614"/>
                        <a:pt x="4004" y="5614"/>
                        <a:pt x="4170" y="5614"/>
                      </a:cubicBezTo>
                      <a:cubicBezTo>
                        <a:pt x="5672" y="5614"/>
                        <a:pt x="6972" y="4646"/>
                        <a:pt x="7673" y="2945"/>
                      </a:cubicBezTo>
                      <a:cubicBezTo>
                        <a:pt x="8073" y="2045"/>
                        <a:pt x="8207" y="910"/>
                        <a:pt x="8040" y="110"/>
                      </a:cubicBezTo>
                      <a:cubicBezTo>
                        <a:pt x="8013" y="55"/>
                        <a:pt x="7963" y="1"/>
                        <a:pt x="7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764050" y="2728825"/>
                  <a:ext cx="185150" cy="172050"/>
                </a:xfrm>
                <a:custGeom>
                  <a:avLst/>
                  <a:gdLst/>
                  <a:ahLst/>
                  <a:cxnLst/>
                  <a:rect l="l" t="t" r="r" b="b"/>
                  <a:pathLst>
                    <a:path w="7406" h="6882" extrusionOk="0">
                      <a:moveTo>
                        <a:pt x="3670" y="310"/>
                      </a:moveTo>
                      <a:cubicBezTo>
                        <a:pt x="5137" y="310"/>
                        <a:pt x="6138" y="911"/>
                        <a:pt x="6538" y="2011"/>
                      </a:cubicBezTo>
                      <a:cubicBezTo>
                        <a:pt x="7039" y="3346"/>
                        <a:pt x="6505" y="5147"/>
                        <a:pt x="5338" y="6048"/>
                      </a:cubicBezTo>
                      <a:cubicBezTo>
                        <a:pt x="4870" y="6410"/>
                        <a:pt x="4341" y="6587"/>
                        <a:pt x="3779" y="6587"/>
                      </a:cubicBezTo>
                      <a:cubicBezTo>
                        <a:pt x="3097" y="6587"/>
                        <a:pt x="2366" y="6326"/>
                        <a:pt x="1635" y="5814"/>
                      </a:cubicBezTo>
                      <a:cubicBezTo>
                        <a:pt x="534" y="4980"/>
                        <a:pt x="434" y="3646"/>
                        <a:pt x="701" y="2645"/>
                      </a:cubicBezTo>
                      <a:cubicBezTo>
                        <a:pt x="1101" y="1311"/>
                        <a:pt x="2102" y="410"/>
                        <a:pt x="3303" y="344"/>
                      </a:cubicBezTo>
                      <a:cubicBezTo>
                        <a:pt x="3436" y="344"/>
                        <a:pt x="3570" y="310"/>
                        <a:pt x="3670" y="310"/>
                      </a:cubicBezTo>
                      <a:close/>
                      <a:moveTo>
                        <a:pt x="3647" y="0"/>
                      </a:moveTo>
                      <a:cubicBezTo>
                        <a:pt x="3536" y="0"/>
                        <a:pt x="3421" y="3"/>
                        <a:pt x="3303" y="10"/>
                      </a:cubicBezTo>
                      <a:cubicBezTo>
                        <a:pt x="1969" y="110"/>
                        <a:pt x="834" y="1111"/>
                        <a:pt x="401" y="2578"/>
                      </a:cubicBezTo>
                      <a:cubicBezTo>
                        <a:pt x="0" y="3980"/>
                        <a:pt x="401" y="5314"/>
                        <a:pt x="1468" y="6048"/>
                      </a:cubicBezTo>
                      <a:cubicBezTo>
                        <a:pt x="2235" y="6615"/>
                        <a:pt x="3036" y="6882"/>
                        <a:pt x="3770" y="6882"/>
                      </a:cubicBezTo>
                      <a:cubicBezTo>
                        <a:pt x="4404" y="6882"/>
                        <a:pt x="5004" y="6681"/>
                        <a:pt x="5538" y="6281"/>
                      </a:cubicBezTo>
                      <a:cubicBezTo>
                        <a:pt x="6805" y="5314"/>
                        <a:pt x="7406" y="3379"/>
                        <a:pt x="6839" y="1911"/>
                      </a:cubicBezTo>
                      <a:cubicBezTo>
                        <a:pt x="6553" y="1182"/>
                        <a:pt x="5785" y="0"/>
                        <a:pt x="36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27425" y="2808800"/>
                  <a:ext cx="61750" cy="54550"/>
                </a:xfrm>
                <a:custGeom>
                  <a:avLst/>
                  <a:gdLst/>
                  <a:ahLst/>
                  <a:cxnLst/>
                  <a:rect l="l" t="t" r="r" b="b"/>
                  <a:pathLst>
                    <a:path w="2470" h="2182" extrusionOk="0">
                      <a:moveTo>
                        <a:pt x="1368" y="314"/>
                      </a:moveTo>
                      <a:cubicBezTo>
                        <a:pt x="1702" y="380"/>
                        <a:pt x="1935" y="547"/>
                        <a:pt x="2035" y="814"/>
                      </a:cubicBezTo>
                      <a:cubicBezTo>
                        <a:pt x="2135" y="1081"/>
                        <a:pt x="2069" y="1381"/>
                        <a:pt x="1902" y="1614"/>
                      </a:cubicBezTo>
                      <a:cubicBezTo>
                        <a:pt x="1770" y="1773"/>
                        <a:pt x="1555" y="1869"/>
                        <a:pt x="1305" y="1869"/>
                      </a:cubicBezTo>
                      <a:cubicBezTo>
                        <a:pt x="1239" y="1869"/>
                        <a:pt x="1171" y="1862"/>
                        <a:pt x="1101" y="1848"/>
                      </a:cubicBezTo>
                      <a:cubicBezTo>
                        <a:pt x="468" y="1748"/>
                        <a:pt x="334" y="1348"/>
                        <a:pt x="368" y="1014"/>
                      </a:cubicBezTo>
                      <a:cubicBezTo>
                        <a:pt x="434" y="647"/>
                        <a:pt x="734" y="314"/>
                        <a:pt x="1235" y="314"/>
                      </a:cubicBezTo>
                      <a:close/>
                      <a:moveTo>
                        <a:pt x="1249" y="0"/>
                      </a:moveTo>
                      <a:cubicBezTo>
                        <a:pt x="612" y="0"/>
                        <a:pt x="159" y="463"/>
                        <a:pt x="67" y="981"/>
                      </a:cubicBezTo>
                      <a:cubicBezTo>
                        <a:pt x="1" y="1481"/>
                        <a:pt x="267" y="2048"/>
                        <a:pt x="1035" y="2182"/>
                      </a:cubicBezTo>
                      <a:lnTo>
                        <a:pt x="1302" y="2182"/>
                      </a:lnTo>
                      <a:cubicBezTo>
                        <a:pt x="1635" y="2182"/>
                        <a:pt x="1935" y="2048"/>
                        <a:pt x="2135" y="1815"/>
                      </a:cubicBezTo>
                      <a:cubicBezTo>
                        <a:pt x="2402" y="1514"/>
                        <a:pt x="2469" y="1081"/>
                        <a:pt x="2302" y="714"/>
                      </a:cubicBezTo>
                      <a:cubicBezTo>
                        <a:pt x="2169" y="347"/>
                        <a:pt x="1869" y="80"/>
                        <a:pt x="1435" y="13"/>
                      </a:cubicBezTo>
                      <a:cubicBezTo>
                        <a:pt x="1371" y="5"/>
                        <a:pt x="1309" y="0"/>
                        <a:pt x="1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p:nvPr/>
              </p:nvSpPr>
              <p:spPr>
                <a:xfrm>
                  <a:off x="824925" y="2733225"/>
                  <a:ext cx="30875" cy="84250"/>
                </a:xfrm>
                <a:custGeom>
                  <a:avLst/>
                  <a:gdLst/>
                  <a:ahLst/>
                  <a:cxnLst/>
                  <a:rect l="l" t="t" r="r" b="b"/>
                  <a:pathLst>
                    <a:path w="1235" h="3370" extrusionOk="0">
                      <a:moveTo>
                        <a:pt x="167" y="1"/>
                      </a:moveTo>
                      <a:cubicBezTo>
                        <a:pt x="67" y="1"/>
                        <a:pt x="1" y="67"/>
                        <a:pt x="1" y="134"/>
                      </a:cubicBezTo>
                      <a:cubicBezTo>
                        <a:pt x="1" y="1035"/>
                        <a:pt x="468" y="2603"/>
                        <a:pt x="901" y="3303"/>
                      </a:cubicBezTo>
                      <a:cubicBezTo>
                        <a:pt x="935" y="3337"/>
                        <a:pt x="968" y="3370"/>
                        <a:pt x="1035" y="3370"/>
                      </a:cubicBezTo>
                      <a:cubicBezTo>
                        <a:pt x="1068" y="3370"/>
                        <a:pt x="1101" y="3370"/>
                        <a:pt x="1135" y="3337"/>
                      </a:cubicBezTo>
                      <a:cubicBezTo>
                        <a:pt x="1201" y="3303"/>
                        <a:pt x="1235" y="3203"/>
                        <a:pt x="1168" y="3136"/>
                      </a:cubicBezTo>
                      <a:cubicBezTo>
                        <a:pt x="768" y="2503"/>
                        <a:pt x="334" y="968"/>
                        <a:pt x="334" y="134"/>
                      </a:cubicBezTo>
                      <a:cubicBezTo>
                        <a:pt x="334"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856625" y="2730400"/>
                  <a:ext cx="20875" cy="86250"/>
                </a:xfrm>
                <a:custGeom>
                  <a:avLst/>
                  <a:gdLst/>
                  <a:ahLst/>
                  <a:cxnLst/>
                  <a:rect l="l" t="t" r="r" b="b"/>
                  <a:pathLst>
                    <a:path w="835" h="3450" extrusionOk="0">
                      <a:moveTo>
                        <a:pt x="642" y="1"/>
                      </a:moveTo>
                      <a:cubicBezTo>
                        <a:pt x="585" y="1"/>
                        <a:pt x="525" y="32"/>
                        <a:pt x="500" y="80"/>
                      </a:cubicBezTo>
                      <a:cubicBezTo>
                        <a:pt x="267" y="748"/>
                        <a:pt x="0" y="2582"/>
                        <a:pt x="100" y="3316"/>
                      </a:cubicBezTo>
                      <a:cubicBezTo>
                        <a:pt x="100" y="3416"/>
                        <a:pt x="167" y="3450"/>
                        <a:pt x="234" y="3450"/>
                      </a:cubicBezTo>
                      <a:lnTo>
                        <a:pt x="267" y="3450"/>
                      </a:lnTo>
                      <a:cubicBezTo>
                        <a:pt x="334" y="3450"/>
                        <a:pt x="400" y="3349"/>
                        <a:pt x="400" y="3283"/>
                      </a:cubicBezTo>
                      <a:cubicBezTo>
                        <a:pt x="300" y="2582"/>
                        <a:pt x="567" y="814"/>
                        <a:pt x="801" y="214"/>
                      </a:cubicBezTo>
                      <a:cubicBezTo>
                        <a:pt x="834" y="114"/>
                        <a:pt x="767" y="14"/>
                        <a:pt x="701" y="14"/>
                      </a:cubicBezTo>
                      <a:cubicBezTo>
                        <a:pt x="683" y="5"/>
                        <a:pt x="662" y="1"/>
                        <a:pt x="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869125" y="2748850"/>
                  <a:ext cx="50050" cy="71975"/>
                </a:xfrm>
                <a:custGeom>
                  <a:avLst/>
                  <a:gdLst/>
                  <a:ahLst/>
                  <a:cxnLst/>
                  <a:rect l="l" t="t" r="r" b="b"/>
                  <a:pathLst>
                    <a:path w="2002" h="2879" extrusionOk="0">
                      <a:moveTo>
                        <a:pt x="1820" y="1"/>
                      </a:moveTo>
                      <a:cubicBezTo>
                        <a:pt x="1804" y="1"/>
                        <a:pt x="1787" y="3"/>
                        <a:pt x="1768" y="10"/>
                      </a:cubicBezTo>
                      <a:cubicBezTo>
                        <a:pt x="934" y="376"/>
                        <a:pt x="267" y="2011"/>
                        <a:pt x="34" y="2678"/>
                      </a:cubicBezTo>
                      <a:cubicBezTo>
                        <a:pt x="0" y="2778"/>
                        <a:pt x="34" y="2845"/>
                        <a:pt x="134" y="2878"/>
                      </a:cubicBezTo>
                      <a:lnTo>
                        <a:pt x="167" y="2878"/>
                      </a:lnTo>
                      <a:cubicBezTo>
                        <a:pt x="234" y="2878"/>
                        <a:pt x="301" y="2845"/>
                        <a:pt x="334" y="2778"/>
                      </a:cubicBezTo>
                      <a:cubicBezTo>
                        <a:pt x="501" y="2278"/>
                        <a:pt x="1135" y="643"/>
                        <a:pt x="1902" y="310"/>
                      </a:cubicBezTo>
                      <a:cubicBezTo>
                        <a:pt x="1969" y="276"/>
                        <a:pt x="2002" y="176"/>
                        <a:pt x="1969" y="110"/>
                      </a:cubicBezTo>
                      <a:cubicBezTo>
                        <a:pt x="1941" y="55"/>
                        <a:pt x="1892" y="1"/>
                        <a:pt x="1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874950" y="2786600"/>
                  <a:ext cx="64250" cy="40900"/>
                </a:xfrm>
                <a:custGeom>
                  <a:avLst/>
                  <a:gdLst/>
                  <a:ahLst/>
                  <a:cxnLst/>
                  <a:rect l="l" t="t" r="r" b="b"/>
                  <a:pathLst>
                    <a:path w="2570" h="1636" extrusionOk="0">
                      <a:moveTo>
                        <a:pt x="2369" y="1"/>
                      </a:moveTo>
                      <a:cubicBezTo>
                        <a:pt x="1602" y="134"/>
                        <a:pt x="568" y="634"/>
                        <a:pt x="68" y="1402"/>
                      </a:cubicBezTo>
                      <a:cubicBezTo>
                        <a:pt x="1" y="1468"/>
                        <a:pt x="34" y="1568"/>
                        <a:pt x="101" y="1602"/>
                      </a:cubicBezTo>
                      <a:cubicBezTo>
                        <a:pt x="134" y="1635"/>
                        <a:pt x="168" y="1635"/>
                        <a:pt x="201" y="1635"/>
                      </a:cubicBezTo>
                      <a:cubicBezTo>
                        <a:pt x="234" y="1635"/>
                        <a:pt x="301" y="1602"/>
                        <a:pt x="335" y="1568"/>
                      </a:cubicBezTo>
                      <a:cubicBezTo>
                        <a:pt x="768" y="901"/>
                        <a:pt x="1736" y="434"/>
                        <a:pt x="2436" y="334"/>
                      </a:cubicBezTo>
                      <a:cubicBezTo>
                        <a:pt x="2503" y="301"/>
                        <a:pt x="2569" y="234"/>
                        <a:pt x="2536" y="134"/>
                      </a:cubicBezTo>
                      <a:cubicBezTo>
                        <a:pt x="2536" y="67"/>
                        <a:pt x="2469" y="1"/>
                        <a:pt x="23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878300" y="2826575"/>
                  <a:ext cx="55900" cy="17600"/>
                </a:xfrm>
                <a:custGeom>
                  <a:avLst/>
                  <a:gdLst/>
                  <a:ahLst/>
                  <a:cxnLst/>
                  <a:rect l="l" t="t" r="r" b="b"/>
                  <a:pathLst>
                    <a:path w="2236" h="704" extrusionOk="0">
                      <a:moveTo>
                        <a:pt x="580" y="0"/>
                      </a:moveTo>
                      <a:cubicBezTo>
                        <a:pt x="406" y="0"/>
                        <a:pt x="250" y="13"/>
                        <a:pt x="134" y="36"/>
                      </a:cubicBezTo>
                      <a:cubicBezTo>
                        <a:pt x="67" y="70"/>
                        <a:pt x="0" y="136"/>
                        <a:pt x="34" y="236"/>
                      </a:cubicBezTo>
                      <a:cubicBezTo>
                        <a:pt x="34" y="291"/>
                        <a:pt x="100" y="345"/>
                        <a:pt x="161" y="345"/>
                      </a:cubicBezTo>
                      <a:cubicBezTo>
                        <a:pt x="175" y="345"/>
                        <a:pt x="188" y="342"/>
                        <a:pt x="201" y="336"/>
                      </a:cubicBezTo>
                      <a:cubicBezTo>
                        <a:pt x="295" y="316"/>
                        <a:pt x="416" y="307"/>
                        <a:pt x="550" y="307"/>
                      </a:cubicBezTo>
                      <a:cubicBezTo>
                        <a:pt x="1076" y="307"/>
                        <a:pt x="1802" y="450"/>
                        <a:pt x="1935" y="637"/>
                      </a:cubicBezTo>
                      <a:cubicBezTo>
                        <a:pt x="1968" y="703"/>
                        <a:pt x="2035" y="703"/>
                        <a:pt x="2069" y="703"/>
                      </a:cubicBezTo>
                      <a:cubicBezTo>
                        <a:pt x="2102" y="703"/>
                        <a:pt x="2135" y="703"/>
                        <a:pt x="2169" y="670"/>
                      </a:cubicBezTo>
                      <a:cubicBezTo>
                        <a:pt x="2235" y="637"/>
                        <a:pt x="2235" y="537"/>
                        <a:pt x="2202" y="470"/>
                      </a:cubicBezTo>
                      <a:cubicBezTo>
                        <a:pt x="1946" y="137"/>
                        <a:pt x="1159"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877475" y="2840575"/>
                  <a:ext cx="40050" cy="34450"/>
                </a:xfrm>
                <a:custGeom>
                  <a:avLst/>
                  <a:gdLst/>
                  <a:ahLst/>
                  <a:cxnLst/>
                  <a:rect l="l" t="t" r="r" b="b"/>
                  <a:pathLst>
                    <a:path w="1602" h="1378" extrusionOk="0">
                      <a:moveTo>
                        <a:pt x="179" y="1"/>
                      </a:moveTo>
                      <a:cubicBezTo>
                        <a:pt x="100" y="1"/>
                        <a:pt x="33" y="55"/>
                        <a:pt x="33" y="110"/>
                      </a:cubicBezTo>
                      <a:cubicBezTo>
                        <a:pt x="0" y="210"/>
                        <a:pt x="33" y="277"/>
                        <a:pt x="133" y="310"/>
                      </a:cubicBezTo>
                      <a:cubicBezTo>
                        <a:pt x="567" y="444"/>
                        <a:pt x="1001" y="810"/>
                        <a:pt x="1268" y="1277"/>
                      </a:cubicBezTo>
                      <a:cubicBezTo>
                        <a:pt x="1301" y="1344"/>
                        <a:pt x="1334" y="1378"/>
                        <a:pt x="1401" y="1378"/>
                      </a:cubicBezTo>
                      <a:cubicBezTo>
                        <a:pt x="1434" y="1378"/>
                        <a:pt x="1468" y="1378"/>
                        <a:pt x="1468" y="1344"/>
                      </a:cubicBezTo>
                      <a:cubicBezTo>
                        <a:pt x="1568" y="1311"/>
                        <a:pt x="1601" y="1211"/>
                        <a:pt x="1534" y="1144"/>
                      </a:cubicBezTo>
                      <a:cubicBezTo>
                        <a:pt x="1234" y="577"/>
                        <a:pt x="734" y="177"/>
                        <a:pt x="234" y="10"/>
                      </a:cubicBezTo>
                      <a:cubicBezTo>
                        <a:pt x="215"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869125" y="2851425"/>
                  <a:ext cx="20875" cy="43625"/>
                </a:xfrm>
                <a:custGeom>
                  <a:avLst/>
                  <a:gdLst/>
                  <a:ahLst/>
                  <a:cxnLst/>
                  <a:rect l="l" t="t" r="r" b="b"/>
                  <a:pathLst>
                    <a:path w="835" h="1745" extrusionOk="0">
                      <a:moveTo>
                        <a:pt x="186" y="1"/>
                      </a:moveTo>
                      <a:cubicBezTo>
                        <a:pt x="170" y="1"/>
                        <a:pt x="152" y="3"/>
                        <a:pt x="134" y="10"/>
                      </a:cubicBezTo>
                      <a:cubicBezTo>
                        <a:pt x="67" y="43"/>
                        <a:pt x="0" y="110"/>
                        <a:pt x="34" y="210"/>
                      </a:cubicBezTo>
                      <a:cubicBezTo>
                        <a:pt x="101" y="477"/>
                        <a:pt x="201" y="710"/>
                        <a:pt x="267" y="944"/>
                      </a:cubicBezTo>
                      <a:cubicBezTo>
                        <a:pt x="367" y="1177"/>
                        <a:pt x="467" y="1411"/>
                        <a:pt x="534" y="1644"/>
                      </a:cubicBezTo>
                      <a:cubicBezTo>
                        <a:pt x="534" y="1711"/>
                        <a:pt x="601" y="1744"/>
                        <a:pt x="668" y="1744"/>
                      </a:cubicBezTo>
                      <a:lnTo>
                        <a:pt x="701" y="1744"/>
                      </a:lnTo>
                      <a:cubicBezTo>
                        <a:pt x="801" y="1711"/>
                        <a:pt x="834" y="1644"/>
                        <a:pt x="834" y="1544"/>
                      </a:cubicBezTo>
                      <a:cubicBezTo>
                        <a:pt x="734" y="1310"/>
                        <a:pt x="668" y="1044"/>
                        <a:pt x="568" y="810"/>
                      </a:cubicBezTo>
                      <a:cubicBezTo>
                        <a:pt x="501" y="610"/>
                        <a:pt x="401" y="343"/>
                        <a:pt x="334" y="110"/>
                      </a:cubicBezTo>
                      <a:cubicBezTo>
                        <a:pt x="307" y="55"/>
                        <a:pt x="257" y="1"/>
                        <a:pt x="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853275" y="2855825"/>
                  <a:ext cx="10875" cy="45050"/>
                </a:xfrm>
                <a:custGeom>
                  <a:avLst/>
                  <a:gdLst/>
                  <a:ahLst/>
                  <a:cxnLst/>
                  <a:rect l="l" t="t" r="r" b="b"/>
                  <a:pathLst>
                    <a:path w="435" h="1802" extrusionOk="0">
                      <a:moveTo>
                        <a:pt x="268" y="0"/>
                      </a:moveTo>
                      <a:cubicBezTo>
                        <a:pt x="167" y="0"/>
                        <a:pt x="101" y="67"/>
                        <a:pt x="101" y="167"/>
                      </a:cubicBezTo>
                      <a:lnTo>
                        <a:pt x="101" y="401"/>
                      </a:lnTo>
                      <a:cubicBezTo>
                        <a:pt x="134" y="801"/>
                        <a:pt x="134" y="1235"/>
                        <a:pt x="34" y="1635"/>
                      </a:cubicBezTo>
                      <a:cubicBezTo>
                        <a:pt x="1" y="1702"/>
                        <a:pt x="67" y="1802"/>
                        <a:pt x="167" y="1802"/>
                      </a:cubicBezTo>
                      <a:lnTo>
                        <a:pt x="201" y="1802"/>
                      </a:lnTo>
                      <a:cubicBezTo>
                        <a:pt x="268" y="1802"/>
                        <a:pt x="334" y="1768"/>
                        <a:pt x="334" y="1702"/>
                      </a:cubicBezTo>
                      <a:cubicBezTo>
                        <a:pt x="434" y="1268"/>
                        <a:pt x="434" y="834"/>
                        <a:pt x="434" y="401"/>
                      </a:cubicBezTo>
                      <a:lnTo>
                        <a:pt x="434" y="167"/>
                      </a:lnTo>
                      <a:cubicBezTo>
                        <a:pt x="434" y="67"/>
                        <a:pt x="334" y="0"/>
                        <a:pt x="2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824100" y="2853325"/>
                  <a:ext cx="26700" cy="41725"/>
                </a:xfrm>
                <a:custGeom>
                  <a:avLst/>
                  <a:gdLst/>
                  <a:ahLst/>
                  <a:cxnLst/>
                  <a:rect l="l" t="t" r="r" b="b"/>
                  <a:pathLst>
                    <a:path w="1068" h="1669" extrusionOk="0">
                      <a:moveTo>
                        <a:pt x="901" y="0"/>
                      </a:moveTo>
                      <a:cubicBezTo>
                        <a:pt x="801" y="0"/>
                        <a:pt x="734" y="34"/>
                        <a:pt x="734" y="134"/>
                      </a:cubicBezTo>
                      <a:cubicBezTo>
                        <a:pt x="701" y="767"/>
                        <a:pt x="567" y="1134"/>
                        <a:pt x="100" y="1368"/>
                      </a:cubicBezTo>
                      <a:cubicBezTo>
                        <a:pt x="34" y="1401"/>
                        <a:pt x="0" y="1501"/>
                        <a:pt x="34" y="1568"/>
                      </a:cubicBezTo>
                      <a:cubicBezTo>
                        <a:pt x="67" y="1635"/>
                        <a:pt x="134" y="1668"/>
                        <a:pt x="200" y="1668"/>
                      </a:cubicBezTo>
                      <a:lnTo>
                        <a:pt x="267" y="1668"/>
                      </a:lnTo>
                      <a:cubicBezTo>
                        <a:pt x="901" y="1335"/>
                        <a:pt x="1001" y="734"/>
                        <a:pt x="1034" y="167"/>
                      </a:cubicBezTo>
                      <a:cubicBezTo>
                        <a:pt x="1068" y="67"/>
                        <a:pt x="1001"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789900" y="2845725"/>
                  <a:ext cx="50900" cy="29300"/>
                </a:xfrm>
                <a:custGeom>
                  <a:avLst/>
                  <a:gdLst/>
                  <a:ahLst/>
                  <a:cxnLst/>
                  <a:rect l="l" t="t" r="r" b="b"/>
                  <a:pathLst>
                    <a:path w="2036" h="1172" extrusionOk="0">
                      <a:moveTo>
                        <a:pt x="1856" y="1"/>
                      </a:moveTo>
                      <a:cubicBezTo>
                        <a:pt x="1824" y="1"/>
                        <a:pt x="1794" y="12"/>
                        <a:pt x="1768" y="37"/>
                      </a:cubicBezTo>
                      <a:cubicBezTo>
                        <a:pt x="1046" y="685"/>
                        <a:pt x="640" y="849"/>
                        <a:pt x="425" y="849"/>
                      </a:cubicBezTo>
                      <a:cubicBezTo>
                        <a:pt x="352" y="849"/>
                        <a:pt x="301" y="830"/>
                        <a:pt x="267" y="805"/>
                      </a:cubicBezTo>
                      <a:cubicBezTo>
                        <a:pt x="241" y="796"/>
                        <a:pt x="214" y="791"/>
                        <a:pt x="188" y="791"/>
                      </a:cubicBezTo>
                      <a:cubicBezTo>
                        <a:pt x="119" y="791"/>
                        <a:pt x="58" y="822"/>
                        <a:pt x="34" y="871"/>
                      </a:cubicBezTo>
                      <a:cubicBezTo>
                        <a:pt x="1" y="971"/>
                        <a:pt x="34" y="1071"/>
                        <a:pt x="101" y="1105"/>
                      </a:cubicBezTo>
                      <a:cubicBezTo>
                        <a:pt x="201" y="1138"/>
                        <a:pt x="301" y="1172"/>
                        <a:pt x="401" y="1172"/>
                      </a:cubicBezTo>
                      <a:cubicBezTo>
                        <a:pt x="1001" y="1172"/>
                        <a:pt x="1702" y="504"/>
                        <a:pt x="1969" y="271"/>
                      </a:cubicBezTo>
                      <a:cubicBezTo>
                        <a:pt x="2035" y="204"/>
                        <a:pt x="2035" y="104"/>
                        <a:pt x="2002" y="71"/>
                      </a:cubicBezTo>
                      <a:cubicBezTo>
                        <a:pt x="1961" y="29"/>
                        <a:pt x="1907" y="1"/>
                        <a:pt x="1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772400" y="2832975"/>
                  <a:ext cx="65050" cy="17875"/>
                </a:xfrm>
                <a:custGeom>
                  <a:avLst/>
                  <a:gdLst/>
                  <a:ahLst/>
                  <a:cxnLst/>
                  <a:rect l="l" t="t" r="r" b="b"/>
                  <a:pathLst>
                    <a:path w="2602" h="715" extrusionOk="0">
                      <a:moveTo>
                        <a:pt x="159" y="1"/>
                      </a:moveTo>
                      <a:cubicBezTo>
                        <a:pt x="138" y="1"/>
                        <a:pt x="118" y="5"/>
                        <a:pt x="100" y="14"/>
                      </a:cubicBezTo>
                      <a:cubicBezTo>
                        <a:pt x="0" y="47"/>
                        <a:pt x="0" y="147"/>
                        <a:pt x="33" y="247"/>
                      </a:cubicBezTo>
                      <a:cubicBezTo>
                        <a:pt x="234" y="581"/>
                        <a:pt x="667" y="714"/>
                        <a:pt x="1101" y="714"/>
                      </a:cubicBezTo>
                      <a:cubicBezTo>
                        <a:pt x="1635" y="714"/>
                        <a:pt x="2168" y="547"/>
                        <a:pt x="2468" y="414"/>
                      </a:cubicBezTo>
                      <a:cubicBezTo>
                        <a:pt x="2569" y="381"/>
                        <a:pt x="2602" y="281"/>
                        <a:pt x="2569" y="214"/>
                      </a:cubicBezTo>
                      <a:cubicBezTo>
                        <a:pt x="2541" y="159"/>
                        <a:pt x="2470" y="105"/>
                        <a:pt x="2408" y="105"/>
                      </a:cubicBezTo>
                      <a:cubicBezTo>
                        <a:pt x="2394" y="105"/>
                        <a:pt x="2381" y="108"/>
                        <a:pt x="2368" y="114"/>
                      </a:cubicBezTo>
                      <a:cubicBezTo>
                        <a:pt x="2037" y="261"/>
                        <a:pt x="1533" y="388"/>
                        <a:pt x="1097" y="388"/>
                      </a:cubicBezTo>
                      <a:cubicBezTo>
                        <a:pt x="743" y="388"/>
                        <a:pt x="435" y="304"/>
                        <a:pt x="300" y="80"/>
                      </a:cubicBezTo>
                      <a:cubicBezTo>
                        <a:pt x="276" y="32"/>
                        <a:pt x="216"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773225" y="2792125"/>
                  <a:ext cx="65900" cy="39525"/>
                </a:xfrm>
                <a:custGeom>
                  <a:avLst/>
                  <a:gdLst/>
                  <a:ahLst/>
                  <a:cxnLst/>
                  <a:rect l="l" t="t" r="r" b="b"/>
                  <a:pathLst>
                    <a:path w="2636" h="1581" extrusionOk="0">
                      <a:moveTo>
                        <a:pt x="169" y="1"/>
                      </a:moveTo>
                      <a:cubicBezTo>
                        <a:pt x="148" y="1"/>
                        <a:pt x="126" y="5"/>
                        <a:pt x="100" y="13"/>
                      </a:cubicBezTo>
                      <a:cubicBezTo>
                        <a:pt x="34" y="46"/>
                        <a:pt x="0" y="147"/>
                        <a:pt x="34" y="213"/>
                      </a:cubicBezTo>
                      <a:cubicBezTo>
                        <a:pt x="301" y="880"/>
                        <a:pt x="1001" y="1581"/>
                        <a:pt x="2102" y="1581"/>
                      </a:cubicBezTo>
                      <a:cubicBezTo>
                        <a:pt x="2235" y="1581"/>
                        <a:pt x="2369" y="1548"/>
                        <a:pt x="2502" y="1548"/>
                      </a:cubicBezTo>
                      <a:cubicBezTo>
                        <a:pt x="2602" y="1548"/>
                        <a:pt x="2636" y="1448"/>
                        <a:pt x="2636" y="1381"/>
                      </a:cubicBezTo>
                      <a:cubicBezTo>
                        <a:pt x="2608" y="1298"/>
                        <a:pt x="2558" y="1239"/>
                        <a:pt x="2504" y="1239"/>
                      </a:cubicBezTo>
                      <a:cubicBezTo>
                        <a:pt x="2492" y="1239"/>
                        <a:pt x="2481" y="1241"/>
                        <a:pt x="2469" y="1247"/>
                      </a:cubicBezTo>
                      <a:cubicBezTo>
                        <a:pt x="2367" y="1259"/>
                        <a:pt x="2268" y="1265"/>
                        <a:pt x="2172" y="1265"/>
                      </a:cubicBezTo>
                      <a:cubicBezTo>
                        <a:pt x="1177" y="1265"/>
                        <a:pt x="544" y="661"/>
                        <a:pt x="301" y="113"/>
                      </a:cubicBezTo>
                      <a:cubicBezTo>
                        <a:pt x="276" y="38"/>
                        <a:pt x="23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789075" y="2756575"/>
                  <a:ext cx="57550" cy="65900"/>
                </a:xfrm>
                <a:custGeom>
                  <a:avLst/>
                  <a:gdLst/>
                  <a:ahLst/>
                  <a:cxnLst/>
                  <a:rect l="l" t="t" r="r" b="b"/>
                  <a:pathLst>
                    <a:path w="2302" h="2636" extrusionOk="0">
                      <a:moveTo>
                        <a:pt x="267" y="1"/>
                      </a:moveTo>
                      <a:cubicBezTo>
                        <a:pt x="200" y="1"/>
                        <a:pt x="134" y="67"/>
                        <a:pt x="100" y="134"/>
                      </a:cubicBezTo>
                      <a:cubicBezTo>
                        <a:pt x="0" y="1302"/>
                        <a:pt x="1301" y="2503"/>
                        <a:pt x="2102" y="2636"/>
                      </a:cubicBezTo>
                      <a:lnTo>
                        <a:pt x="2135" y="2636"/>
                      </a:lnTo>
                      <a:cubicBezTo>
                        <a:pt x="2202" y="2636"/>
                        <a:pt x="2268" y="2569"/>
                        <a:pt x="2268" y="2469"/>
                      </a:cubicBezTo>
                      <a:cubicBezTo>
                        <a:pt x="2302" y="2403"/>
                        <a:pt x="2235" y="2336"/>
                        <a:pt x="2135" y="2302"/>
                      </a:cubicBezTo>
                      <a:cubicBezTo>
                        <a:pt x="1535" y="2236"/>
                        <a:pt x="334" y="1168"/>
                        <a:pt x="434" y="168"/>
                      </a:cubicBezTo>
                      <a:cubicBezTo>
                        <a:pt x="434" y="101"/>
                        <a:pt x="367"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870800" y="2948900"/>
                  <a:ext cx="65900" cy="49550"/>
                </a:xfrm>
                <a:custGeom>
                  <a:avLst/>
                  <a:gdLst/>
                  <a:ahLst/>
                  <a:cxnLst/>
                  <a:rect l="l" t="t" r="r" b="b"/>
                  <a:pathLst>
                    <a:path w="2636" h="1982" extrusionOk="0">
                      <a:moveTo>
                        <a:pt x="2443" y="0"/>
                      </a:moveTo>
                      <a:cubicBezTo>
                        <a:pt x="2386" y="0"/>
                        <a:pt x="2326" y="31"/>
                        <a:pt x="2302" y="80"/>
                      </a:cubicBezTo>
                      <a:cubicBezTo>
                        <a:pt x="2002" y="981"/>
                        <a:pt x="1068" y="1648"/>
                        <a:pt x="134" y="1681"/>
                      </a:cubicBezTo>
                      <a:cubicBezTo>
                        <a:pt x="67" y="1681"/>
                        <a:pt x="0" y="1748"/>
                        <a:pt x="0" y="1848"/>
                      </a:cubicBezTo>
                      <a:cubicBezTo>
                        <a:pt x="0" y="1915"/>
                        <a:pt x="67" y="1981"/>
                        <a:pt x="134" y="1981"/>
                      </a:cubicBezTo>
                      <a:lnTo>
                        <a:pt x="167" y="1981"/>
                      </a:lnTo>
                      <a:cubicBezTo>
                        <a:pt x="1234" y="1948"/>
                        <a:pt x="2235" y="1214"/>
                        <a:pt x="2602" y="213"/>
                      </a:cubicBezTo>
                      <a:cubicBezTo>
                        <a:pt x="2635" y="113"/>
                        <a:pt x="2602" y="13"/>
                        <a:pt x="2502" y="13"/>
                      </a:cubicBezTo>
                      <a:cubicBezTo>
                        <a:pt x="2484" y="4"/>
                        <a:pt x="2464" y="0"/>
                        <a:pt x="2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933325" y="2891450"/>
                  <a:ext cx="15050" cy="46950"/>
                </a:xfrm>
                <a:custGeom>
                  <a:avLst/>
                  <a:gdLst/>
                  <a:ahLst/>
                  <a:cxnLst/>
                  <a:rect l="l" t="t" r="r" b="b"/>
                  <a:pathLst>
                    <a:path w="602" h="1878" extrusionOk="0">
                      <a:moveTo>
                        <a:pt x="397" y="1"/>
                      </a:moveTo>
                      <a:cubicBezTo>
                        <a:pt x="336" y="1"/>
                        <a:pt x="268" y="61"/>
                        <a:pt x="268" y="143"/>
                      </a:cubicBezTo>
                      <a:cubicBezTo>
                        <a:pt x="234" y="677"/>
                        <a:pt x="134" y="1177"/>
                        <a:pt x="1" y="1678"/>
                      </a:cubicBezTo>
                      <a:cubicBezTo>
                        <a:pt x="1" y="1778"/>
                        <a:pt x="34" y="1878"/>
                        <a:pt x="134" y="1878"/>
                      </a:cubicBezTo>
                      <a:lnTo>
                        <a:pt x="168" y="1878"/>
                      </a:lnTo>
                      <a:cubicBezTo>
                        <a:pt x="234" y="1878"/>
                        <a:pt x="301" y="1844"/>
                        <a:pt x="301" y="1778"/>
                      </a:cubicBezTo>
                      <a:cubicBezTo>
                        <a:pt x="435" y="1244"/>
                        <a:pt x="535" y="710"/>
                        <a:pt x="568" y="176"/>
                      </a:cubicBezTo>
                      <a:cubicBezTo>
                        <a:pt x="601" y="76"/>
                        <a:pt x="535" y="10"/>
                        <a:pt x="435" y="10"/>
                      </a:cubicBezTo>
                      <a:cubicBezTo>
                        <a:pt x="423" y="4"/>
                        <a:pt x="410"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1898200" y="2713650"/>
                  <a:ext cx="230175" cy="308150"/>
                </a:xfrm>
                <a:custGeom>
                  <a:avLst/>
                  <a:gdLst/>
                  <a:ahLst/>
                  <a:cxnLst/>
                  <a:rect l="l" t="t" r="r" b="b"/>
                  <a:pathLst>
                    <a:path w="9207" h="12326" extrusionOk="0">
                      <a:moveTo>
                        <a:pt x="4774" y="301"/>
                      </a:moveTo>
                      <a:cubicBezTo>
                        <a:pt x="5916" y="301"/>
                        <a:pt x="7064" y="789"/>
                        <a:pt x="7739" y="1651"/>
                      </a:cubicBezTo>
                      <a:cubicBezTo>
                        <a:pt x="8740" y="2952"/>
                        <a:pt x="8706" y="4520"/>
                        <a:pt x="8706" y="5621"/>
                      </a:cubicBezTo>
                      <a:cubicBezTo>
                        <a:pt x="8706" y="5887"/>
                        <a:pt x="8706" y="6154"/>
                        <a:pt x="8706" y="6354"/>
                      </a:cubicBezTo>
                      <a:cubicBezTo>
                        <a:pt x="8873" y="9824"/>
                        <a:pt x="7139" y="11825"/>
                        <a:pt x="5304" y="11992"/>
                      </a:cubicBezTo>
                      <a:cubicBezTo>
                        <a:pt x="5198" y="12006"/>
                        <a:pt x="5089" y="12013"/>
                        <a:pt x="4979" y="12013"/>
                      </a:cubicBezTo>
                      <a:cubicBezTo>
                        <a:pt x="3494" y="12013"/>
                        <a:pt x="1691" y="10723"/>
                        <a:pt x="1101" y="7122"/>
                      </a:cubicBezTo>
                      <a:cubicBezTo>
                        <a:pt x="567" y="3819"/>
                        <a:pt x="1368" y="1451"/>
                        <a:pt x="3336" y="584"/>
                      </a:cubicBezTo>
                      <a:cubicBezTo>
                        <a:pt x="3789" y="392"/>
                        <a:pt x="4281" y="301"/>
                        <a:pt x="4774" y="301"/>
                      </a:cubicBezTo>
                      <a:close/>
                      <a:moveTo>
                        <a:pt x="4790" y="1"/>
                      </a:moveTo>
                      <a:cubicBezTo>
                        <a:pt x="4246" y="1"/>
                        <a:pt x="3703" y="102"/>
                        <a:pt x="3203" y="317"/>
                      </a:cubicBezTo>
                      <a:cubicBezTo>
                        <a:pt x="2202" y="750"/>
                        <a:pt x="0" y="2251"/>
                        <a:pt x="801" y="7155"/>
                      </a:cubicBezTo>
                      <a:cubicBezTo>
                        <a:pt x="1401" y="11024"/>
                        <a:pt x="3403" y="12325"/>
                        <a:pt x="5037" y="12325"/>
                      </a:cubicBezTo>
                      <a:lnTo>
                        <a:pt x="5371" y="12325"/>
                      </a:lnTo>
                      <a:cubicBezTo>
                        <a:pt x="7305" y="12125"/>
                        <a:pt x="9207" y="9990"/>
                        <a:pt x="9040" y="6354"/>
                      </a:cubicBezTo>
                      <a:cubicBezTo>
                        <a:pt x="9007" y="6154"/>
                        <a:pt x="9040" y="5921"/>
                        <a:pt x="9040" y="5654"/>
                      </a:cubicBezTo>
                      <a:cubicBezTo>
                        <a:pt x="9040" y="4486"/>
                        <a:pt x="9040" y="2852"/>
                        <a:pt x="7973" y="1451"/>
                      </a:cubicBezTo>
                      <a:cubicBezTo>
                        <a:pt x="7255" y="525"/>
                        <a:pt x="6023" y="1"/>
                        <a:pt x="47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1914050" y="2779700"/>
                  <a:ext cx="205150" cy="140350"/>
                </a:xfrm>
                <a:custGeom>
                  <a:avLst/>
                  <a:gdLst/>
                  <a:ahLst/>
                  <a:cxnLst/>
                  <a:rect l="l" t="t" r="r" b="b"/>
                  <a:pathLst>
                    <a:path w="8206" h="5614" extrusionOk="0">
                      <a:moveTo>
                        <a:pt x="7912" y="1"/>
                      </a:moveTo>
                      <a:cubicBezTo>
                        <a:pt x="7898" y="1"/>
                        <a:pt x="7885" y="4"/>
                        <a:pt x="7872" y="10"/>
                      </a:cubicBezTo>
                      <a:cubicBezTo>
                        <a:pt x="7772" y="10"/>
                        <a:pt x="7706" y="110"/>
                        <a:pt x="7739" y="177"/>
                      </a:cubicBezTo>
                      <a:cubicBezTo>
                        <a:pt x="7906" y="944"/>
                        <a:pt x="7772" y="1978"/>
                        <a:pt x="7405" y="2812"/>
                      </a:cubicBezTo>
                      <a:cubicBezTo>
                        <a:pt x="6729" y="4410"/>
                        <a:pt x="5515" y="5300"/>
                        <a:pt x="4129" y="5300"/>
                      </a:cubicBezTo>
                      <a:cubicBezTo>
                        <a:pt x="4010" y="5300"/>
                        <a:pt x="3890" y="5293"/>
                        <a:pt x="3769" y="5280"/>
                      </a:cubicBezTo>
                      <a:cubicBezTo>
                        <a:pt x="2035" y="5047"/>
                        <a:pt x="634" y="3612"/>
                        <a:pt x="334" y="1778"/>
                      </a:cubicBezTo>
                      <a:cubicBezTo>
                        <a:pt x="334" y="1678"/>
                        <a:pt x="234" y="1644"/>
                        <a:pt x="167" y="1644"/>
                      </a:cubicBezTo>
                      <a:cubicBezTo>
                        <a:pt x="67" y="1644"/>
                        <a:pt x="0" y="1744"/>
                        <a:pt x="33" y="1811"/>
                      </a:cubicBezTo>
                      <a:cubicBezTo>
                        <a:pt x="334" y="3813"/>
                        <a:pt x="1868" y="5347"/>
                        <a:pt x="3703" y="5580"/>
                      </a:cubicBezTo>
                      <a:cubicBezTo>
                        <a:pt x="3869" y="5614"/>
                        <a:pt x="4003" y="5614"/>
                        <a:pt x="4170" y="5614"/>
                      </a:cubicBezTo>
                      <a:cubicBezTo>
                        <a:pt x="5671" y="5614"/>
                        <a:pt x="6972" y="4646"/>
                        <a:pt x="7706" y="2945"/>
                      </a:cubicBezTo>
                      <a:cubicBezTo>
                        <a:pt x="8072" y="2045"/>
                        <a:pt x="8206" y="910"/>
                        <a:pt x="8039" y="110"/>
                      </a:cubicBezTo>
                      <a:cubicBezTo>
                        <a:pt x="8039" y="55"/>
                        <a:pt x="7972" y="1"/>
                        <a:pt x="79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924875" y="2728825"/>
                  <a:ext cx="185150" cy="172050"/>
                </a:xfrm>
                <a:custGeom>
                  <a:avLst/>
                  <a:gdLst/>
                  <a:ahLst/>
                  <a:cxnLst/>
                  <a:rect l="l" t="t" r="r" b="b"/>
                  <a:pathLst>
                    <a:path w="7406" h="6882" extrusionOk="0">
                      <a:moveTo>
                        <a:pt x="3670" y="310"/>
                      </a:moveTo>
                      <a:cubicBezTo>
                        <a:pt x="5104" y="310"/>
                        <a:pt x="6138" y="911"/>
                        <a:pt x="6539" y="2011"/>
                      </a:cubicBezTo>
                      <a:cubicBezTo>
                        <a:pt x="7039" y="3346"/>
                        <a:pt x="6505" y="5147"/>
                        <a:pt x="5338" y="6048"/>
                      </a:cubicBezTo>
                      <a:cubicBezTo>
                        <a:pt x="4870" y="6410"/>
                        <a:pt x="4342" y="6587"/>
                        <a:pt x="3779" y="6587"/>
                      </a:cubicBezTo>
                      <a:cubicBezTo>
                        <a:pt x="3098" y="6587"/>
                        <a:pt x="2366" y="6326"/>
                        <a:pt x="1635" y="5814"/>
                      </a:cubicBezTo>
                      <a:cubicBezTo>
                        <a:pt x="534" y="4980"/>
                        <a:pt x="434" y="3646"/>
                        <a:pt x="701" y="2645"/>
                      </a:cubicBezTo>
                      <a:cubicBezTo>
                        <a:pt x="1101" y="1311"/>
                        <a:pt x="2102" y="410"/>
                        <a:pt x="3303" y="344"/>
                      </a:cubicBezTo>
                      <a:cubicBezTo>
                        <a:pt x="3436" y="344"/>
                        <a:pt x="3570" y="310"/>
                        <a:pt x="3670" y="310"/>
                      </a:cubicBezTo>
                      <a:close/>
                      <a:moveTo>
                        <a:pt x="3647" y="0"/>
                      </a:moveTo>
                      <a:cubicBezTo>
                        <a:pt x="3536" y="0"/>
                        <a:pt x="3421" y="3"/>
                        <a:pt x="3303" y="10"/>
                      </a:cubicBezTo>
                      <a:cubicBezTo>
                        <a:pt x="1969" y="110"/>
                        <a:pt x="835" y="1111"/>
                        <a:pt x="401" y="2578"/>
                      </a:cubicBezTo>
                      <a:cubicBezTo>
                        <a:pt x="1" y="3980"/>
                        <a:pt x="401" y="5314"/>
                        <a:pt x="1468" y="6048"/>
                      </a:cubicBezTo>
                      <a:cubicBezTo>
                        <a:pt x="2236" y="6615"/>
                        <a:pt x="3036" y="6882"/>
                        <a:pt x="3770" y="6882"/>
                      </a:cubicBezTo>
                      <a:cubicBezTo>
                        <a:pt x="4404" y="6882"/>
                        <a:pt x="5004" y="6681"/>
                        <a:pt x="5538" y="6281"/>
                      </a:cubicBezTo>
                      <a:cubicBezTo>
                        <a:pt x="6806" y="5314"/>
                        <a:pt x="7406" y="3379"/>
                        <a:pt x="6839" y="1911"/>
                      </a:cubicBezTo>
                      <a:cubicBezTo>
                        <a:pt x="6553" y="1182"/>
                        <a:pt x="5786" y="0"/>
                        <a:pt x="36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987425" y="2808800"/>
                  <a:ext cx="62575" cy="54550"/>
                </a:xfrm>
                <a:custGeom>
                  <a:avLst/>
                  <a:gdLst/>
                  <a:ahLst/>
                  <a:cxnLst/>
                  <a:rect l="l" t="t" r="r" b="b"/>
                  <a:pathLst>
                    <a:path w="2503" h="2182" extrusionOk="0">
                      <a:moveTo>
                        <a:pt x="1401" y="314"/>
                      </a:moveTo>
                      <a:cubicBezTo>
                        <a:pt x="1735" y="380"/>
                        <a:pt x="1969" y="547"/>
                        <a:pt x="2069" y="814"/>
                      </a:cubicBezTo>
                      <a:cubicBezTo>
                        <a:pt x="2169" y="1081"/>
                        <a:pt x="2102" y="1381"/>
                        <a:pt x="1935" y="1614"/>
                      </a:cubicBezTo>
                      <a:cubicBezTo>
                        <a:pt x="1777" y="1773"/>
                        <a:pt x="1577" y="1869"/>
                        <a:pt x="1335" y="1869"/>
                      </a:cubicBezTo>
                      <a:cubicBezTo>
                        <a:pt x="1271" y="1869"/>
                        <a:pt x="1204" y="1862"/>
                        <a:pt x="1135" y="1848"/>
                      </a:cubicBezTo>
                      <a:cubicBezTo>
                        <a:pt x="501" y="1748"/>
                        <a:pt x="367" y="1348"/>
                        <a:pt x="401" y="1014"/>
                      </a:cubicBezTo>
                      <a:cubicBezTo>
                        <a:pt x="467" y="647"/>
                        <a:pt x="768" y="314"/>
                        <a:pt x="1235" y="314"/>
                      </a:cubicBezTo>
                      <a:close/>
                      <a:moveTo>
                        <a:pt x="1282" y="0"/>
                      </a:moveTo>
                      <a:cubicBezTo>
                        <a:pt x="645" y="0"/>
                        <a:pt x="192" y="463"/>
                        <a:pt x="101" y="981"/>
                      </a:cubicBezTo>
                      <a:cubicBezTo>
                        <a:pt x="0" y="1481"/>
                        <a:pt x="301" y="2048"/>
                        <a:pt x="1068" y="2182"/>
                      </a:cubicBezTo>
                      <a:lnTo>
                        <a:pt x="1335" y="2182"/>
                      </a:lnTo>
                      <a:cubicBezTo>
                        <a:pt x="1668" y="2182"/>
                        <a:pt x="1969" y="2048"/>
                        <a:pt x="2169" y="1815"/>
                      </a:cubicBezTo>
                      <a:cubicBezTo>
                        <a:pt x="2436" y="1514"/>
                        <a:pt x="2502" y="1081"/>
                        <a:pt x="2335" y="714"/>
                      </a:cubicBezTo>
                      <a:cubicBezTo>
                        <a:pt x="2202" y="347"/>
                        <a:pt x="1902" y="80"/>
                        <a:pt x="1468" y="13"/>
                      </a:cubicBezTo>
                      <a:cubicBezTo>
                        <a:pt x="1405" y="5"/>
                        <a:pt x="1342" y="0"/>
                        <a:pt x="1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1985750" y="2733225"/>
                  <a:ext cx="30050" cy="84250"/>
                </a:xfrm>
                <a:custGeom>
                  <a:avLst/>
                  <a:gdLst/>
                  <a:ahLst/>
                  <a:cxnLst/>
                  <a:rect l="l" t="t" r="r" b="b"/>
                  <a:pathLst>
                    <a:path w="1202" h="3370" extrusionOk="0">
                      <a:moveTo>
                        <a:pt x="168" y="1"/>
                      </a:moveTo>
                      <a:cubicBezTo>
                        <a:pt x="67" y="1"/>
                        <a:pt x="1" y="67"/>
                        <a:pt x="1" y="134"/>
                      </a:cubicBezTo>
                      <a:cubicBezTo>
                        <a:pt x="1" y="1035"/>
                        <a:pt x="468" y="2603"/>
                        <a:pt x="901" y="3303"/>
                      </a:cubicBezTo>
                      <a:cubicBezTo>
                        <a:pt x="935" y="3337"/>
                        <a:pt x="968" y="3370"/>
                        <a:pt x="1035" y="3370"/>
                      </a:cubicBezTo>
                      <a:cubicBezTo>
                        <a:pt x="1068" y="3370"/>
                        <a:pt x="1102" y="3370"/>
                        <a:pt x="1135" y="3337"/>
                      </a:cubicBezTo>
                      <a:cubicBezTo>
                        <a:pt x="1202" y="3303"/>
                        <a:pt x="1202" y="3203"/>
                        <a:pt x="1168" y="3136"/>
                      </a:cubicBezTo>
                      <a:cubicBezTo>
                        <a:pt x="768" y="2503"/>
                        <a:pt x="334" y="968"/>
                        <a:pt x="334" y="134"/>
                      </a:cubicBezTo>
                      <a:cubicBezTo>
                        <a:pt x="334" y="67"/>
                        <a:pt x="234"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2017450" y="2730400"/>
                  <a:ext cx="20875" cy="86250"/>
                </a:xfrm>
                <a:custGeom>
                  <a:avLst/>
                  <a:gdLst/>
                  <a:ahLst/>
                  <a:cxnLst/>
                  <a:rect l="l" t="t" r="r" b="b"/>
                  <a:pathLst>
                    <a:path w="835" h="3450" extrusionOk="0">
                      <a:moveTo>
                        <a:pt x="642" y="1"/>
                      </a:moveTo>
                      <a:cubicBezTo>
                        <a:pt x="585" y="1"/>
                        <a:pt x="525" y="32"/>
                        <a:pt x="501" y="80"/>
                      </a:cubicBezTo>
                      <a:cubicBezTo>
                        <a:pt x="267" y="748"/>
                        <a:pt x="0" y="2582"/>
                        <a:pt x="100" y="3316"/>
                      </a:cubicBezTo>
                      <a:cubicBezTo>
                        <a:pt x="100" y="3416"/>
                        <a:pt x="167" y="3450"/>
                        <a:pt x="234" y="3450"/>
                      </a:cubicBezTo>
                      <a:lnTo>
                        <a:pt x="267" y="3450"/>
                      </a:lnTo>
                      <a:cubicBezTo>
                        <a:pt x="334" y="3450"/>
                        <a:pt x="401" y="3349"/>
                        <a:pt x="401" y="3283"/>
                      </a:cubicBezTo>
                      <a:cubicBezTo>
                        <a:pt x="301" y="2582"/>
                        <a:pt x="567" y="814"/>
                        <a:pt x="801" y="214"/>
                      </a:cubicBezTo>
                      <a:cubicBezTo>
                        <a:pt x="834" y="114"/>
                        <a:pt x="768" y="14"/>
                        <a:pt x="701" y="14"/>
                      </a:cubicBezTo>
                      <a:cubicBezTo>
                        <a:pt x="683" y="5"/>
                        <a:pt x="663" y="1"/>
                        <a:pt x="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29950" y="2748850"/>
                  <a:ext cx="50075" cy="71975"/>
                </a:xfrm>
                <a:custGeom>
                  <a:avLst/>
                  <a:gdLst/>
                  <a:ahLst/>
                  <a:cxnLst/>
                  <a:rect l="l" t="t" r="r" b="b"/>
                  <a:pathLst>
                    <a:path w="2003" h="2879" extrusionOk="0">
                      <a:moveTo>
                        <a:pt x="1808" y="1"/>
                      </a:moveTo>
                      <a:cubicBezTo>
                        <a:pt x="1794" y="1"/>
                        <a:pt x="1781" y="3"/>
                        <a:pt x="1769" y="10"/>
                      </a:cubicBezTo>
                      <a:cubicBezTo>
                        <a:pt x="935" y="376"/>
                        <a:pt x="268" y="2011"/>
                        <a:pt x="34" y="2678"/>
                      </a:cubicBezTo>
                      <a:cubicBezTo>
                        <a:pt x="1" y="2778"/>
                        <a:pt x="34" y="2845"/>
                        <a:pt x="134" y="2878"/>
                      </a:cubicBezTo>
                      <a:lnTo>
                        <a:pt x="167" y="2878"/>
                      </a:lnTo>
                      <a:cubicBezTo>
                        <a:pt x="234" y="2878"/>
                        <a:pt x="301" y="2845"/>
                        <a:pt x="334" y="2778"/>
                      </a:cubicBezTo>
                      <a:cubicBezTo>
                        <a:pt x="501" y="2278"/>
                        <a:pt x="1135" y="643"/>
                        <a:pt x="1902" y="310"/>
                      </a:cubicBezTo>
                      <a:cubicBezTo>
                        <a:pt x="1969" y="276"/>
                        <a:pt x="2002" y="176"/>
                        <a:pt x="1969" y="110"/>
                      </a:cubicBezTo>
                      <a:cubicBezTo>
                        <a:pt x="1941" y="55"/>
                        <a:pt x="1870" y="1"/>
                        <a:pt x="1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2035800" y="2786600"/>
                  <a:ext cx="64225" cy="40900"/>
                </a:xfrm>
                <a:custGeom>
                  <a:avLst/>
                  <a:gdLst/>
                  <a:ahLst/>
                  <a:cxnLst/>
                  <a:rect l="l" t="t" r="r" b="b"/>
                  <a:pathLst>
                    <a:path w="2569" h="1636" extrusionOk="0">
                      <a:moveTo>
                        <a:pt x="2369" y="1"/>
                      </a:moveTo>
                      <a:cubicBezTo>
                        <a:pt x="1601" y="134"/>
                        <a:pt x="567" y="634"/>
                        <a:pt x="67" y="1402"/>
                      </a:cubicBezTo>
                      <a:cubicBezTo>
                        <a:pt x="0" y="1468"/>
                        <a:pt x="34" y="1568"/>
                        <a:pt x="100" y="1602"/>
                      </a:cubicBezTo>
                      <a:cubicBezTo>
                        <a:pt x="134" y="1635"/>
                        <a:pt x="167" y="1635"/>
                        <a:pt x="200" y="1635"/>
                      </a:cubicBezTo>
                      <a:cubicBezTo>
                        <a:pt x="234" y="1635"/>
                        <a:pt x="300" y="1602"/>
                        <a:pt x="300" y="1568"/>
                      </a:cubicBezTo>
                      <a:cubicBezTo>
                        <a:pt x="767" y="901"/>
                        <a:pt x="1735" y="434"/>
                        <a:pt x="2435" y="334"/>
                      </a:cubicBezTo>
                      <a:cubicBezTo>
                        <a:pt x="2502" y="301"/>
                        <a:pt x="2569" y="234"/>
                        <a:pt x="2535" y="134"/>
                      </a:cubicBezTo>
                      <a:cubicBezTo>
                        <a:pt x="2535" y="67"/>
                        <a:pt x="2435" y="1"/>
                        <a:pt x="23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2039125" y="2826575"/>
                  <a:ext cx="55900" cy="17600"/>
                </a:xfrm>
                <a:custGeom>
                  <a:avLst/>
                  <a:gdLst/>
                  <a:ahLst/>
                  <a:cxnLst/>
                  <a:rect l="l" t="t" r="r" b="b"/>
                  <a:pathLst>
                    <a:path w="2236" h="704" extrusionOk="0">
                      <a:moveTo>
                        <a:pt x="580" y="0"/>
                      </a:moveTo>
                      <a:cubicBezTo>
                        <a:pt x="406" y="0"/>
                        <a:pt x="250" y="13"/>
                        <a:pt x="134" y="36"/>
                      </a:cubicBezTo>
                      <a:cubicBezTo>
                        <a:pt x="67" y="70"/>
                        <a:pt x="1" y="136"/>
                        <a:pt x="34" y="236"/>
                      </a:cubicBezTo>
                      <a:cubicBezTo>
                        <a:pt x="34" y="291"/>
                        <a:pt x="101" y="345"/>
                        <a:pt x="161" y="345"/>
                      </a:cubicBezTo>
                      <a:cubicBezTo>
                        <a:pt x="175" y="345"/>
                        <a:pt x="188" y="342"/>
                        <a:pt x="201" y="336"/>
                      </a:cubicBezTo>
                      <a:cubicBezTo>
                        <a:pt x="296" y="316"/>
                        <a:pt x="416" y="307"/>
                        <a:pt x="550" y="307"/>
                      </a:cubicBezTo>
                      <a:cubicBezTo>
                        <a:pt x="1076" y="307"/>
                        <a:pt x="1802" y="450"/>
                        <a:pt x="1935" y="637"/>
                      </a:cubicBezTo>
                      <a:cubicBezTo>
                        <a:pt x="1969" y="703"/>
                        <a:pt x="2035" y="703"/>
                        <a:pt x="2069" y="703"/>
                      </a:cubicBezTo>
                      <a:cubicBezTo>
                        <a:pt x="2102" y="703"/>
                        <a:pt x="2135" y="703"/>
                        <a:pt x="2169" y="670"/>
                      </a:cubicBezTo>
                      <a:cubicBezTo>
                        <a:pt x="2236" y="637"/>
                        <a:pt x="2236" y="537"/>
                        <a:pt x="2202" y="470"/>
                      </a:cubicBezTo>
                      <a:cubicBezTo>
                        <a:pt x="1946" y="137"/>
                        <a:pt x="1159"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038300" y="2840575"/>
                  <a:ext cx="39225" cy="34450"/>
                </a:xfrm>
                <a:custGeom>
                  <a:avLst/>
                  <a:gdLst/>
                  <a:ahLst/>
                  <a:cxnLst/>
                  <a:rect l="l" t="t" r="r" b="b"/>
                  <a:pathLst>
                    <a:path w="1569" h="1378" extrusionOk="0">
                      <a:moveTo>
                        <a:pt x="179" y="1"/>
                      </a:moveTo>
                      <a:cubicBezTo>
                        <a:pt x="100" y="1"/>
                        <a:pt x="34" y="55"/>
                        <a:pt x="34" y="110"/>
                      </a:cubicBezTo>
                      <a:cubicBezTo>
                        <a:pt x="0" y="210"/>
                        <a:pt x="34" y="277"/>
                        <a:pt x="134" y="310"/>
                      </a:cubicBezTo>
                      <a:cubicBezTo>
                        <a:pt x="567" y="444"/>
                        <a:pt x="1001" y="810"/>
                        <a:pt x="1268" y="1277"/>
                      </a:cubicBezTo>
                      <a:cubicBezTo>
                        <a:pt x="1301" y="1344"/>
                        <a:pt x="1335" y="1378"/>
                        <a:pt x="1401" y="1378"/>
                      </a:cubicBezTo>
                      <a:cubicBezTo>
                        <a:pt x="1435" y="1378"/>
                        <a:pt x="1435" y="1378"/>
                        <a:pt x="1468" y="1344"/>
                      </a:cubicBezTo>
                      <a:cubicBezTo>
                        <a:pt x="1568" y="1311"/>
                        <a:pt x="1568" y="1211"/>
                        <a:pt x="1535" y="1144"/>
                      </a:cubicBezTo>
                      <a:cubicBezTo>
                        <a:pt x="1234" y="610"/>
                        <a:pt x="734" y="177"/>
                        <a:pt x="234" y="10"/>
                      </a:cubicBezTo>
                      <a:cubicBezTo>
                        <a:pt x="215"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2029950" y="2851425"/>
                  <a:ext cx="20875" cy="43625"/>
                </a:xfrm>
                <a:custGeom>
                  <a:avLst/>
                  <a:gdLst/>
                  <a:ahLst/>
                  <a:cxnLst/>
                  <a:rect l="l" t="t" r="r" b="b"/>
                  <a:pathLst>
                    <a:path w="835" h="1745" extrusionOk="0">
                      <a:moveTo>
                        <a:pt x="186" y="1"/>
                      </a:moveTo>
                      <a:cubicBezTo>
                        <a:pt x="170" y="1"/>
                        <a:pt x="152" y="3"/>
                        <a:pt x="134" y="10"/>
                      </a:cubicBezTo>
                      <a:cubicBezTo>
                        <a:pt x="67" y="43"/>
                        <a:pt x="1" y="110"/>
                        <a:pt x="34" y="210"/>
                      </a:cubicBezTo>
                      <a:cubicBezTo>
                        <a:pt x="101" y="477"/>
                        <a:pt x="201" y="710"/>
                        <a:pt x="268" y="944"/>
                      </a:cubicBezTo>
                      <a:cubicBezTo>
                        <a:pt x="368" y="1177"/>
                        <a:pt x="468" y="1411"/>
                        <a:pt x="534" y="1644"/>
                      </a:cubicBezTo>
                      <a:cubicBezTo>
                        <a:pt x="534" y="1711"/>
                        <a:pt x="601" y="1744"/>
                        <a:pt x="668" y="1744"/>
                      </a:cubicBezTo>
                      <a:lnTo>
                        <a:pt x="701" y="1744"/>
                      </a:lnTo>
                      <a:cubicBezTo>
                        <a:pt x="801" y="1711"/>
                        <a:pt x="835" y="1644"/>
                        <a:pt x="835" y="1544"/>
                      </a:cubicBezTo>
                      <a:cubicBezTo>
                        <a:pt x="735" y="1310"/>
                        <a:pt x="668" y="1044"/>
                        <a:pt x="568" y="810"/>
                      </a:cubicBezTo>
                      <a:cubicBezTo>
                        <a:pt x="468" y="610"/>
                        <a:pt x="401" y="343"/>
                        <a:pt x="334" y="110"/>
                      </a:cubicBezTo>
                      <a:cubicBezTo>
                        <a:pt x="307" y="55"/>
                        <a:pt x="258" y="1"/>
                        <a:pt x="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2014100" y="2855825"/>
                  <a:ext cx="10875" cy="45050"/>
                </a:xfrm>
                <a:custGeom>
                  <a:avLst/>
                  <a:gdLst/>
                  <a:ahLst/>
                  <a:cxnLst/>
                  <a:rect l="l" t="t" r="r" b="b"/>
                  <a:pathLst>
                    <a:path w="435" h="1802" extrusionOk="0">
                      <a:moveTo>
                        <a:pt x="268" y="0"/>
                      </a:moveTo>
                      <a:cubicBezTo>
                        <a:pt x="168" y="0"/>
                        <a:pt x="101" y="67"/>
                        <a:pt x="101" y="167"/>
                      </a:cubicBezTo>
                      <a:lnTo>
                        <a:pt x="101" y="401"/>
                      </a:lnTo>
                      <a:cubicBezTo>
                        <a:pt x="101" y="801"/>
                        <a:pt x="134" y="1235"/>
                        <a:pt x="34" y="1635"/>
                      </a:cubicBezTo>
                      <a:cubicBezTo>
                        <a:pt x="1" y="1702"/>
                        <a:pt x="68" y="1802"/>
                        <a:pt x="134" y="1802"/>
                      </a:cubicBezTo>
                      <a:lnTo>
                        <a:pt x="201" y="1802"/>
                      </a:lnTo>
                      <a:cubicBezTo>
                        <a:pt x="268" y="1802"/>
                        <a:pt x="334" y="1768"/>
                        <a:pt x="334" y="1702"/>
                      </a:cubicBezTo>
                      <a:cubicBezTo>
                        <a:pt x="435" y="1268"/>
                        <a:pt x="435" y="834"/>
                        <a:pt x="435" y="401"/>
                      </a:cubicBezTo>
                      <a:lnTo>
                        <a:pt x="401" y="167"/>
                      </a:lnTo>
                      <a:cubicBezTo>
                        <a:pt x="401" y="67"/>
                        <a:pt x="368" y="0"/>
                        <a:pt x="2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1984925" y="2853325"/>
                  <a:ext cx="26700" cy="41725"/>
                </a:xfrm>
                <a:custGeom>
                  <a:avLst/>
                  <a:gdLst/>
                  <a:ahLst/>
                  <a:cxnLst/>
                  <a:rect l="l" t="t" r="r" b="b"/>
                  <a:pathLst>
                    <a:path w="1068" h="1669" extrusionOk="0">
                      <a:moveTo>
                        <a:pt x="901" y="0"/>
                      </a:moveTo>
                      <a:cubicBezTo>
                        <a:pt x="801" y="0"/>
                        <a:pt x="734" y="34"/>
                        <a:pt x="734" y="134"/>
                      </a:cubicBezTo>
                      <a:cubicBezTo>
                        <a:pt x="701" y="767"/>
                        <a:pt x="567" y="1134"/>
                        <a:pt x="100" y="1368"/>
                      </a:cubicBezTo>
                      <a:cubicBezTo>
                        <a:pt x="34" y="1401"/>
                        <a:pt x="0" y="1501"/>
                        <a:pt x="34" y="1568"/>
                      </a:cubicBezTo>
                      <a:cubicBezTo>
                        <a:pt x="67" y="1635"/>
                        <a:pt x="134" y="1668"/>
                        <a:pt x="201" y="1668"/>
                      </a:cubicBezTo>
                      <a:lnTo>
                        <a:pt x="267" y="1668"/>
                      </a:lnTo>
                      <a:cubicBezTo>
                        <a:pt x="901" y="1335"/>
                        <a:pt x="1001" y="734"/>
                        <a:pt x="1034" y="167"/>
                      </a:cubicBezTo>
                      <a:cubicBezTo>
                        <a:pt x="1068" y="67"/>
                        <a:pt x="1001"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1950725" y="2845725"/>
                  <a:ext cx="50900" cy="29300"/>
                </a:xfrm>
                <a:custGeom>
                  <a:avLst/>
                  <a:gdLst/>
                  <a:ahLst/>
                  <a:cxnLst/>
                  <a:rect l="l" t="t" r="r" b="b"/>
                  <a:pathLst>
                    <a:path w="2036" h="1172" extrusionOk="0">
                      <a:moveTo>
                        <a:pt x="1856" y="1"/>
                      </a:moveTo>
                      <a:cubicBezTo>
                        <a:pt x="1824" y="1"/>
                        <a:pt x="1794" y="12"/>
                        <a:pt x="1769" y="37"/>
                      </a:cubicBezTo>
                      <a:cubicBezTo>
                        <a:pt x="1080" y="675"/>
                        <a:pt x="665" y="844"/>
                        <a:pt x="418" y="844"/>
                      </a:cubicBezTo>
                      <a:cubicBezTo>
                        <a:pt x="342" y="844"/>
                        <a:pt x="281" y="828"/>
                        <a:pt x="234" y="805"/>
                      </a:cubicBezTo>
                      <a:cubicBezTo>
                        <a:pt x="216" y="796"/>
                        <a:pt x="196" y="791"/>
                        <a:pt x="175" y="791"/>
                      </a:cubicBezTo>
                      <a:cubicBezTo>
                        <a:pt x="119" y="791"/>
                        <a:pt x="59" y="822"/>
                        <a:pt x="34" y="871"/>
                      </a:cubicBezTo>
                      <a:cubicBezTo>
                        <a:pt x="1" y="971"/>
                        <a:pt x="34" y="1071"/>
                        <a:pt x="101" y="1105"/>
                      </a:cubicBezTo>
                      <a:cubicBezTo>
                        <a:pt x="201" y="1138"/>
                        <a:pt x="301" y="1172"/>
                        <a:pt x="401" y="1172"/>
                      </a:cubicBezTo>
                      <a:cubicBezTo>
                        <a:pt x="1001" y="1172"/>
                        <a:pt x="1702" y="504"/>
                        <a:pt x="1969" y="271"/>
                      </a:cubicBezTo>
                      <a:cubicBezTo>
                        <a:pt x="2036" y="204"/>
                        <a:pt x="2036" y="104"/>
                        <a:pt x="2002" y="71"/>
                      </a:cubicBezTo>
                      <a:cubicBezTo>
                        <a:pt x="1961" y="29"/>
                        <a:pt x="1907" y="1"/>
                        <a:pt x="1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1933225" y="2832975"/>
                  <a:ext cx="65075" cy="17875"/>
                </a:xfrm>
                <a:custGeom>
                  <a:avLst/>
                  <a:gdLst/>
                  <a:ahLst/>
                  <a:cxnLst/>
                  <a:rect l="l" t="t" r="r" b="b"/>
                  <a:pathLst>
                    <a:path w="2603" h="715" extrusionOk="0">
                      <a:moveTo>
                        <a:pt x="159" y="1"/>
                      </a:moveTo>
                      <a:cubicBezTo>
                        <a:pt x="138" y="1"/>
                        <a:pt x="118" y="5"/>
                        <a:pt x="100" y="14"/>
                      </a:cubicBezTo>
                      <a:cubicBezTo>
                        <a:pt x="0" y="47"/>
                        <a:pt x="0" y="147"/>
                        <a:pt x="34" y="247"/>
                      </a:cubicBezTo>
                      <a:cubicBezTo>
                        <a:pt x="234" y="581"/>
                        <a:pt x="667" y="714"/>
                        <a:pt x="1101" y="714"/>
                      </a:cubicBezTo>
                      <a:cubicBezTo>
                        <a:pt x="1601" y="714"/>
                        <a:pt x="2168" y="547"/>
                        <a:pt x="2469" y="414"/>
                      </a:cubicBezTo>
                      <a:cubicBezTo>
                        <a:pt x="2569" y="381"/>
                        <a:pt x="2602" y="281"/>
                        <a:pt x="2569" y="214"/>
                      </a:cubicBezTo>
                      <a:cubicBezTo>
                        <a:pt x="2541" y="159"/>
                        <a:pt x="2470" y="105"/>
                        <a:pt x="2408" y="105"/>
                      </a:cubicBezTo>
                      <a:cubicBezTo>
                        <a:pt x="2394" y="105"/>
                        <a:pt x="2381" y="108"/>
                        <a:pt x="2369" y="114"/>
                      </a:cubicBezTo>
                      <a:cubicBezTo>
                        <a:pt x="2037" y="261"/>
                        <a:pt x="1533" y="388"/>
                        <a:pt x="1097" y="388"/>
                      </a:cubicBezTo>
                      <a:cubicBezTo>
                        <a:pt x="743" y="388"/>
                        <a:pt x="435" y="304"/>
                        <a:pt x="300" y="80"/>
                      </a:cubicBezTo>
                      <a:cubicBezTo>
                        <a:pt x="276" y="32"/>
                        <a:pt x="216"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934050" y="2792125"/>
                  <a:ext cx="65900" cy="39525"/>
                </a:xfrm>
                <a:custGeom>
                  <a:avLst/>
                  <a:gdLst/>
                  <a:ahLst/>
                  <a:cxnLst/>
                  <a:rect l="l" t="t" r="r" b="b"/>
                  <a:pathLst>
                    <a:path w="2636" h="1581" extrusionOk="0">
                      <a:moveTo>
                        <a:pt x="169" y="1"/>
                      </a:moveTo>
                      <a:cubicBezTo>
                        <a:pt x="149" y="1"/>
                        <a:pt x="126" y="5"/>
                        <a:pt x="101" y="13"/>
                      </a:cubicBezTo>
                      <a:cubicBezTo>
                        <a:pt x="34" y="46"/>
                        <a:pt x="1" y="147"/>
                        <a:pt x="34" y="213"/>
                      </a:cubicBezTo>
                      <a:cubicBezTo>
                        <a:pt x="301" y="880"/>
                        <a:pt x="1001" y="1581"/>
                        <a:pt x="2102" y="1581"/>
                      </a:cubicBezTo>
                      <a:cubicBezTo>
                        <a:pt x="2236" y="1581"/>
                        <a:pt x="2369" y="1548"/>
                        <a:pt x="2502" y="1548"/>
                      </a:cubicBezTo>
                      <a:cubicBezTo>
                        <a:pt x="2569" y="1548"/>
                        <a:pt x="2636" y="1448"/>
                        <a:pt x="2636" y="1381"/>
                      </a:cubicBezTo>
                      <a:cubicBezTo>
                        <a:pt x="2608" y="1298"/>
                        <a:pt x="2558" y="1239"/>
                        <a:pt x="2486" y="1239"/>
                      </a:cubicBezTo>
                      <a:cubicBezTo>
                        <a:pt x="2470" y="1239"/>
                        <a:pt x="2453" y="1241"/>
                        <a:pt x="2436" y="1247"/>
                      </a:cubicBezTo>
                      <a:cubicBezTo>
                        <a:pt x="2336" y="1259"/>
                        <a:pt x="2240" y="1265"/>
                        <a:pt x="2147" y="1265"/>
                      </a:cubicBezTo>
                      <a:cubicBezTo>
                        <a:pt x="1177" y="1265"/>
                        <a:pt x="544" y="661"/>
                        <a:pt x="301" y="113"/>
                      </a:cubicBezTo>
                      <a:cubicBezTo>
                        <a:pt x="276" y="38"/>
                        <a:pt x="23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949900" y="2756575"/>
                  <a:ext cx="56725" cy="65900"/>
                </a:xfrm>
                <a:custGeom>
                  <a:avLst/>
                  <a:gdLst/>
                  <a:ahLst/>
                  <a:cxnLst/>
                  <a:rect l="l" t="t" r="r" b="b"/>
                  <a:pathLst>
                    <a:path w="2269" h="2636" extrusionOk="0">
                      <a:moveTo>
                        <a:pt x="267" y="1"/>
                      </a:moveTo>
                      <a:cubicBezTo>
                        <a:pt x="167" y="1"/>
                        <a:pt x="100" y="67"/>
                        <a:pt x="100" y="134"/>
                      </a:cubicBezTo>
                      <a:cubicBezTo>
                        <a:pt x="0" y="1302"/>
                        <a:pt x="1268" y="2503"/>
                        <a:pt x="2102" y="2636"/>
                      </a:cubicBezTo>
                      <a:cubicBezTo>
                        <a:pt x="2202" y="2636"/>
                        <a:pt x="2269" y="2569"/>
                        <a:pt x="2269" y="2469"/>
                      </a:cubicBezTo>
                      <a:cubicBezTo>
                        <a:pt x="2269" y="2403"/>
                        <a:pt x="2235" y="2336"/>
                        <a:pt x="2135" y="2302"/>
                      </a:cubicBezTo>
                      <a:cubicBezTo>
                        <a:pt x="1535" y="2236"/>
                        <a:pt x="334" y="1168"/>
                        <a:pt x="401" y="168"/>
                      </a:cubicBezTo>
                      <a:cubicBezTo>
                        <a:pt x="434" y="101"/>
                        <a:pt x="367"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2030800" y="2948900"/>
                  <a:ext cx="66725" cy="49550"/>
                </a:xfrm>
                <a:custGeom>
                  <a:avLst/>
                  <a:gdLst/>
                  <a:ahLst/>
                  <a:cxnLst/>
                  <a:rect l="l" t="t" r="r" b="b"/>
                  <a:pathLst>
                    <a:path w="2669" h="1982" extrusionOk="0">
                      <a:moveTo>
                        <a:pt x="2462" y="0"/>
                      </a:moveTo>
                      <a:cubicBezTo>
                        <a:pt x="2402" y="0"/>
                        <a:pt x="2359" y="31"/>
                        <a:pt x="2335" y="80"/>
                      </a:cubicBezTo>
                      <a:cubicBezTo>
                        <a:pt x="2035" y="981"/>
                        <a:pt x="1101" y="1648"/>
                        <a:pt x="167" y="1681"/>
                      </a:cubicBezTo>
                      <a:cubicBezTo>
                        <a:pt x="100" y="1681"/>
                        <a:pt x="0" y="1748"/>
                        <a:pt x="33" y="1848"/>
                      </a:cubicBezTo>
                      <a:cubicBezTo>
                        <a:pt x="33" y="1915"/>
                        <a:pt x="100" y="1981"/>
                        <a:pt x="167" y="1981"/>
                      </a:cubicBezTo>
                      <a:cubicBezTo>
                        <a:pt x="1268" y="1948"/>
                        <a:pt x="2268" y="1214"/>
                        <a:pt x="2635" y="213"/>
                      </a:cubicBezTo>
                      <a:cubicBezTo>
                        <a:pt x="2669" y="113"/>
                        <a:pt x="2602" y="13"/>
                        <a:pt x="2535" y="13"/>
                      </a:cubicBezTo>
                      <a:cubicBezTo>
                        <a:pt x="2508" y="4"/>
                        <a:pt x="2484" y="0"/>
                        <a:pt x="2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2094175" y="2891675"/>
                  <a:ext cx="14200" cy="46725"/>
                </a:xfrm>
                <a:custGeom>
                  <a:avLst/>
                  <a:gdLst/>
                  <a:ahLst/>
                  <a:cxnLst/>
                  <a:rect l="l" t="t" r="r" b="b"/>
                  <a:pathLst>
                    <a:path w="568" h="1869" extrusionOk="0">
                      <a:moveTo>
                        <a:pt x="434" y="1"/>
                      </a:moveTo>
                      <a:cubicBezTo>
                        <a:pt x="334" y="1"/>
                        <a:pt x="267" y="34"/>
                        <a:pt x="267" y="134"/>
                      </a:cubicBezTo>
                      <a:cubicBezTo>
                        <a:pt x="234" y="668"/>
                        <a:pt x="134" y="1168"/>
                        <a:pt x="0" y="1669"/>
                      </a:cubicBezTo>
                      <a:cubicBezTo>
                        <a:pt x="0" y="1769"/>
                        <a:pt x="34" y="1869"/>
                        <a:pt x="134" y="1869"/>
                      </a:cubicBezTo>
                      <a:lnTo>
                        <a:pt x="167" y="1869"/>
                      </a:lnTo>
                      <a:cubicBezTo>
                        <a:pt x="234" y="1869"/>
                        <a:pt x="300" y="1835"/>
                        <a:pt x="300" y="1769"/>
                      </a:cubicBezTo>
                      <a:cubicBezTo>
                        <a:pt x="434" y="1235"/>
                        <a:pt x="534" y="701"/>
                        <a:pt x="567" y="167"/>
                      </a:cubicBezTo>
                      <a:cubicBezTo>
                        <a:pt x="567" y="67"/>
                        <a:pt x="53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1388675" y="2638800"/>
                  <a:ext cx="103425" cy="87775"/>
                </a:xfrm>
                <a:custGeom>
                  <a:avLst/>
                  <a:gdLst/>
                  <a:ahLst/>
                  <a:cxnLst/>
                  <a:rect l="l" t="t" r="r" b="b"/>
                  <a:pathLst>
                    <a:path w="4137" h="3511" extrusionOk="0">
                      <a:moveTo>
                        <a:pt x="934" y="309"/>
                      </a:moveTo>
                      <a:cubicBezTo>
                        <a:pt x="1067" y="342"/>
                        <a:pt x="1168" y="375"/>
                        <a:pt x="1234" y="409"/>
                      </a:cubicBezTo>
                      <a:cubicBezTo>
                        <a:pt x="1334" y="475"/>
                        <a:pt x="1401" y="609"/>
                        <a:pt x="1401" y="776"/>
                      </a:cubicBezTo>
                      <a:cubicBezTo>
                        <a:pt x="1434" y="942"/>
                        <a:pt x="1401" y="1109"/>
                        <a:pt x="1368" y="1276"/>
                      </a:cubicBezTo>
                      <a:cubicBezTo>
                        <a:pt x="1368" y="1309"/>
                        <a:pt x="1368" y="1343"/>
                        <a:pt x="1401" y="1376"/>
                      </a:cubicBezTo>
                      <a:cubicBezTo>
                        <a:pt x="1434" y="1409"/>
                        <a:pt x="1468" y="1443"/>
                        <a:pt x="1534" y="1443"/>
                      </a:cubicBezTo>
                      <a:lnTo>
                        <a:pt x="1768" y="1443"/>
                      </a:lnTo>
                      <a:cubicBezTo>
                        <a:pt x="1901" y="1459"/>
                        <a:pt x="2043" y="1468"/>
                        <a:pt x="2185" y="1468"/>
                      </a:cubicBezTo>
                      <a:cubicBezTo>
                        <a:pt x="2327" y="1468"/>
                        <a:pt x="2468" y="1459"/>
                        <a:pt x="2602" y="1443"/>
                      </a:cubicBezTo>
                      <a:cubicBezTo>
                        <a:pt x="2769" y="1443"/>
                        <a:pt x="2802" y="1276"/>
                        <a:pt x="2802" y="1076"/>
                      </a:cubicBezTo>
                      <a:cubicBezTo>
                        <a:pt x="2833" y="603"/>
                        <a:pt x="2895" y="339"/>
                        <a:pt x="3182" y="339"/>
                      </a:cubicBezTo>
                      <a:cubicBezTo>
                        <a:pt x="3199" y="339"/>
                        <a:pt x="3217" y="340"/>
                        <a:pt x="3236" y="342"/>
                      </a:cubicBezTo>
                      <a:lnTo>
                        <a:pt x="3269" y="342"/>
                      </a:lnTo>
                      <a:cubicBezTo>
                        <a:pt x="3603" y="342"/>
                        <a:pt x="3736" y="375"/>
                        <a:pt x="3769" y="409"/>
                      </a:cubicBezTo>
                      <a:cubicBezTo>
                        <a:pt x="3803" y="475"/>
                        <a:pt x="3803" y="876"/>
                        <a:pt x="3803" y="1009"/>
                      </a:cubicBezTo>
                      <a:lnTo>
                        <a:pt x="3803" y="1209"/>
                      </a:lnTo>
                      <a:cubicBezTo>
                        <a:pt x="3836" y="1776"/>
                        <a:pt x="3803" y="2343"/>
                        <a:pt x="3803" y="2944"/>
                      </a:cubicBezTo>
                      <a:cubicBezTo>
                        <a:pt x="3803" y="2977"/>
                        <a:pt x="3803" y="3077"/>
                        <a:pt x="3769" y="3111"/>
                      </a:cubicBezTo>
                      <a:cubicBezTo>
                        <a:pt x="3736" y="3111"/>
                        <a:pt x="3669" y="3144"/>
                        <a:pt x="3669" y="3144"/>
                      </a:cubicBezTo>
                      <a:cubicBezTo>
                        <a:pt x="3581" y="3162"/>
                        <a:pt x="3489" y="3172"/>
                        <a:pt x="3398" y="3172"/>
                      </a:cubicBezTo>
                      <a:cubicBezTo>
                        <a:pt x="3145" y="3172"/>
                        <a:pt x="2909" y="3089"/>
                        <a:pt x="2835" y="2844"/>
                      </a:cubicBezTo>
                      <a:cubicBezTo>
                        <a:pt x="2802" y="2777"/>
                        <a:pt x="2769" y="2177"/>
                        <a:pt x="2769" y="2043"/>
                      </a:cubicBezTo>
                      <a:cubicBezTo>
                        <a:pt x="2769" y="1976"/>
                        <a:pt x="2769" y="1943"/>
                        <a:pt x="2735" y="1910"/>
                      </a:cubicBezTo>
                      <a:cubicBezTo>
                        <a:pt x="2702" y="1876"/>
                        <a:pt x="2669" y="1876"/>
                        <a:pt x="2635" y="1876"/>
                      </a:cubicBezTo>
                      <a:lnTo>
                        <a:pt x="2602" y="1876"/>
                      </a:lnTo>
                      <a:cubicBezTo>
                        <a:pt x="2504" y="1885"/>
                        <a:pt x="2415" y="1890"/>
                        <a:pt x="2331" y="1890"/>
                      </a:cubicBezTo>
                      <a:cubicBezTo>
                        <a:pt x="2100" y="1890"/>
                        <a:pt x="1903" y="1859"/>
                        <a:pt x="1635" y="1810"/>
                      </a:cubicBezTo>
                      <a:cubicBezTo>
                        <a:pt x="1601" y="1810"/>
                        <a:pt x="1534" y="1810"/>
                        <a:pt x="1501" y="1843"/>
                      </a:cubicBezTo>
                      <a:cubicBezTo>
                        <a:pt x="1468" y="1876"/>
                        <a:pt x="1468" y="1943"/>
                        <a:pt x="1468" y="1976"/>
                      </a:cubicBezTo>
                      <a:cubicBezTo>
                        <a:pt x="1501" y="2243"/>
                        <a:pt x="1501" y="2410"/>
                        <a:pt x="1434" y="2644"/>
                      </a:cubicBezTo>
                      <a:cubicBezTo>
                        <a:pt x="1401" y="2910"/>
                        <a:pt x="1268" y="3077"/>
                        <a:pt x="1101" y="3144"/>
                      </a:cubicBezTo>
                      <a:cubicBezTo>
                        <a:pt x="1056" y="3153"/>
                        <a:pt x="995" y="3157"/>
                        <a:pt x="927" y="3157"/>
                      </a:cubicBezTo>
                      <a:cubicBezTo>
                        <a:pt x="741" y="3157"/>
                        <a:pt x="507" y="3126"/>
                        <a:pt x="434" y="3077"/>
                      </a:cubicBezTo>
                      <a:cubicBezTo>
                        <a:pt x="400" y="3011"/>
                        <a:pt x="400" y="2910"/>
                        <a:pt x="400" y="2744"/>
                      </a:cubicBezTo>
                      <a:cubicBezTo>
                        <a:pt x="400" y="2677"/>
                        <a:pt x="434" y="2577"/>
                        <a:pt x="400" y="2544"/>
                      </a:cubicBezTo>
                      <a:cubicBezTo>
                        <a:pt x="400" y="2310"/>
                        <a:pt x="400" y="2110"/>
                        <a:pt x="367" y="1876"/>
                      </a:cubicBezTo>
                      <a:lnTo>
                        <a:pt x="367" y="1476"/>
                      </a:lnTo>
                      <a:cubicBezTo>
                        <a:pt x="334" y="1076"/>
                        <a:pt x="300" y="609"/>
                        <a:pt x="500" y="409"/>
                      </a:cubicBezTo>
                      <a:cubicBezTo>
                        <a:pt x="600" y="342"/>
                        <a:pt x="734" y="309"/>
                        <a:pt x="934" y="309"/>
                      </a:cubicBezTo>
                      <a:close/>
                      <a:moveTo>
                        <a:pt x="823" y="0"/>
                      </a:moveTo>
                      <a:cubicBezTo>
                        <a:pt x="592" y="0"/>
                        <a:pt x="411" y="70"/>
                        <a:pt x="300" y="209"/>
                      </a:cubicBezTo>
                      <a:cubicBezTo>
                        <a:pt x="0" y="509"/>
                        <a:pt x="33" y="1042"/>
                        <a:pt x="33" y="1476"/>
                      </a:cubicBezTo>
                      <a:lnTo>
                        <a:pt x="67" y="1910"/>
                      </a:lnTo>
                      <a:cubicBezTo>
                        <a:pt x="67" y="2110"/>
                        <a:pt x="100" y="2343"/>
                        <a:pt x="100" y="2544"/>
                      </a:cubicBezTo>
                      <a:cubicBezTo>
                        <a:pt x="100" y="2610"/>
                        <a:pt x="100" y="2644"/>
                        <a:pt x="100" y="2710"/>
                      </a:cubicBezTo>
                      <a:cubicBezTo>
                        <a:pt x="67" y="2910"/>
                        <a:pt x="67" y="3144"/>
                        <a:pt x="234" y="3311"/>
                      </a:cubicBezTo>
                      <a:cubicBezTo>
                        <a:pt x="372" y="3426"/>
                        <a:pt x="669" y="3462"/>
                        <a:pt x="906" y="3462"/>
                      </a:cubicBezTo>
                      <a:cubicBezTo>
                        <a:pt x="1012" y="3462"/>
                        <a:pt x="1106" y="3455"/>
                        <a:pt x="1168" y="3444"/>
                      </a:cubicBezTo>
                      <a:cubicBezTo>
                        <a:pt x="1501" y="3344"/>
                        <a:pt x="1701" y="3111"/>
                        <a:pt x="1768" y="2710"/>
                      </a:cubicBezTo>
                      <a:cubicBezTo>
                        <a:pt x="1801" y="2510"/>
                        <a:pt x="1801" y="2343"/>
                        <a:pt x="1801" y="2177"/>
                      </a:cubicBezTo>
                      <a:cubicBezTo>
                        <a:pt x="2035" y="2210"/>
                        <a:pt x="2235" y="2210"/>
                        <a:pt x="2468" y="2210"/>
                      </a:cubicBezTo>
                      <a:cubicBezTo>
                        <a:pt x="2468" y="2443"/>
                        <a:pt x="2468" y="2844"/>
                        <a:pt x="2535" y="2977"/>
                      </a:cubicBezTo>
                      <a:cubicBezTo>
                        <a:pt x="2669" y="3344"/>
                        <a:pt x="3036" y="3511"/>
                        <a:pt x="3402" y="3511"/>
                      </a:cubicBezTo>
                      <a:cubicBezTo>
                        <a:pt x="3503" y="3511"/>
                        <a:pt x="3636" y="3478"/>
                        <a:pt x="3703" y="3444"/>
                      </a:cubicBezTo>
                      <a:cubicBezTo>
                        <a:pt x="3803" y="3444"/>
                        <a:pt x="3903" y="3411"/>
                        <a:pt x="3970" y="3311"/>
                      </a:cubicBezTo>
                      <a:cubicBezTo>
                        <a:pt x="4103" y="3211"/>
                        <a:pt x="4103" y="3044"/>
                        <a:pt x="4103" y="2910"/>
                      </a:cubicBezTo>
                      <a:cubicBezTo>
                        <a:pt x="4103" y="2343"/>
                        <a:pt x="4136" y="1776"/>
                        <a:pt x="4103" y="1209"/>
                      </a:cubicBezTo>
                      <a:cubicBezTo>
                        <a:pt x="4103" y="1143"/>
                        <a:pt x="4103" y="1076"/>
                        <a:pt x="4103" y="1009"/>
                      </a:cubicBezTo>
                      <a:cubicBezTo>
                        <a:pt x="4103" y="642"/>
                        <a:pt x="4103" y="342"/>
                        <a:pt x="3970" y="209"/>
                      </a:cubicBezTo>
                      <a:cubicBezTo>
                        <a:pt x="3869" y="75"/>
                        <a:pt x="3636" y="42"/>
                        <a:pt x="3236" y="8"/>
                      </a:cubicBezTo>
                      <a:cubicBezTo>
                        <a:pt x="3221" y="8"/>
                        <a:pt x="3206" y="7"/>
                        <a:pt x="3192" y="7"/>
                      </a:cubicBezTo>
                      <a:cubicBezTo>
                        <a:pt x="2534" y="7"/>
                        <a:pt x="2501" y="749"/>
                        <a:pt x="2468" y="1042"/>
                      </a:cubicBezTo>
                      <a:cubicBezTo>
                        <a:pt x="2468" y="1076"/>
                        <a:pt x="2468" y="1109"/>
                        <a:pt x="2468" y="1143"/>
                      </a:cubicBezTo>
                      <a:lnTo>
                        <a:pt x="1701" y="1143"/>
                      </a:lnTo>
                      <a:cubicBezTo>
                        <a:pt x="1735" y="1009"/>
                        <a:pt x="1735" y="876"/>
                        <a:pt x="1701" y="742"/>
                      </a:cubicBezTo>
                      <a:cubicBezTo>
                        <a:pt x="1701" y="509"/>
                        <a:pt x="1568" y="275"/>
                        <a:pt x="1401" y="175"/>
                      </a:cubicBezTo>
                      <a:cubicBezTo>
                        <a:pt x="1301" y="75"/>
                        <a:pt x="1168" y="42"/>
                        <a:pt x="967" y="8"/>
                      </a:cubicBezTo>
                      <a:cubicBezTo>
                        <a:pt x="917" y="3"/>
                        <a:pt x="869"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421175" y="2599700"/>
                  <a:ext cx="40900" cy="54400"/>
                </a:xfrm>
                <a:custGeom>
                  <a:avLst/>
                  <a:gdLst/>
                  <a:ahLst/>
                  <a:cxnLst/>
                  <a:rect l="l" t="t" r="r" b="b"/>
                  <a:pathLst>
                    <a:path w="1636" h="2176" extrusionOk="0">
                      <a:moveTo>
                        <a:pt x="962" y="1"/>
                      </a:moveTo>
                      <a:cubicBezTo>
                        <a:pt x="913" y="1"/>
                        <a:pt x="868" y="5"/>
                        <a:pt x="835" y="5"/>
                      </a:cubicBezTo>
                      <a:cubicBezTo>
                        <a:pt x="735" y="5"/>
                        <a:pt x="468" y="38"/>
                        <a:pt x="368" y="238"/>
                      </a:cubicBezTo>
                      <a:cubicBezTo>
                        <a:pt x="335" y="305"/>
                        <a:pt x="301" y="405"/>
                        <a:pt x="301" y="472"/>
                      </a:cubicBezTo>
                      <a:cubicBezTo>
                        <a:pt x="301" y="605"/>
                        <a:pt x="301" y="738"/>
                        <a:pt x="301" y="905"/>
                      </a:cubicBezTo>
                      <a:cubicBezTo>
                        <a:pt x="301" y="1039"/>
                        <a:pt x="301" y="1172"/>
                        <a:pt x="301" y="1306"/>
                      </a:cubicBezTo>
                      <a:cubicBezTo>
                        <a:pt x="301" y="1506"/>
                        <a:pt x="234" y="1706"/>
                        <a:pt x="34" y="1939"/>
                      </a:cubicBezTo>
                      <a:cubicBezTo>
                        <a:pt x="1" y="2006"/>
                        <a:pt x="1" y="2106"/>
                        <a:pt x="68" y="2139"/>
                      </a:cubicBezTo>
                      <a:cubicBezTo>
                        <a:pt x="101" y="2173"/>
                        <a:pt x="134" y="2173"/>
                        <a:pt x="168" y="2173"/>
                      </a:cubicBezTo>
                      <a:cubicBezTo>
                        <a:pt x="234" y="2173"/>
                        <a:pt x="268" y="2173"/>
                        <a:pt x="301" y="2106"/>
                      </a:cubicBezTo>
                      <a:cubicBezTo>
                        <a:pt x="501" y="1839"/>
                        <a:pt x="601" y="1606"/>
                        <a:pt x="635" y="1306"/>
                      </a:cubicBezTo>
                      <a:cubicBezTo>
                        <a:pt x="635" y="1172"/>
                        <a:pt x="635" y="1039"/>
                        <a:pt x="635" y="905"/>
                      </a:cubicBezTo>
                      <a:cubicBezTo>
                        <a:pt x="601" y="772"/>
                        <a:pt x="601" y="605"/>
                        <a:pt x="635" y="472"/>
                      </a:cubicBezTo>
                      <a:cubicBezTo>
                        <a:pt x="635" y="438"/>
                        <a:pt x="635" y="405"/>
                        <a:pt x="635" y="405"/>
                      </a:cubicBezTo>
                      <a:cubicBezTo>
                        <a:pt x="668" y="338"/>
                        <a:pt x="735" y="338"/>
                        <a:pt x="868" y="305"/>
                      </a:cubicBezTo>
                      <a:cubicBezTo>
                        <a:pt x="902" y="305"/>
                        <a:pt x="1002" y="305"/>
                        <a:pt x="1035" y="338"/>
                      </a:cubicBezTo>
                      <a:cubicBezTo>
                        <a:pt x="1102" y="372"/>
                        <a:pt x="1068" y="472"/>
                        <a:pt x="1068" y="538"/>
                      </a:cubicBezTo>
                      <a:lnTo>
                        <a:pt x="1068" y="572"/>
                      </a:lnTo>
                      <a:cubicBezTo>
                        <a:pt x="1035" y="805"/>
                        <a:pt x="1002" y="1072"/>
                        <a:pt x="1002" y="1306"/>
                      </a:cubicBezTo>
                      <a:cubicBezTo>
                        <a:pt x="1035" y="1606"/>
                        <a:pt x="1202" y="1873"/>
                        <a:pt x="1335" y="2106"/>
                      </a:cubicBezTo>
                      <a:cubicBezTo>
                        <a:pt x="1376" y="2147"/>
                        <a:pt x="1430" y="2176"/>
                        <a:pt x="1481" y="2176"/>
                      </a:cubicBezTo>
                      <a:cubicBezTo>
                        <a:pt x="1513" y="2176"/>
                        <a:pt x="1543" y="2165"/>
                        <a:pt x="1569" y="2139"/>
                      </a:cubicBezTo>
                      <a:cubicBezTo>
                        <a:pt x="1635" y="2106"/>
                        <a:pt x="1635" y="2006"/>
                        <a:pt x="1602" y="1939"/>
                      </a:cubicBezTo>
                      <a:cubicBezTo>
                        <a:pt x="1469" y="1739"/>
                        <a:pt x="1335" y="1506"/>
                        <a:pt x="1335" y="1306"/>
                      </a:cubicBezTo>
                      <a:cubicBezTo>
                        <a:pt x="1335" y="1072"/>
                        <a:pt x="1335" y="839"/>
                        <a:pt x="1369" y="605"/>
                      </a:cubicBezTo>
                      <a:lnTo>
                        <a:pt x="1369" y="572"/>
                      </a:lnTo>
                      <a:cubicBezTo>
                        <a:pt x="1402" y="472"/>
                        <a:pt x="1402" y="271"/>
                        <a:pt x="1269" y="105"/>
                      </a:cubicBezTo>
                      <a:cubicBezTo>
                        <a:pt x="1180" y="16"/>
                        <a:pt x="1061" y="1"/>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410350" y="2539750"/>
                  <a:ext cx="65900" cy="73425"/>
                </a:xfrm>
                <a:custGeom>
                  <a:avLst/>
                  <a:gdLst/>
                  <a:ahLst/>
                  <a:cxnLst/>
                  <a:rect l="l" t="t" r="r" b="b"/>
                  <a:pathLst>
                    <a:path w="2636" h="2937" extrusionOk="0">
                      <a:moveTo>
                        <a:pt x="1902" y="1"/>
                      </a:moveTo>
                      <a:cubicBezTo>
                        <a:pt x="1668" y="1"/>
                        <a:pt x="1435" y="1"/>
                        <a:pt x="1201" y="34"/>
                      </a:cubicBezTo>
                      <a:lnTo>
                        <a:pt x="534" y="34"/>
                      </a:lnTo>
                      <a:cubicBezTo>
                        <a:pt x="501" y="34"/>
                        <a:pt x="467" y="68"/>
                        <a:pt x="434" y="101"/>
                      </a:cubicBezTo>
                      <a:cubicBezTo>
                        <a:pt x="401" y="134"/>
                        <a:pt x="367" y="168"/>
                        <a:pt x="367" y="201"/>
                      </a:cubicBezTo>
                      <a:lnTo>
                        <a:pt x="401" y="735"/>
                      </a:lnTo>
                      <a:cubicBezTo>
                        <a:pt x="401" y="801"/>
                        <a:pt x="401" y="868"/>
                        <a:pt x="367" y="935"/>
                      </a:cubicBezTo>
                      <a:cubicBezTo>
                        <a:pt x="367" y="968"/>
                        <a:pt x="334" y="1002"/>
                        <a:pt x="301" y="1002"/>
                      </a:cubicBezTo>
                      <a:cubicBezTo>
                        <a:pt x="234" y="1002"/>
                        <a:pt x="167" y="1002"/>
                        <a:pt x="100" y="1035"/>
                      </a:cubicBezTo>
                      <a:cubicBezTo>
                        <a:pt x="0" y="1135"/>
                        <a:pt x="0" y="1235"/>
                        <a:pt x="0" y="1302"/>
                      </a:cubicBezTo>
                      <a:cubicBezTo>
                        <a:pt x="0" y="1569"/>
                        <a:pt x="34" y="1802"/>
                        <a:pt x="67" y="2069"/>
                      </a:cubicBezTo>
                      <a:cubicBezTo>
                        <a:pt x="100" y="2136"/>
                        <a:pt x="134" y="2236"/>
                        <a:pt x="167" y="2336"/>
                      </a:cubicBezTo>
                      <a:cubicBezTo>
                        <a:pt x="234" y="2436"/>
                        <a:pt x="334" y="2503"/>
                        <a:pt x="434" y="2569"/>
                      </a:cubicBezTo>
                      <a:cubicBezTo>
                        <a:pt x="467" y="2569"/>
                        <a:pt x="534" y="2636"/>
                        <a:pt x="601" y="2703"/>
                      </a:cubicBezTo>
                      <a:cubicBezTo>
                        <a:pt x="667" y="2770"/>
                        <a:pt x="734" y="2870"/>
                        <a:pt x="834" y="2903"/>
                      </a:cubicBezTo>
                      <a:cubicBezTo>
                        <a:pt x="868" y="2936"/>
                        <a:pt x="868" y="2936"/>
                        <a:pt x="901" y="2936"/>
                      </a:cubicBezTo>
                      <a:cubicBezTo>
                        <a:pt x="968" y="2936"/>
                        <a:pt x="1001" y="2903"/>
                        <a:pt x="1034" y="2870"/>
                      </a:cubicBezTo>
                      <a:cubicBezTo>
                        <a:pt x="1101" y="2770"/>
                        <a:pt x="1068" y="2703"/>
                        <a:pt x="1001" y="2636"/>
                      </a:cubicBezTo>
                      <a:cubicBezTo>
                        <a:pt x="934" y="2603"/>
                        <a:pt x="868" y="2536"/>
                        <a:pt x="834" y="2503"/>
                      </a:cubicBezTo>
                      <a:cubicBezTo>
                        <a:pt x="768" y="2403"/>
                        <a:pt x="667" y="2336"/>
                        <a:pt x="601" y="2269"/>
                      </a:cubicBezTo>
                      <a:cubicBezTo>
                        <a:pt x="534" y="2236"/>
                        <a:pt x="467" y="2202"/>
                        <a:pt x="434" y="2169"/>
                      </a:cubicBezTo>
                      <a:cubicBezTo>
                        <a:pt x="401" y="2102"/>
                        <a:pt x="401" y="2069"/>
                        <a:pt x="401" y="2002"/>
                      </a:cubicBezTo>
                      <a:cubicBezTo>
                        <a:pt x="367" y="1769"/>
                        <a:pt x="334" y="1569"/>
                        <a:pt x="334" y="1302"/>
                      </a:cubicBezTo>
                      <a:cubicBezTo>
                        <a:pt x="467" y="1302"/>
                        <a:pt x="601" y="1202"/>
                        <a:pt x="667" y="1035"/>
                      </a:cubicBezTo>
                      <a:cubicBezTo>
                        <a:pt x="701" y="935"/>
                        <a:pt x="701" y="801"/>
                        <a:pt x="701" y="701"/>
                      </a:cubicBezTo>
                      <a:lnTo>
                        <a:pt x="701" y="368"/>
                      </a:lnTo>
                      <a:cubicBezTo>
                        <a:pt x="868" y="368"/>
                        <a:pt x="1034" y="368"/>
                        <a:pt x="1235" y="334"/>
                      </a:cubicBezTo>
                      <a:lnTo>
                        <a:pt x="1868" y="334"/>
                      </a:lnTo>
                      <a:cubicBezTo>
                        <a:pt x="1868" y="368"/>
                        <a:pt x="1868" y="401"/>
                        <a:pt x="1868" y="468"/>
                      </a:cubicBezTo>
                      <a:cubicBezTo>
                        <a:pt x="1868" y="535"/>
                        <a:pt x="1868" y="635"/>
                        <a:pt x="1868" y="735"/>
                      </a:cubicBezTo>
                      <a:cubicBezTo>
                        <a:pt x="1902" y="935"/>
                        <a:pt x="2002" y="1102"/>
                        <a:pt x="2169" y="1168"/>
                      </a:cubicBezTo>
                      <a:cubicBezTo>
                        <a:pt x="2169" y="1168"/>
                        <a:pt x="2202" y="1202"/>
                        <a:pt x="2235" y="1202"/>
                      </a:cubicBezTo>
                      <a:cubicBezTo>
                        <a:pt x="2257" y="1202"/>
                        <a:pt x="2280" y="1217"/>
                        <a:pt x="2292" y="1217"/>
                      </a:cubicBezTo>
                      <a:cubicBezTo>
                        <a:pt x="2298" y="1217"/>
                        <a:pt x="2302" y="1213"/>
                        <a:pt x="2302" y="1202"/>
                      </a:cubicBezTo>
                      <a:cubicBezTo>
                        <a:pt x="2302" y="1235"/>
                        <a:pt x="2302" y="1268"/>
                        <a:pt x="2302" y="1268"/>
                      </a:cubicBezTo>
                      <a:lnTo>
                        <a:pt x="2235" y="1836"/>
                      </a:lnTo>
                      <a:cubicBezTo>
                        <a:pt x="2235" y="1902"/>
                        <a:pt x="2235" y="2002"/>
                        <a:pt x="2202" y="2036"/>
                      </a:cubicBezTo>
                      <a:cubicBezTo>
                        <a:pt x="2135" y="2169"/>
                        <a:pt x="2002" y="2303"/>
                        <a:pt x="1835" y="2436"/>
                      </a:cubicBezTo>
                      <a:cubicBezTo>
                        <a:pt x="1735" y="2503"/>
                        <a:pt x="1635" y="2569"/>
                        <a:pt x="1535" y="2669"/>
                      </a:cubicBezTo>
                      <a:cubicBezTo>
                        <a:pt x="1501" y="2736"/>
                        <a:pt x="1501" y="2836"/>
                        <a:pt x="1568" y="2903"/>
                      </a:cubicBezTo>
                      <a:cubicBezTo>
                        <a:pt x="1596" y="2917"/>
                        <a:pt x="1629" y="2925"/>
                        <a:pt x="1661" y="2925"/>
                      </a:cubicBezTo>
                      <a:cubicBezTo>
                        <a:pt x="1706" y="2925"/>
                        <a:pt x="1749" y="2909"/>
                        <a:pt x="1768" y="2870"/>
                      </a:cubicBezTo>
                      <a:cubicBezTo>
                        <a:pt x="1835" y="2803"/>
                        <a:pt x="1935" y="2736"/>
                        <a:pt x="2035" y="2669"/>
                      </a:cubicBezTo>
                      <a:cubicBezTo>
                        <a:pt x="2202" y="2536"/>
                        <a:pt x="2402" y="2369"/>
                        <a:pt x="2502" y="2169"/>
                      </a:cubicBezTo>
                      <a:cubicBezTo>
                        <a:pt x="2535" y="2069"/>
                        <a:pt x="2535" y="1936"/>
                        <a:pt x="2569" y="1869"/>
                      </a:cubicBezTo>
                      <a:lnTo>
                        <a:pt x="2602" y="1302"/>
                      </a:lnTo>
                      <a:cubicBezTo>
                        <a:pt x="2602" y="1235"/>
                        <a:pt x="2636" y="1168"/>
                        <a:pt x="2569" y="1068"/>
                      </a:cubicBezTo>
                      <a:cubicBezTo>
                        <a:pt x="2535" y="968"/>
                        <a:pt x="2435" y="935"/>
                        <a:pt x="2335" y="902"/>
                      </a:cubicBezTo>
                      <a:cubicBezTo>
                        <a:pt x="2335" y="902"/>
                        <a:pt x="2302" y="902"/>
                        <a:pt x="2302" y="868"/>
                      </a:cubicBezTo>
                      <a:cubicBezTo>
                        <a:pt x="2235" y="835"/>
                        <a:pt x="2202" y="768"/>
                        <a:pt x="2169" y="668"/>
                      </a:cubicBezTo>
                      <a:cubicBezTo>
                        <a:pt x="2169" y="601"/>
                        <a:pt x="2169" y="535"/>
                        <a:pt x="2169" y="468"/>
                      </a:cubicBezTo>
                      <a:cubicBezTo>
                        <a:pt x="2169" y="401"/>
                        <a:pt x="2169" y="334"/>
                        <a:pt x="2169" y="301"/>
                      </a:cubicBezTo>
                      <a:cubicBezTo>
                        <a:pt x="2169" y="168"/>
                        <a:pt x="2135" y="101"/>
                        <a:pt x="2068" y="34"/>
                      </a:cubicBezTo>
                      <a:cubicBezTo>
                        <a:pt x="2002" y="1"/>
                        <a:pt x="1935"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408675" y="2487225"/>
                  <a:ext cx="69250" cy="64225"/>
                </a:xfrm>
                <a:custGeom>
                  <a:avLst/>
                  <a:gdLst/>
                  <a:ahLst/>
                  <a:cxnLst/>
                  <a:rect l="l" t="t" r="r" b="b"/>
                  <a:pathLst>
                    <a:path w="2770" h="2569" extrusionOk="0">
                      <a:moveTo>
                        <a:pt x="1702" y="0"/>
                      </a:moveTo>
                      <a:cubicBezTo>
                        <a:pt x="1635" y="34"/>
                        <a:pt x="1568" y="67"/>
                        <a:pt x="1568" y="134"/>
                      </a:cubicBezTo>
                      <a:cubicBezTo>
                        <a:pt x="1502" y="334"/>
                        <a:pt x="1535" y="501"/>
                        <a:pt x="1535" y="668"/>
                      </a:cubicBezTo>
                      <a:cubicBezTo>
                        <a:pt x="1535" y="701"/>
                        <a:pt x="1535" y="734"/>
                        <a:pt x="1535" y="801"/>
                      </a:cubicBezTo>
                      <a:lnTo>
                        <a:pt x="1235" y="801"/>
                      </a:lnTo>
                      <a:cubicBezTo>
                        <a:pt x="1235" y="768"/>
                        <a:pt x="1235" y="701"/>
                        <a:pt x="1235" y="634"/>
                      </a:cubicBezTo>
                      <a:cubicBezTo>
                        <a:pt x="1235" y="567"/>
                        <a:pt x="1201" y="501"/>
                        <a:pt x="1201" y="434"/>
                      </a:cubicBezTo>
                      <a:lnTo>
                        <a:pt x="1201" y="367"/>
                      </a:lnTo>
                      <a:cubicBezTo>
                        <a:pt x="1201" y="301"/>
                        <a:pt x="1168" y="34"/>
                        <a:pt x="935" y="34"/>
                      </a:cubicBezTo>
                      <a:cubicBezTo>
                        <a:pt x="835" y="34"/>
                        <a:pt x="734" y="34"/>
                        <a:pt x="634" y="67"/>
                      </a:cubicBezTo>
                      <a:cubicBezTo>
                        <a:pt x="601" y="100"/>
                        <a:pt x="568" y="100"/>
                        <a:pt x="534" y="134"/>
                      </a:cubicBezTo>
                      <a:cubicBezTo>
                        <a:pt x="501" y="167"/>
                        <a:pt x="501" y="201"/>
                        <a:pt x="468" y="234"/>
                      </a:cubicBezTo>
                      <a:cubicBezTo>
                        <a:pt x="434" y="367"/>
                        <a:pt x="434" y="501"/>
                        <a:pt x="434" y="634"/>
                      </a:cubicBezTo>
                      <a:cubicBezTo>
                        <a:pt x="434" y="668"/>
                        <a:pt x="434" y="701"/>
                        <a:pt x="434" y="768"/>
                      </a:cubicBezTo>
                      <a:cubicBezTo>
                        <a:pt x="434" y="768"/>
                        <a:pt x="434" y="801"/>
                        <a:pt x="434" y="834"/>
                      </a:cubicBezTo>
                      <a:cubicBezTo>
                        <a:pt x="401" y="801"/>
                        <a:pt x="368" y="801"/>
                        <a:pt x="334" y="801"/>
                      </a:cubicBezTo>
                      <a:cubicBezTo>
                        <a:pt x="267" y="801"/>
                        <a:pt x="201" y="834"/>
                        <a:pt x="134" y="901"/>
                      </a:cubicBezTo>
                      <a:cubicBezTo>
                        <a:pt x="1" y="1001"/>
                        <a:pt x="1" y="1201"/>
                        <a:pt x="1" y="1301"/>
                      </a:cubicBezTo>
                      <a:lnTo>
                        <a:pt x="1" y="2135"/>
                      </a:lnTo>
                      <a:cubicBezTo>
                        <a:pt x="1" y="2202"/>
                        <a:pt x="1" y="2269"/>
                        <a:pt x="34" y="2335"/>
                      </a:cubicBezTo>
                      <a:cubicBezTo>
                        <a:pt x="134" y="2502"/>
                        <a:pt x="334" y="2502"/>
                        <a:pt x="468" y="2536"/>
                      </a:cubicBezTo>
                      <a:lnTo>
                        <a:pt x="568" y="2536"/>
                      </a:lnTo>
                      <a:cubicBezTo>
                        <a:pt x="568" y="2569"/>
                        <a:pt x="601" y="2569"/>
                        <a:pt x="601" y="2569"/>
                      </a:cubicBezTo>
                      <a:cubicBezTo>
                        <a:pt x="668" y="2569"/>
                        <a:pt x="734" y="2502"/>
                        <a:pt x="768" y="2469"/>
                      </a:cubicBezTo>
                      <a:cubicBezTo>
                        <a:pt x="801" y="2369"/>
                        <a:pt x="734" y="2269"/>
                        <a:pt x="668" y="2269"/>
                      </a:cubicBezTo>
                      <a:cubicBezTo>
                        <a:pt x="601" y="2235"/>
                        <a:pt x="568" y="2235"/>
                        <a:pt x="501" y="2235"/>
                      </a:cubicBezTo>
                      <a:cubicBezTo>
                        <a:pt x="468" y="2235"/>
                        <a:pt x="368" y="2202"/>
                        <a:pt x="334" y="2202"/>
                      </a:cubicBezTo>
                      <a:lnTo>
                        <a:pt x="334" y="2169"/>
                      </a:lnTo>
                      <a:lnTo>
                        <a:pt x="334" y="1301"/>
                      </a:lnTo>
                      <a:cubicBezTo>
                        <a:pt x="334" y="1201"/>
                        <a:pt x="368" y="1135"/>
                        <a:pt x="368" y="1135"/>
                      </a:cubicBezTo>
                      <a:lnTo>
                        <a:pt x="401" y="1135"/>
                      </a:lnTo>
                      <a:cubicBezTo>
                        <a:pt x="428" y="1148"/>
                        <a:pt x="472" y="1162"/>
                        <a:pt x="521" y="1162"/>
                      </a:cubicBezTo>
                      <a:cubicBezTo>
                        <a:pt x="593" y="1162"/>
                        <a:pt x="675" y="1133"/>
                        <a:pt x="734" y="1034"/>
                      </a:cubicBezTo>
                      <a:cubicBezTo>
                        <a:pt x="768" y="1001"/>
                        <a:pt x="768" y="934"/>
                        <a:pt x="768" y="901"/>
                      </a:cubicBezTo>
                      <a:cubicBezTo>
                        <a:pt x="768" y="868"/>
                        <a:pt x="768" y="834"/>
                        <a:pt x="768" y="801"/>
                      </a:cubicBezTo>
                      <a:cubicBezTo>
                        <a:pt x="768" y="734"/>
                        <a:pt x="768" y="668"/>
                        <a:pt x="768" y="601"/>
                      </a:cubicBezTo>
                      <a:cubicBezTo>
                        <a:pt x="768" y="534"/>
                        <a:pt x="768" y="434"/>
                        <a:pt x="801" y="367"/>
                      </a:cubicBezTo>
                      <a:cubicBezTo>
                        <a:pt x="835" y="334"/>
                        <a:pt x="868" y="334"/>
                        <a:pt x="901" y="334"/>
                      </a:cubicBezTo>
                      <a:cubicBezTo>
                        <a:pt x="901" y="367"/>
                        <a:pt x="901" y="401"/>
                        <a:pt x="901" y="401"/>
                      </a:cubicBezTo>
                      <a:lnTo>
                        <a:pt x="901" y="467"/>
                      </a:lnTo>
                      <a:cubicBezTo>
                        <a:pt x="935" y="534"/>
                        <a:pt x="935" y="601"/>
                        <a:pt x="935" y="668"/>
                      </a:cubicBezTo>
                      <a:cubicBezTo>
                        <a:pt x="935" y="734"/>
                        <a:pt x="935" y="801"/>
                        <a:pt x="968" y="868"/>
                      </a:cubicBezTo>
                      <a:cubicBezTo>
                        <a:pt x="968" y="901"/>
                        <a:pt x="968" y="968"/>
                        <a:pt x="1035" y="1034"/>
                      </a:cubicBezTo>
                      <a:cubicBezTo>
                        <a:pt x="1101" y="1135"/>
                        <a:pt x="1201" y="1135"/>
                        <a:pt x="1235" y="1135"/>
                      </a:cubicBezTo>
                      <a:cubicBezTo>
                        <a:pt x="1368" y="1101"/>
                        <a:pt x="1502" y="1101"/>
                        <a:pt x="1635" y="1101"/>
                      </a:cubicBezTo>
                      <a:cubicBezTo>
                        <a:pt x="1668" y="1068"/>
                        <a:pt x="1769" y="1068"/>
                        <a:pt x="1802" y="1001"/>
                      </a:cubicBezTo>
                      <a:cubicBezTo>
                        <a:pt x="1869" y="934"/>
                        <a:pt x="1869" y="834"/>
                        <a:pt x="1869" y="801"/>
                      </a:cubicBezTo>
                      <a:cubicBezTo>
                        <a:pt x="1869" y="734"/>
                        <a:pt x="1869" y="701"/>
                        <a:pt x="1869" y="634"/>
                      </a:cubicBezTo>
                      <a:cubicBezTo>
                        <a:pt x="1869" y="534"/>
                        <a:pt x="1835" y="434"/>
                        <a:pt x="1869" y="334"/>
                      </a:cubicBezTo>
                      <a:lnTo>
                        <a:pt x="1969" y="334"/>
                      </a:lnTo>
                      <a:cubicBezTo>
                        <a:pt x="1969" y="434"/>
                        <a:pt x="1969" y="501"/>
                        <a:pt x="1969" y="601"/>
                      </a:cubicBezTo>
                      <a:lnTo>
                        <a:pt x="1969" y="668"/>
                      </a:lnTo>
                      <a:cubicBezTo>
                        <a:pt x="1969" y="734"/>
                        <a:pt x="1969" y="868"/>
                        <a:pt x="2002" y="968"/>
                      </a:cubicBezTo>
                      <a:cubicBezTo>
                        <a:pt x="2035" y="1034"/>
                        <a:pt x="2102" y="1068"/>
                        <a:pt x="2169" y="1068"/>
                      </a:cubicBezTo>
                      <a:lnTo>
                        <a:pt x="2336" y="1068"/>
                      </a:lnTo>
                      <a:cubicBezTo>
                        <a:pt x="2369" y="1401"/>
                        <a:pt x="2436" y="1768"/>
                        <a:pt x="2436" y="2135"/>
                      </a:cubicBezTo>
                      <a:cubicBezTo>
                        <a:pt x="2369" y="2169"/>
                        <a:pt x="2336" y="2169"/>
                        <a:pt x="2269" y="2202"/>
                      </a:cubicBezTo>
                      <a:cubicBezTo>
                        <a:pt x="2202" y="2202"/>
                        <a:pt x="2135" y="2235"/>
                        <a:pt x="2069" y="2235"/>
                      </a:cubicBezTo>
                      <a:cubicBezTo>
                        <a:pt x="1969" y="2269"/>
                        <a:pt x="1935" y="2335"/>
                        <a:pt x="1935" y="2435"/>
                      </a:cubicBezTo>
                      <a:cubicBezTo>
                        <a:pt x="1969" y="2502"/>
                        <a:pt x="2035" y="2569"/>
                        <a:pt x="2135" y="2569"/>
                      </a:cubicBezTo>
                      <a:cubicBezTo>
                        <a:pt x="2202" y="2536"/>
                        <a:pt x="2269" y="2536"/>
                        <a:pt x="2369" y="2502"/>
                      </a:cubicBezTo>
                      <a:cubicBezTo>
                        <a:pt x="2436" y="2469"/>
                        <a:pt x="2502" y="2469"/>
                        <a:pt x="2536" y="2435"/>
                      </a:cubicBezTo>
                      <a:cubicBezTo>
                        <a:pt x="2569" y="2435"/>
                        <a:pt x="2636" y="2435"/>
                        <a:pt x="2703" y="2369"/>
                      </a:cubicBezTo>
                      <a:cubicBezTo>
                        <a:pt x="2769" y="2302"/>
                        <a:pt x="2769" y="2202"/>
                        <a:pt x="2769" y="2169"/>
                      </a:cubicBezTo>
                      <a:cubicBezTo>
                        <a:pt x="2736" y="1768"/>
                        <a:pt x="2703" y="1368"/>
                        <a:pt x="2636" y="968"/>
                      </a:cubicBezTo>
                      <a:cubicBezTo>
                        <a:pt x="2636" y="934"/>
                        <a:pt x="2636" y="834"/>
                        <a:pt x="2536" y="801"/>
                      </a:cubicBezTo>
                      <a:cubicBezTo>
                        <a:pt x="2502" y="734"/>
                        <a:pt x="2436" y="734"/>
                        <a:pt x="2402" y="734"/>
                      </a:cubicBezTo>
                      <a:lnTo>
                        <a:pt x="2269" y="734"/>
                      </a:lnTo>
                      <a:cubicBezTo>
                        <a:pt x="2269" y="701"/>
                        <a:pt x="2269" y="668"/>
                        <a:pt x="2269" y="634"/>
                      </a:cubicBezTo>
                      <a:lnTo>
                        <a:pt x="2269" y="601"/>
                      </a:lnTo>
                      <a:cubicBezTo>
                        <a:pt x="2269" y="501"/>
                        <a:pt x="2269" y="434"/>
                        <a:pt x="2269" y="367"/>
                      </a:cubicBezTo>
                      <a:lnTo>
                        <a:pt x="2269" y="267"/>
                      </a:lnTo>
                      <a:cubicBezTo>
                        <a:pt x="2269" y="234"/>
                        <a:pt x="2269" y="234"/>
                        <a:pt x="2269" y="201"/>
                      </a:cubicBezTo>
                      <a:cubicBezTo>
                        <a:pt x="2236" y="100"/>
                        <a:pt x="2169" y="67"/>
                        <a:pt x="2069" y="34"/>
                      </a:cubicBezTo>
                      <a:lnTo>
                        <a:pt x="1969" y="34"/>
                      </a:lnTo>
                      <a:cubicBezTo>
                        <a:pt x="1902" y="34"/>
                        <a:pt x="1802" y="0"/>
                        <a:pt x="17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416175" y="2514750"/>
                  <a:ext cx="25050" cy="25025"/>
                </a:xfrm>
                <a:custGeom>
                  <a:avLst/>
                  <a:gdLst/>
                  <a:ahLst/>
                  <a:cxnLst/>
                  <a:rect l="l" t="t" r="r" b="b"/>
                  <a:pathLst>
                    <a:path w="1002" h="1001" extrusionOk="0">
                      <a:moveTo>
                        <a:pt x="501" y="300"/>
                      </a:moveTo>
                      <a:cubicBezTo>
                        <a:pt x="601" y="334"/>
                        <a:pt x="701" y="467"/>
                        <a:pt x="701" y="567"/>
                      </a:cubicBezTo>
                      <a:cubicBezTo>
                        <a:pt x="701" y="601"/>
                        <a:pt x="701" y="634"/>
                        <a:pt x="701" y="634"/>
                      </a:cubicBezTo>
                      <a:cubicBezTo>
                        <a:pt x="668" y="634"/>
                        <a:pt x="668" y="667"/>
                        <a:pt x="635" y="667"/>
                      </a:cubicBezTo>
                      <a:cubicBezTo>
                        <a:pt x="607" y="681"/>
                        <a:pt x="574" y="689"/>
                        <a:pt x="539" y="689"/>
                      </a:cubicBezTo>
                      <a:cubicBezTo>
                        <a:pt x="491" y="689"/>
                        <a:pt x="440" y="673"/>
                        <a:pt x="401" y="634"/>
                      </a:cubicBezTo>
                      <a:cubicBezTo>
                        <a:pt x="368" y="601"/>
                        <a:pt x="334" y="534"/>
                        <a:pt x="334" y="467"/>
                      </a:cubicBezTo>
                      <a:cubicBezTo>
                        <a:pt x="334" y="434"/>
                        <a:pt x="368" y="367"/>
                        <a:pt x="434" y="334"/>
                      </a:cubicBezTo>
                      <a:cubicBezTo>
                        <a:pt x="468" y="300"/>
                        <a:pt x="468" y="300"/>
                        <a:pt x="501" y="300"/>
                      </a:cubicBezTo>
                      <a:close/>
                      <a:moveTo>
                        <a:pt x="535" y="0"/>
                      </a:moveTo>
                      <a:cubicBezTo>
                        <a:pt x="434" y="0"/>
                        <a:pt x="334" y="0"/>
                        <a:pt x="234" y="67"/>
                      </a:cubicBezTo>
                      <a:cubicBezTo>
                        <a:pt x="134" y="167"/>
                        <a:pt x="34" y="300"/>
                        <a:pt x="34" y="434"/>
                      </a:cubicBezTo>
                      <a:cubicBezTo>
                        <a:pt x="1" y="601"/>
                        <a:pt x="68" y="734"/>
                        <a:pt x="168" y="834"/>
                      </a:cubicBezTo>
                      <a:cubicBezTo>
                        <a:pt x="268" y="934"/>
                        <a:pt x="401" y="1001"/>
                        <a:pt x="535" y="1001"/>
                      </a:cubicBezTo>
                      <a:cubicBezTo>
                        <a:pt x="635" y="1001"/>
                        <a:pt x="701" y="968"/>
                        <a:pt x="801" y="934"/>
                      </a:cubicBezTo>
                      <a:cubicBezTo>
                        <a:pt x="868" y="901"/>
                        <a:pt x="901" y="867"/>
                        <a:pt x="935" y="801"/>
                      </a:cubicBezTo>
                      <a:cubicBezTo>
                        <a:pt x="1002" y="734"/>
                        <a:pt x="1002" y="667"/>
                        <a:pt x="1002" y="601"/>
                      </a:cubicBezTo>
                      <a:cubicBezTo>
                        <a:pt x="1002" y="300"/>
                        <a:pt x="801" y="67"/>
                        <a:pt x="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1442025" y="2512250"/>
                  <a:ext cx="25050" cy="25875"/>
                </a:xfrm>
                <a:custGeom>
                  <a:avLst/>
                  <a:gdLst/>
                  <a:ahLst/>
                  <a:cxnLst/>
                  <a:rect l="l" t="t" r="r" b="b"/>
                  <a:pathLst>
                    <a:path w="1002" h="1035" extrusionOk="0">
                      <a:moveTo>
                        <a:pt x="535" y="300"/>
                      </a:moveTo>
                      <a:cubicBezTo>
                        <a:pt x="635" y="334"/>
                        <a:pt x="668" y="467"/>
                        <a:pt x="668" y="567"/>
                      </a:cubicBezTo>
                      <a:cubicBezTo>
                        <a:pt x="668" y="634"/>
                        <a:pt x="635" y="667"/>
                        <a:pt x="635" y="701"/>
                      </a:cubicBezTo>
                      <a:lnTo>
                        <a:pt x="535" y="701"/>
                      </a:lnTo>
                      <a:cubicBezTo>
                        <a:pt x="468" y="701"/>
                        <a:pt x="401" y="667"/>
                        <a:pt x="368" y="601"/>
                      </a:cubicBezTo>
                      <a:cubicBezTo>
                        <a:pt x="334" y="567"/>
                        <a:pt x="301" y="500"/>
                        <a:pt x="334" y="434"/>
                      </a:cubicBezTo>
                      <a:cubicBezTo>
                        <a:pt x="368" y="400"/>
                        <a:pt x="368" y="367"/>
                        <a:pt x="435" y="367"/>
                      </a:cubicBezTo>
                      <a:cubicBezTo>
                        <a:pt x="468" y="300"/>
                        <a:pt x="501" y="300"/>
                        <a:pt x="535" y="300"/>
                      </a:cubicBezTo>
                      <a:close/>
                      <a:moveTo>
                        <a:pt x="568" y="0"/>
                      </a:moveTo>
                      <a:cubicBezTo>
                        <a:pt x="468" y="0"/>
                        <a:pt x="368" y="33"/>
                        <a:pt x="234" y="100"/>
                      </a:cubicBezTo>
                      <a:cubicBezTo>
                        <a:pt x="168" y="167"/>
                        <a:pt x="101" y="234"/>
                        <a:pt x="68" y="300"/>
                      </a:cubicBezTo>
                      <a:cubicBezTo>
                        <a:pt x="1" y="434"/>
                        <a:pt x="1" y="634"/>
                        <a:pt x="101" y="767"/>
                      </a:cubicBezTo>
                      <a:cubicBezTo>
                        <a:pt x="168" y="901"/>
                        <a:pt x="334" y="1001"/>
                        <a:pt x="501" y="1034"/>
                      </a:cubicBezTo>
                      <a:lnTo>
                        <a:pt x="535" y="1034"/>
                      </a:lnTo>
                      <a:cubicBezTo>
                        <a:pt x="635" y="1034"/>
                        <a:pt x="735" y="1001"/>
                        <a:pt x="801" y="967"/>
                      </a:cubicBezTo>
                      <a:cubicBezTo>
                        <a:pt x="902" y="901"/>
                        <a:pt x="968" y="767"/>
                        <a:pt x="968" y="601"/>
                      </a:cubicBezTo>
                      <a:cubicBezTo>
                        <a:pt x="1002" y="367"/>
                        <a:pt x="835" y="67"/>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424525" y="2567275"/>
                  <a:ext cx="38375" cy="28375"/>
                </a:xfrm>
                <a:custGeom>
                  <a:avLst/>
                  <a:gdLst/>
                  <a:ahLst/>
                  <a:cxnLst/>
                  <a:rect l="l" t="t" r="r" b="b"/>
                  <a:pathLst>
                    <a:path w="1535" h="1135" extrusionOk="0">
                      <a:moveTo>
                        <a:pt x="1135" y="334"/>
                      </a:moveTo>
                      <a:cubicBezTo>
                        <a:pt x="1168" y="368"/>
                        <a:pt x="1201" y="534"/>
                        <a:pt x="1168" y="668"/>
                      </a:cubicBezTo>
                      <a:cubicBezTo>
                        <a:pt x="1168" y="735"/>
                        <a:pt x="1135" y="768"/>
                        <a:pt x="1135" y="768"/>
                      </a:cubicBezTo>
                      <a:cubicBezTo>
                        <a:pt x="1034" y="801"/>
                        <a:pt x="901" y="801"/>
                        <a:pt x="768" y="801"/>
                      </a:cubicBezTo>
                      <a:lnTo>
                        <a:pt x="534" y="801"/>
                      </a:lnTo>
                      <a:cubicBezTo>
                        <a:pt x="465" y="815"/>
                        <a:pt x="425" y="823"/>
                        <a:pt x="401" y="823"/>
                      </a:cubicBezTo>
                      <a:cubicBezTo>
                        <a:pt x="367" y="823"/>
                        <a:pt x="367" y="807"/>
                        <a:pt x="367" y="768"/>
                      </a:cubicBezTo>
                      <a:cubicBezTo>
                        <a:pt x="334" y="768"/>
                        <a:pt x="334" y="735"/>
                        <a:pt x="334" y="701"/>
                      </a:cubicBezTo>
                      <a:cubicBezTo>
                        <a:pt x="334" y="668"/>
                        <a:pt x="334" y="601"/>
                        <a:pt x="334" y="568"/>
                      </a:cubicBezTo>
                      <a:cubicBezTo>
                        <a:pt x="334" y="501"/>
                        <a:pt x="334" y="468"/>
                        <a:pt x="334" y="401"/>
                      </a:cubicBezTo>
                      <a:cubicBezTo>
                        <a:pt x="434" y="368"/>
                        <a:pt x="501" y="368"/>
                        <a:pt x="601" y="368"/>
                      </a:cubicBezTo>
                      <a:lnTo>
                        <a:pt x="834" y="368"/>
                      </a:lnTo>
                      <a:cubicBezTo>
                        <a:pt x="868" y="368"/>
                        <a:pt x="901" y="368"/>
                        <a:pt x="968" y="334"/>
                      </a:cubicBezTo>
                      <a:close/>
                      <a:moveTo>
                        <a:pt x="1089" y="1"/>
                      </a:moveTo>
                      <a:cubicBezTo>
                        <a:pt x="1018" y="1"/>
                        <a:pt x="951" y="17"/>
                        <a:pt x="901" y="34"/>
                      </a:cubicBezTo>
                      <a:cubicBezTo>
                        <a:pt x="868" y="34"/>
                        <a:pt x="834" y="34"/>
                        <a:pt x="801" y="67"/>
                      </a:cubicBezTo>
                      <a:lnTo>
                        <a:pt x="601" y="67"/>
                      </a:lnTo>
                      <a:cubicBezTo>
                        <a:pt x="467" y="67"/>
                        <a:pt x="301" y="67"/>
                        <a:pt x="167" y="101"/>
                      </a:cubicBezTo>
                      <a:cubicBezTo>
                        <a:pt x="134" y="101"/>
                        <a:pt x="67" y="134"/>
                        <a:pt x="67" y="167"/>
                      </a:cubicBezTo>
                      <a:cubicBezTo>
                        <a:pt x="34" y="201"/>
                        <a:pt x="34" y="234"/>
                        <a:pt x="34" y="268"/>
                      </a:cubicBezTo>
                      <a:cubicBezTo>
                        <a:pt x="0" y="368"/>
                        <a:pt x="0" y="468"/>
                        <a:pt x="34" y="568"/>
                      </a:cubicBezTo>
                      <a:cubicBezTo>
                        <a:pt x="34" y="634"/>
                        <a:pt x="34" y="668"/>
                        <a:pt x="34" y="701"/>
                      </a:cubicBezTo>
                      <a:cubicBezTo>
                        <a:pt x="34" y="768"/>
                        <a:pt x="34" y="835"/>
                        <a:pt x="67" y="901"/>
                      </a:cubicBezTo>
                      <a:cubicBezTo>
                        <a:pt x="134" y="1101"/>
                        <a:pt x="301" y="1135"/>
                        <a:pt x="434" y="1135"/>
                      </a:cubicBezTo>
                      <a:lnTo>
                        <a:pt x="567" y="1135"/>
                      </a:lnTo>
                      <a:cubicBezTo>
                        <a:pt x="601" y="1101"/>
                        <a:pt x="634" y="1101"/>
                        <a:pt x="668" y="1101"/>
                      </a:cubicBezTo>
                      <a:lnTo>
                        <a:pt x="768" y="1101"/>
                      </a:lnTo>
                      <a:cubicBezTo>
                        <a:pt x="934" y="1101"/>
                        <a:pt x="1101" y="1101"/>
                        <a:pt x="1235" y="1035"/>
                      </a:cubicBezTo>
                      <a:cubicBezTo>
                        <a:pt x="1301" y="1035"/>
                        <a:pt x="1401" y="968"/>
                        <a:pt x="1468" y="801"/>
                      </a:cubicBezTo>
                      <a:cubicBezTo>
                        <a:pt x="1535" y="568"/>
                        <a:pt x="1468" y="268"/>
                        <a:pt x="1368" y="134"/>
                      </a:cubicBezTo>
                      <a:cubicBezTo>
                        <a:pt x="1335" y="101"/>
                        <a:pt x="1335" y="67"/>
                        <a:pt x="1301" y="67"/>
                      </a:cubicBezTo>
                      <a:cubicBezTo>
                        <a:pt x="1235" y="17"/>
                        <a:pt x="1160" y="1"/>
                        <a:pt x="10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380325" y="2429450"/>
                  <a:ext cx="31725" cy="86150"/>
                </a:xfrm>
                <a:custGeom>
                  <a:avLst/>
                  <a:gdLst/>
                  <a:ahLst/>
                  <a:cxnLst/>
                  <a:rect l="l" t="t" r="r" b="b"/>
                  <a:pathLst>
                    <a:path w="1269" h="3446" extrusionOk="0">
                      <a:moveTo>
                        <a:pt x="334" y="477"/>
                      </a:moveTo>
                      <a:lnTo>
                        <a:pt x="334" y="477"/>
                      </a:lnTo>
                      <a:cubicBezTo>
                        <a:pt x="367" y="543"/>
                        <a:pt x="401" y="577"/>
                        <a:pt x="401" y="610"/>
                      </a:cubicBezTo>
                      <a:lnTo>
                        <a:pt x="434" y="710"/>
                      </a:lnTo>
                      <a:lnTo>
                        <a:pt x="801" y="1311"/>
                      </a:lnTo>
                      <a:cubicBezTo>
                        <a:pt x="834" y="1377"/>
                        <a:pt x="901" y="1477"/>
                        <a:pt x="901" y="1544"/>
                      </a:cubicBezTo>
                      <a:cubicBezTo>
                        <a:pt x="934" y="1611"/>
                        <a:pt x="934" y="1711"/>
                        <a:pt x="934" y="1778"/>
                      </a:cubicBezTo>
                      <a:cubicBezTo>
                        <a:pt x="968" y="2145"/>
                        <a:pt x="968" y="2478"/>
                        <a:pt x="934" y="2812"/>
                      </a:cubicBezTo>
                      <a:cubicBezTo>
                        <a:pt x="801" y="2578"/>
                        <a:pt x="668" y="2345"/>
                        <a:pt x="534" y="2111"/>
                      </a:cubicBezTo>
                      <a:cubicBezTo>
                        <a:pt x="467" y="1978"/>
                        <a:pt x="434" y="1878"/>
                        <a:pt x="401" y="1778"/>
                      </a:cubicBezTo>
                      <a:cubicBezTo>
                        <a:pt x="367" y="1678"/>
                        <a:pt x="367" y="1578"/>
                        <a:pt x="367" y="1444"/>
                      </a:cubicBezTo>
                      <a:cubicBezTo>
                        <a:pt x="367" y="1444"/>
                        <a:pt x="367" y="1377"/>
                        <a:pt x="367" y="1311"/>
                      </a:cubicBezTo>
                      <a:cubicBezTo>
                        <a:pt x="334" y="944"/>
                        <a:pt x="334" y="677"/>
                        <a:pt x="334" y="477"/>
                      </a:cubicBezTo>
                      <a:close/>
                      <a:moveTo>
                        <a:pt x="265" y="0"/>
                      </a:moveTo>
                      <a:cubicBezTo>
                        <a:pt x="245" y="0"/>
                        <a:pt x="223" y="3"/>
                        <a:pt x="201" y="10"/>
                      </a:cubicBezTo>
                      <a:cubicBezTo>
                        <a:pt x="34" y="43"/>
                        <a:pt x="0" y="243"/>
                        <a:pt x="34" y="1311"/>
                      </a:cubicBezTo>
                      <a:cubicBezTo>
                        <a:pt x="34" y="1377"/>
                        <a:pt x="67" y="1444"/>
                        <a:pt x="67" y="1477"/>
                      </a:cubicBezTo>
                      <a:cubicBezTo>
                        <a:pt x="67" y="1611"/>
                        <a:pt x="67" y="1744"/>
                        <a:pt x="101" y="1844"/>
                      </a:cubicBezTo>
                      <a:cubicBezTo>
                        <a:pt x="134" y="2011"/>
                        <a:pt x="201" y="2145"/>
                        <a:pt x="267" y="2245"/>
                      </a:cubicBezTo>
                      <a:cubicBezTo>
                        <a:pt x="467" y="2612"/>
                        <a:pt x="668" y="3012"/>
                        <a:pt x="934" y="3379"/>
                      </a:cubicBezTo>
                      <a:cubicBezTo>
                        <a:pt x="968" y="3412"/>
                        <a:pt x="1001" y="3446"/>
                        <a:pt x="1068" y="3446"/>
                      </a:cubicBezTo>
                      <a:lnTo>
                        <a:pt x="1101" y="3446"/>
                      </a:lnTo>
                      <a:cubicBezTo>
                        <a:pt x="1168" y="3412"/>
                        <a:pt x="1201" y="3345"/>
                        <a:pt x="1235" y="3279"/>
                      </a:cubicBezTo>
                      <a:cubicBezTo>
                        <a:pt x="1268" y="2778"/>
                        <a:pt x="1268" y="2278"/>
                        <a:pt x="1268" y="1778"/>
                      </a:cubicBezTo>
                      <a:cubicBezTo>
                        <a:pt x="1235" y="1678"/>
                        <a:pt x="1235" y="1578"/>
                        <a:pt x="1201" y="1477"/>
                      </a:cubicBezTo>
                      <a:cubicBezTo>
                        <a:pt x="1168" y="1344"/>
                        <a:pt x="1135" y="1244"/>
                        <a:pt x="1068" y="1144"/>
                      </a:cubicBezTo>
                      <a:lnTo>
                        <a:pt x="701" y="543"/>
                      </a:lnTo>
                      <a:cubicBezTo>
                        <a:pt x="701" y="543"/>
                        <a:pt x="701" y="510"/>
                        <a:pt x="668" y="477"/>
                      </a:cubicBezTo>
                      <a:cubicBezTo>
                        <a:pt x="577" y="266"/>
                        <a:pt x="459" y="0"/>
                        <a:pt x="2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471225" y="2425800"/>
                  <a:ext cx="32550" cy="88125"/>
                </a:xfrm>
                <a:custGeom>
                  <a:avLst/>
                  <a:gdLst/>
                  <a:ahLst/>
                  <a:cxnLst/>
                  <a:rect l="l" t="t" r="r" b="b"/>
                  <a:pathLst>
                    <a:path w="1302" h="3525" extrusionOk="0">
                      <a:moveTo>
                        <a:pt x="1001" y="489"/>
                      </a:moveTo>
                      <a:cubicBezTo>
                        <a:pt x="1001" y="823"/>
                        <a:pt x="1001" y="1123"/>
                        <a:pt x="1001" y="1423"/>
                      </a:cubicBezTo>
                      <a:cubicBezTo>
                        <a:pt x="1001" y="1523"/>
                        <a:pt x="1001" y="1623"/>
                        <a:pt x="968" y="1724"/>
                      </a:cubicBezTo>
                      <a:cubicBezTo>
                        <a:pt x="934" y="1824"/>
                        <a:pt x="901" y="1924"/>
                        <a:pt x="868" y="2024"/>
                      </a:cubicBezTo>
                      <a:cubicBezTo>
                        <a:pt x="701" y="2357"/>
                        <a:pt x="534" y="2724"/>
                        <a:pt x="301" y="3024"/>
                      </a:cubicBezTo>
                      <a:lnTo>
                        <a:pt x="301" y="2858"/>
                      </a:lnTo>
                      <a:lnTo>
                        <a:pt x="301" y="2791"/>
                      </a:lnTo>
                      <a:cubicBezTo>
                        <a:pt x="301" y="2524"/>
                        <a:pt x="301" y="2224"/>
                        <a:pt x="301" y="1924"/>
                      </a:cubicBezTo>
                      <a:cubicBezTo>
                        <a:pt x="301" y="1857"/>
                        <a:pt x="301" y="1757"/>
                        <a:pt x="334" y="1690"/>
                      </a:cubicBezTo>
                      <a:cubicBezTo>
                        <a:pt x="334" y="1623"/>
                        <a:pt x="401" y="1557"/>
                        <a:pt x="467" y="1490"/>
                      </a:cubicBezTo>
                      <a:lnTo>
                        <a:pt x="501" y="1457"/>
                      </a:lnTo>
                      <a:cubicBezTo>
                        <a:pt x="634" y="1257"/>
                        <a:pt x="734" y="1056"/>
                        <a:pt x="834" y="856"/>
                      </a:cubicBezTo>
                      <a:lnTo>
                        <a:pt x="901" y="723"/>
                      </a:lnTo>
                      <a:cubicBezTo>
                        <a:pt x="934" y="656"/>
                        <a:pt x="968" y="556"/>
                        <a:pt x="1001" y="489"/>
                      </a:cubicBezTo>
                      <a:close/>
                      <a:moveTo>
                        <a:pt x="1045" y="0"/>
                      </a:moveTo>
                      <a:cubicBezTo>
                        <a:pt x="1013" y="0"/>
                        <a:pt x="973" y="17"/>
                        <a:pt x="934" y="56"/>
                      </a:cubicBezTo>
                      <a:cubicBezTo>
                        <a:pt x="768" y="189"/>
                        <a:pt x="701" y="423"/>
                        <a:pt x="601" y="589"/>
                      </a:cubicBezTo>
                      <a:lnTo>
                        <a:pt x="567" y="723"/>
                      </a:lnTo>
                      <a:cubicBezTo>
                        <a:pt x="467" y="923"/>
                        <a:pt x="367" y="1090"/>
                        <a:pt x="234" y="1257"/>
                      </a:cubicBezTo>
                      <a:lnTo>
                        <a:pt x="201" y="1290"/>
                      </a:lnTo>
                      <a:cubicBezTo>
                        <a:pt x="134" y="1390"/>
                        <a:pt x="67" y="1490"/>
                        <a:pt x="34" y="1623"/>
                      </a:cubicBezTo>
                      <a:cubicBezTo>
                        <a:pt x="0" y="1724"/>
                        <a:pt x="0" y="1824"/>
                        <a:pt x="0" y="1924"/>
                      </a:cubicBezTo>
                      <a:cubicBezTo>
                        <a:pt x="0" y="2224"/>
                        <a:pt x="0" y="2524"/>
                        <a:pt x="0" y="2858"/>
                      </a:cubicBezTo>
                      <a:cubicBezTo>
                        <a:pt x="0" y="3258"/>
                        <a:pt x="34" y="3458"/>
                        <a:pt x="167" y="3525"/>
                      </a:cubicBezTo>
                      <a:lnTo>
                        <a:pt x="234" y="3525"/>
                      </a:lnTo>
                      <a:cubicBezTo>
                        <a:pt x="301" y="3525"/>
                        <a:pt x="367" y="3491"/>
                        <a:pt x="434" y="3425"/>
                      </a:cubicBezTo>
                      <a:cubicBezTo>
                        <a:pt x="734" y="3024"/>
                        <a:pt x="934" y="2591"/>
                        <a:pt x="1135" y="2157"/>
                      </a:cubicBezTo>
                      <a:cubicBezTo>
                        <a:pt x="1201" y="2057"/>
                        <a:pt x="1235" y="1924"/>
                        <a:pt x="1268" y="1824"/>
                      </a:cubicBezTo>
                      <a:cubicBezTo>
                        <a:pt x="1301" y="1690"/>
                        <a:pt x="1301" y="1557"/>
                        <a:pt x="1301" y="1457"/>
                      </a:cubicBezTo>
                      <a:cubicBezTo>
                        <a:pt x="1301" y="1090"/>
                        <a:pt x="1301" y="723"/>
                        <a:pt x="1301" y="389"/>
                      </a:cubicBezTo>
                      <a:cubicBezTo>
                        <a:pt x="1301" y="189"/>
                        <a:pt x="1235" y="56"/>
                        <a:pt x="1101" y="22"/>
                      </a:cubicBezTo>
                      <a:cubicBezTo>
                        <a:pt x="1087" y="9"/>
                        <a:pt x="1068" y="0"/>
                        <a:pt x="10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386150" y="2420725"/>
                  <a:ext cx="109275" cy="21500"/>
                </a:xfrm>
                <a:custGeom>
                  <a:avLst/>
                  <a:gdLst/>
                  <a:ahLst/>
                  <a:cxnLst/>
                  <a:rect l="l" t="t" r="r" b="b"/>
                  <a:pathLst>
                    <a:path w="4371" h="860" extrusionOk="0">
                      <a:moveTo>
                        <a:pt x="3049" y="0"/>
                      </a:moveTo>
                      <a:cubicBezTo>
                        <a:pt x="2861" y="0"/>
                        <a:pt x="2670" y="9"/>
                        <a:pt x="2469" y="25"/>
                      </a:cubicBezTo>
                      <a:cubicBezTo>
                        <a:pt x="1802" y="25"/>
                        <a:pt x="1068" y="59"/>
                        <a:pt x="401" y="92"/>
                      </a:cubicBezTo>
                      <a:cubicBezTo>
                        <a:pt x="335" y="92"/>
                        <a:pt x="268" y="92"/>
                        <a:pt x="168" y="159"/>
                      </a:cubicBezTo>
                      <a:cubicBezTo>
                        <a:pt x="1" y="259"/>
                        <a:pt x="34" y="626"/>
                        <a:pt x="68" y="726"/>
                      </a:cubicBezTo>
                      <a:cubicBezTo>
                        <a:pt x="68" y="792"/>
                        <a:pt x="134" y="859"/>
                        <a:pt x="201" y="859"/>
                      </a:cubicBezTo>
                      <a:lnTo>
                        <a:pt x="234" y="859"/>
                      </a:lnTo>
                      <a:cubicBezTo>
                        <a:pt x="335" y="826"/>
                        <a:pt x="368" y="726"/>
                        <a:pt x="368" y="659"/>
                      </a:cubicBezTo>
                      <a:cubicBezTo>
                        <a:pt x="335" y="592"/>
                        <a:pt x="335" y="425"/>
                        <a:pt x="335" y="425"/>
                      </a:cubicBezTo>
                      <a:lnTo>
                        <a:pt x="435" y="425"/>
                      </a:lnTo>
                      <a:cubicBezTo>
                        <a:pt x="1102" y="359"/>
                        <a:pt x="1802" y="325"/>
                        <a:pt x="2503" y="325"/>
                      </a:cubicBezTo>
                      <a:lnTo>
                        <a:pt x="3604" y="325"/>
                      </a:lnTo>
                      <a:cubicBezTo>
                        <a:pt x="3770" y="325"/>
                        <a:pt x="3937" y="325"/>
                        <a:pt x="4071" y="359"/>
                      </a:cubicBezTo>
                      <a:cubicBezTo>
                        <a:pt x="4071" y="392"/>
                        <a:pt x="4071" y="425"/>
                        <a:pt x="4071" y="459"/>
                      </a:cubicBezTo>
                      <a:cubicBezTo>
                        <a:pt x="4071" y="559"/>
                        <a:pt x="4071" y="626"/>
                        <a:pt x="4071" y="692"/>
                      </a:cubicBezTo>
                      <a:cubicBezTo>
                        <a:pt x="4071" y="792"/>
                        <a:pt x="4137" y="859"/>
                        <a:pt x="4237" y="859"/>
                      </a:cubicBezTo>
                      <a:cubicBezTo>
                        <a:pt x="4304" y="826"/>
                        <a:pt x="4371" y="759"/>
                        <a:pt x="4371" y="692"/>
                      </a:cubicBezTo>
                      <a:cubicBezTo>
                        <a:pt x="4371" y="626"/>
                        <a:pt x="4371" y="559"/>
                        <a:pt x="4371" y="459"/>
                      </a:cubicBezTo>
                      <a:cubicBezTo>
                        <a:pt x="4371" y="359"/>
                        <a:pt x="4371" y="292"/>
                        <a:pt x="4371" y="225"/>
                      </a:cubicBezTo>
                      <a:cubicBezTo>
                        <a:pt x="4371" y="159"/>
                        <a:pt x="4337" y="92"/>
                        <a:pt x="4271" y="59"/>
                      </a:cubicBezTo>
                      <a:cubicBezTo>
                        <a:pt x="4037" y="25"/>
                        <a:pt x="3837" y="25"/>
                        <a:pt x="3604" y="25"/>
                      </a:cubicBezTo>
                      <a:cubicBezTo>
                        <a:pt x="3420" y="9"/>
                        <a:pt x="3237" y="0"/>
                        <a:pt x="3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403675" y="2480475"/>
                  <a:ext cx="24200" cy="28450"/>
                </a:xfrm>
                <a:custGeom>
                  <a:avLst/>
                  <a:gdLst/>
                  <a:ahLst/>
                  <a:cxnLst/>
                  <a:rect l="l" t="t" r="r" b="b"/>
                  <a:pathLst>
                    <a:path w="968" h="1138" extrusionOk="0">
                      <a:moveTo>
                        <a:pt x="182" y="1"/>
                      </a:moveTo>
                      <a:cubicBezTo>
                        <a:pt x="134" y="1"/>
                        <a:pt x="88" y="29"/>
                        <a:pt x="67" y="70"/>
                      </a:cubicBezTo>
                      <a:cubicBezTo>
                        <a:pt x="0" y="137"/>
                        <a:pt x="0" y="237"/>
                        <a:pt x="101" y="270"/>
                      </a:cubicBezTo>
                      <a:cubicBezTo>
                        <a:pt x="234" y="404"/>
                        <a:pt x="434" y="671"/>
                        <a:pt x="568" y="904"/>
                      </a:cubicBezTo>
                      <a:cubicBezTo>
                        <a:pt x="601" y="938"/>
                        <a:pt x="634" y="1004"/>
                        <a:pt x="668" y="1038"/>
                      </a:cubicBezTo>
                      <a:cubicBezTo>
                        <a:pt x="701" y="1104"/>
                        <a:pt x="734" y="1138"/>
                        <a:pt x="801" y="1138"/>
                      </a:cubicBezTo>
                      <a:cubicBezTo>
                        <a:pt x="834" y="1138"/>
                        <a:pt x="834" y="1104"/>
                        <a:pt x="868" y="1104"/>
                      </a:cubicBezTo>
                      <a:cubicBezTo>
                        <a:pt x="968" y="1038"/>
                        <a:pt x="968" y="938"/>
                        <a:pt x="934" y="871"/>
                      </a:cubicBezTo>
                      <a:cubicBezTo>
                        <a:pt x="901" y="837"/>
                        <a:pt x="868" y="771"/>
                        <a:pt x="834" y="737"/>
                      </a:cubicBezTo>
                      <a:cubicBezTo>
                        <a:pt x="668" y="471"/>
                        <a:pt x="467" y="170"/>
                        <a:pt x="267" y="37"/>
                      </a:cubicBezTo>
                      <a:cubicBezTo>
                        <a:pt x="242" y="11"/>
                        <a:pt x="211"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1456200" y="2481725"/>
                  <a:ext cx="23375" cy="23875"/>
                </a:xfrm>
                <a:custGeom>
                  <a:avLst/>
                  <a:gdLst/>
                  <a:ahLst/>
                  <a:cxnLst/>
                  <a:rect l="l" t="t" r="r" b="b"/>
                  <a:pathLst>
                    <a:path w="935" h="955" extrusionOk="0">
                      <a:moveTo>
                        <a:pt x="737" y="0"/>
                      </a:moveTo>
                      <a:cubicBezTo>
                        <a:pt x="686" y="0"/>
                        <a:pt x="644" y="24"/>
                        <a:pt x="601" y="87"/>
                      </a:cubicBezTo>
                      <a:cubicBezTo>
                        <a:pt x="568" y="154"/>
                        <a:pt x="468" y="220"/>
                        <a:pt x="368" y="320"/>
                      </a:cubicBezTo>
                      <a:cubicBezTo>
                        <a:pt x="234" y="454"/>
                        <a:pt x="101" y="587"/>
                        <a:pt x="34" y="754"/>
                      </a:cubicBezTo>
                      <a:cubicBezTo>
                        <a:pt x="1" y="854"/>
                        <a:pt x="68" y="921"/>
                        <a:pt x="134" y="954"/>
                      </a:cubicBezTo>
                      <a:lnTo>
                        <a:pt x="201" y="954"/>
                      </a:lnTo>
                      <a:cubicBezTo>
                        <a:pt x="268" y="954"/>
                        <a:pt x="301" y="921"/>
                        <a:pt x="335" y="854"/>
                      </a:cubicBezTo>
                      <a:cubicBezTo>
                        <a:pt x="368" y="754"/>
                        <a:pt x="468" y="654"/>
                        <a:pt x="601" y="554"/>
                      </a:cubicBezTo>
                      <a:cubicBezTo>
                        <a:pt x="701" y="454"/>
                        <a:pt x="802" y="354"/>
                        <a:pt x="868" y="220"/>
                      </a:cubicBezTo>
                      <a:cubicBezTo>
                        <a:pt x="935" y="154"/>
                        <a:pt x="902" y="54"/>
                        <a:pt x="835" y="20"/>
                      </a:cubicBezTo>
                      <a:cubicBezTo>
                        <a:pt x="798" y="8"/>
                        <a:pt x="766"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428700" y="2421350"/>
                  <a:ext cx="13350" cy="74225"/>
                </a:xfrm>
                <a:custGeom>
                  <a:avLst/>
                  <a:gdLst/>
                  <a:ahLst/>
                  <a:cxnLst/>
                  <a:rect l="l" t="t" r="r" b="b"/>
                  <a:pathLst>
                    <a:path w="534" h="2969" extrusionOk="0">
                      <a:moveTo>
                        <a:pt x="367" y="0"/>
                      </a:moveTo>
                      <a:cubicBezTo>
                        <a:pt x="300" y="0"/>
                        <a:pt x="200" y="67"/>
                        <a:pt x="200" y="167"/>
                      </a:cubicBezTo>
                      <a:cubicBezTo>
                        <a:pt x="200" y="867"/>
                        <a:pt x="134" y="1568"/>
                        <a:pt x="67" y="2268"/>
                      </a:cubicBezTo>
                      <a:lnTo>
                        <a:pt x="0" y="2802"/>
                      </a:lnTo>
                      <a:cubicBezTo>
                        <a:pt x="0" y="2902"/>
                        <a:pt x="67" y="2969"/>
                        <a:pt x="167" y="2969"/>
                      </a:cubicBezTo>
                      <a:cubicBezTo>
                        <a:pt x="234" y="2969"/>
                        <a:pt x="300" y="2936"/>
                        <a:pt x="334" y="2836"/>
                      </a:cubicBezTo>
                      <a:lnTo>
                        <a:pt x="367" y="2302"/>
                      </a:lnTo>
                      <a:cubicBezTo>
                        <a:pt x="434" y="1601"/>
                        <a:pt x="534" y="867"/>
                        <a:pt x="534" y="167"/>
                      </a:cubicBezTo>
                      <a:cubicBezTo>
                        <a:pt x="534" y="67"/>
                        <a:pt x="467"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1443700" y="2421175"/>
                  <a:ext cx="13375" cy="74400"/>
                </a:xfrm>
                <a:custGeom>
                  <a:avLst/>
                  <a:gdLst/>
                  <a:ahLst/>
                  <a:cxnLst/>
                  <a:rect l="l" t="t" r="r" b="b"/>
                  <a:pathLst>
                    <a:path w="535" h="2976" extrusionOk="0">
                      <a:moveTo>
                        <a:pt x="196" y="1"/>
                      </a:moveTo>
                      <a:cubicBezTo>
                        <a:pt x="186" y="1"/>
                        <a:pt x="176" y="3"/>
                        <a:pt x="167" y="7"/>
                      </a:cubicBezTo>
                      <a:cubicBezTo>
                        <a:pt x="67" y="7"/>
                        <a:pt x="1" y="74"/>
                        <a:pt x="34" y="174"/>
                      </a:cubicBezTo>
                      <a:cubicBezTo>
                        <a:pt x="34" y="608"/>
                        <a:pt x="67" y="1041"/>
                        <a:pt x="134" y="1508"/>
                      </a:cubicBezTo>
                      <a:cubicBezTo>
                        <a:pt x="167" y="1942"/>
                        <a:pt x="201" y="2376"/>
                        <a:pt x="234" y="2809"/>
                      </a:cubicBezTo>
                      <a:cubicBezTo>
                        <a:pt x="234" y="2909"/>
                        <a:pt x="301" y="2976"/>
                        <a:pt x="368" y="2976"/>
                      </a:cubicBezTo>
                      <a:lnTo>
                        <a:pt x="401" y="2976"/>
                      </a:lnTo>
                      <a:cubicBezTo>
                        <a:pt x="468" y="2943"/>
                        <a:pt x="534" y="2876"/>
                        <a:pt x="534" y="2809"/>
                      </a:cubicBezTo>
                      <a:cubicBezTo>
                        <a:pt x="501" y="2342"/>
                        <a:pt x="468" y="1909"/>
                        <a:pt x="434" y="1475"/>
                      </a:cubicBezTo>
                      <a:cubicBezTo>
                        <a:pt x="401" y="1041"/>
                        <a:pt x="368" y="574"/>
                        <a:pt x="334" y="141"/>
                      </a:cubicBezTo>
                      <a:cubicBezTo>
                        <a:pt x="334" y="83"/>
                        <a:pt x="260"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408675" y="2639825"/>
                  <a:ext cx="15050" cy="84250"/>
                </a:xfrm>
                <a:custGeom>
                  <a:avLst/>
                  <a:gdLst/>
                  <a:ahLst/>
                  <a:cxnLst/>
                  <a:rect l="l" t="t" r="r" b="b"/>
                  <a:pathLst>
                    <a:path w="602" h="3370" extrusionOk="0">
                      <a:moveTo>
                        <a:pt x="334" y="1"/>
                      </a:moveTo>
                      <a:cubicBezTo>
                        <a:pt x="234" y="1"/>
                        <a:pt x="167" y="34"/>
                        <a:pt x="134" y="134"/>
                      </a:cubicBezTo>
                      <a:cubicBezTo>
                        <a:pt x="1" y="1001"/>
                        <a:pt x="167" y="2503"/>
                        <a:pt x="301" y="3236"/>
                      </a:cubicBezTo>
                      <a:cubicBezTo>
                        <a:pt x="301" y="3303"/>
                        <a:pt x="368" y="3370"/>
                        <a:pt x="434" y="3370"/>
                      </a:cubicBezTo>
                      <a:cubicBezTo>
                        <a:pt x="434" y="3370"/>
                        <a:pt x="468" y="3370"/>
                        <a:pt x="468" y="3336"/>
                      </a:cubicBezTo>
                      <a:cubicBezTo>
                        <a:pt x="534" y="3336"/>
                        <a:pt x="601" y="3270"/>
                        <a:pt x="601" y="3170"/>
                      </a:cubicBezTo>
                      <a:cubicBezTo>
                        <a:pt x="468" y="2469"/>
                        <a:pt x="334" y="1001"/>
                        <a:pt x="468" y="168"/>
                      </a:cubicBezTo>
                      <a:cubicBezTo>
                        <a:pt x="468" y="101"/>
                        <a:pt x="401" y="1"/>
                        <a:pt x="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471225" y="2640450"/>
                  <a:ext cx="14200" cy="85300"/>
                </a:xfrm>
                <a:custGeom>
                  <a:avLst/>
                  <a:gdLst/>
                  <a:ahLst/>
                  <a:cxnLst/>
                  <a:rect l="l" t="t" r="r" b="b"/>
                  <a:pathLst>
                    <a:path w="568" h="3412" extrusionOk="0">
                      <a:moveTo>
                        <a:pt x="328" y="0"/>
                      </a:moveTo>
                      <a:cubicBezTo>
                        <a:pt x="267" y="0"/>
                        <a:pt x="201" y="55"/>
                        <a:pt x="201" y="109"/>
                      </a:cubicBezTo>
                      <a:cubicBezTo>
                        <a:pt x="0" y="943"/>
                        <a:pt x="0" y="2478"/>
                        <a:pt x="234" y="3278"/>
                      </a:cubicBezTo>
                      <a:cubicBezTo>
                        <a:pt x="267" y="3345"/>
                        <a:pt x="334" y="3412"/>
                        <a:pt x="401" y="3412"/>
                      </a:cubicBezTo>
                      <a:cubicBezTo>
                        <a:pt x="401" y="3412"/>
                        <a:pt x="434" y="3412"/>
                        <a:pt x="434" y="3378"/>
                      </a:cubicBezTo>
                      <a:cubicBezTo>
                        <a:pt x="501" y="3378"/>
                        <a:pt x="567" y="3278"/>
                        <a:pt x="534" y="3211"/>
                      </a:cubicBezTo>
                      <a:cubicBezTo>
                        <a:pt x="334" y="2444"/>
                        <a:pt x="301" y="976"/>
                        <a:pt x="501" y="176"/>
                      </a:cubicBezTo>
                      <a:cubicBezTo>
                        <a:pt x="501" y="109"/>
                        <a:pt x="467" y="9"/>
                        <a:pt x="367" y="9"/>
                      </a:cubicBezTo>
                      <a:cubicBezTo>
                        <a:pt x="355" y="3"/>
                        <a:pt x="342" y="0"/>
                        <a:pt x="3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422850" y="2665675"/>
                  <a:ext cx="10875" cy="27550"/>
                </a:xfrm>
                <a:custGeom>
                  <a:avLst/>
                  <a:gdLst/>
                  <a:ahLst/>
                  <a:cxnLst/>
                  <a:rect l="l" t="t" r="r" b="b"/>
                  <a:pathLst>
                    <a:path w="435" h="1102" extrusionOk="0">
                      <a:moveTo>
                        <a:pt x="167" y="1"/>
                      </a:moveTo>
                      <a:cubicBezTo>
                        <a:pt x="67" y="1"/>
                        <a:pt x="34" y="68"/>
                        <a:pt x="34" y="134"/>
                      </a:cubicBezTo>
                      <a:cubicBezTo>
                        <a:pt x="1" y="301"/>
                        <a:pt x="34" y="501"/>
                        <a:pt x="67" y="701"/>
                      </a:cubicBezTo>
                      <a:cubicBezTo>
                        <a:pt x="101" y="801"/>
                        <a:pt x="101" y="901"/>
                        <a:pt x="101" y="968"/>
                      </a:cubicBezTo>
                      <a:cubicBezTo>
                        <a:pt x="134" y="1035"/>
                        <a:pt x="201" y="1102"/>
                        <a:pt x="268" y="1102"/>
                      </a:cubicBezTo>
                      <a:cubicBezTo>
                        <a:pt x="368" y="1102"/>
                        <a:pt x="434" y="1035"/>
                        <a:pt x="434" y="935"/>
                      </a:cubicBezTo>
                      <a:cubicBezTo>
                        <a:pt x="401" y="868"/>
                        <a:pt x="401" y="735"/>
                        <a:pt x="368" y="635"/>
                      </a:cubicBezTo>
                      <a:cubicBezTo>
                        <a:pt x="368" y="468"/>
                        <a:pt x="334" y="268"/>
                        <a:pt x="334" y="134"/>
                      </a:cubicBezTo>
                      <a:cubicBezTo>
                        <a:pt x="334" y="68"/>
                        <a:pt x="268"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450375" y="2665675"/>
                  <a:ext cx="8375" cy="27550"/>
                </a:xfrm>
                <a:custGeom>
                  <a:avLst/>
                  <a:gdLst/>
                  <a:ahLst/>
                  <a:cxnLst/>
                  <a:rect l="l" t="t" r="r" b="b"/>
                  <a:pathLst>
                    <a:path w="335" h="1102" extrusionOk="0">
                      <a:moveTo>
                        <a:pt x="167" y="1"/>
                      </a:moveTo>
                      <a:cubicBezTo>
                        <a:pt x="67" y="1"/>
                        <a:pt x="0" y="68"/>
                        <a:pt x="0" y="134"/>
                      </a:cubicBezTo>
                      <a:cubicBezTo>
                        <a:pt x="0" y="301"/>
                        <a:pt x="0" y="401"/>
                        <a:pt x="0" y="535"/>
                      </a:cubicBezTo>
                      <a:cubicBezTo>
                        <a:pt x="0" y="668"/>
                        <a:pt x="0" y="801"/>
                        <a:pt x="0" y="935"/>
                      </a:cubicBezTo>
                      <a:cubicBezTo>
                        <a:pt x="0" y="1035"/>
                        <a:pt x="67" y="1102"/>
                        <a:pt x="134" y="1102"/>
                      </a:cubicBezTo>
                      <a:lnTo>
                        <a:pt x="167" y="1102"/>
                      </a:lnTo>
                      <a:cubicBezTo>
                        <a:pt x="234" y="1102"/>
                        <a:pt x="301" y="1035"/>
                        <a:pt x="301" y="935"/>
                      </a:cubicBezTo>
                      <a:cubicBezTo>
                        <a:pt x="334" y="801"/>
                        <a:pt x="334" y="668"/>
                        <a:pt x="334" y="535"/>
                      </a:cubicBezTo>
                      <a:cubicBezTo>
                        <a:pt x="334" y="434"/>
                        <a:pt x="334" y="301"/>
                        <a:pt x="334" y="168"/>
                      </a:cubicBezTo>
                      <a:cubicBezTo>
                        <a:pt x="334" y="68"/>
                        <a:pt x="267"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401175" y="2434375"/>
                  <a:ext cx="28375" cy="9500"/>
                </a:xfrm>
                <a:custGeom>
                  <a:avLst/>
                  <a:gdLst/>
                  <a:ahLst/>
                  <a:cxnLst/>
                  <a:rect l="l" t="t" r="r" b="b"/>
                  <a:pathLst>
                    <a:path w="1135" h="380" extrusionOk="0">
                      <a:moveTo>
                        <a:pt x="146" y="0"/>
                      </a:moveTo>
                      <a:cubicBezTo>
                        <a:pt x="90" y="0"/>
                        <a:pt x="34" y="38"/>
                        <a:pt x="34" y="113"/>
                      </a:cubicBezTo>
                      <a:cubicBezTo>
                        <a:pt x="0" y="180"/>
                        <a:pt x="34" y="280"/>
                        <a:pt x="134" y="313"/>
                      </a:cubicBezTo>
                      <a:cubicBezTo>
                        <a:pt x="301" y="346"/>
                        <a:pt x="501" y="380"/>
                        <a:pt x="701" y="380"/>
                      </a:cubicBezTo>
                      <a:cubicBezTo>
                        <a:pt x="801" y="380"/>
                        <a:pt x="901" y="380"/>
                        <a:pt x="968" y="346"/>
                      </a:cubicBezTo>
                      <a:cubicBezTo>
                        <a:pt x="1068" y="346"/>
                        <a:pt x="1135" y="280"/>
                        <a:pt x="1101" y="180"/>
                      </a:cubicBezTo>
                      <a:cubicBezTo>
                        <a:pt x="1101" y="80"/>
                        <a:pt x="1034" y="46"/>
                        <a:pt x="934" y="46"/>
                      </a:cubicBezTo>
                      <a:cubicBezTo>
                        <a:pt x="838" y="60"/>
                        <a:pt x="735" y="68"/>
                        <a:pt x="632" y="68"/>
                      </a:cubicBezTo>
                      <a:cubicBezTo>
                        <a:pt x="486" y="68"/>
                        <a:pt x="337" y="52"/>
                        <a:pt x="201" y="13"/>
                      </a:cubicBezTo>
                      <a:cubicBezTo>
                        <a:pt x="184" y="5"/>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404500" y="2445200"/>
                  <a:ext cx="21725" cy="10350"/>
                </a:xfrm>
                <a:custGeom>
                  <a:avLst/>
                  <a:gdLst/>
                  <a:ahLst/>
                  <a:cxnLst/>
                  <a:rect l="l" t="t" r="r" b="b"/>
                  <a:pathLst>
                    <a:path w="869" h="414" extrusionOk="0">
                      <a:moveTo>
                        <a:pt x="194" y="0"/>
                      </a:moveTo>
                      <a:cubicBezTo>
                        <a:pt x="134" y="0"/>
                        <a:pt x="92" y="31"/>
                        <a:pt x="68" y="80"/>
                      </a:cubicBezTo>
                      <a:cubicBezTo>
                        <a:pt x="1" y="180"/>
                        <a:pt x="68" y="247"/>
                        <a:pt x="134" y="280"/>
                      </a:cubicBezTo>
                      <a:cubicBezTo>
                        <a:pt x="301" y="380"/>
                        <a:pt x="501" y="414"/>
                        <a:pt x="701" y="414"/>
                      </a:cubicBezTo>
                      <a:cubicBezTo>
                        <a:pt x="801" y="414"/>
                        <a:pt x="868" y="347"/>
                        <a:pt x="868" y="247"/>
                      </a:cubicBezTo>
                      <a:cubicBezTo>
                        <a:pt x="868" y="180"/>
                        <a:pt x="801" y="114"/>
                        <a:pt x="701" y="114"/>
                      </a:cubicBezTo>
                      <a:cubicBezTo>
                        <a:pt x="568" y="114"/>
                        <a:pt x="401" y="80"/>
                        <a:pt x="268" y="14"/>
                      </a:cubicBezTo>
                      <a:cubicBezTo>
                        <a:pt x="241" y="5"/>
                        <a:pt x="216" y="0"/>
                        <a:pt x="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455375" y="2433025"/>
                  <a:ext cx="25875" cy="8350"/>
                </a:xfrm>
                <a:custGeom>
                  <a:avLst/>
                  <a:gdLst/>
                  <a:ahLst/>
                  <a:cxnLst/>
                  <a:rect l="l" t="t" r="r" b="b"/>
                  <a:pathLst>
                    <a:path w="1035" h="334" extrusionOk="0">
                      <a:moveTo>
                        <a:pt x="167" y="0"/>
                      </a:moveTo>
                      <a:cubicBezTo>
                        <a:pt x="67" y="0"/>
                        <a:pt x="1" y="67"/>
                        <a:pt x="1" y="167"/>
                      </a:cubicBezTo>
                      <a:cubicBezTo>
                        <a:pt x="1" y="267"/>
                        <a:pt x="67" y="334"/>
                        <a:pt x="167" y="334"/>
                      </a:cubicBezTo>
                      <a:lnTo>
                        <a:pt x="901" y="334"/>
                      </a:lnTo>
                      <a:cubicBezTo>
                        <a:pt x="968" y="334"/>
                        <a:pt x="1035" y="267"/>
                        <a:pt x="1035" y="167"/>
                      </a:cubicBezTo>
                      <a:cubicBezTo>
                        <a:pt x="1035" y="67"/>
                        <a:pt x="968"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456200" y="2442200"/>
                  <a:ext cx="22550" cy="10025"/>
                </a:xfrm>
                <a:custGeom>
                  <a:avLst/>
                  <a:gdLst/>
                  <a:ahLst/>
                  <a:cxnLst/>
                  <a:rect l="l" t="t" r="r" b="b"/>
                  <a:pathLst>
                    <a:path w="902" h="401" extrusionOk="0">
                      <a:moveTo>
                        <a:pt x="668" y="0"/>
                      </a:moveTo>
                      <a:cubicBezTo>
                        <a:pt x="501" y="67"/>
                        <a:pt x="335" y="100"/>
                        <a:pt x="168" y="100"/>
                      </a:cubicBezTo>
                      <a:cubicBezTo>
                        <a:pt x="68" y="100"/>
                        <a:pt x="1" y="167"/>
                        <a:pt x="1" y="267"/>
                      </a:cubicBezTo>
                      <a:cubicBezTo>
                        <a:pt x="1" y="334"/>
                        <a:pt x="68" y="400"/>
                        <a:pt x="168" y="400"/>
                      </a:cubicBezTo>
                      <a:cubicBezTo>
                        <a:pt x="368" y="400"/>
                        <a:pt x="568" y="367"/>
                        <a:pt x="768" y="300"/>
                      </a:cubicBezTo>
                      <a:cubicBezTo>
                        <a:pt x="868" y="267"/>
                        <a:pt x="902" y="200"/>
                        <a:pt x="868" y="100"/>
                      </a:cubicBezTo>
                      <a:cubicBezTo>
                        <a:pt x="835" y="33"/>
                        <a:pt x="768" y="0"/>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067600" y="3113300"/>
                  <a:ext cx="42550" cy="134500"/>
                </a:xfrm>
                <a:custGeom>
                  <a:avLst/>
                  <a:gdLst/>
                  <a:ahLst/>
                  <a:cxnLst/>
                  <a:rect l="l" t="t" r="r" b="b"/>
                  <a:pathLst>
                    <a:path w="1702" h="5380" extrusionOk="0">
                      <a:moveTo>
                        <a:pt x="834" y="309"/>
                      </a:moveTo>
                      <a:cubicBezTo>
                        <a:pt x="968" y="309"/>
                        <a:pt x="1068" y="342"/>
                        <a:pt x="1101" y="409"/>
                      </a:cubicBezTo>
                      <a:cubicBezTo>
                        <a:pt x="1235" y="509"/>
                        <a:pt x="1235" y="642"/>
                        <a:pt x="1201" y="843"/>
                      </a:cubicBezTo>
                      <a:cubicBezTo>
                        <a:pt x="1201" y="909"/>
                        <a:pt x="1201" y="943"/>
                        <a:pt x="1201" y="976"/>
                      </a:cubicBezTo>
                      <a:cubicBezTo>
                        <a:pt x="1168" y="1677"/>
                        <a:pt x="1235" y="2344"/>
                        <a:pt x="1268" y="3011"/>
                      </a:cubicBezTo>
                      <a:cubicBezTo>
                        <a:pt x="1301" y="3311"/>
                        <a:pt x="1335" y="3578"/>
                        <a:pt x="1335" y="3878"/>
                      </a:cubicBezTo>
                      <a:cubicBezTo>
                        <a:pt x="1335" y="4112"/>
                        <a:pt x="1368" y="4345"/>
                        <a:pt x="1301" y="4579"/>
                      </a:cubicBezTo>
                      <a:cubicBezTo>
                        <a:pt x="1268" y="4779"/>
                        <a:pt x="1135" y="4946"/>
                        <a:pt x="968" y="5046"/>
                      </a:cubicBezTo>
                      <a:cubicBezTo>
                        <a:pt x="928" y="5053"/>
                        <a:pt x="887" y="5058"/>
                        <a:pt x="846" y="5058"/>
                      </a:cubicBezTo>
                      <a:cubicBezTo>
                        <a:pt x="714" y="5058"/>
                        <a:pt x="585" y="5014"/>
                        <a:pt x="534" y="4912"/>
                      </a:cubicBezTo>
                      <a:cubicBezTo>
                        <a:pt x="501" y="4845"/>
                        <a:pt x="468" y="4745"/>
                        <a:pt x="468" y="4679"/>
                      </a:cubicBezTo>
                      <a:cubicBezTo>
                        <a:pt x="367" y="3478"/>
                        <a:pt x="334" y="2277"/>
                        <a:pt x="334" y="1076"/>
                      </a:cubicBezTo>
                      <a:cubicBezTo>
                        <a:pt x="334" y="843"/>
                        <a:pt x="367" y="642"/>
                        <a:pt x="468" y="509"/>
                      </a:cubicBezTo>
                      <a:cubicBezTo>
                        <a:pt x="534" y="409"/>
                        <a:pt x="668" y="342"/>
                        <a:pt x="768" y="309"/>
                      </a:cubicBezTo>
                      <a:close/>
                      <a:moveTo>
                        <a:pt x="873" y="0"/>
                      </a:moveTo>
                      <a:cubicBezTo>
                        <a:pt x="837" y="0"/>
                        <a:pt x="802" y="3"/>
                        <a:pt x="768" y="9"/>
                      </a:cubicBezTo>
                      <a:cubicBezTo>
                        <a:pt x="534" y="42"/>
                        <a:pt x="334" y="142"/>
                        <a:pt x="201" y="309"/>
                      </a:cubicBezTo>
                      <a:cubicBezTo>
                        <a:pt x="67" y="542"/>
                        <a:pt x="34" y="776"/>
                        <a:pt x="34" y="1043"/>
                      </a:cubicBezTo>
                      <a:cubicBezTo>
                        <a:pt x="1" y="2277"/>
                        <a:pt x="67" y="3511"/>
                        <a:pt x="167" y="4712"/>
                      </a:cubicBezTo>
                      <a:cubicBezTo>
                        <a:pt x="167" y="4812"/>
                        <a:pt x="201" y="4912"/>
                        <a:pt x="234" y="5046"/>
                      </a:cubicBezTo>
                      <a:cubicBezTo>
                        <a:pt x="367" y="5246"/>
                        <a:pt x="568" y="5379"/>
                        <a:pt x="834" y="5379"/>
                      </a:cubicBezTo>
                      <a:cubicBezTo>
                        <a:pt x="901" y="5379"/>
                        <a:pt x="1001" y="5346"/>
                        <a:pt x="1101" y="5312"/>
                      </a:cubicBezTo>
                      <a:cubicBezTo>
                        <a:pt x="1335" y="5212"/>
                        <a:pt x="1535" y="4946"/>
                        <a:pt x="1635" y="4645"/>
                      </a:cubicBezTo>
                      <a:cubicBezTo>
                        <a:pt x="1702" y="4378"/>
                        <a:pt x="1668" y="4112"/>
                        <a:pt x="1668" y="3845"/>
                      </a:cubicBezTo>
                      <a:cubicBezTo>
                        <a:pt x="1635" y="3578"/>
                        <a:pt x="1635" y="3278"/>
                        <a:pt x="1602" y="3011"/>
                      </a:cubicBezTo>
                      <a:cubicBezTo>
                        <a:pt x="1568" y="2344"/>
                        <a:pt x="1502" y="1643"/>
                        <a:pt x="1535" y="1009"/>
                      </a:cubicBezTo>
                      <a:cubicBezTo>
                        <a:pt x="1535" y="976"/>
                        <a:pt x="1535" y="909"/>
                        <a:pt x="1535" y="876"/>
                      </a:cubicBezTo>
                      <a:cubicBezTo>
                        <a:pt x="1568" y="642"/>
                        <a:pt x="1568" y="409"/>
                        <a:pt x="1335" y="175"/>
                      </a:cubicBezTo>
                      <a:cubicBezTo>
                        <a:pt x="1224" y="65"/>
                        <a:pt x="1045"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069275" y="3197725"/>
                  <a:ext cx="39200" cy="20875"/>
                </a:xfrm>
                <a:custGeom>
                  <a:avLst/>
                  <a:gdLst/>
                  <a:ahLst/>
                  <a:cxnLst/>
                  <a:rect l="l" t="t" r="r" b="b"/>
                  <a:pathLst>
                    <a:path w="1568" h="835" extrusionOk="0">
                      <a:moveTo>
                        <a:pt x="1435" y="1"/>
                      </a:moveTo>
                      <a:cubicBezTo>
                        <a:pt x="1335" y="1"/>
                        <a:pt x="1268" y="67"/>
                        <a:pt x="1268" y="134"/>
                      </a:cubicBezTo>
                      <a:cubicBezTo>
                        <a:pt x="1234" y="268"/>
                        <a:pt x="1168" y="368"/>
                        <a:pt x="1101" y="434"/>
                      </a:cubicBezTo>
                      <a:cubicBezTo>
                        <a:pt x="1001" y="501"/>
                        <a:pt x="901" y="534"/>
                        <a:pt x="834" y="534"/>
                      </a:cubicBezTo>
                      <a:cubicBezTo>
                        <a:pt x="634" y="501"/>
                        <a:pt x="367" y="401"/>
                        <a:pt x="334" y="134"/>
                      </a:cubicBezTo>
                      <a:cubicBezTo>
                        <a:pt x="307" y="80"/>
                        <a:pt x="257" y="25"/>
                        <a:pt x="185" y="25"/>
                      </a:cubicBezTo>
                      <a:cubicBezTo>
                        <a:pt x="169" y="25"/>
                        <a:pt x="152" y="28"/>
                        <a:pt x="134" y="34"/>
                      </a:cubicBezTo>
                      <a:cubicBezTo>
                        <a:pt x="67" y="67"/>
                        <a:pt x="0" y="134"/>
                        <a:pt x="34" y="234"/>
                      </a:cubicBezTo>
                      <a:cubicBezTo>
                        <a:pt x="100" y="568"/>
                        <a:pt x="401" y="801"/>
                        <a:pt x="801" y="835"/>
                      </a:cubicBezTo>
                      <a:lnTo>
                        <a:pt x="868" y="835"/>
                      </a:lnTo>
                      <a:cubicBezTo>
                        <a:pt x="1001" y="835"/>
                        <a:pt x="1168" y="801"/>
                        <a:pt x="1268" y="701"/>
                      </a:cubicBezTo>
                      <a:cubicBezTo>
                        <a:pt x="1435" y="568"/>
                        <a:pt x="1535" y="368"/>
                        <a:pt x="1568" y="168"/>
                      </a:cubicBezTo>
                      <a:cubicBezTo>
                        <a:pt x="1568" y="101"/>
                        <a:pt x="1501" y="34"/>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139325" y="3113300"/>
                  <a:ext cx="41725" cy="134500"/>
                </a:xfrm>
                <a:custGeom>
                  <a:avLst/>
                  <a:gdLst/>
                  <a:ahLst/>
                  <a:cxnLst/>
                  <a:rect l="l" t="t" r="r" b="b"/>
                  <a:pathLst>
                    <a:path w="1669" h="5380" extrusionOk="0">
                      <a:moveTo>
                        <a:pt x="834" y="309"/>
                      </a:moveTo>
                      <a:cubicBezTo>
                        <a:pt x="968" y="309"/>
                        <a:pt x="1068" y="342"/>
                        <a:pt x="1134" y="409"/>
                      </a:cubicBezTo>
                      <a:cubicBezTo>
                        <a:pt x="1234" y="509"/>
                        <a:pt x="1234" y="642"/>
                        <a:pt x="1234" y="876"/>
                      </a:cubicBezTo>
                      <a:cubicBezTo>
                        <a:pt x="1201" y="909"/>
                        <a:pt x="1201" y="943"/>
                        <a:pt x="1201" y="976"/>
                      </a:cubicBezTo>
                      <a:cubicBezTo>
                        <a:pt x="1168" y="1677"/>
                        <a:pt x="1234" y="2344"/>
                        <a:pt x="1301" y="3011"/>
                      </a:cubicBezTo>
                      <a:cubicBezTo>
                        <a:pt x="1301" y="3311"/>
                        <a:pt x="1335" y="3578"/>
                        <a:pt x="1335" y="3878"/>
                      </a:cubicBezTo>
                      <a:cubicBezTo>
                        <a:pt x="1368" y="4112"/>
                        <a:pt x="1368" y="4345"/>
                        <a:pt x="1301" y="4579"/>
                      </a:cubicBezTo>
                      <a:cubicBezTo>
                        <a:pt x="1268" y="4779"/>
                        <a:pt x="1134" y="4946"/>
                        <a:pt x="968" y="5046"/>
                      </a:cubicBezTo>
                      <a:cubicBezTo>
                        <a:pt x="928" y="5053"/>
                        <a:pt x="887" y="5058"/>
                        <a:pt x="846" y="5058"/>
                      </a:cubicBezTo>
                      <a:cubicBezTo>
                        <a:pt x="714" y="5058"/>
                        <a:pt x="585" y="5014"/>
                        <a:pt x="534" y="4912"/>
                      </a:cubicBezTo>
                      <a:cubicBezTo>
                        <a:pt x="501" y="4845"/>
                        <a:pt x="501" y="4745"/>
                        <a:pt x="467" y="4679"/>
                      </a:cubicBezTo>
                      <a:cubicBezTo>
                        <a:pt x="367" y="3478"/>
                        <a:pt x="334" y="2277"/>
                        <a:pt x="334" y="1076"/>
                      </a:cubicBezTo>
                      <a:cubicBezTo>
                        <a:pt x="367" y="843"/>
                        <a:pt x="367" y="642"/>
                        <a:pt x="467" y="509"/>
                      </a:cubicBezTo>
                      <a:cubicBezTo>
                        <a:pt x="534" y="409"/>
                        <a:pt x="667" y="342"/>
                        <a:pt x="801" y="309"/>
                      </a:cubicBezTo>
                      <a:close/>
                      <a:moveTo>
                        <a:pt x="851" y="0"/>
                      </a:moveTo>
                      <a:cubicBezTo>
                        <a:pt x="813" y="0"/>
                        <a:pt x="774" y="3"/>
                        <a:pt x="734" y="9"/>
                      </a:cubicBezTo>
                      <a:cubicBezTo>
                        <a:pt x="534" y="42"/>
                        <a:pt x="334" y="142"/>
                        <a:pt x="200" y="309"/>
                      </a:cubicBezTo>
                      <a:cubicBezTo>
                        <a:pt x="67" y="542"/>
                        <a:pt x="34" y="776"/>
                        <a:pt x="34" y="1043"/>
                      </a:cubicBezTo>
                      <a:cubicBezTo>
                        <a:pt x="0" y="2277"/>
                        <a:pt x="67" y="3511"/>
                        <a:pt x="167" y="4712"/>
                      </a:cubicBezTo>
                      <a:cubicBezTo>
                        <a:pt x="167" y="4812"/>
                        <a:pt x="200" y="4912"/>
                        <a:pt x="234" y="5046"/>
                      </a:cubicBezTo>
                      <a:cubicBezTo>
                        <a:pt x="334" y="5246"/>
                        <a:pt x="567" y="5379"/>
                        <a:pt x="834" y="5379"/>
                      </a:cubicBezTo>
                      <a:cubicBezTo>
                        <a:pt x="901" y="5379"/>
                        <a:pt x="1001" y="5346"/>
                        <a:pt x="1101" y="5312"/>
                      </a:cubicBezTo>
                      <a:cubicBezTo>
                        <a:pt x="1335" y="5212"/>
                        <a:pt x="1535" y="4946"/>
                        <a:pt x="1601" y="4645"/>
                      </a:cubicBezTo>
                      <a:cubicBezTo>
                        <a:pt x="1668" y="4378"/>
                        <a:pt x="1668" y="4112"/>
                        <a:pt x="1668" y="3845"/>
                      </a:cubicBezTo>
                      <a:cubicBezTo>
                        <a:pt x="1635" y="3578"/>
                        <a:pt x="1601" y="3278"/>
                        <a:pt x="1601" y="3011"/>
                      </a:cubicBezTo>
                      <a:cubicBezTo>
                        <a:pt x="1535" y="2344"/>
                        <a:pt x="1501" y="1643"/>
                        <a:pt x="1535" y="1009"/>
                      </a:cubicBezTo>
                      <a:lnTo>
                        <a:pt x="1535" y="876"/>
                      </a:lnTo>
                      <a:cubicBezTo>
                        <a:pt x="1535" y="642"/>
                        <a:pt x="1568" y="409"/>
                        <a:pt x="1335" y="175"/>
                      </a:cubicBezTo>
                      <a:cubicBezTo>
                        <a:pt x="1196" y="65"/>
                        <a:pt x="1035" y="0"/>
                        <a:pt x="8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140975" y="3197725"/>
                  <a:ext cx="39225" cy="20875"/>
                </a:xfrm>
                <a:custGeom>
                  <a:avLst/>
                  <a:gdLst/>
                  <a:ahLst/>
                  <a:cxnLst/>
                  <a:rect l="l" t="t" r="r" b="b"/>
                  <a:pathLst>
                    <a:path w="1569" h="835" extrusionOk="0">
                      <a:moveTo>
                        <a:pt x="1435" y="1"/>
                      </a:moveTo>
                      <a:cubicBezTo>
                        <a:pt x="1335" y="1"/>
                        <a:pt x="1269" y="67"/>
                        <a:pt x="1269" y="134"/>
                      </a:cubicBezTo>
                      <a:cubicBezTo>
                        <a:pt x="1269" y="268"/>
                        <a:pt x="1202" y="368"/>
                        <a:pt x="1102" y="434"/>
                      </a:cubicBezTo>
                      <a:cubicBezTo>
                        <a:pt x="1002" y="501"/>
                        <a:pt x="935" y="534"/>
                        <a:pt x="835" y="534"/>
                      </a:cubicBezTo>
                      <a:cubicBezTo>
                        <a:pt x="635" y="501"/>
                        <a:pt x="401" y="401"/>
                        <a:pt x="335" y="134"/>
                      </a:cubicBezTo>
                      <a:cubicBezTo>
                        <a:pt x="307" y="80"/>
                        <a:pt x="258" y="25"/>
                        <a:pt x="186" y="25"/>
                      </a:cubicBezTo>
                      <a:cubicBezTo>
                        <a:pt x="170" y="25"/>
                        <a:pt x="153" y="28"/>
                        <a:pt x="134" y="34"/>
                      </a:cubicBezTo>
                      <a:cubicBezTo>
                        <a:pt x="68" y="67"/>
                        <a:pt x="1" y="134"/>
                        <a:pt x="34" y="234"/>
                      </a:cubicBezTo>
                      <a:cubicBezTo>
                        <a:pt x="101" y="568"/>
                        <a:pt x="401" y="801"/>
                        <a:pt x="802" y="835"/>
                      </a:cubicBezTo>
                      <a:lnTo>
                        <a:pt x="868" y="835"/>
                      </a:lnTo>
                      <a:cubicBezTo>
                        <a:pt x="1002" y="835"/>
                        <a:pt x="1168" y="801"/>
                        <a:pt x="1302" y="701"/>
                      </a:cubicBezTo>
                      <a:cubicBezTo>
                        <a:pt x="1435" y="568"/>
                        <a:pt x="1569" y="368"/>
                        <a:pt x="1569" y="168"/>
                      </a:cubicBezTo>
                      <a:cubicBezTo>
                        <a:pt x="1569" y="101"/>
                        <a:pt x="1535" y="34"/>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086775" y="2865800"/>
                  <a:ext cx="55900" cy="65100"/>
                </a:xfrm>
                <a:custGeom>
                  <a:avLst/>
                  <a:gdLst/>
                  <a:ahLst/>
                  <a:cxnLst/>
                  <a:rect l="l" t="t" r="r" b="b"/>
                  <a:pathLst>
                    <a:path w="2236" h="2604" extrusionOk="0">
                      <a:moveTo>
                        <a:pt x="1135" y="335"/>
                      </a:moveTo>
                      <a:cubicBezTo>
                        <a:pt x="1235" y="402"/>
                        <a:pt x="1435" y="669"/>
                        <a:pt x="1602" y="1069"/>
                      </a:cubicBezTo>
                      <a:cubicBezTo>
                        <a:pt x="1769" y="1503"/>
                        <a:pt x="1802" y="1903"/>
                        <a:pt x="1669" y="2070"/>
                      </a:cubicBezTo>
                      <a:cubicBezTo>
                        <a:pt x="1602" y="2170"/>
                        <a:pt x="1468" y="2270"/>
                        <a:pt x="1302" y="2270"/>
                      </a:cubicBezTo>
                      <a:cubicBezTo>
                        <a:pt x="1247" y="2278"/>
                        <a:pt x="1190" y="2282"/>
                        <a:pt x="1132" y="2282"/>
                      </a:cubicBezTo>
                      <a:cubicBezTo>
                        <a:pt x="948" y="2282"/>
                        <a:pt x="762" y="2238"/>
                        <a:pt x="635" y="2136"/>
                      </a:cubicBezTo>
                      <a:cubicBezTo>
                        <a:pt x="501" y="2036"/>
                        <a:pt x="468" y="1903"/>
                        <a:pt x="468" y="1736"/>
                      </a:cubicBezTo>
                      <a:cubicBezTo>
                        <a:pt x="468" y="1202"/>
                        <a:pt x="968" y="502"/>
                        <a:pt x="1135" y="335"/>
                      </a:cubicBezTo>
                      <a:close/>
                      <a:moveTo>
                        <a:pt x="1120" y="1"/>
                      </a:moveTo>
                      <a:cubicBezTo>
                        <a:pt x="851" y="1"/>
                        <a:pt x="399" y="840"/>
                        <a:pt x="301" y="1069"/>
                      </a:cubicBezTo>
                      <a:cubicBezTo>
                        <a:pt x="1" y="1836"/>
                        <a:pt x="201" y="2203"/>
                        <a:pt x="434" y="2370"/>
                      </a:cubicBezTo>
                      <a:cubicBezTo>
                        <a:pt x="635" y="2537"/>
                        <a:pt x="901" y="2603"/>
                        <a:pt x="1168" y="2603"/>
                      </a:cubicBezTo>
                      <a:lnTo>
                        <a:pt x="1335" y="2603"/>
                      </a:lnTo>
                      <a:cubicBezTo>
                        <a:pt x="1569" y="2570"/>
                        <a:pt x="1802" y="2437"/>
                        <a:pt x="1902" y="2270"/>
                      </a:cubicBezTo>
                      <a:cubicBezTo>
                        <a:pt x="2236" y="1870"/>
                        <a:pt x="1969" y="1169"/>
                        <a:pt x="1869" y="869"/>
                      </a:cubicBezTo>
                      <a:cubicBezTo>
                        <a:pt x="1702" y="502"/>
                        <a:pt x="1402" y="35"/>
                        <a:pt x="1135" y="2"/>
                      </a:cubicBezTo>
                      <a:cubicBezTo>
                        <a:pt x="1130" y="1"/>
                        <a:pt x="1125" y="1"/>
                        <a:pt x="1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1095125" y="2922525"/>
                  <a:ext cx="26700" cy="229375"/>
                </a:xfrm>
                <a:custGeom>
                  <a:avLst/>
                  <a:gdLst/>
                  <a:ahLst/>
                  <a:cxnLst/>
                  <a:rect l="l" t="t" r="r" b="b"/>
                  <a:pathLst>
                    <a:path w="1068" h="9175" extrusionOk="0">
                      <a:moveTo>
                        <a:pt x="634" y="1"/>
                      </a:moveTo>
                      <a:cubicBezTo>
                        <a:pt x="534" y="1"/>
                        <a:pt x="467" y="68"/>
                        <a:pt x="467" y="168"/>
                      </a:cubicBezTo>
                      <a:cubicBezTo>
                        <a:pt x="0" y="6772"/>
                        <a:pt x="100" y="7239"/>
                        <a:pt x="301" y="7440"/>
                      </a:cubicBezTo>
                      <a:cubicBezTo>
                        <a:pt x="401" y="7506"/>
                        <a:pt x="534" y="7506"/>
                        <a:pt x="601" y="7506"/>
                      </a:cubicBezTo>
                      <a:cubicBezTo>
                        <a:pt x="601" y="7473"/>
                        <a:pt x="634" y="7473"/>
                        <a:pt x="634" y="7473"/>
                      </a:cubicBezTo>
                      <a:lnTo>
                        <a:pt x="634" y="7473"/>
                      </a:lnTo>
                      <a:cubicBezTo>
                        <a:pt x="701" y="7706"/>
                        <a:pt x="734" y="8640"/>
                        <a:pt x="501" y="8841"/>
                      </a:cubicBezTo>
                      <a:cubicBezTo>
                        <a:pt x="501" y="8860"/>
                        <a:pt x="490" y="8879"/>
                        <a:pt x="454" y="8879"/>
                      </a:cubicBezTo>
                      <a:cubicBezTo>
                        <a:pt x="429" y="8879"/>
                        <a:pt x="390" y="8869"/>
                        <a:pt x="334" y="8841"/>
                      </a:cubicBezTo>
                      <a:cubicBezTo>
                        <a:pt x="308" y="8815"/>
                        <a:pt x="278" y="8804"/>
                        <a:pt x="248" y="8804"/>
                      </a:cubicBezTo>
                      <a:cubicBezTo>
                        <a:pt x="200" y="8804"/>
                        <a:pt x="154" y="8833"/>
                        <a:pt x="134" y="8874"/>
                      </a:cubicBezTo>
                      <a:cubicBezTo>
                        <a:pt x="67" y="8941"/>
                        <a:pt x="100" y="9041"/>
                        <a:pt x="167" y="9107"/>
                      </a:cubicBezTo>
                      <a:cubicBezTo>
                        <a:pt x="267" y="9141"/>
                        <a:pt x="367" y="9174"/>
                        <a:pt x="467" y="9174"/>
                      </a:cubicBezTo>
                      <a:cubicBezTo>
                        <a:pt x="601" y="9174"/>
                        <a:pt x="701" y="9107"/>
                        <a:pt x="801" y="9007"/>
                      </a:cubicBezTo>
                      <a:cubicBezTo>
                        <a:pt x="1068" y="8607"/>
                        <a:pt x="1034" y="7406"/>
                        <a:pt x="868" y="7239"/>
                      </a:cubicBezTo>
                      <a:cubicBezTo>
                        <a:pt x="788" y="7179"/>
                        <a:pt x="707" y="7167"/>
                        <a:pt x="642" y="7167"/>
                      </a:cubicBezTo>
                      <a:cubicBezTo>
                        <a:pt x="598" y="7167"/>
                        <a:pt x="561" y="7173"/>
                        <a:pt x="534" y="7173"/>
                      </a:cubicBezTo>
                      <a:cubicBezTo>
                        <a:pt x="534" y="7173"/>
                        <a:pt x="534" y="7173"/>
                        <a:pt x="534" y="7206"/>
                      </a:cubicBezTo>
                      <a:cubicBezTo>
                        <a:pt x="334" y="6872"/>
                        <a:pt x="534" y="3470"/>
                        <a:pt x="768" y="168"/>
                      </a:cubicBezTo>
                      <a:cubicBezTo>
                        <a:pt x="801" y="101"/>
                        <a:pt x="734" y="1"/>
                        <a:pt x="6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118475" y="2921700"/>
                  <a:ext cx="31700" cy="228525"/>
                </a:xfrm>
                <a:custGeom>
                  <a:avLst/>
                  <a:gdLst/>
                  <a:ahLst/>
                  <a:cxnLst/>
                  <a:rect l="l" t="t" r="r" b="b"/>
                  <a:pathLst>
                    <a:path w="1268" h="9141" extrusionOk="0">
                      <a:moveTo>
                        <a:pt x="167" y="1"/>
                      </a:moveTo>
                      <a:cubicBezTo>
                        <a:pt x="67" y="34"/>
                        <a:pt x="0" y="101"/>
                        <a:pt x="0" y="167"/>
                      </a:cubicBezTo>
                      <a:cubicBezTo>
                        <a:pt x="234" y="3503"/>
                        <a:pt x="567" y="5204"/>
                        <a:pt x="734" y="6105"/>
                      </a:cubicBezTo>
                      <a:cubicBezTo>
                        <a:pt x="901" y="7039"/>
                        <a:pt x="901" y="7072"/>
                        <a:pt x="701" y="7172"/>
                      </a:cubicBezTo>
                      <a:cubicBezTo>
                        <a:pt x="301" y="7406"/>
                        <a:pt x="301" y="8340"/>
                        <a:pt x="501" y="8807"/>
                      </a:cubicBezTo>
                      <a:cubicBezTo>
                        <a:pt x="634" y="9074"/>
                        <a:pt x="801" y="9140"/>
                        <a:pt x="934" y="9140"/>
                      </a:cubicBezTo>
                      <a:cubicBezTo>
                        <a:pt x="1001" y="9140"/>
                        <a:pt x="1034" y="9140"/>
                        <a:pt x="1068" y="9107"/>
                      </a:cubicBezTo>
                      <a:cubicBezTo>
                        <a:pt x="1168" y="9107"/>
                        <a:pt x="1201" y="9007"/>
                        <a:pt x="1168" y="8907"/>
                      </a:cubicBezTo>
                      <a:cubicBezTo>
                        <a:pt x="1134" y="8840"/>
                        <a:pt x="1068" y="8807"/>
                        <a:pt x="968" y="8807"/>
                      </a:cubicBezTo>
                      <a:cubicBezTo>
                        <a:pt x="959" y="8811"/>
                        <a:pt x="949" y="8813"/>
                        <a:pt x="940" y="8813"/>
                      </a:cubicBezTo>
                      <a:cubicBezTo>
                        <a:pt x="883" y="8813"/>
                        <a:pt x="830" y="8731"/>
                        <a:pt x="801" y="8673"/>
                      </a:cubicBezTo>
                      <a:cubicBezTo>
                        <a:pt x="634" y="8273"/>
                        <a:pt x="667" y="7539"/>
                        <a:pt x="834" y="7439"/>
                      </a:cubicBezTo>
                      <a:cubicBezTo>
                        <a:pt x="1268" y="7206"/>
                        <a:pt x="1201" y="6939"/>
                        <a:pt x="1034" y="6072"/>
                      </a:cubicBezTo>
                      <a:cubicBezTo>
                        <a:pt x="868" y="5171"/>
                        <a:pt x="534" y="3470"/>
                        <a:pt x="334" y="167"/>
                      </a:cubicBezTo>
                      <a:cubicBezTo>
                        <a:pt x="334"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1100125" y="3198225"/>
                  <a:ext cx="50050" cy="21225"/>
                </a:xfrm>
                <a:custGeom>
                  <a:avLst/>
                  <a:gdLst/>
                  <a:ahLst/>
                  <a:cxnLst/>
                  <a:rect l="l" t="t" r="r" b="b"/>
                  <a:pathLst>
                    <a:path w="2002" h="849" extrusionOk="0">
                      <a:moveTo>
                        <a:pt x="1801" y="1"/>
                      </a:moveTo>
                      <a:cubicBezTo>
                        <a:pt x="1759" y="1"/>
                        <a:pt x="1720" y="26"/>
                        <a:pt x="1702" y="81"/>
                      </a:cubicBezTo>
                      <a:cubicBezTo>
                        <a:pt x="1502" y="348"/>
                        <a:pt x="1301" y="514"/>
                        <a:pt x="1068" y="548"/>
                      </a:cubicBezTo>
                      <a:cubicBezTo>
                        <a:pt x="868" y="548"/>
                        <a:pt x="601" y="448"/>
                        <a:pt x="301" y="181"/>
                      </a:cubicBezTo>
                      <a:cubicBezTo>
                        <a:pt x="267" y="148"/>
                        <a:pt x="226" y="131"/>
                        <a:pt x="184" y="131"/>
                      </a:cubicBezTo>
                      <a:cubicBezTo>
                        <a:pt x="142" y="131"/>
                        <a:pt x="101" y="148"/>
                        <a:pt x="67" y="181"/>
                      </a:cubicBezTo>
                      <a:cubicBezTo>
                        <a:pt x="0" y="248"/>
                        <a:pt x="0" y="348"/>
                        <a:pt x="67" y="414"/>
                      </a:cubicBezTo>
                      <a:cubicBezTo>
                        <a:pt x="434" y="715"/>
                        <a:pt x="734" y="848"/>
                        <a:pt x="1001" y="848"/>
                      </a:cubicBezTo>
                      <a:lnTo>
                        <a:pt x="1101" y="848"/>
                      </a:lnTo>
                      <a:cubicBezTo>
                        <a:pt x="1401" y="815"/>
                        <a:pt x="1702" y="615"/>
                        <a:pt x="1935" y="248"/>
                      </a:cubicBezTo>
                      <a:cubicBezTo>
                        <a:pt x="2002" y="181"/>
                        <a:pt x="1969" y="81"/>
                        <a:pt x="1902" y="47"/>
                      </a:cubicBezTo>
                      <a:cubicBezTo>
                        <a:pt x="1872" y="17"/>
                        <a:pt x="1835" y="1"/>
                        <a:pt x="1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1065100" y="2865500"/>
                  <a:ext cx="97600" cy="105425"/>
                </a:xfrm>
                <a:custGeom>
                  <a:avLst/>
                  <a:gdLst/>
                  <a:ahLst/>
                  <a:cxnLst/>
                  <a:rect l="l" t="t" r="r" b="b"/>
                  <a:pathLst>
                    <a:path w="3904" h="4217" extrusionOk="0">
                      <a:moveTo>
                        <a:pt x="2095" y="0"/>
                      </a:moveTo>
                      <a:cubicBezTo>
                        <a:pt x="1814" y="0"/>
                        <a:pt x="1519" y="120"/>
                        <a:pt x="1235" y="347"/>
                      </a:cubicBezTo>
                      <a:cubicBezTo>
                        <a:pt x="401" y="1048"/>
                        <a:pt x="0" y="2082"/>
                        <a:pt x="301" y="3016"/>
                      </a:cubicBezTo>
                      <a:cubicBezTo>
                        <a:pt x="501" y="3683"/>
                        <a:pt x="1035" y="4117"/>
                        <a:pt x="1702" y="4217"/>
                      </a:cubicBezTo>
                      <a:cubicBezTo>
                        <a:pt x="1802" y="4217"/>
                        <a:pt x="1868" y="4150"/>
                        <a:pt x="1868" y="4083"/>
                      </a:cubicBezTo>
                      <a:cubicBezTo>
                        <a:pt x="1868" y="3983"/>
                        <a:pt x="1802" y="3916"/>
                        <a:pt x="1735" y="3883"/>
                      </a:cubicBezTo>
                      <a:cubicBezTo>
                        <a:pt x="1168" y="3850"/>
                        <a:pt x="768" y="3483"/>
                        <a:pt x="601" y="2916"/>
                      </a:cubicBezTo>
                      <a:cubicBezTo>
                        <a:pt x="401" y="2315"/>
                        <a:pt x="534" y="1348"/>
                        <a:pt x="1435" y="581"/>
                      </a:cubicBezTo>
                      <a:cubicBezTo>
                        <a:pt x="1672" y="403"/>
                        <a:pt x="1898" y="307"/>
                        <a:pt x="2111" y="307"/>
                      </a:cubicBezTo>
                      <a:cubicBezTo>
                        <a:pt x="2258" y="307"/>
                        <a:pt x="2400" y="352"/>
                        <a:pt x="2536" y="447"/>
                      </a:cubicBezTo>
                      <a:cubicBezTo>
                        <a:pt x="3169" y="914"/>
                        <a:pt x="3570" y="2315"/>
                        <a:pt x="3303" y="3183"/>
                      </a:cubicBezTo>
                      <a:cubicBezTo>
                        <a:pt x="3136" y="3616"/>
                        <a:pt x="2869" y="3850"/>
                        <a:pt x="2436" y="3850"/>
                      </a:cubicBezTo>
                      <a:cubicBezTo>
                        <a:pt x="2418" y="3844"/>
                        <a:pt x="2401" y="3841"/>
                        <a:pt x="2386" y="3841"/>
                      </a:cubicBezTo>
                      <a:cubicBezTo>
                        <a:pt x="2314" y="3841"/>
                        <a:pt x="2269" y="3901"/>
                        <a:pt x="2269" y="3983"/>
                      </a:cubicBezTo>
                      <a:cubicBezTo>
                        <a:pt x="2269" y="4083"/>
                        <a:pt x="2335" y="4150"/>
                        <a:pt x="2436" y="4150"/>
                      </a:cubicBezTo>
                      <a:cubicBezTo>
                        <a:pt x="2969" y="4150"/>
                        <a:pt x="3403" y="3850"/>
                        <a:pt x="3570" y="3283"/>
                      </a:cubicBezTo>
                      <a:cubicBezTo>
                        <a:pt x="3903" y="2249"/>
                        <a:pt x="3470" y="747"/>
                        <a:pt x="2702" y="214"/>
                      </a:cubicBezTo>
                      <a:cubicBezTo>
                        <a:pt x="2515" y="70"/>
                        <a:pt x="2309" y="0"/>
                        <a:pt x="2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765600" y="3113300"/>
                  <a:ext cx="41725" cy="134500"/>
                </a:xfrm>
                <a:custGeom>
                  <a:avLst/>
                  <a:gdLst/>
                  <a:ahLst/>
                  <a:cxnLst/>
                  <a:rect l="l" t="t" r="r" b="b"/>
                  <a:pathLst>
                    <a:path w="1669" h="5380" extrusionOk="0">
                      <a:moveTo>
                        <a:pt x="868" y="309"/>
                      </a:moveTo>
                      <a:cubicBezTo>
                        <a:pt x="868" y="309"/>
                        <a:pt x="901" y="309"/>
                        <a:pt x="901" y="342"/>
                      </a:cubicBezTo>
                      <a:cubicBezTo>
                        <a:pt x="1035" y="342"/>
                        <a:pt x="1168" y="409"/>
                        <a:pt x="1235" y="509"/>
                      </a:cubicBezTo>
                      <a:cubicBezTo>
                        <a:pt x="1335" y="642"/>
                        <a:pt x="1335" y="843"/>
                        <a:pt x="1335" y="1076"/>
                      </a:cubicBezTo>
                      <a:cubicBezTo>
                        <a:pt x="1368" y="2277"/>
                        <a:pt x="1335" y="3478"/>
                        <a:pt x="1201" y="4679"/>
                      </a:cubicBezTo>
                      <a:cubicBezTo>
                        <a:pt x="1201" y="4745"/>
                        <a:pt x="1201" y="4845"/>
                        <a:pt x="1168" y="4912"/>
                      </a:cubicBezTo>
                      <a:cubicBezTo>
                        <a:pt x="1119" y="5010"/>
                        <a:pt x="981" y="5072"/>
                        <a:pt x="858" y="5072"/>
                      </a:cubicBezTo>
                      <a:cubicBezTo>
                        <a:pt x="813" y="5072"/>
                        <a:pt x="770" y="5063"/>
                        <a:pt x="734" y="5046"/>
                      </a:cubicBezTo>
                      <a:cubicBezTo>
                        <a:pt x="568" y="4979"/>
                        <a:pt x="434" y="4779"/>
                        <a:pt x="367" y="4579"/>
                      </a:cubicBezTo>
                      <a:cubicBezTo>
                        <a:pt x="334" y="4345"/>
                        <a:pt x="334" y="4112"/>
                        <a:pt x="367" y="3878"/>
                      </a:cubicBezTo>
                      <a:cubicBezTo>
                        <a:pt x="367" y="3578"/>
                        <a:pt x="401" y="3311"/>
                        <a:pt x="401" y="3011"/>
                      </a:cubicBezTo>
                      <a:cubicBezTo>
                        <a:pt x="467" y="2344"/>
                        <a:pt x="501" y="1677"/>
                        <a:pt x="501" y="1009"/>
                      </a:cubicBezTo>
                      <a:cubicBezTo>
                        <a:pt x="501" y="943"/>
                        <a:pt x="467" y="909"/>
                        <a:pt x="467" y="876"/>
                      </a:cubicBezTo>
                      <a:cubicBezTo>
                        <a:pt x="467" y="642"/>
                        <a:pt x="467" y="542"/>
                        <a:pt x="568" y="409"/>
                      </a:cubicBezTo>
                      <a:cubicBezTo>
                        <a:pt x="634" y="342"/>
                        <a:pt x="734" y="309"/>
                        <a:pt x="868" y="309"/>
                      </a:cubicBezTo>
                      <a:close/>
                      <a:moveTo>
                        <a:pt x="829" y="0"/>
                      </a:moveTo>
                      <a:cubicBezTo>
                        <a:pt x="657" y="0"/>
                        <a:pt x="478" y="65"/>
                        <a:pt x="367" y="175"/>
                      </a:cubicBezTo>
                      <a:cubicBezTo>
                        <a:pt x="134" y="409"/>
                        <a:pt x="134" y="642"/>
                        <a:pt x="167" y="876"/>
                      </a:cubicBezTo>
                      <a:lnTo>
                        <a:pt x="167" y="1009"/>
                      </a:lnTo>
                      <a:cubicBezTo>
                        <a:pt x="201" y="1643"/>
                        <a:pt x="134" y="2344"/>
                        <a:pt x="101" y="3011"/>
                      </a:cubicBezTo>
                      <a:cubicBezTo>
                        <a:pt x="67" y="3278"/>
                        <a:pt x="67" y="3578"/>
                        <a:pt x="34" y="3845"/>
                      </a:cubicBezTo>
                      <a:cubicBezTo>
                        <a:pt x="34" y="4112"/>
                        <a:pt x="0" y="4378"/>
                        <a:pt x="67" y="4645"/>
                      </a:cubicBezTo>
                      <a:cubicBezTo>
                        <a:pt x="167" y="4946"/>
                        <a:pt x="367" y="5212"/>
                        <a:pt x="601" y="5312"/>
                      </a:cubicBezTo>
                      <a:cubicBezTo>
                        <a:pt x="701" y="5346"/>
                        <a:pt x="801" y="5379"/>
                        <a:pt x="868" y="5379"/>
                      </a:cubicBezTo>
                      <a:cubicBezTo>
                        <a:pt x="1135" y="5379"/>
                        <a:pt x="1335" y="5246"/>
                        <a:pt x="1435" y="5046"/>
                      </a:cubicBezTo>
                      <a:cubicBezTo>
                        <a:pt x="1502" y="4912"/>
                        <a:pt x="1502" y="4812"/>
                        <a:pt x="1535" y="4712"/>
                      </a:cubicBezTo>
                      <a:cubicBezTo>
                        <a:pt x="1635" y="3511"/>
                        <a:pt x="1668" y="2277"/>
                        <a:pt x="1668" y="1076"/>
                      </a:cubicBezTo>
                      <a:cubicBezTo>
                        <a:pt x="1668" y="776"/>
                        <a:pt x="1635" y="542"/>
                        <a:pt x="1468" y="309"/>
                      </a:cubicBezTo>
                      <a:cubicBezTo>
                        <a:pt x="1368" y="142"/>
                        <a:pt x="1168" y="42"/>
                        <a:pt x="934" y="9"/>
                      </a:cubicBezTo>
                      <a:cubicBezTo>
                        <a:pt x="900" y="3"/>
                        <a:pt x="865" y="0"/>
                        <a:pt x="8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766425" y="3197725"/>
                  <a:ext cx="40050" cy="20875"/>
                </a:xfrm>
                <a:custGeom>
                  <a:avLst/>
                  <a:gdLst/>
                  <a:ahLst/>
                  <a:cxnLst/>
                  <a:rect l="l" t="t" r="r" b="b"/>
                  <a:pathLst>
                    <a:path w="1602" h="835" extrusionOk="0">
                      <a:moveTo>
                        <a:pt x="168" y="1"/>
                      </a:moveTo>
                      <a:cubicBezTo>
                        <a:pt x="68" y="1"/>
                        <a:pt x="1" y="101"/>
                        <a:pt x="34" y="168"/>
                      </a:cubicBezTo>
                      <a:cubicBezTo>
                        <a:pt x="34" y="368"/>
                        <a:pt x="134" y="568"/>
                        <a:pt x="301" y="701"/>
                      </a:cubicBezTo>
                      <a:cubicBezTo>
                        <a:pt x="434" y="801"/>
                        <a:pt x="601" y="835"/>
                        <a:pt x="735" y="835"/>
                      </a:cubicBezTo>
                      <a:lnTo>
                        <a:pt x="801" y="835"/>
                      </a:lnTo>
                      <a:cubicBezTo>
                        <a:pt x="1202" y="801"/>
                        <a:pt x="1502" y="534"/>
                        <a:pt x="1569" y="201"/>
                      </a:cubicBezTo>
                      <a:cubicBezTo>
                        <a:pt x="1602" y="134"/>
                        <a:pt x="1535" y="34"/>
                        <a:pt x="1469" y="34"/>
                      </a:cubicBezTo>
                      <a:cubicBezTo>
                        <a:pt x="1450" y="28"/>
                        <a:pt x="1433" y="25"/>
                        <a:pt x="1417" y="25"/>
                      </a:cubicBezTo>
                      <a:cubicBezTo>
                        <a:pt x="1345" y="25"/>
                        <a:pt x="1296" y="80"/>
                        <a:pt x="1268" y="134"/>
                      </a:cubicBezTo>
                      <a:cubicBezTo>
                        <a:pt x="1202" y="401"/>
                        <a:pt x="968" y="501"/>
                        <a:pt x="768" y="534"/>
                      </a:cubicBezTo>
                      <a:cubicBezTo>
                        <a:pt x="668" y="534"/>
                        <a:pt x="601" y="501"/>
                        <a:pt x="501" y="434"/>
                      </a:cubicBezTo>
                      <a:cubicBezTo>
                        <a:pt x="401" y="368"/>
                        <a:pt x="334" y="268"/>
                        <a:pt x="334" y="134"/>
                      </a:cubicBezTo>
                      <a:cubicBezTo>
                        <a:pt x="334" y="67"/>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693875" y="3113300"/>
                  <a:ext cx="42550" cy="134500"/>
                </a:xfrm>
                <a:custGeom>
                  <a:avLst/>
                  <a:gdLst/>
                  <a:ahLst/>
                  <a:cxnLst/>
                  <a:rect l="l" t="t" r="r" b="b"/>
                  <a:pathLst>
                    <a:path w="1702" h="5380" extrusionOk="0">
                      <a:moveTo>
                        <a:pt x="868" y="309"/>
                      </a:moveTo>
                      <a:cubicBezTo>
                        <a:pt x="868" y="309"/>
                        <a:pt x="901" y="309"/>
                        <a:pt x="901" y="342"/>
                      </a:cubicBezTo>
                      <a:cubicBezTo>
                        <a:pt x="1035" y="342"/>
                        <a:pt x="1168" y="409"/>
                        <a:pt x="1235" y="509"/>
                      </a:cubicBezTo>
                      <a:cubicBezTo>
                        <a:pt x="1335" y="642"/>
                        <a:pt x="1335" y="843"/>
                        <a:pt x="1335" y="1076"/>
                      </a:cubicBezTo>
                      <a:cubicBezTo>
                        <a:pt x="1368" y="2277"/>
                        <a:pt x="1335" y="3478"/>
                        <a:pt x="1202" y="4679"/>
                      </a:cubicBezTo>
                      <a:cubicBezTo>
                        <a:pt x="1202" y="4745"/>
                        <a:pt x="1202" y="4845"/>
                        <a:pt x="1168" y="4912"/>
                      </a:cubicBezTo>
                      <a:cubicBezTo>
                        <a:pt x="1119" y="5010"/>
                        <a:pt x="981" y="5072"/>
                        <a:pt x="858" y="5072"/>
                      </a:cubicBezTo>
                      <a:cubicBezTo>
                        <a:pt x="813" y="5072"/>
                        <a:pt x="770" y="5063"/>
                        <a:pt x="735" y="5046"/>
                      </a:cubicBezTo>
                      <a:cubicBezTo>
                        <a:pt x="568" y="4979"/>
                        <a:pt x="434" y="4779"/>
                        <a:pt x="368" y="4579"/>
                      </a:cubicBezTo>
                      <a:cubicBezTo>
                        <a:pt x="334" y="4345"/>
                        <a:pt x="334" y="4112"/>
                        <a:pt x="368" y="3878"/>
                      </a:cubicBezTo>
                      <a:cubicBezTo>
                        <a:pt x="368" y="3578"/>
                        <a:pt x="401" y="3311"/>
                        <a:pt x="401" y="3011"/>
                      </a:cubicBezTo>
                      <a:cubicBezTo>
                        <a:pt x="468" y="2344"/>
                        <a:pt x="501" y="1677"/>
                        <a:pt x="501" y="1009"/>
                      </a:cubicBezTo>
                      <a:cubicBezTo>
                        <a:pt x="501" y="943"/>
                        <a:pt x="468" y="909"/>
                        <a:pt x="468" y="876"/>
                      </a:cubicBezTo>
                      <a:cubicBezTo>
                        <a:pt x="468" y="642"/>
                        <a:pt x="468" y="542"/>
                        <a:pt x="568" y="409"/>
                      </a:cubicBezTo>
                      <a:cubicBezTo>
                        <a:pt x="635" y="342"/>
                        <a:pt x="735" y="309"/>
                        <a:pt x="868" y="309"/>
                      </a:cubicBezTo>
                      <a:close/>
                      <a:moveTo>
                        <a:pt x="829" y="0"/>
                      </a:moveTo>
                      <a:cubicBezTo>
                        <a:pt x="657" y="0"/>
                        <a:pt x="478" y="65"/>
                        <a:pt x="368" y="175"/>
                      </a:cubicBezTo>
                      <a:cubicBezTo>
                        <a:pt x="134" y="409"/>
                        <a:pt x="134" y="642"/>
                        <a:pt x="168" y="876"/>
                      </a:cubicBezTo>
                      <a:cubicBezTo>
                        <a:pt x="168" y="909"/>
                        <a:pt x="168" y="976"/>
                        <a:pt x="168" y="1009"/>
                      </a:cubicBezTo>
                      <a:cubicBezTo>
                        <a:pt x="201" y="1643"/>
                        <a:pt x="168" y="2344"/>
                        <a:pt x="101" y="3011"/>
                      </a:cubicBezTo>
                      <a:cubicBezTo>
                        <a:pt x="67" y="3278"/>
                        <a:pt x="67" y="3578"/>
                        <a:pt x="34" y="3845"/>
                      </a:cubicBezTo>
                      <a:cubicBezTo>
                        <a:pt x="34" y="4112"/>
                        <a:pt x="1" y="4378"/>
                        <a:pt x="67" y="4645"/>
                      </a:cubicBezTo>
                      <a:cubicBezTo>
                        <a:pt x="168" y="4946"/>
                        <a:pt x="368" y="5212"/>
                        <a:pt x="601" y="5312"/>
                      </a:cubicBezTo>
                      <a:cubicBezTo>
                        <a:pt x="701" y="5346"/>
                        <a:pt x="801" y="5379"/>
                        <a:pt x="868" y="5379"/>
                      </a:cubicBezTo>
                      <a:cubicBezTo>
                        <a:pt x="1135" y="5379"/>
                        <a:pt x="1335" y="5246"/>
                        <a:pt x="1468" y="5046"/>
                      </a:cubicBezTo>
                      <a:cubicBezTo>
                        <a:pt x="1502" y="4912"/>
                        <a:pt x="1535" y="4812"/>
                        <a:pt x="1535" y="4712"/>
                      </a:cubicBezTo>
                      <a:cubicBezTo>
                        <a:pt x="1635" y="3511"/>
                        <a:pt x="1702" y="2277"/>
                        <a:pt x="1669" y="1076"/>
                      </a:cubicBezTo>
                      <a:cubicBezTo>
                        <a:pt x="1669" y="776"/>
                        <a:pt x="1635" y="542"/>
                        <a:pt x="1502" y="309"/>
                      </a:cubicBezTo>
                      <a:cubicBezTo>
                        <a:pt x="1368" y="142"/>
                        <a:pt x="1168" y="42"/>
                        <a:pt x="935" y="9"/>
                      </a:cubicBezTo>
                      <a:cubicBezTo>
                        <a:pt x="900" y="3"/>
                        <a:pt x="865" y="0"/>
                        <a:pt x="8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695550" y="3197725"/>
                  <a:ext cx="39225" cy="20875"/>
                </a:xfrm>
                <a:custGeom>
                  <a:avLst/>
                  <a:gdLst/>
                  <a:ahLst/>
                  <a:cxnLst/>
                  <a:rect l="l" t="t" r="r" b="b"/>
                  <a:pathLst>
                    <a:path w="1569" h="835" extrusionOk="0">
                      <a:moveTo>
                        <a:pt x="134" y="1"/>
                      </a:moveTo>
                      <a:cubicBezTo>
                        <a:pt x="34" y="1"/>
                        <a:pt x="0" y="101"/>
                        <a:pt x="0" y="168"/>
                      </a:cubicBezTo>
                      <a:cubicBezTo>
                        <a:pt x="0" y="368"/>
                        <a:pt x="134" y="568"/>
                        <a:pt x="267" y="668"/>
                      </a:cubicBezTo>
                      <a:cubicBezTo>
                        <a:pt x="401" y="801"/>
                        <a:pt x="568" y="835"/>
                        <a:pt x="701" y="835"/>
                      </a:cubicBezTo>
                      <a:lnTo>
                        <a:pt x="768" y="835"/>
                      </a:lnTo>
                      <a:cubicBezTo>
                        <a:pt x="1168" y="768"/>
                        <a:pt x="1468" y="534"/>
                        <a:pt x="1535" y="201"/>
                      </a:cubicBezTo>
                      <a:cubicBezTo>
                        <a:pt x="1568" y="134"/>
                        <a:pt x="1502" y="34"/>
                        <a:pt x="1435" y="34"/>
                      </a:cubicBezTo>
                      <a:cubicBezTo>
                        <a:pt x="1416" y="28"/>
                        <a:pt x="1399" y="25"/>
                        <a:pt x="1383" y="25"/>
                      </a:cubicBezTo>
                      <a:cubicBezTo>
                        <a:pt x="1311" y="25"/>
                        <a:pt x="1262" y="80"/>
                        <a:pt x="1235" y="134"/>
                      </a:cubicBezTo>
                      <a:cubicBezTo>
                        <a:pt x="1168" y="368"/>
                        <a:pt x="934" y="501"/>
                        <a:pt x="734" y="534"/>
                      </a:cubicBezTo>
                      <a:cubicBezTo>
                        <a:pt x="634" y="534"/>
                        <a:pt x="568" y="501"/>
                        <a:pt x="467" y="434"/>
                      </a:cubicBezTo>
                      <a:cubicBezTo>
                        <a:pt x="367" y="368"/>
                        <a:pt x="301" y="234"/>
                        <a:pt x="301" y="134"/>
                      </a:cubicBezTo>
                      <a:cubicBezTo>
                        <a:pt x="301" y="67"/>
                        <a:pt x="234" y="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733075" y="2865825"/>
                  <a:ext cx="55900" cy="65075"/>
                </a:xfrm>
                <a:custGeom>
                  <a:avLst/>
                  <a:gdLst/>
                  <a:ahLst/>
                  <a:cxnLst/>
                  <a:rect l="l" t="t" r="r" b="b"/>
                  <a:pathLst>
                    <a:path w="2236" h="2603" extrusionOk="0">
                      <a:moveTo>
                        <a:pt x="1101" y="334"/>
                      </a:moveTo>
                      <a:cubicBezTo>
                        <a:pt x="1268" y="501"/>
                        <a:pt x="1768" y="1201"/>
                        <a:pt x="1768" y="1735"/>
                      </a:cubicBezTo>
                      <a:cubicBezTo>
                        <a:pt x="1768" y="1902"/>
                        <a:pt x="1735" y="2035"/>
                        <a:pt x="1602" y="2135"/>
                      </a:cubicBezTo>
                      <a:cubicBezTo>
                        <a:pt x="1474" y="2237"/>
                        <a:pt x="1288" y="2281"/>
                        <a:pt x="1104" y="2281"/>
                      </a:cubicBezTo>
                      <a:cubicBezTo>
                        <a:pt x="1047" y="2281"/>
                        <a:pt x="990" y="2277"/>
                        <a:pt x="935" y="2269"/>
                      </a:cubicBezTo>
                      <a:cubicBezTo>
                        <a:pt x="768" y="2269"/>
                        <a:pt x="634" y="2202"/>
                        <a:pt x="568" y="2102"/>
                      </a:cubicBezTo>
                      <a:cubicBezTo>
                        <a:pt x="434" y="1902"/>
                        <a:pt x="468" y="1502"/>
                        <a:pt x="634" y="1068"/>
                      </a:cubicBezTo>
                      <a:cubicBezTo>
                        <a:pt x="801" y="668"/>
                        <a:pt x="1001" y="401"/>
                        <a:pt x="1101" y="334"/>
                      </a:cubicBezTo>
                      <a:close/>
                      <a:moveTo>
                        <a:pt x="1101" y="1"/>
                      </a:moveTo>
                      <a:cubicBezTo>
                        <a:pt x="834" y="34"/>
                        <a:pt x="534" y="501"/>
                        <a:pt x="367" y="868"/>
                      </a:cubicBezTo>
                      <a:cubicBezTo>
                        <a:pt x="267" y="1168"/>
                        <a:pt x="1" y="1835"/>
                        <a:pt x="301" y="2269"/>
                      </a:cubicBezTo>
                      <a:cubicBezTo>
                        <a:pt x="434" y="2436"/>
                        <a:pt x="634" y="2536"/>
                        <a:pt x="901" y="2602"/>
                      </a:cubicBezTo>
                      <a:lnTo>
                        <a:pt x="1068" y="2602"/>
                      </a:lnTo>
                      <a:cubicBezTo>
                        <a:pt x="1335" y="2602"/>
                        <a:pt x="1602" y="2536"/>
                        <a:pt x="1802" y="2369"/>
                      </a:cubicBezTo>
                      <a:cubicBezTo>
                        <a:pt x="2035" y="2202"/>
                        <a:pt x="2235" y="1835"/>
                        <a:pt x="1935" y="1068"/>
                      </a:cubicBezTo>
                      <a:cubicBezTo>
                        <a:pt x="1835" y="835"/>
                        <a:pt x="1402" y="1"/>
                        <a:pt x="1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753925" y="2922525"/>
                  <a:ext cx="26700" cy="229375"/>
                </a:xfrm>
                <a:custGeom>
                  <a:avLst/>
                  <a:gdLst/>
                  <a:ahLst/>
                  <a:cxnLst/>
                  <a:rect l="l" t="t" r="r" b="b"/>
                  <a:pathLst>
                    <a:path w="1068" h="9175" extrusionOk="0">
                      <a:moveTo>
                        <a:pt x="434" y="1"/>
                      </a:moveTo>
                      <a:cubicBezTo>
                        <a:pt x="334" y="1"/>
                        <a:pt x="267" y="68"/>
                        <a:pt x="301" y="168"/>
                      </a:cubicBezTo>
                      <a:cubicBezTo>
                        <a:pt x="534" y="3503"/>
                        <a:pt x="734" y="6939"/>
                        <a:pt x="568" y="7173"/>
                      </a:cubicBezTo>
                      <a:lnTo>
                        <a:pt x="534" y="7173"/>
                      </a:lnTo>
                      <a:cubicBezTo>
                        <a:pt x="494" y="7173"/>
                        <a:pt x="454" y="7167"/>
                        <a:pt x="412" y="7167"/>
                      </a:cubicBezTo>
                      <a:cubicBezTo>
                        <a:pt x="349" y="7167"/>
                        <a:pt x="281" y="7179"/>
                        <a:pt x="201" y="7239"/>
                      </a:cubicBezTo>
                      <a:cubicBezTo>
                        <a:pt x="34" y="7406"/>
                        <a:pt x="0" y="8607"/>
                        <a:pt x="267" y="8974"/>
                      </a:cubicBezTo>
                      <a:cubicBezTo>
                        <a:pt x="367" y="9107"/>
                        <a:pt x="467" y="9174"/>
                        <a:pt x="601" y="9174"/>
                      </a:cubicBezTo>
                      <a:cubicBezTo>
                        <a:pt x="701" y="9174"/>
                        <a:pt x="801" y="9141"/>
                        <a:pt x="901" y="9074"/>
                      </a:cubicBezTo>
                      <a:cubicBezTo>
                        <a:pt x="968" y="9041"/>
                        <a:pt x="968" y="8941"/>
                        <a:pt x="934" y="8874"/>
                      </a:cubicBezTo>
                      <a:cubicBezTo>
                        <a:pt x="910" y="8825"/>
                        <a:pt x="850" y="8794"/>
                        <a:pt x="793" y="8794"/>
                      </a:cubicBezTo>
                      <a:cubicBezTo>
                        <a:pt x="772" y="8794"/>
                        <a:pt x="752" y="8798"/>
                        <a:pt x="734" y="8807"/>
                      </a:cubicBezTo>
                      <a:cubicBezTo>
                        <a:pt x="668" y="8841"/>
                        <a:pt x="626" y="8849"/>
                        <a:pt x="601" y="8849"/>
                      </a:cubicBezTo>
                      <a:cubicBezTo>
                        <a:pt x="576" y="8849"/>
                        <a:pt x="568" y="8841"/>
                        <a:pt x="568" y="8841"/>
                      </a:cubicBezTo>
                      <a:cubicBezTo>
                        <a:pt x="334" y="8640"/>
                        <a:pt x="367" y="7706"/>
                        <a:pt x="434" y="7473"/>
                      </a:cubicBezTo>
                      <a:lnTo>
                        <a:pt x="467" y="7473"/>
                      </a:lnTo>
                      <a:cubicBezTo>
                        <a:pt x="492" y="7485"/>
                        <a:pt x="525" y="7493"/>
                        <a:pt x="563" y="7493"/>
                      </a:cubicBezTo>
                      <a:cubicBezTo>
                        <a:pt x="627" y="7493"/>
                        <a:pt x="704" y="7470"/>
                        <a:pt x="768" y="7406"/>
                      </a:cubicBezTo>
                      <a:cubicBezTo>
                        <a:pt x="968" y="7206"/>
                        <a:pt x="1068" y="6772"/>
                        <a:pt x="601" y="134"/>
                      </a:cubicBezTo>
                      <a:cubicBezTo>
                        <a:pt x="601" y="68"/>
                        <a:pt x="53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725575" y="2921700"/>
                  <a:ext cx="30875" cy="228525"/>
                </a:xfrm>
                <a:custGeom>
                  <a:avLst/>
                  <a:gdLst/>
                  <a:ahLst/>
                  <a:cxnLst/>
                  <a:rect l="l" t="t" r="r" b="b"/>
                  <a:pathLst>
                    <a:path w="1235" h="9141" extrusionOk="0">
                      <a:moveTo>
                        <a:pt x="1101" y="1"/>
                      </a:moveTo>
                      <a:cubicBezTo>
                        <a:pt x="1001" y="1"/>
                        <a:pt x="934" y="67"/>
                        <a:pt x="934" y="167"/>
                      </a:cubicBezTo>
                      <a:cubicBezTo>
                        <a:pt x="734" y="3470"/>
                        <a:pt x="401" y="5138"/>
                        <a:pt x="234" y="6072"/>
                      </a:cubicBezTo>
                      <a:cubicBezTo>
                        <a:pt x="34" y="6939"/>
                        <a:pt x="0" y="7206"/>
                        <a:pt x="434" y="7439"/>
                      </a:cubicBezTo>
                      <a:cubicBezTo>
                        <a:pt x="601" y="7539"/>
                        <a:pt x="634" y="8273"/>
                        <a:pt x="467" y="8673"/>
                      </a:cubicBezTo>
                      <a:cubicBezTo>
                        <a:pt x="434" y="8740"/>
                        <a:pt x="367" y="8840"/>
                        <a:pt x="301" y="8840"/>
                      </a:cubicBezTo>
                      <a:cubicBezTo>
                        <a:pt x="275" y="8832"/>
                        <a:pt x="253" y="8828"/>
                        <a:pt x="232" y="8828"/>
                      </a:cubicBezTo>
                      <a:cubicBezTo>
                        <a:pt x="169" y="8828"/>
                        <a:pt x="125" y="8865"/>
                        <a:pt x="100" y="8940"/>
                      </a:cubicBezTo>
                      <a:cubicBezTo>
                        <a:pt x="67" y="9007"/>
                        <a:pt x="100" y="9107"/>
                        <a:pt x="200" y="9140"/>
                      </a:cubicBezTo>
                      <a:lnTo>
                        <a:pt x="334" y="9140"/>
                      </a:lnTo>
                      <a:cubicBezTo>
                        <a:pt x="434" y="9140"/>
                        <a:pt x="634" y="9074"/>
                        <a:pt x="734" y="8807"/>
                      </a:cubicBezTo>
                      <a:cubicBezTo>
                        <a:pt x="934" y="8340"/>
                        <a:pt x="968" y="7406"/>
                        <a:pt x="567" y="7172"/>
                      </a:cubicBezTo>
                      <a:cubicBezTo>
                        <a:pt x="367" y="7072"/>
                        <a:pt x="367" y="7039"/>
                        <a:pt x="534" y="6138"/>
                      </a:cubicBezTo>
                      <a:cubicBezTo>
                        <a:pt x="701" y="5204"/>
                        <a:pt x="1034" y="3503"/>
                        <a:pt x="1235" y="167"/>
                      </a:cubicBezTo>
                      <a:cubicBezTo>
                        <a:pt x="1235" y="101"/>
                        <a:pt x="1201" y="34"/>
                        <a:pt x="1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725575" y="3198500"/>
                  <a:ext cx="50050" cy="20950"/>
                </a:xfrm>
                <a:custGeom>
                  <a:avLst/>
                  <a:gdLst/>
                  <a:ahLst/>
                  <a:cxnLst/>
                  <a:rect l="l" t="t" r="r" b="b"/>
                  <a:pathLst>
                    <a:path w="2002" h="838" extrusionOk="0">
                      <a:moveTo>
                        <a:pt x="186" y="0"/>
                      </a:moveTo>
                      <a:cubicBezTo>
                        <a:pt x="156" y="0"/>
                        <a:pt x="126" y="11"/>
                        <a:pt x="100" y="36"/>
                      </a:cubicBezTo>
                      <a:cubicBezTo>
                        <a:pt x="34" y="70"/>
                        <a:pt x="0" y="170"/>
                        <a:pt x="67" y="237"/>
                      </a:cubicBezTo>
                      <a:cubicBezTo>
                        <a:pt x="301" y="604"/>
                        <a:pt x="567" y="804"/>
                        <a:pt x="868" y="837"/>
                      </a:cubicBezTo>
                      <a:lnTo>
                        <a:pt x="1001" y="837"/>
                      </a:lnTo>
                      <a:cubicBezTo>
                        <a:pt x="1268" y="837"/>
                        <a:pt x="1568" y="704"/>
                        <a:pt x="1902" y="403"/>
                      </a:cubicBezTo>
                      <a:cubicBezTo>
                        <a:pt x="1968" y="337"/>
                        <a:pt x="2002" y="237"/>
                        <a:pt x="1935" y="170"/>
                      </a:cubicBezTo>
                      <a:cubicBezTo>
                        <a:pt x="1902" y="137"/>
                        <a:pt x="1860" y="120"/>
                        <a:pt x="1818" y="120"/>
                      </a:cubicBezTo>
                      <a:cubicBezTo>
                        <a:pt x="1777" y="120"/>
                        <a:pt x="1735" y="137"/>
                        <a:pt x="1702" y="170"/>
                      </a:cubicBezTo>
                      <a:cubicBezTo>
                        <a:pt x="1401" y="437"/>
                        <a:pt x="1134" y="537"/>
                        <a:pt x="901" y="537"/>
                      </a:cubicBezTo>
                      <a:cubicBezTo>
                        <a:pt x="701" y="503"/>
                        <a:pt x="501" y="337"/>
                        <a:pt x="301" y="70"/>
                      </a:cubicBezTo>
                      <a:cubicBezTo>
                        <a:pt x="280" y="29"/>
                        <a:pt x="234"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713050" y="2865850"/>
                  <a:ext cx="96775" cy="105075"/>
                </a:xfrm>
                <a:custGeom>
                  <a:avLst/>
                  <a:gdLst/>
                  <a:ahLst/>
                  <a:cxnLst/>
                  <a:rect l="l" t="t" r="r" b="b"/>
                  <a:pathLst>
                    <a:path w="3871" h="4203" extrusionOk="0">
                      <a:moveTo>
                        <a:pt x="1821" y="0"/>
                      </a:moveTo>
                      <a:cubicBezTo>
                        <a:pt x="1603" y="0"/>
                        <a:pt x="1393" y="68"/>
                        <a:pt x="1202" y="200"/>
                      </a:cubicBezTo>
                      <a:cubicBezTo>
                        <a:pt x="435" y="733"/>
                        <a:pt x="1" y="2235"/>
                        <a:pt x="301" y="3269"/>
                      </a:cubicBezTo>
                      <a:cubicBezTo>
                        <a:pt x="492" y="3810"/>
                        <a:pt x="865" y="4138"/>
                        <a:pt x="1392" y="4138"/>
                      </a:cubicBezTo>
                      <a:cubicBezTo>
                        <a:pt x="1417" y="4138"/>
                        <a:pt x="1443" y="4137"/>
                        <a:pt x="1469" y="4136"/>
                      </a:cubicBezTo>
                      <a:cubicBezTo>
                        <a:pt x="1569" y="4136"/>
                        <a:pt x="1635" y="4069"/>
                        <a:pt x="1635" y="3969"/>
                      </a:cubicBezTo>
                      <a:cubicBezTo>
                        <a:pt x="1635" y="3902"/>
                        <a:pt x="1569" y="3836"/>
                        <a:pt x="1469" y="3836"/>
                      </a:cubicBezTo>
                      <a:cubicBezTo>
                        <a:pt x="1068" y="3836"/>
                        <a:pt x="768" y="3602"/>
                        <a:pt x="601" y="3169"/>
                      </a:cubicBezTo>
                      <a:cubicBezTo>
                        <a:pt x="335" y="2301"/>
                        <a:pt x="735" y="900"/>
                        <a:pt x="1369" y="433"/>
                      </a:cubicBezTo>
                      <a:cubicBezTo>
                        <a:pt x="1507" y="350"/>
                        <a:pt x="1652" y="307"/>
                        <a:pt x="1802" y="307"/>
                      </a:cubicBezTo>
                      <a:cubicBezTo>
                        <a:pt x="2013" y="307"/>
                        <a:pt x="2236" y="391"/>
                        <a:pt x="2469" y="567"/>
                      </a:cubicBezTo>
                      <a:cubicBezTo>
                        <a:pt x="3370" y="1334"/>
                        <a:pt x="3503" y="2301"/>
                        <a:pt x="3303" y="2902"/>
                      </a:cubicBezTo>
                      <a:cubicBezTo>
                        <a:pt x="3137" y="3469"/>
                        <a:pt x="2736" y="3836"/>
                        <a:pt x="2169" y="3869"/>
                      </a:cubicBezTo>
                      <a:cubicBezTo>
                        <a:pt x="2102" y="3902"/>
                        <a:pt x="2036" y="3969"/>
                        <a:pt x="2036" y="4069"/>
                      </a:cubicBezTo>
                      <a:cubicBezTo>
                        <a:pt x="2036" y="4136"/>
                        <a:pt x="2102" y="4203"/>
                        <a:pt x="2203" y="4203"/>
                      </a:cubicBezTo>
                      <a:cubicBezTo>
                        <a:pt x="2870" y="4136"/>
                        <a:pt x="3403" y="3669"/>
                        <a:pt x="3604" y="3002"/>
                      </a:cubicBezTo>
                      <a:cubicBezTo>
                        <a:pt x="3870" y="2068"/>
                        <a:pt x="3503" y="1034"/>
                        <a:pt x="2670" y="333"/>
                      </a:cubicBezTo>
                      <a:cubicBezTo>
                        <a:pt x="2389" y="109"/>
                        <a:pt x="2099" y="0"/>
                        <a:pt x="18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926675" y="2915450"/>
                  <a:ext cx="42550" cy="168050"/>
                </a:xfrm>
                <a:custGeom>
                  <a:avLst/>
                  <a:gdLst/>
                  <a:ahLst/>
                  <a:cxnLst/>
                  <a:rect l="l" t="t" r="r" b="b"/>
                  <a:pathLst>
                    <a:path w="1702" h="6722" extrusionOk="0">
                      <a:moveTo>
                        <a:pt x="1184" y="0"/>
                      </a:moveTo>
                      <a:cubicBezTo>
                        <a:pt x="1143" y="0"/>
                        <a:pt x="1101" y="17"/>
                        <a:pt x="1068" y="50"/>
                      </a:cubicBezTo>
                      <a:cubicBezTo>
                        <a:pt x="1034" y="117"/>
                        <a:pt x="1034" y="217"/>
                        <a:pt x="1101" y="284"/>
                      </a:cubicBezTo>
                      <a:cubicBezTo>
                        <a:pt x="1301" y="451"/>
                        <a:pt x="1401" y="751"/>
                        <a:pt x="1368" y="1051"/>
                      </a:cubicBezTo>
                      <a:cubicBezTo>
                        <a:pt x="1268" y="2752"/>
                        <a:pt x="967" y="4487"/>
                        <a:pt x="500" y="6155"/>
                      </a:cubicBezTo>
                      <a:cubicBezTo>
                        <a:pt x="400" y="5888"/>
                        <a:pt x="367" y="5588"/>
                        <a:pt x="367" y="5321"/>
                      </a:cubicBezTo>
                      <a:cubicBezTo>
                        <a:pt x="334" y="4720"/>
                        <a:pt x="367" y="4053"/>
                        <a:pt x="400" y="3386"/>
                      </a:cubicBezTo>
                      <a:cubicBezTo>
                        <a:pt x="400" y="3086"/>
                        <a:pt x="434" y="2786"/>
                        <a:pt x="434" y="2485"/>
                      </a:cubicBezTo>
                      <a:cubicBezTo>
                        <a:pt x="434" y="2385"/>
                        <a:pt x="367" y="2319"/>
                        <a:pt x="300" y="2319"/>
                      </a:cubicBezTo>
                      <a:cubicBezTo>
                        <a:pt x="200" y="2319"/>
                        <a:pt x="134" y="2385"/>
                        <a:pt x="134" y="2485"/>
                      </a:cubicBezTo>
                      <a:cubicBezTo>
                        <a:pt x="134" y="2752"/>
                        <a:pt x="100" y="3053"/>
                        <a:pt x="100" y="3386"/>
                      </a:cubicBezTo>
                      <a:cubicBezTo>
                        <a:pt x="33" y="4020"/>
                        <a:pt x="0" y="4720"/>
                        <a:pt x="33" y="5354"/>
                      </a:cubicBezTo>
                      <a:cubicBezTo>
                        <a:pt x="67" y="5788"/>
                        <a:pt x="134" y="6288"/>
                        <a:pt x="400" y="6655"/>
                      </a:cubicBezTo>
                      <a:cubicBezTo>
                        <a:pt x="434" y="6722"/>
                        <a:pt x="500" y="6722"/>
                        <a:pt x="534" y="6722"/>
                      </a:cubicBezTo>
                      <a:lnTo>
                        <a:pt x="567" y="6722"/>
                      </a:lnTo>
                      <a:cubicBezTo>
                        <a:pt x="634" y="6722"/>
                        <a:pt x="667" y="6655"/>
                        <a:pt x="701" y="6622"/>
                      </a:cubicBezTo>
                      <a:cubicBezTo>
                        <a:pt x="1234" y="4820"/>
                        <a:pt x="1568" y="2919"/>
                        <a:pt x="1701" y="1051"/>
                      </a:cubicBezTo>
                      <a:cubicBezTo>
                        <a:pt x="1701" y="651"/>
                        <a:pt x="1568" y="251"/>
                        <a:pt x="1301" y="50"/>
                      </a:cubicBezTo>
                      <a:cubicBezTo>
                        <a:pt x="1268" y="17"/>
                        <a:pt x="1226" y="0"/>
                        <a:pt x="1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652300" y="2823200"/>
                  <a:ext cx="40050" cy="221950"/>
                </a:xfrm>
                <a:custGeom>
                  <a:avLst/>
                  <a:gdLst/>
                  <a:ahLst/>
                  <a:cxnLst/>
                  <a:rect l="l" t="t" r="r" b="b"/>
                  <a:pathLst>
                    <a:path w="1602" h="8878" extrusionOk="0">
                      <a:moveTo>
                        <a:pt x="434" y="305"/>
                      </a:moveTo>
                      <a:cubicBezTo>
                        <a:pt x="468" y="305"/>
                        <a:pt x="468" y="338"/>
                        <a:pt x="501" y="405"/>
                      </a:cubicBezTo>
                      <a:cubicBezTo>
                        <a:pt x="1302" y="1739"/>
                        <a:pt x="1268" y="3307"/>
                        <a:pt x="1268" y="4841"/>
                      </a:cubicBezTo>
                      <a:cubicBezTo>
                        <a:pt x="1268" y="5141"/>
                        <a:pt x="1268" y="5408"/>
                        <a:pt x="1268" y="5675"/>
                      </a:cubicBezTo>
                      <a:cubicBezTo>
                        <a:pt x="1268" y="6309"/>
                        <a:pt x="1302" y="6943"/>
                        <a:pt x="1168" y="7543"/>
                      </a:cubicBezTo>
                      <a:cubicBezTo>
                        <a:pt x="1068" y="7910"/>
                        <a:pt x="935" y="8210"/>
                        <a:pt x="768" y="8410"/>
                      </a:cubicBezTo>
                      <a:cubicBezTo>
                        <a:pt x="468" y="7243"/>
                        <a:pt x="501" y="6042"/>
                        <a:pt x="501" y="4841"/>
                      </a:cubicBezTo>
                      <a:cubicBezTo>
                        <a:pt x="501" y="4107"/>
                        <a:pt x="534" y="3340"/>
                        <a:pt x="468" y="2573"/>
                      </a:cubicBezTo>
                      <a:cubicBezTo>
                        <a:pt x="468" y="2439"/>
                        <a:pt x="434" y="2273"/>
                        <a:pt x="434" y="2106"/>
                      </a:cubicBezTo>
                      <a:cubicBezTo>
                        <a:pt x="368" y="1539"/>
                        <a:pt x="301" y="938"/>
                        <a:pt x="401" y="405"/>
                      </a:cubicBezTo>
                      <a:cubicBezTo>
                        <a:pt x="401" y="338"/>
                        <a:pt x="434" y="338"/>
                        <a:pt x="434" y="305"/>
                      </a:cubicBezTo>
                      <a:close/>
                      <a:moveTo>
                        <a:pt x="435" y="0"/>
                      </a:moveTo>
                      <a:cubicBezTo>
                        <a:pt x="414" y="0"/>
                        <a:pt x="391" y="1"/>
                        <a:pt x="368" y="4"/>
                      </a:cubicBezTo>
                      <a:cubicBezTo>
                        <a:pt x="167" y="4"/>
                        <a:pt x="134" y="238"/>
                        <a:pt x="101" y="338"/>
                      </a:cubicBezTo>
                      <a:cubicBezTo>
                        <a:pt x="1" y="938"/>
                        <a:pt x="67" y="1539"/>
                        <a:pt x="101" y="2139"/>
                      </a:cubicBezTo>
                      <a:cubicBezTo>
                        <a:pt x="134" y="2306"/>
                        <a:pt x="134" y="2473"/>
                        <a:pt x="167" y="2606"/>
                      </a:cubicBezTo>
                      <a:cubicBezTo>
                        <a:pt x="201" y="3340"/>
                        <a:pt x="201" y="4107"/>
                        <a:pt x="201" y="4841"/>
                      </a:cubicBezTo>
                      <a:cubicBezTo>
                        <a:pt x="167" y="6142"/>
                        <a:pt x="167" y="7476"/>
                        <a:pt x="534" y="8744"/>
                      </a:cubicBezTo>
                      <a:cubicBezTo>
                        <a:pt x="534" y="8811"/>
                        <a:pt x="568" y="8844"/>
                        <a:pt x="634" y="8877"/>
                      </a:cubicBezTo>
                      <a:lnTo>
                        <a:pt x="668" y="8877"/>
                      </a:lnTo>
                      <a:cubicBezTo>
                        <a:pt x="701" y="8877"/>
                        <a:pt x="734" y="8844"/>
                        <a:pt x="768" y="8844"/>
                      </a:cubicBezTo>
                      <a:cubicBezTo>
                        <a:pt x="1101" y="8577"/>
                        <a:pt x="1335" y="8177"/>
                        <a:pt x="1468" y="7610"/>
                      </a:cubicBezTo>
                      <a:cubicBezTo>
                        <a:pt x="1602" y="6976"/>
                        <a:pt x="1602" y="6309"/>
                        <a:pt x="1602" y="5675"/>
                      </a:cubicBezTo>
                      <a:cubicBezTo>
                        <a:pt x="1602" y="5408"/>
                        <a:pt x="1602" y="5141"/>
                        <a:pt x="1602" y="4875"/>
                      </a:cubicBezTo>
                      <a:cubicBezTo>
                        <a:pt x="1602" y="3273"/>
                        <a:pt x="1602" y="1639"/>
                        <a:pt x="768" y="238"/>
                      </a:cubicBezTo>
                      <a:cubicBezTo>
                        <a:pt x="737" y="147"/>
                        <a:pt x="652" y="0"/>
                        <a:pt x="4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382950" y="2830475"/>
                  <a:ext cx="40050" cy="185475"/>
                </a:xfrm>
                <a:custGeom>
                  <a:avLst/>
                  <a:gdLst/>
                  <a:ahLst/>
                  <a:cxnLst/>
                  <a:rect l="l" t="t" r="r" b="b"/>
                  <a:pathLst>
                    <a:path w="1602" h="7419" extrusionOk="0">
                      <a:moveTo>
                        <a:pt x="834" y="314"/>
                      </a:moveTo>
                      <a:cubicBezTo>
                        <a:pt x="901" y="414"/>
                        <a:pt x="1001" y="614"/>
                        <a:pt x="1068" y="747"/>
                      </a:cubicBezTo>
                      <a:lnTo>
                        <a:pt x="1101" y="881"/>
                      </a:lnTo>
                      <a:cubicBezTo>
                        <a:pt x="1168" y="1081"/>
                        <a:pt x="1201" y="1281"/>
                        <a:pt x="1201" y="1548"/>
                      </a:cubicBezTo>
                      <a:cubicBezTo>
                        <a:pt x="1301" y="3349"/>
                        <a:pt x="1268" y="5251"/>
                        <a:pt x="534" y="6919"/>
                      </a:cubicBezTo>
                      <a:cubicBezTo>
                        <a:pt x="334" y="6485"/>
                        <a:pt x="334" y="5985"/>
                        <a:pt x="334" y="5484"/>
                      </a:cubicBezTo>
                      <a:cubicBezTo>
                        <a:pt x="334" y="4550"/>
                        <a:pt x="367" y="3650"/>
                        <a:pt x="401" y="2716"/>
                      </a:cubicBezTo>
                      <a:cubicBezTo>
                        <a:pt x="434" y="2549"/>
                        <a:pt x="434" y="2349"/>
                        <a:pt x="434" y="2115"/>
                      </a:cubicBezTo>
                      <a:cubicBezTo>
                        <a:pt x="434" y="1648"/>
                        <a:pt x="434" y="1148"/>
                        <a:pt x="534" y="714"/>
                      </a:cubicBezTo>
                      <a:cubicBezTo>
                        <a:pt x="567" y="581"/>
                        <a:pt x="634" y="481"/>
                        <a:pt x="667" y="381"/>
                      </a:cubicBezTo>
                      <a:cubicBezTo>
                        <a:pt x="701" y="347"/>
                        <a:pt x="734" y="314"/>
                        <a:pt x="767" y="314"/>
                      </a:cubicBezTo>
                      <a:close/>
                      <a:moveTo>
                        <a:pt x="786" y="0"/>
                      </a:moveTo>
                      <a:cubicBezTo>
                        <a:pt x="757" y="0"/>
                        <a:pt x="728" y="5"/>
                        <a:pt x="701" y="14"/>
                      </a:cubicBezTo>
                      <a:cubicBezTo>
                        <a:pt x="567" y="47"/>
                        <a:pt x="467" y="114"/>
                        <a:pt x="401" y="214"/>
                      </a:cubicBezTo>
                      <a:cubicBezTo>
                        <a:pt x="334" y="347"/>
                        <a:pt x="267" y="481"/>
                        <a:pt x="234" y="647"/>
                      </a:cubicBezTo>
                      <a:cubicBezTo>
                        <a:pt x="134" y="1081"/>
                        <a:pt x="134" y="1615"/>
                        <a:pt x="100" y="2115"/>
                      </a:cubicBezTo>
                      <a:cubicBezTo>
                        <a:pt x="100" y="2315"/>
                        <a:pt x="100" y="2515"/>
                        <a:pt x="100" y="2682"/>
                      </a:cubicBezTo>
                      <a:cubicBezTo>
                        <a:pt x="34" y="3616"/>
                        <a:pt x="0" y="4550"/>
                        <a:pt x="0" y="5451"/>
                      </a:cubicBezTo>
                      <a:cubicBezTo>
                        <a:pt x="0" y="6118"/>
                        <a:pt x="34" y="6785"/>
                        <a:pt x="401" y="7319"/>
                      </a:cubicBezTo>
                      <a:cubicBezTo>
                        <a:pt x="401" y="7386"/>
                        <a:pt x="467" y="7419"/>
                        <a:pt x="534" y="7419"/>
                      </a:cubicBezTo>
                      <a:cubicBezTo>
                        <a:pt x="534" y="7419"/>
                        <a:pt x="534" y="7419"/>
                        <a:pt x="534" y="7386"/>
                      </a:cubicBezTo>
                      <a:cubicBezTo>
                        <a:pt x="601" y="7386"/>
                        <a:pt x="634" y="7352"/>
                        <a:pt x="667" y="7319"/>
                      </a:cubicBezTo>
                      <a:cubicBezTo>
                        <a:pt x="1568" y="5518"/>
                        <a:pt x="1601" y="3483"/>
                        <a:pt x="1535" y="1548"/>
                      </a:cubicBezTo>
                      <a:cubicBezTo>
                        <a:pt x="1501" y="1315"/>
                        <a:pt x="1501" y="1014"/>
                        <a:pt x="1401" y="714"/>
                      </a:cubicBezTo>
                      <a:lnTo>
                        <a:pt x="1335" y="614"/>
                      </a:lnTo>
                      <a:cubicBezTo>
                        <a:pt x="1268" y="447"/>
                        <a:pt x="1168" y="180"/>
                        <a:pt x="1001" y="80"/>
                      </a:cubicBezTo>
                      <a:cubicBezTo>
                        <a:pt x="952" y="31"/>
                        <a:pt x="868" y="0"/>
                        <a:pt x="7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1913200" y="2908875"/>
                  <a:ext cx="40900" cy="175475"/>
                </a:xfrm>
                <a:custGeom>
                  <a:avLst/>
                  <a:gdLst/>
                  <a:ahLst/>
                  <a:cxnLst/>
                  <a:rect l="l" t="t" r="r" b="b"/>
                  <a:pathLst>
                    <a:path w="1636" h="7019" extrusionOk="0">
                      <a:moveTo>
                        <a:pt x="509" y="0"/>
                      </a:moveTo>
                      <a:cubicBezTo>
                        <a:pt x="452" y="0"/>
                        <a:pt x="392" y="31"/>
                        <a:pt x="368" y="80"/>
                      </a:cubicBezTo>
                      <a:cubicBezTo>
                        <a:pt x="134" y="480"/>
                        <a:pt x="1" y="1081"/>
                        <a:pt x="1" y="1681"/>
                      </a:cubicBezTo>
                      <a:cubicBezTo>
                        <a:pt x="34" y="3249"/>
                        <a:pt x="301" y="4817"/>
                        <a:pt x="534" y="6351"/>
                      </a:cubicBezTo>
                      <a:cubicBezTo>
                        <a:pt x="534" y="6551"/>
                        <a:pt x="601" y="6851"/>
                        <a:pt x="868" y="7018"/>
                      </a:cubicBezTo>
                      <a:lnTo>
                        <a:pt x="935" y="7018"/>
                      </a:lnTo>
                      <a:cubicBezTo>
                        <a:pt x="968" y="7018"/>
                        <a:pt x="1001" y="7018"/>
                        <a:pt x="1035" y="6985"/>
                      </a:cubicBezTo>
                      <a:cubicBezTo>
                        <a:pt x="1235" y="6818"/>
                        <a:pt x="1302" y="6585"/>
                        <a:pt x="1335" y="6384"/>
                      </a:cubicBezTo>
                      <a:cubicBezTo>
                        <a:pt x="1635" y="5117"/>
                        <a:pt x="1635" y="3749"/>
                        <a:pt x="1402" y="2115"/>
                      </a:cubicBezTo>
                      <a:cubicBezTo>
                        <a:pt x="1402" y="2048"/>
                        <a:pt x="1302" y="1981"/>
                        <a:pt x="1235" y="1981"/>
                      </a:cubicBezTo>
                      <a:cubicBezTo>
                        <a:pt x="1135" y="2015"/>
                        <a:pt x="1068" y="2081"/>
                        <a:pt x="1101" y="2148"/>
                      </a:cubicBezTo>
                      <a:cubicBezTo>
                        <a:pt x="1335" y="3749"/>
                        <a:pt x="1335" y="5083"/>
                        <a:pt x="1035" y="6318"/>
                      </a:cubicBezTo>
                      <a:cubicBezTo>
                        <a:pt x="1001" y="6418"/>
                        <a:pt x="968" y="6551"/>
                        <a:pt x="935" y="6618"/>
                      </a:cubicBezTo>
                      <a:cubicBezTo>
                        <a:pt x="868" y="6551"/>
                        <a:pt x="868" y="6451"/>
                        <a:pt x="835" y="6318"/>
                      </a:cubicBezTo>
                      <a:cubicBezTo>
                        <a:pt x="601" y="4783"/>
                        <a:pt x="334" y="3215"/>
                        <a:pt x="334" y="1681"/>
                      </a:cubicBezTo>
                      <a:cubicBezTo>
                        <a:pt x="334" y="1147"/>
                        <a:pt x="434" y="580"/>
                        <a:pt x="634" y="213"/>
                      </a:cubicBezTo>
                      <a:cubicBezTo>
                        <a:pt x="701" y="147"/>
                        <a:pt x="668" y="47"/>
                        <a:pt x="568" y="13"/>
                      </a:cubicBezTo>
                      <a:cubicBezTo>
                        <a:pt x="550" y="4"/>
                        <a:pt x="530" y="0"/>
                        <a:pt x="5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2182575" y="2833300"/>
                  <a:ext cx="45875" cy="215175"/>
                </a:xfrm>
                <a:custGeom>
                  <a:avLst/>
                  <a:gdLst/>
                  <a:ahLst/>
                  <a:cxnLst/>
                  <a:rect l="l" t="t" r="r" b="b"/>
                  <a:pathLst>
                    <a:path w="1835" h="8607" extrusionOk="0">
                      <a:moveTo>
                        <a:pt x="1334" y="301"/>
                      </a:moveTo>
                      <a:cubicBezTo>
                        <a:pt x="1334" y="301"/>
                        <a:pt x="1368" y="334"/>
                        <a:pt x="1368" y="368"/>
                      </a:cubicBezTo>
                      <a:cubicBezTo>
                        <a:pt x="1501" y="568"/>
                        <a:pt x="1501" y="1068"/>
                        <a:pt x="1468" y="1402"/>
                      </a:cubicBezTo>
                      <a:cubicBezTo>
                        <a:pt x="1468" y="1502"/>
                        <a:pt x="1468" y="1568"/>
                        <a:pt x="1468" y="1669"/>
                      </a:cubicBezTo>
                      <a:cubicBezTo>
                        <a:pt x="1468" y="2336"/>
                        <a:pt x="1434" y="3036"/>
                        <a:pt x="1401" y="3703"/>
                      </a:cubicBezTo>
                      <a:lnTo>
                        <a:pt x="1301" y="5972"/>
                      </a:lnTo>
                      <a:cubicBezTo>
                        <a:pt x="1268" y="6705"/>
                        <a:pt x="1234" y="7473"/>
                        <a:pt x="1101" y="8207"/>
                      </a:cubicBezTo>
                      <a:cubicBezTo>
                        <a:pt x="1101" y="8240"/>
                        <a:pt x="1067" y="8240"/>
                        <a:pt x="1067" y="8273"/>
                      </a:cubicBezTo>
                      <a:cubicBezTo>
                        <a:pt x="1067" y="8273"/>
                        <a:pt x="1067" y="8240"/>
                        <a:pt x="1067" y="8240"/>
                      </a:cubicBezTo>
                      <a:cubicBezTo>
                        <a:pt x="701" y="7206"/>
                        <a:pt x="334" y="6072"/>
                        <a:pt x="300" y="4904"/>
                      </a:cubicBezTo>
                      <a:cubicBezTo>
                        <a:pt x="300" y="4437"/>
                        <a:pt x="367" y="3970"/>
                        <a:pt x="434" y="3470"/>
                      </a:cubicBezTo>
                      <a:cubicBezTo>
                        <a:pt x="534" y="2636"/>
                        <a:pt x="634" y="1735"/>
                        <a:pt x="1001" y="935"/>
                      </a:cubicBezTo>
                      <a:lnTo>
                        <a:pt x="1001" y="901"/>
                      </a:lnTo>
                      <a:cubicBezTo>
                        <a:pt x="1234" y="401"/>
                        <a:pt x="1334" y="334"/>
                        <a:pt x="1334" y="301"/>
                      </a:cubicBezTo>
                      <a:close/>
                      <a:moveTo>
                        <a:pt x="1334" y="1"/>
                      </a:moveTo>
                      <a:cubicBezTo>
                        <a:pt x="1067" y="1"/>
                        <a:pt x="867" y="401"/>
                        <a:pt x="734" y="768"/>
                      </a:cubicBezTo>
                      <a:lnTo>
                        <a:pt x="701" y="801"/>
                      </a:lnTo>
                      <a:cubicBezTo>
                        <a:pt x="334" y="1669"/>
                        <a:pt x="234" y="2569"/>
                        <a:pt x="100" y="3436"/>
                      </a:cubicBezTo>
                      <a:cubicBezTo>
                        <a:pt x="67" y="3937"/>
                        <a:pt x="0" y="4437"/>
                        <a:pt x="0" y="4938"/>
                      </a:cubicBezTo>
                      <a:cubicBezTo>
                        <a:pt x="0" y="6138"/>
                        <a:pt x="367" y="7273"/>
                        <a:pt x="767" y="8340"/>
                      </a:cubicBezTo>
                      <a:cubicBezTo>
                        <a:pt x="801" y="8407"/>
                        <a:pt x="834" y="8573"/>
                        <a:pt x="1001" y="8607"/>
                      </a:cubicBezTo>
                      <a:lnTo>
                        <a:pt x="1067" y="8607"/>
                      </a:lnTo>
                      <a:cubicBezTo>
                        <a:pt x="1134" y="8607"/>
                        <a:pt x="1168" y="8607"/>
                        <a:pt x="1234" y="8573"/>
                      </a:cubicBezTo>
                      <a:cubicBezTo>
                        <a:pt x="1334" y="8507"/>
                        <a:pt x="1401" y="8340"/>
                        <a:pt x="1401" y="8273"/>
                      </a:cubicBezTo>
                      <a:cubicBezTo>
                        <a:pt x="1534" y="7506"/>
                        <a:pt x="1568" y="6739"/>
                        <a:pt x="1601" y="6005"/>
                      </a:cubicBezTo>
                      <a:lnTo>
                        <a:pt x="1701" y="3703"/>
                      </a:lnTo>
                      <a:cubicBezTo>
                        <a:pt x="1735" y="3036"/>
                        <a:pt x="1768" y="2336"/>
                        <a:pt x="1768" y="1669"/>
                      </a:cubicBezTo>
                      <a:cubicBezTo>
                        <a:pt x="1768" y="1568"/>
                        <a:pt x="1768" y="1502"/>
                        <a:pt x="1801" y="1402"/>
                      </a:cubicBezTo>
                      <a:cubicBezTo>
                        <a:pt x="1801" y="1001"/>
                        <a:pt x="1835" y="501"/>
                        <a:pt x="1635" y="201"/>
                      </a:cubicBezTo>
                      <a:cubicBezTo>
                        <a:pt x="1534" y="34"/>
                        <a:pt x="1434" y="1"/>
                        <a:pt x="1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2454425" y="2847475"/>
                  <a:ext cx="36725" cy="176825"/>
                </a:xfrm>
                <a:custGeom>
                  <a:avLst/>
                  <a:gdLst/>
                  <a:ahLst/>
                  <a:cxnLst/>
                  <a:rect l="l" t="t" r="r" b="b"/>
                  <a:pathLst>
                    <a:path w="1469" h="7073" extrusionOk="0">
                      <a:moveTo>
                        <a:pt x="868" y="334"/>
                      </a:moveTo>
                      <a:cubicBezTo>
                        <a:pt x="1001" y="468"/>
                        <a:pt x="1201" y="968"/>
                        <a:pt x="1135" y="2836"/>
                      </a:cubicBezTo>
                      <a:lnTo>
                        <a:pt x="1068" y="4804"/>
                      </a:lnTo>
                      <a:cubicBezTo>
                        <a:pt x="1035" y="5371"/>
                        <a:pt x="1035" y="5938"/>
                        <a:pt x="901" y="6505"/>
                      </a:cubicBezTo>
                      <a:cubicBezTo>
                        <a:pt x="701" y="6038"/>
                        <a:pt x="601" y="5505"/>
                        <a:pt x="534" y="5004"/>
                      </a:cubicBezTo>
                      <a:cubicBezTo>
                        <a:pt x="401" y="4204"/>
                        <a:pt x="334" y="3403"/>
                        <a:pt x="334" y="2603"/>
                      </a:cubicBezTo>
                      <a:cubicBezTo>
                        <a:pt x="301" y="2169"/>
                        <a:pt x="301" y="1669"/>
                        <a:pt x="434" y="1168"/>
                      </a:cubicBezTo>
                      <a:cubicBezTo>
                        <a:pt x="634" y="334"/>
                        <a:pt x="801" y="334"/>
                        <a:pt x="801" y="334"/>
                      </a:cubicBezTo>
                      <a:close/>
                      <a:moveTo>
                        <a:pt x="801" y="1"/>
                      </a:moveTo>
                      <a:cubicBezTo>
                        <a:pt x="501" y="34"/>
                        <a:pt x="301" y="368"/>
                        <a:pt x="101" y="1102"/>
                      </a:cubicBezTo>
                      <a:cubicBezTo>
                        <a:pt x="0" y="1635"/>
                        <a:pt x="0" y="2169"/>
                        <a:pt x="0" y="2636"/>
                      </a:cubicBezTo>
                      <a:cubicBezTo>
                        <a:pt x="34" y="3437"/>
                        <a:pt x="101" y="4237"/>
                        <a:pt x="201" y="5038"/>
                      </a:cubicBezTo>
                      <a:cubicBezTo>
                        <a:pt x="301" y="5705"/>
                        <a:pt x="434" y="6405"/>
                        <a:pt x="834" y="7006"/>
                      </a:cubicBezTo>
                      <a:cubicBezTo>
                        <a:pt x="868" y="7072"/>
                        <a:pt x="901" y="7072"/>
                        <a:pt x="968" y="7072"/>
                      </a:cubicBezTo>
                      <a:cubicBezTo>
                        <a:pt x="1035" y="7072"/>
                        <a:pt x="1068" y="7039"/>
                        <a:pt x="1101" y="6972"/>
                      </a:cubicBezTo>
                      <a:cubicBezTo>
                        <a:pt x="1335" y="6272"/>
                        <a:pt x="1368" y="5538"/>
                        <a:pt x="1368" y="4804"/>
                      </a:cubicBezTo>
                      <a:lnTo>
                        <a:pt x="1435" y="2869"/>
                      </a:lnTo>
                      <a:cubicBezTo>
                        <a:pt x="1468" y="1302"/>
                        <a:pt x="1368" y="434"/>
                        <a:pt x="1101" y="134"/>
                      </a:cubicBezTo>
                      <a:cubicBezTo>
                        <a:pt x="1001" y="67"/>
                        <a:pt x="901" y="34"/>
                        <a:pt x="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953350" y="2798050"/>
                  <a:ext cx="970725" cy="328000"/>
                </a:xfrm>
                <a:custGeom>
                  <a:avLst/>
                  <a:gdLst/>
                  <a:ahLst/>
                  <a:cxnLst/>
                  <a:rect l="l" t="t" r="r" b="b"/>
                  <a:pathLst>
                    <a:path w="38829" h="13120" extrusionOk="0">
                      <a:moveTo>
                        <a:pt x="6785" y="1"/>
                      </a:moveTo>
                      <a:cubicBezTo>
                        <a:pt x="5064" y="1"/>
                        <a:pt x="2884" y="129"/>
                        <a:pt x="134" y="377"/>
                      </a:cubicBezTo>
                      <a:cubicBezTo>
                        <a:pt x="67" y="410"/>
                        <a:pt x="1" y="477"/>
                        <a:pt x="1" y="577"/>
                      </a:cubicBezTo>
                      <a:cubicBezTo>
                        <a:pt x="1" y="643"/>
                        <a:pt x="101" y="710"/>
                        <a:pt x="167" y="710"/>
                      </a:cubicBezTo>
                      <a:cubicBezTo>
                        <a:pt x="2988" y="440"/>
                        <a:pt x="5197" y="303"/>
                        <a:pt x="6917" y="303"/>
                      </a:cubicBezTo>
                      <a:cubicBezTo>
                        <a:pt x="9652" y="303"/>
                        <a:pt x="11151" y="648"/>
                        <a:pt x="11909" y="1344"/>
                      </a:cubicBezTo>
                      <a:cubicBezTo>
                        <a:pt x="12743" y="2145"/>
                        <a:pt x="12743" y="3379"/>
                        <a:pt x="12710" y="5113"/>
                      </a:cubicBezTo>
                      <a:cubicBezTo>
                        <a:pt x="12710" y="6014"/>
                        <a:pt x="12676" y="7048"/>
                        <a:pt x="12776" y="8216"/>
                      </a:cubicBezTo>
                      <a:cubicBezTo>
                        <a:pt x="13210" y="12785"/>
                        <a:pt x="15779" y="13119"/>
                        <a:pt x="18647" y="13119"/>
                      </a:cubicBezTo>
                      <a:lnTo>
                        <a:pt x="20682" y="13119"/>
                      </a:lnTo>
                      <a:cubicBezTo>
                        <a:pt x="25986" y="13119"/>
                        <a:pt x="26086" y="8916"/>
                        <a:pt x="26153" y="5547"/>
                      </a:cubicBezTo>
                      <a:cubicBezTo>
                        <a:pt x="26219" y="2945"/>
                        <a:pt x="26286" y="677"/>
                        <a:pt x="28488" y="677"/>
                      </a:cubicBezTo>
                      <a:cubicBezTo>
                        <a:pt x="29255" y="677"/>
                        <a:pt x="30022" y="643"/>
                        <a:pt x="30756" y="643"/>
                      </a:cubicBezTo>
                      <a:cubicBezTo>
                        <a:pt x="31739" y="618"/>
                        <a:pt x="32737" y="593"/>
                        <a:pt x="33736" y="593"/>
                      </a:cubicBezTo>
                      <a:cubicBezTo>
                        <a:pt x="35381" y="593"/>
                        <a:pt x="37030" y="661"/>
                        <a:pt x="38628" y="910"/>
                      </a:cubicBezTo>
                      <a:cubicBezTo>
                        <a:pt x="38695" y="910"/>
                        <a:pt x="38795" y="877"/>
                        <a:pt x="38795" y="777"/>
                      </a:cubicBezTo>
                      <a:cubicBezTo>
                        <a:pt x="38828" y="710"/>
                        <a:pt x="38762" y="610"/>
                        <a:pt x="38662" y="610"/>
                      </a:cubicBezTo>
                      <a:cubicBezTo>
                        <a:pt x="36927" y="343"/>
                        <a:pt x="35148" y="284"/>
                        <a:pt x="33384" y="284"/>
                      </a:cubicBezTo>
                      <a:cubicBezTo>
                        <a:pt x="32502" y="284"/>
                        <a:pt x="31623" y="299"/>
                        <a:pt x="30756" y="310"/>
                      </a:cubicBezTo>
                      <a:cubicBezTo>
                        <a:pt x="29989" y="343"/>
                        <a:pt x="29255" y="343"/>
                        <a:pt x="28488" y="377"/>
                      </a:cubicBezTo>
                      <a:cubicBezTo>
                        <a:pt x="25986" y="377"/>
                        <a:pt x="25919" y="2878"/>
                        <a:pt x="25852" y="5547"/>
                      </a:cubicBezTo>
                      <a:cubicBezTo>
                        <a:pt x="25786" y="8949"/>
                        <a:pt x="25686" y="12785"/>
                        <a:pt x="20682" y="12785"/>
                      </a:cubicBezTo>
                      <a:lnTo>
                        <a:pt x="19381" y="12785"/>
                      </a:lnTo>
                      <a:cubicBezTo>
                        <a:pt x="19117" y="12788"/>
                        <a:pt x="18856" y="12791"/>
                        <a:pt x="18599" y="12791"/>
                      </a:cubicBezTo>
                      <a:cubicBezTo>
                        <a:pt x="15801" y="12791"/>
                        <a:pt x="13477" y="12459"/>
                        <a:pt x="13110" y="8182"/>
                      </a:cubicBezTo>
                      <a:cubicBezTo>
                        <a:pt x="13010" y="7048"/>
                        <a:pt x="13010" y="6014"/>
                        <a:pt x="13010" y="5113"/>
                      </a:cubicBezTo>
                      <a:cubicBezTo>
                        <a:pt x="13043" y="3312"/>
                        <a:pt x="13077" y="2011"/>
                        <a:pt x="12143" y="1144"/>
                      </a:cubicBezTo>
                      <a:cubicBezTo>
                        <a:pt x="11304" y="368"/>
                        <a:pt x="9700" y="1"/>
                        <a:pt x="67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1290250" y="3055125"/>
                  <a:ext cx="299425" cy="270225"/>
                </a:xfrm>
                <a:custGeom>
                  <a:avLst/>
                  <a:gdLst/>
                  <a:ahLst/>
                  <a:cxnLst/>
                  <a:rect l="l" t="t" r="r" b="b"/>
                  <a:pathLst>
                    <a:path w="11977" h="10809" extrusionOk="0">
                      <a:moveTo>
                        <a:pt x="11809" y="1"/>
                      </a:moveTo>
                      <a:cubicBezTo>
                        <a:pt x="11743" y="1"/>
                        <a:pt x="11676" y="67"/>
                        <a:pt x="11676" y="167"/>
                      </a:cubicBezTo>
                      <a:cubicBezTo>
                        <a:pt x="11609" y="5705"/>
                        <a:pt x="9975" y="9507"/>
                        <a:pt x="7273" y="10341"/>
                      </a:cubicBezTo>
                      <a:cubicBezTo>
                        <a:pt x="6943" y="10441"/>
                        <a:pt x="6607" y="10489"/>
                        <a:pt x="6271" y="10489"/>
                      </a:cubicBezTo>
                      <a:cubicBezTo>
                        <a:pt x="4803" y="10489"/>
                        <a:pt x="3315" y="9568"/>
                        <a:pt x="2202" y="7940"/>
                      </a:cubicBezTo>
                      <a:cubicBezTo>
                        <a:pt x="368" y="5204"/>
                        <a:pt x="334" y="3036"/>
                        <a:pt x="334" y="1468"/>
                      </a:cubicBezTo>
                      <a:cubicBezTo>
                        <a:pt x="334" y="1135"/>
                        <a:pt x="334" y="835"/>
                        <a:pt x="301" y="568"/>
                      </a:cubicBezTo>
                      <a:cubicBezTo>
                        <a:pt x="301" y="501"/>
                        <a:pt x="201" y="434"/>
                        <a:pt x="134" y="434"/>
                      </a:cubicBezTo>
                      <a:cubicBezTo>
                        <a:pt x="68" y="434"/>
                        <a:pt x="1" y="501"/>
                        <a:pt x="1" y="601"/>
                      </a:cubicBezTo>
                      <a:cubicBezTo>
                        <a:pt x="1" y="868"/>
                        <a:pt x="34" y="1168"/>
                        <a:pt x="34" y="1468"/>
                      </a:cubicBezTo>
                      <a:cubicBezTo>
                        <a:pt x="34" y="3103"/>
                        <a:pt x="34" y="5304"/>
                        <a:pt x="1936" y="8106"/>
                      </a:cubicBezTo>
                      <a:cubicBezTo>
                        <a:pt x="3103" y="9841"/>
                        <a:pt x="4704" y="10808"/>
                        <a:pt x="6272" y="10808"/>
                      </a:cubicBezTo>
                      <a:cubicBezTo>
                        <a:pt x="6639" y="10808"/>
                        <a:pt x="7006" y="10742"/>
                        <a:pt x="7373" y="10642"/>
                      </a:cubicBezTo>
                      <a:cubicBezTo>
                        <a:pt x="10208" y="9774"/>
                        <a:pt x="11909" y="5872"/>
                        <a:pt x="11976" y="167"/>
                      </a:cubicBezTo>
                      <a:cubicBezTo>
                        <a:pt x="11976" y="67"/>
                        <a:pt x="11909" y="1"/>
                        <a:pt x="118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1367825" y="3131850"/>
                  <a:ext cx="23375" cy="145125"/>
                </a:xfrm>
                <a:custGeom>
                  <a:avLst/>
                  <a:gdLst/>
                  <a:ahLst/>
                  <a:cxnLst/>
                  <a:rect l="l" t="t" r="r" b="b"/>
                  <a:pathLst>
                    <a:path w="935" h="5805" extrusionOk="0">
                      <a:moveTo>
                        <a:pt x="534" y="1"/>
                      </a:moveTo>
                      <a:cubicBezTo>
                        <a:pt x="467" y="1"/>
                        <a:pt x="367" y="34"/>
                        <a:pt x="367" y="134"/>
                      </a:cubicBezTo>
                      <a:cubicBezTo>
                        <a:pt x="0" y="1969"/>
                        <a:pt x="100" y="3903"/>
                        <a:pt x="601" y="5705"/>
                      </a:cubicBezTo>
                      <a:cubicBezTo>
                        <a:pt x="634" y="5771"/>
                        <a:pt x="701" y="5805"/>
                        <a:pt x="767" y="5805"/>
                      </a:cubicBezTo>
                      <a:lnTo>
                        <a:pt x="801" y="5805"/>
                      </a:lnTo>
                      <a:cubicBezTo>
                        <a:pt x="901" y="5771"/>
                        <a:pt x="934" y="5705"/>
                        <a:pt x="934" y="5605"/>
                      </a:cubicBezTo>
                      <a:cubicBezTo>
                        <a:pt x="434" y="3837"/>
                        <a:pt x="334" y="1969"/>
                        <a:pt x="667" y="167"/>
                      </a:cubicBezTo>
                      <a:cubicBezTo>
                        <a:pt x="667" y="101"/>
                        <a:pt x="634" y="34"/>
                        <a:pt x="5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1483725" y="3130175"/>
                  <a:ext cx="32550" cy="160975"/>
                </a:xfrm>
                <a:custGeom>
                  <a:avLst/>
                  <a:gdLst/>
                  <a:ahLst/>
                  <a:cxnLst/>
                  <a:rect l="l" t="t" r="r" b="b"/>
                  <a:pathLst>
                    <a:path w="1302" h="6439" extrusionOk="0">
                      <a:moveTo>
                        <a:pt x="835" y="1"/>
                      </a:moveTo>
                      <a:cubicBezTo>
                        <a:pt x="735" y="34"/>
                        <a:pt x="668" y="101"/>
                        <a:pt x="701" y="201"/>
                      </a:cubicBezTo>
                      <a:cubicBezTo>
                        <a:pt x="968" y="2202"/>
                        <a:pt x="735" y="4304"/>
                        <a:pt x="34" y="6205"/>
                      </a:cubicBezTo>
                      <a:cubicBezTo>
                        <a:pt x="1" y="6305"/>
                        <a:pt x="34" y="6405"/>
                        <a:pt x="101" y="6405"/>
                      </a:cubicBezTo>
                      <a:cubicBezTo>
                        <a:pt x="134" y="6439"/>
                        <a:pt x="134" y="6439"/>
                        <a:pt x="168" y="6439"/>
                      </a:cubicBezTo>
                      <a:cubicBezTo>
                        <a:pt x="234" y="6439"/>
                        <a:pt x="301" y="6405"/>
                        <a:pt x="301" y="6339"/>
                      </a:cubicBezTo>
                      <a:cubicBezTo>
                        <a:pt x="1068" y="4371"/>
                        <a:pt x="1302" y="2236"/>
                        <a:pt x="1001" y="134"/>
                      </a:cubicBezTo>
                      <a:cubicBezTo>
                        <a:pt x="1001" y="68"/>
                        <a:pt x="901" y="1"/>
                        <a:pt x="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941675" y="2044925"/>
                  <a:ext cx="992400" cy="735875"/>
                </a:xfrm>
                <a:custGeom>
                  <a:avLst/>
                  <a:gdLst/>
                  <a:ahLst/>
                  <a:cxnLst/>
                  <a:rect l="l" t="t" r="r" b="b"/>
                  <a:pathLst>
                    <a:path w="39696" h="29435" extrusionOk="0">
                      <a:moveTo>
                        <a:pt x="20204" y="0"/>
                      </a:moveTo>
                      <a:cubicBezTo>
                        <a:pt x="20063" y="0"/>
                        <a:pt x="19923" y="4"/>
                        <a:pt x="19781" y="13"/>
                      </a:cubicBezTo>
                      <a:cubicBezTo>
                        <a:pt x="17613" y="113"/>
                        <a:pt x="15678" y="1214"/>
                        <a:pt x="14478" y="3015"/>
                      </a:cubicBezTo>
                      <a:cubicBezTo>
                        <a:pt x="12176" y="6451"/>
                        <a:pt x="12510" y="11455"/>
                        <a:pt x="12776" y="15124"/>
                      </a:cubicBezTo>
                      <a:cubicBezTo>
                        <a:pt x="13010" y="18360"/>
                        <a:pt x="13110" y="21662"/>
                        <a:pt x="13077" y="24931"/>
                      </a:cubicBezTo>
                      <a:cubicBezTo>
                        <a:pt x="13077" y="25631"/>
                        <a:pt x="13043" y="26299"/>
                        <a:pt x="12776" y="26832"/>
                      </a:cubicBezTo>
                      <a:cubicBezTo>
                        <a:pt x="12343" y="27666"/>
                        <a:pt x="11275" y="27800"/>
                        <a:pt x="10341" y="27933"/>
                      </a:cubicBezTo>
                      <a:lnTo>
                        <a:pt x="10108" y="28000"/>
                      </a:lnTo>
                      <a:cubicBezTo>
                        <a:pt x="6839" y="28467"/>
                        <a:pt x="3503" y="28800"/>
                        <a:pt x="167" y="28934"/>
                      </a:cubicBezTo>
                      <a:cubicBezTo>
                        <a:pt x="67" y="28934"/>
                        <a:pt x="1" y="29034"/>
                        <a:pt x="1" y="29101"/>
                      </a:cubicBezTo>
                      <a:cubicBezTo>
                        <a:pt x="34" y="29201"/>
                        <a:pt x="101" y="29267"/>
                        <a:pt x="167" y="29267"/>
                      </a:cubicBezTo>
                      <a:cubicBezTo>
                        <a:pt x="3503" y="29101"/>
                        <a:pt x="6872" y="28800"/>
                        <a:pt x="10141" y="28300"/>
                      </a:cubicBezTo>
                      <a:lnTo>
                        <a:pt x="10408" y="28267"/>
                      </a:lnTo>
                      <a:cubicBezTo>
                        <a:pt x="11342" y="28133"/>
                        <a:pt x="12543" y="27933"/>
                        <a:pt x="13043" y="26966"/>
                      </a:cubicBezTo>
                      <a:cubicBezTo>
                        <a:pt x="13377" y="26365"/>
                        <a:pt x="13377" y="25698"/>
                        <a:pt x="13410" y="24931"/>
                      </a:cubicBezTo>
                      <a:cubicBezTo>
                        <a:pt x="13444" y="21662"/>
                        <a:pt x="13343" y="18360"/>
                        <a:pt x="13110" y="15124"/>
                      </a:cubicBezTo>
                      <a:cubicBezTo>
                        <a:pt x="12843" y="11488"/>
                        <a:pt x="12476" y="6551"/>
                        <a:pt x="14744" y="3215"/>
                      </a:cubicBezTo>
                      <a:cubicBezTo>
                        <a:pt x="15879" y="1481"/>
                        <a:pt x="17747" y="447"/>
                        <a:pt x="19815" y="313"/>
                      </a:cubicBezTo>
                      <a:cubicBezTo>
                        <a:pt x="19926" y="308"/>
                        <a:pt x="20037" y="305"/>
                        <a:pt x="20147" y="305"/>
                      </a:cubicBezTo>
                      <a:cubicBezTo>
                        <a:pt x="22089" y="305"/>
                        <a:pt x="23889" y="1133"/>
                        <a:pt x="25152" y="2648"/>
                      </a:cubicBezTo>
                      <a:cubicBezTo>
                        <a:pt x="25586" y="3149"/>
                        <a:pt x="25986" y="3782"/>
                        <a:pt x="26319" y="4483"/>
                      </a:cubicBezTo>
                      <a:cubicBezTo>
                        <a:pt x="27353" y="6718"/>
                        <a:pt x="27220" y="9153"/>
                        <a:pt x="27087" y="11488"/>
                      </a:cubicBezTo>
                      <a:cubicBezTo>
                        <a:pt x="27053" y="12088"/>
                        <a:pt x="27020" y="12689"/>
                        <a:pt x="26987" y="13289"/>
                      </a:cubicBezTo>
                      <a:lnTo>
                        <a:pt x="26720" y="23396"/>
                      </a:lnTo>
                      <a:cubicBezTo>
                        <a:pt x="26720" y="23597"/>
                        <a:pt x="26686" y="23863"/>
                        <a:pt x="26653" y="24164"/>
                      </a:cubicBezTo>
                      <a:cubicBezTo>
                        <a:pt x="26553" y="25465"/>
                        <a:pt x="26386" y="27233"/>
                        <a:pt x="27520" y="27900"/>
                      </a:cubicBezTo>
                      <a:cubicBezTo>
                        <a:pt x="28087" y="28233"/>
                        <a:pt x="28721" y="28300"/>
                        <a:pt x="29322" y="28367"/>
                      </a:cubicBezTo>
                      <a:cubicBezTo>
                        <a:pt x="30989" y="28533"/>
                        <a:pt x="32691" y="28734"/>
                        <a:pt x="34425" y="28900"/>
                      </a:cubicBezTo>
                      <a:cubicBezTo>
                        <a:pt x="36126" y="29067"/>
                        <a:pt x="37861" y="29234"/>
                        <a:pt x="39529" y="29434"/>
                      </a:cubicBezTo>
                      <a:cubicBezTo>
                        <a:pt x="39629" y="29434"/>
                        <a:pt x="39696" y="29367"/>
                        <a:pt x="39696" y="29267"/>
                      </a:cubicBezTo>
                      <a:cubicBezTo>
                        <a:pt x="39696" y="29201"/>
                        <a:pt x="39629" y="29101"/>
                        <a:pt x="39562" y="29101"/>
                      </a:cubicBezTo>
                      <a:cubicBezTo>
                        <a:pt x="37894" y="28934"/>
                        <a:pt x="36160" y="28734"/>
                        <a:pt x="34459" y="28567"/>
                      </a:cubicBezTo>
                      <a:cubicBezTo>
                        <a:pt x="32757" y="28400"/>
                        <a:pt x="31023" y="28233"/>
                        <a:pt x="29355" y="28066"/>
                      </a:cubicBezTo>
                      <a:cubicBezTo>
                        <a:pt x="28821" y="28000"/>
                        <a:pt x="28187" y="27933"/>
                        <a:pt x="27687" y="27633"/>
                      </a:cubicBezTo>
                      <a:cubicBezTo>
                        <a:pt x="26720" y="27032"/>
                        <a:pt x="26886" y="25398"/>
                        <a:pt x="26987" y="24197"/>
                      </a:cubicBezTo>
                      <a:cubicBezTo>
                        <a:pt x="26987" y="23897"/>
                        <a:pt x="27020" y="23630"/>
                        <a:pt x="27020" y="23396"/>
                      </a:cubicBezTo>
                      <a:lnTo>
                        <a:pt x="27320" y="13289"/>
                      </a:lnTo>
                      <a:cubicBezTo>
                        <a:pt x="27320" y="12689"/>
                        <a:pt x="27353" y="12088"/>
                        <a:pt x="27387" y="11521"/>
                      </a:cubicBezTo>
                      <a:cubicBezTo>
                        <a:pt x="27520" y="9120"/>
                        <a:pt x="27687" y="6651"/>
                        <a:pt x="26620" y="4350"/>
                      </a:cubicBezTo>
                      <a:cubicBezTo>
                        <a:pt x="26253" y="3616"/>
                        <a:pt x="25852" y="2949"/>
                        <a:pt x="25419" y="2415"/>
                      </a:cubicBezTo>
                      <a:cubicBezTo>
                        <a:pt x="24109" y="887"/>
                        <a:pt x="22216" y="0"/>
                        <a:pt x="20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1226050" y="2749575"/>
                  <a:ext cx="19200" cy="60400"/>
                </a:xfrm>
                <a:custGeom>
                  <a:avLst/>
                  <a:gdLst/>
                  <a:ahLst/>
                  <a:cxnLst/>
                  <a:rect l="l" t="t" r="r" b="b"/>
                  <a:pathLst>
                    <a:path w="768" h="2416" extrusionOk="0">
                      <a:moveTo>
                        <a:pt x="575" y="1"/>
                      </a:moveTo>
                      <a:cubicBezTo>
                        <a:pt x="519" y="1"/>
                        <a:pt x="458" y="32"/>
                        <a:pt x="434" y="81"/>
                      </a:cubicBezTo>
                      <a:cubicBezTo>
                        <a:pt x="67" y="748"/>
                        <a:pt x="0" y="1582"/>
                        <a:pt x="301" y="2316"/>
                      </a:cubicBezTo>
                      <a:cubicBezTo>
                        <a:pt x="301" y="2382"/>
                        <a:pt x="367" y="2416"/>
                        <a:pt x="434" y="2416"/>
                      </a:cubicBezTo>
                      <a:lnTo>
                        <a:pt x="501" y="2416"/>
                      </a:lnTo>
                      <a:cubicBezTo>
                        <a:pt x="567" y="2382"/>
                        <a:pt x="601" y="2282"/>
                        <a:pt x="567" y="2215"/>
                      </a:cubicBezTo>
                      <a:cubicBezTo>
                        <a:pt x="334" y="1582"/>
                        <a:pt x="401" y="814"/>
                        <a:pt x="701" y="214"/>
                      </a:cubicBezTo>
                      <a:cubicBezTo>
                        <a:pt x="768" y="147"/>
                        <a:pt x="734" y="47"/>
                        <a:pt x="634" y="14"/>
                      </a:cubicBezTo>
                      <a:cubicBezTo>
                        <a:pt x="616" y="5"/>
                        <a:pt x="596"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1636350" y="2758250"/>
                  <a:ext cx="12525" cy="49225"/>
                </a:xfrm>
                <a:custGeom>
                  <a:avLst/>
                  <a:gdLst/>
                  <a:ahLst/>
                  <a:cxnLst/>
                  <a:rect l="l" t="t" r="r" b="b"/>
                  <a:pathLst>
                    <a:path w="501" h="1969" extrusionOk="0">
                      <a:moveTo>
                        <a:pt x="167" y="0"/>
                      </a:moveTo>
                      <a:cubicBezTo>
                        <a:pt x="67" y="34"/>
                        <a:pt x="33" y="134"/>
                        <a:pt x="33" y="201"/>
                      </a:cubicBezTo>
                      <a:cubicBezTo>
                        <a:pt x="167" y="701"/>
                        <a:pt x="167" y="1268"/>
                        <a:pt x="33" y="1735"/>
                      </a:cubicBezTo>
                      <a:cubicBezTo>
                        <a:pt x="0" y="1835"/>
                        <a:pt x="33" y="1935"/>
                        <a:pt x="134" y="1935"/>
                      </a:cubicBezTo>
                      <a:cubicBezTo>
                        <a:pt x="134" y="1935"/>
                        <a:pt x="167" y="1969"/>
                        <a:pt x="167" y="1969"/>
                      </a:cubicBezTo>
                      <a:cubicBezTo>
                        <a:pt x="234" y="1969"/>
                        <a:pt x="300" y="1902"/>
                        <a:pt x="334" y="1835"/>
                      </a:cubicBezTo>
                      <a:cubicBezTo>
                        <a:pt x="500" y="1268"/>
                        <a:pt x="500" y="701"/>
                        <a:pt x="367" y="134"/>
                      </a:cubicBezTo>
                      <a:cubicBezTo>
                        <a:pt x="334" y="34"/>
                        <a:pt x="234"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1337800" y="2697375"/>
                  <a:ext cx="204325" cy="77575"/>
                </a:xfrm>
                <a:custGeom>
                  <a:avLst/>
                  <a:gdLst/>
                  <a:ahLst/>
                  <a:cxnLst/>
                  <a:rect l="l" t="t" r="r" b="b"/>
                  <a:pathLst>
                    <a:path w="8173" h="3103" extrusionOk="0">
                      <a:moveTo>
                        <a:pt x="8039" y="0"/>
                      </a:moveTo>
                      <a:cubicBezTo>
                        <a:pt x="7939" y="0"/>
                        <a:pt x="7873" y="34"/>
                        <a:pt x="7839" y="134"/>
                      </a:cubicBezTo>
                      <a:cubicBezTo>
                        <a:pt x="7406" y="1602"/>
                        <a:pt x="5938" y="2736"/>
                        <a:pt x="4303" y="2802"/>
                      </a:cubicBezTo>
                      <a:cubicBezTo>
                        <a:pt x="4249" y="2805"/>
                        <a:pt x="4195" y="2806"/>
                        <a:pt x="4141" y="2806"/>
                      </a:cubicBezTo>
                      <a:cubicBezTo>
                        <a:pt x="2688" y="2806"/>
                        <a:pt x="1169" y="1953"/>
                        <a:pt x="300" y="634"/>
                      </a:cubicBezTo>
                      <a:cubicBezTo>
                        <a:pt x="261" y="595"/>
                        <a:pt x="211" y="579"/>
                        <a:pt x="162" y="579"/>
                      </a:cubicBezTo>
                      <a:cubicBezTo>
                        <a:pt x="128" y="579"/>
                        <a:pt x="95" y="587"/>
                        <a:pt x="67" y="601"/>
                      </a:cubicBezTo>
                      <a:cubicBezTo>
                        <a:pt x="0" y="668"/>
                        <a:pt x="0" y="768"/>
                        <a:pt x="34" y="834"/>
                      </a:cubicBezTo>
                      <a:cubicBezTo>
                        <a:pt x="968" y="2235"/>
                        <a:pt x="2569" y="3103"/>
                        <a:pt x="4137" y="3103"/>
                      </a:cubicBezTo>
                      <a:lnTo>
                        <a:pt x="4337" y="3103"/>
                      </a:lnTo>
                      <a:cubicBezTo>
                        <a:pt x="6071" y="3036"/>
                        <a:pt x="7672" y="1802"/>
                        <a:pt x="8139" y="201"/>
                      </a:cubicBezTo>
                      <a:cubicBezTo>
                        <a:pt x="8173" y="134"/>
                        <a:pt x="8106" y="34"/>
                        <a:pt x="8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1275250" y="2165825"/>
                  <a:ext cx="85075" cy="459850"/>
                </a:xfrm>
                <a:custGeom>
                  <a:avLst/>
                  <a:gdLst/>
                  <a:ahLst/>
                  <a:cxnLst/>
                  <a:rect l="l" t="t" r="r" b="b"/>
                  <a:pathLst>
                    <a:path w="3403" h="18394" extrusionOk="0">
                      <a:moveTo>
                        <a:pt x="3196" y="1"/>
                      </a:moveTo>
                      <a:cubicBezTo>
                        <a:pt x="3174" y="1"/>
                        <a:pt x="3154" y="5"/>
                        <a:pt x="3136" y="14"/>
                      </a:cubicBezTo>
                      <a:cubicBezTo>
                        <a:pt x="0" y="1915"/>
                        <a:pt x="901" y="16192"/>
                        <a:pt x="1168" y="18260"/>
                      </a:cubicBezTo>
                      <a:cubicBezTo>
                        <a:pt x="1168" y="18327"/>
                        <a:pt x="1235" y="18394"/>
                        <a:pt x="1335" y="18394"/>
                      </a:cubicBezTo>
                      <a:cubicBezTo>
                        <a:pt x="1435" y="18394"/>
                        <a:pt x="1502" y="18327"/>
                        <a:pt x="1468" y="18227"/>
                      </a:cubicBezTo>
                      <a:cubicBezTo>
                        <a:pt x="1068" y="14891"/>
                        <a:pt x="534" y="1982"/>
                        <a:pt x="3303" y="314"/>
                      </a:cubicBezTo>
                      <a:cubicBezTo>
                        <a:pt x="3370" y="247"/>
                        <a:pt x="3403" y="147"/>
                        <a:pt x="3370" y="81"/>
                      </a:cubicBezTo>
                      <a:cubicBezTo>
                        <a:pt x="3321" y="32"/>
                        <a:pt x="3254" y="1"/>
                        <a:pt x="3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1529600" y="2165750"/>
                  <a:ext cx="64225" cy="448250"/>
                </a:xfrm>
                <a:custGeom>
                  <a:avLst/>
                  <a:gdLst/>
                  <a:ahLst/>
                  <a:cxnLst/>
                  <a:rect l="l" t="t" r="r" b="b"/>
                  <a:pathLst>
                    <a:path w="2569" h="17930" extrusionOk="0">
                      <a:moveTo>
                        <a:pt x="155" y="0"/>
                      </a:moveTo>
                      <a:cubicBezTo>
                        <a:pt x="117" y="0"/>
                        <a:pt x="84" y="17"/>
                        <a:pt x="67" y="50"/>
                      </a:cubicBezTo>
                      <a:cubicBezTo>
                        <a:pt x="0" y="117"/>
                        <a:pt x="0" y="217"/>
                        <a:pt x="67" y="284"/>
                      </a:cubicBezTo>
                      <a:cubicBezTo>
                        <a:pt x="2235" y="2052"/>
                        <a:pt x="1602" y="10624"/>
                        <a:pt x="1235" y="15228"/>
                      </a:cubicBezTo>
                      <a:cubicBezTo>
                        <a:pt x="1168" y="16262"/>
                        <a:pt x="1101" y="17162"/>
                        <a:pt x="1068" y="17763"/>
                      </a:cubicBezTo>
                      <a:cubicBezTo>
                        <a:pt x="1068" y="17863"/>
                        <a:pt x="1135" y="17930"/>
                        <a:pt x="1235" y="17930"/>
                      </a:cubicBezTo>
                      <a:cubicBezTo>
                        <a:pt x="1301" y="17930"/>
                        <a:pt x="1401" y="17863"/>
                        <a:pt x="1401" y="17763"/>
                      </a:cubicBezTo>
                      <a:cubicBezTo>
                        <a:pt x="1401" y="17162"/>
                        <a:pt x="1468" y="16262"/>
                        <a:pt x="1568" y="15261"/>
                      </a:cubicBezTo>
                      <a:cubicBezTo>
                        <a:pt x="1935" y="10258"/>
                        <a:pt x="2569" y="1918"/>
                        <a:pt x="267" y="50"/>
                      </a:cubicBezTo>
                      <a:cubicBezTo>
                        <a:pt x="234" y="17"/>
                        <a:pt x="192"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1302775" y="2087900"/>
                  <a:ext cx="62575" cy="63275"/>
                </a:xfrm>
                <a:custGeom>
                  <a:avLst/>
                  <a:gdLst/>
                  <a:ahLst/>
                  <a:cxnLst/>
                  <a:rect l="l" t="t" r="r" b="b"/>
                  <a:pathLst>
                    <a:path w="2503" h="2531" extrusionOk="0">
                      <a:moveTo>
                        <a:pt x="2135" y="362"/>
                      </a:moveTo>
                      <a:cubicBezTo>
                        <a:pt x="2035" y="629"/>
                        <a:pt x="1868" y="996"/>
                        <a:pt x="1668" y="1196"/>
                      </a:cubicBezTo>
                      <a:cubicBezTo>
                        <a:pt x="1601" y="1263"/>
                        <a:pt x="1501" y="1296"/>
                        <a:pt x="1368" y="1363"/>
                      </a:cubicBezTo>
                      <a:cubicBezTo>
                        <a:pt x="1134" y="1496"/>
                        <a:pt x="901" y="1663"/>
                        <a:pt x="667" y="1830"/>
                      </a:cubicBezTo>
                      <a:cubicBezTo>
                        <a:pt x="601" y="1897"/>
                        <a:pt x="534" y="1930"/>
                        <a:pt x="467" y="1997"/>
                      </a:cubicBezTo>
                      <a:cubicBezTo>
                        <a:pt x="534" y="1763"/>
                        <a:pt x="667" y="1563"/>
                        <a:pt x="834" y="1396"/>
                      </a:cubicBezTo>
                      <a:cubicBezTo>
                        <a:pt x="1134" y="963"/>
                        <a:pt x="1601" y="629"/>
                        <a:pt x="2135" y="362"/>
                      </a:cubicBezTo>
                      <a:close/>
                      <a:moveTo>
                        <a:pt x="2236" y="0"/>
                      </a:moveTo>
                      <a:cubicBezTo>
                        <a:pt x="2162" y="0"/>
                        <a:pt x="2091" y="39"/>
                        <a:pt x="2068" y="62"/>
                      </a:cubicBezTo>
                      <a:cubicBezTo>
                        <a:pt x="1435" y="362"/>
                        <a:pt x="934" y="729"/>
                        <a:pt x="567" y="1196"/>
                      </a:cubicBezTo>
                      <a:cubicBezTo>
                        <a:pt x="300" y="1530"/>
                        <a:pt x="100" y="1930"/>
                        <a:pt x="0" y="2330"/>
                      </a:cubicBezTo>
                      <a:cubicBezTo>
                        <a:pt x="0" y="2397"/>
                        <a:pt x="34" y="2464"/>
                        <a:pt x="67" y="2497"/>
                      </a:cubicBezTo>
                      <a:cubicBezTo>
                        <a:pt x="100" y="2497"/>
                        <a:pt x="134" y="2530"/>
                        <a:pt x="167" y="2530"/>
                      </a:cubicBezTo>
                      <a:cubicBezTo>
                        <a:pt x="200" y="2530"/>
                        <a:pt x="234" y="2497"/>
                        <a:pt x="234" y="2497"/>
                      </a:cubicBezTo>
                      <a:cubicBezTo>
                        <a:pt x="467" y="2364"/>
                        <a:pt x="667" y="2230"/>
                        <a:pt x="868" y="2097"/>
                      </a:cubicBezTo>
                      <a:cubicBezTo>
                        <a:pt x="1101" y="1930"/>
                        <a:pt x="1301" y="1763"/>
                        <a:pt x="1568" y="1630"/>
                      </a:cubicBezTo>
                      <a:cubicBezTo>
                        <a:pt x="1668" y="1563"/>
                        <a:pt x="1768" y="1496"/>
                        <a:pt x="1868" y="1430"/>
                      </a:cubicBezTo>
                      <a:cubicBezTo>
                        <a:pt x="2135" y="1163"/>
                        <a:pt x="2402" y="696"/>
                        <a:pt x="2469" y="362"/>
                      </a:cubicBezTo>
                      <a:cubicBezTo>
                        <a:pt x="2502" y="329"/>
                        <a:pt x="2502" y="229"/>
                        <a:pt x="2469" y="129"/>
                      </a:cubicBezTo>
                      <a:cubicBezTo>
                        <a:pt x="2435" y="62"/>
                        <a:pt x="2402" y="29"/>
                        <a:pt x="2335" y="29"/>
                      </a:cubicBezTo>
                      <a:cubicBezTo>
                        <a:pt x="2304" y="8"/>
                        <a:pt x="2270" y="0"/>
                        <a:pt x="22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1356150" y="2074325"/>
                  <a:ext cx="87575" cy="49325"/>
                </a:xfrm>
                <a:custGeom>
                  <a:avLst/>
                  <a:gdLst/>
                  <a:ahLst/>
                  <a:cxnLst/>
                  <a:rect l="l" t="t" r="r" b="b"/>
                  <a:pathLst>
                    <a:path w="3503" h="1973" extrusionOk="0">
                      <a:moveTo>
                        <a:pt x="3036" y="305"/>
                      </a:moveTo>
                      <a:cubicBezTo>
                        <a:pt x="3036" y="305"/>
                        <a:pt x="3036" y="338"/>
                        <a:pt x="3036" y="338"/>
                      </a:cubicBezTo>
                      <a:cubicBezTo>
                        <a:pt x="3136" y="872"/>
                        <a:pt x="3002" y="1005"/>
                        <a:pt x="2502" y="1172"/>
                      </a:cubicBezTo>
                      <a:cubicBezTo>
                        <a:pt x="1935" y="1339"/>
                        <a:pt x="1368" y="1506"/>
                        <a:pt x="767" y="1606"/>
                      </a:cubicBezTo>
                      <a:cubicBezTo>
                        <a:pt x="673" y="1629"/>
                        <a:pt x="579" y="1653"/>
                        <a:pt x="484" y="1653"/>
                      </a:cubicBezTo>
                      <a:cubicBezTo>
                        <a:pt x="445" y="1653"/>
                        <a:pt x="406" y="1649"/>
                        <a:pt x="367" y="1639"/>
                      </a:cubicBezTo>
                      <a:cubicBezTo>
                        <a:pt x="467" y="1406"/>
                        <a:pt x="667" y="905"/>
                        <a:pt x="967" y="738"/>
                      </a:cubicBezTo>
                      <a:cubicBezTo>
                        <a:pt x="1034" y="705"/>
                        <a:pt x="1134" y="672"/>
                        <a:pt x="1234" y="672"/>
                      </a:cubicBezTo>
                      <a:lnTo>
                        <a:pt x="2936" y="338"/>
                      </a:lnTo>
                      <a:cubicBezTo>
                        <a:pt x="3002" y="305"/>
                        <a:pt x="3036" y="305"/>
                        <a:pt x="3036" y="305"/>
                      </a:cubicBezTo>
                      <a:close/>
                      <a:moveTo>
                        <a:pt x="2973" y="1"/>
                      </a:moveTo>
                      <a:cubicBezTo>
                        <a:pt x="2928" y="1"/>
                        <a:pt x="2891" y="5"/>
                        <a:pt x="2869" y="5"/>
                      </a:cubicBezTo>
                      <a:lnTo>
                        <a:pt x="1168" y="338"/>
                      </a:lnTo>
                      <a:cubicBezTo>
                        <a:pt x="1068" y="372"/>
                        <a:pt x="934" y="405"/>
                        <a:pt x="801" y="472"/>
                      </a:cubicBezTo>
                      <a:cubicBezTo>
                        <a:pt x="400" y="705"/>
                        <a:pt x="167" y="1239"/>
                        <a:pt x="33" y="1639"/>
                      </a:cubicBezTo>
                      <a:cubicBezTo>
                        <a:pt x="33" y="1639"/>
                        <a:pt x="0" y="1739"/>
                        <a:pt x="33" y="1806"/>
                      </a:cubicBezTo>
                      <a:cubicBezTo>
                        <a:pt x="67" y="1873"/>
                        <a:pt x="134" y="1939"/>
                        <a:pt x="234" y="1939"/>
                      </a:cubicBezTo>
                      <a:cubicBezTo>
                        <a:pt x="300" y="1973"/>
                        <a:pt x="334" y="1973"/>
                        <a:pt x="400" y="1973"/>
                      </a:cubicBezTo>
                      <a:cubicBezTo>
                        <a:pt x="534" y="1973"/>
                        <a:pt x="667" y="1939"/>
                        <a:pt x="834" y="1906"/>
                      </a:cubicBezTo>
                      <a:cubicBezTo>
                        <a:pt x="1434" y="1806"/>
                        <a:pt x="2035" y="1639"/>
                        <a:pt x="2602" y="1439"/>
                      </a:cubicBezTo>
                      <a:cubicBezTo>
                        <a:pt x="3169" y="1272"/>
                        <a:pt x="3503" y="1005"/>
                        <a:pt x="3336" y="271"/>
                      </a:cubicBezTo>
                      <a:cubicBezTo>
                        <a:pt x="3336" y="238"/>
                        <a:pt x="3336" y="171"/>
                        <a:pt x="3269" y="105"/>
                      </a:cubicBezTo>
                      <a:cubicBezTo>
                        <a:pt x="3180" y="16"/>
                        <a:pt x="3062" y="1"/>
                        <a:pt x="29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1446200" y="2077025"/>
                  <a:ext cx="89250" cy="49975"/>
                </a:xfrm>
                <a:custGeom>
                  <a:avLst/>
                  <a:gdLst/>
                  <a:ahLst/>
                  <a:cxnLst/>
                  <a:rect l="l" t="t" r="r" b="b"/>
                  <a:pathLst>
                    <a:path w="3570" h="1999" extrusionOk="0">
                      <a:moveTo>
                        <a:pt x="578" y="308"/>
                      </a:moveTo>
                      <a:cubicBezTo>
                        <a:pt x="679" y="308"/>
                        <a:pt x="834" y="325"/>
                        <a:pt x="1068" y="364"/>
                      </a:cubicBezTo>
                      <a:cubicBezTo>
                        <a:pt x="1468" y="430"/>
                        <a:pt x="1835" y="497"/>
                        <a:pt x="2169" y="597"/>
                      </a:cubicBezTo>
                      <a:cubicBezTo>
                        <a:pt x="2302" y="630"/>
                        <a:pt x="2436" y="664"/>
                        <a:pt x="2536" y="697"/>
                      </a:cubicBezTo>
                      <a:cubicBezTo>
                        <a:pt x="2736" y="764"/>
                        <a:pt x="2903" y="1097"/>
                        <a:pt x="3070" y="1364"/>
                      </a:cubicBezTo>
                      <a:cubicBezTo>
                        <a:pt x="3103" y="1464"/>
                        <a:pt x="3136" y="1564"/>
                        <a:pt x="3203" y="1631"/>
                      </a:cubicBezTo>
                      <a:cubicBezTo>
                        <a:pt x="2736" y="1398"/>
                        <a:pt x="2202" y="1331"/>
                        <a:pt x="1702" y="1231"/>
                      </a:cubicBezTo>
                      <a:cubicBezTo>
                        <a:pt x="1335" y="1164"/>
                        <a:pt x="935" y="1097"/>
                        <a:pt x="601" y="964"/>
                      </a:cubicBezTo>
                      <a:cubicBezTo>
                        <a:pt x="534" y="964"/>
                        <a:pt x="468" y="931"/>
                        <a:pt x="434" y="897"/>
                      </a:cubicBezTo>
                      <a:cubicBezTo>
                        <a:pt x="368" y="764"/>
                        <a:pt x="368" y="497"/>
                        <a:pt x="434" y="330"/>
                      </a:cubicBezTo>
                      <a:cubicBezTo>
                        <a:pt x="462" y="316"/>
                        <a:pt x="507" y="308"/>
                        <a:pt x="578" y="308"/>
                      </a:cubicBezTo>
                      <a:close/>
                      <a:moveTo>
                        <a:pt x="558" y="0"/>
                      </a:moveTo>
                      <a:cubicBezTo>
                        <a:pt x="286" y="0"/>
                        <a:pt x="212" y="74"/>
                        <a:pt x="167" y="163"/>
                      </a:cubicBezTo>
                      <a:cubicBezTo>
                        <a:pt x="67" y="364"/>
                        <a:pt x="1" y="797"/>
                        <a:pt x="201" y="1064"/>
                      </a:cubicBezTo>
                      <a:cubicBezTo>
                        <a:pt x="268" y="1164"/>
                        <a:pt x="401" y="1231"/>
                        <a:pt x="501" y="1264"/>
                      </a:cubicBezTo>
                      <a:cubicBezTo>
                        <a:pt x="868" y="1398"/>
                        <a:pt x="1268" y="1464"/>
                        <a:pt x="1635" y="1531"/>
                      </a:cubicBezTo>
                      <a:cubicBezTo>
                        <a:pt x="2169" y="1631"/>
                        <a:pt x="2636" y="1731"/>
                        <a:pt x="3103" y="1931"/>
                      </a:cubicBezTo>
                      <a:cubicBezTo>
                        <a:pt x="3136" y="1965"/>
                        <a:pt x="3203" y="1998"/>
                        <a:pt x="3270" y="1998"/>
                      </a:cubicBezTo>
                      <a:cubicBezTo>
                        <a:pt x="3336" y="1998"/>
                        <a:pt x="3370" y="1965"/>
                        <a:pt x="3403" y="1965"/>
                      </a:cubicBezTo>
                      <a:cubicBezTo>
                        <a:pt x="3470" y="1931"/>
                        <a:pt x="3503" y="1865"/>
                        <a:pt x="3537" y="1798"/>
                      </a:cubicBezTo>
                      <a:cubicBezTo>
                        <a:pt x="3570" y="1665"/>
                        <a:pt x="3503" y="1531"/>
                        <a:pt x="3470" y="1464"/>
                      </a:cubicBezTo>
                      <a:cubicBezTo>
                        <a:pt x="3436" y="1398"/>
                        <a:pt x="3370" y="1298"/>
                        <a:pt x="3336" y="1231"/>
                      </a:cubicBezTo>
                      <a:cubicBezTo>
                        <a:pt x="3170" y="897"/>
                        <a:pt x="2969" y="497"/>
                        <a:pt x="2636" y="397"/>
                      </a:cubicBezTo>
                      <a:cubicBezTo>
                        <a:pt x="2502" y="364"/>
                        <a:pt x="2369" y="330"/>
                        <a:pt x="2236" y="297"/>
                      </a:cubicBezTo>
                      <a:cubicBezTo>
                        <a:pt x="1902" y="197"/>
                        <a:pt x="1535" y="130"/>
                        <a:pt x="1135" y="63"/>
                      </a:cubicBezTo>
                      <a:cubicBezTo>
                        <a:pt x="879" y="19"/>
                        <a:pt x="694" y="0"/>
                        <a:pt x="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1530425" y="2097475"/>
                  <a:ext cx="60900" cy="58700"/>
                </a:xfrm>
                <a:custGeom>
                  <a:avLst/>
                  <a:gdLst/>
                  <a:ahLst/>
                  <a:cxnLst/>
                  <a:rect l="l" t="t" r="r" b="b"/>
                  <a:pathLst>
                    <a:path w="2436" h="2348" extrusionOk="0">
                      <a:moveTo>
                        <a:pt x="434" y="346"/>
                      </a:moveTo>
                      <a:cubicBezTo>
                        <a:pt x="568" y="380"/>
                        <a:pt x="735" y="513"/>
                        <a:pt x="901" y="613"/>
                      </a:cubicBezTo>
                      <a:cubicBezTo>
                        <a:pt x="1368" y="980"/>
                        <a:pt x="1769" y="1314"/>
                        <a:pt x="2002" y="1847"/>
                      </a:cubicBezTo>
                      <a:cubicBezTo>
                        <a:pt x="2036" y="1847"/>
                        <a:pt x="2036" y="1847"/>
                        <a:pt x="2036" y="1881"/>
                      </a:cubicBezTo>
                      <a:lnTo>
                        <a:pt x="1969" y="1847"/>
                      </a:lnTo>
                      <a:cubicBezTo>
                        <a:pt x="1569" y="1614"/>
                        <a:pt x="1168" y="1380"/>
                        <a:pt x="835" y="1080"/>
                      </a:cubicBezTo>
                      <a:cubicBezTo>
                        <a:pt x="668" y="913"/>
                        <a:pt x="568" y="646"/>
                        <a:pt x="434" y="380"/>
                      </a:cubicBezTo>
                      <a:cubicBezTo>
                        <a:pt x="434" y="380"/>
                        <a:pt x="434" y="346"/>
                        <a:pt x="434" y="346"/>
                      </a:cubicBezTo>
                      <a:close/>
                      <a:moveTo>
                        <a:pt x="264" y="1"/>
                      </a:moveTo>
                      <a:cubicBezTo>
                        <a:pt x="221" y="1"/>
                        <a:pt x="178" y="5"/>
                        <a:pt x="134" y="13"/>
                      </a:cubicBezTo>
                      <a:cubicBezTo>
                        <a:pt x="101" y="13"/>
                        <a:pt x="67" y="46"/>
                        <a:pt x="34" y="79"/>
                      </a:cubicBezTo>
                      <a:cubicBezTo>
                        <a:pt x="1" y="146"/>
                        <a:pt x="1" y="179"/>
                        <a:pt x="34" y="246"/>
                      </a:cubicBezTo>
                      <a:cubicBezTo>
                        <a:pt x="67" y="313"/>
                        <a:pt x="101" y="413"/>
                        <a:pt x="168" y="513"/>
                      </a:cubicBezTo>
                      <a:cubicBezTo>
                        <a:pt x="268" y="780"/>
                        <a:pt x="401" y="1113"/>
                        <a:pt x="635" y="1314"/>
                      </a:cubicBezTo>
                      <a:cubicBezTo>
                        <a:pt x="968" y="1647"/>
                        <a:pt x="1402" y="1881"/>
                        <a:pt x="1802" y="2114"/>
                      </a:cubicBezTo>
                      <a:lnTo>
                        <a:pt x="2069" y="2248"/>
                      </a:lnTo>
                      <a:lnTo>
                        <a:pt x="2169" y="2314"/>
                      </a:lnTo>
                      <a:cubicBezTo>
                        <a:pt x="2169" y="2314"/>
                        <a:pt x="2202" y="2348"/>
                        <a:pt x="2236" y="2348"/>
                      </a:cubicBezTo>
                      <a:cubicBezTo>
                        <a:pt x="2269" y="2348"/>
                        <a:pt x="2269" y="2348"/>
                        <a:pt x="2302" y="2314"/>
                      </a:cubicBezTo>
                      <a:cubicBezTo>
                        <a:pt x="2369" y="2314"/>
                        <a:pt x="2402" y="2248"/>
                        <a:pt x="2402" y="2214"/>
                      </a:cubicBezTo>
                      <a:cubicBezTo>
                        <a:pt x="2436" y="2014"/>
                        <a:pt x="2369" y="1847"/>
                        <a:pt x="2302" y="1714"/>
                      </a:cubicBezTo>
                      <a:cubicBezTo>
                        <a:pt x="2036" y="1147"/>
                        <a:pt x="1569" y="746"/>
                        <a:pt x="1102" y="380"/>
                      </a:cubicBezTo>
                      <a:cubicBezTo>
                        <a:pt x="866" y="203"/>
                        <a:pt x="580" y="1"/>
                        <a:pt x="2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1173500" y="3188775"/>
                  <a:ext cx="140975" cy="11475"/>
                </a:xfrm>
                <a:custGeom>
                  <a:avLst/>
                  <a:gdLst/>
                  <a:ahLst/>
                  <a:cxnLst/>
                  <a:rect l="l" t="t" r="r" b="b"/>
                  <a:pathLst>
                    <a:path w="5639" h="459" extrusionOk="0">
                      <a:moveTo>
                        <a:pt x="2271" y="0"/>
                      </a:moveTo>
                      <a:cubicBezTo>
                        <a:pt x="1568" y="0"/>
                        <a:pt x="865" y="19"/>
                        <a:pt x="168" y="59"/>
                      </a:cubicBezTo>
                      <a:cubicBezTo>
                        <a:pt x="68" y="59"/>
                        <a:pt x="1" y="125"/>
                        <a:pt x="1" y="225"/>
                      </a:cubicBezTo>
                      <a:cubicBezTo>
                        <a:pt x="1" y="292"/>
                        <a:pt x="68" y="359"/>
                        <a:pt x="168" y="359"/>
                      </a:cubicBezTo>
                      <a:cubicBezTo>
                        <a:pt x="853" y="333"/>
                        <a:pt x="1538" y="317"/>
                        <a:pt x="2222" y="317"/>
                      </a:cubicBezTo>
                      <a:cubicBezTo>
                        <a:pt x="3305" y="317"/>
                        <a:pt x="4388" y="357"/>
                        <a:pt x="5471" y="459"/>
                      </a:cubicBezTo>
                      <a:cubicBezTo>
                        <a:pt x="5572" y="459"/>
                        <a:pt x="5638" y="392"/>
                        <a:pt x="5638" y="292"/>
                      </a:cubicBezTo>
                      <a:cubicBezTo>
                        <a:pt x="5638" y="225"/>
                        <a:pt x="5605" y="125"/>
                        <a:pt x="5505" y="125"/>
                      </a:cubicBezTo>
                      <a:cubicBezTo>
                        <a:pt x="4434" y="44"/>
                        <a:pt x="3351" y="0"/>
                        <a:pt x="2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882475" y="3192725"/>
                  <a:ext cx="466175" cy="74250"/>
                </a:xfrm>
                <a:custGeom>
                  <a:avLst/>
                  <a:gdLst/>
                  <a:ahLst/>
                  <a:cxnLst/>
                  <a:rect l="l" t="t" r="r" b="b"/>
                  <a:pathLst>
                    <a:path w="18647" h="2970" extrusionOk="0">
                      <a:moveTo>
                        <a:pt x="7639" y="1"/>
                      </a:moveTo>
                      <a:cubicBezTo>
                        <a:pt x="5204" y="1"/>
                        <a:pt x="2769" y="101"/>
                        <a:pt x="400" y="301"/>
                      </a:cubicBezTo>
                      <a:cubicBezTo>
                        <a:pt x="334" y="301"/>
                        <a:pt x="134" y="301"/>
                        <a:pt x="67" y="468"/>
                      </a:cubicBezTo>
                      <a:cubicBezTo>
                        <a:pt x="0" y="568"/>
                        <a:pt x="34" y="701"/>
                        <a:pt x="67" y="734"/>
                      </a:cubicBezTo>
                      <a:lnTo>
                        <a:pt x="267" y="1535"/>
                      </a:lnTo>
                      <a:cubicBezTo>
                        <a:pt x="300" y="1602"/>
                        <a:pt x="334" y="1735"/>
                        <a:pt x="400" y="1802"/>
                      </a:cubicBezTo>
                      <a:cubicBezTo>
                        <a:pt x="501" y="1869"/>
                        <a:pt x="601" y="1869"/>
                        <a:pt x="667" y="1869"/>
                      </a:cubicBezTo>
                      <a:cubicBezTo>
                        <a:pt x="6572" y="2402"/>
                        <a:pt x="12576" y="2769"/>
                        <a:pt x="18480" y="2969"/>
                      </a:cubicBezTo>
                      <a:lnTo>
                        <a:pt x="18513" y="2969"/>
                      </a:lnTo>
                      <a:cubicBezTo>
                        <a:pt x="18580" y="2969"/>
                        <a:pt x="18647" y="2903"/>
                        <a:pt x="18647" y="2803"/>
                      </a:cubicBezTo>
                      <a:cubicBezTo>
                        <a:pt x="18647" y="2736"/>
                        <a:pt x="18580" y="2669"/>
                        <a:pt x="18513" y="2669"/>
                      </a:cubicBezTo>
                      <a:cubicBezTo>
                        <a:pt x="12576" y="2469"/>
                        <a:pt x="6605" y="2102"/>
                        <a:pt x="701" y="1568"/>
                      </a:cubicBezTo>
                      <a:lnTo>
                        <a:pt x="601" y="1568"/>
                      </a:lnTo>
                      <a:cubicBezTo>
                        <a:pt x="601" y="1535"/>
                        <a:pt x="601" y="1502"/>
                        <a:pt x="567" y="1468"/>
                      </a:cubicBezTo>
                      <a:lnTo>
                        <a:pt x="367" y="668"/>
                      </a:lnTo>
                      <a:cubicBezTo>
                        <a:pt x="334" y="634"/>
                        <a:pt x="334" y="634"/>
                        <a:pt x="334" y="634"/>
                      </a:cubicBezTo>
                      <a:cubicBezTo>
                        <a:pt x="334" y="634"/>
                        <a:pt x="367" y="601"/>
                        <a:pt x="400" y="601"/>
                      </a:cubicBezTo>
                      <a:cubicBezTo>
                        <a:pt x="2769" y="434"/>
                        <a:pt x="5204" y="334"/>
                        <a:pt x="7639" y="334"/>
                      </a:cubicBezTo>
                      <a:cubicBezTo>
                        <a:pt x="7706" y="334"/>
                        <a:pt x="7772" y="267"/>
                        <a:pt x="7772" y="167"/>
                      </a:cubicBezTo>
                      <a:cubicBezTo>
                        <a:pt x="7772" y="67"/>
                        <a:pt x="7706" y="1"/>
                        <a:pt x="7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927500" y="3223575"/>
                  <a:ext cx="151800" cy="9200"/>
                </a:xfrm>
                <a:custGeom>
                  <a:avLst/>
                  <a:gdLst/>
                  <a:ahLst/>
                  <a:cxnLst/>
                  <a:rect l="l" t="t" r="r" b="b"/>
                  <a:pathLst>
                    <a:path w="6072" h="368" extrusionOk="0">
                      <a:moveTo>
                        <a:pt x="167" y="1"/>
                      </a:moveTo>
                      <a:cubicBezTo>
                        <a:pt x="67" y="1"/>
                        <a:pt x="0" y="68"/>
                        <a:pt x="0" y="168"/>
                      </a:cubicBezTo>
                      <a:cubicBezTo>
                        <a:pt x="0" y="234"/>
                        <a:pt x="67" y="301"/>
                        <a:pt x="134" y="301"/>
                      </a:cubicBezTo>
                      <a:cubicBezTo>
                        <a:pt x="1268" y="368"/>
                        <a:pt x="2069" y="368"/>
                        <a:pt x="2802" y="368"/>
                      </a:cubicBezTo>
                      <a:cubicBezTo>
                        <a:pt x="3603" y="368"/>
                        <a:pt x="4370" y="368"/>
                        <a:pt x="5438" y="334"/>
                      </a:cubicBezTo>
                      <a:lnTo>
                        <a:pt x="5938" y="301"/>
                      </a:lnTo>
                      <a:cubicBezTo>
                        <a:pt x="6005" y="301"/>
                        <a:pt x="6072" y="234"/>
                        <a:pt x="6072" y="168"/>
                      </a:cubicBezTo>
                      <a:cubicBezTo>
                        <a:pt x="6072" y="68"/>
                        <a:pt x="6005" y="1"/>
                        <a:pt x="5905" y="1"/>
                      </a:cubicBezTo>
                      <a:lnTo>
                        <a:pt x="5404" y="1"/>
                      </a:lnTo>
                      <a:cubicBezTo>
                        <a:pt x="4306" y="37"/>
                        <a:pt x="3530" y="64"/>
                        <a:pt x="2672" y="64"/>
                      </a:cubicBezTo>
                      <a:cubicBezTo>
                        <a:pt x="1967" y="64"/>
                        <a:pt x="1206" y="46"/>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1100950" y="3222750"/>
                  <a:ext cx="50075" cy="9200"/>
                </a:xfrm>
                <a:custGeom>
                  <a:avLst/>
                  <a:gdLst/>
                  <a:ahLst/>
                  <a:cxnLst/>
                  <a:rect l="l" t="t" r="r" b="b"/>
                  <a:pathLst>
                    <a:path w="2003" h="368" extrusionOk="0">
                      <a:moveTo>
                        <a:pt x="168" y="0"/>
                      </a:moveTo>
                      <a:cubicBezTo>
                        <a:pt x="68" y="0"/>
                        <a:pt x="1" y="67"/>
                        <a:pt x="1" y="167"/>
                      </a:cubicBezTo>
                      <a:cubicBezTo>
                        <a:pt x="1" y="234"/>
                        <a:pt x="68" y="301"/>
                        <a:pt x="134" y="334"/>
                      </a:cubicBezTo>
                      <a:lnTo>
                        <a:pt x="1002" y="334"/>
                      </a:lnTo>
                      <a:cubicBezTo>
                        <a:pt x="1302" y="334"/>
                        <a:pt x="1602" y="334"/>
                        <a:pt x="1835" y="367"/>
                      </a:cubicBezTo>
                      <a:cubicBezTo>
                        <a:pt x="1936" y="367"/>
                        <a:pt x="2002" y="301"/>
                        <a:pt x="2002" y="201"/>
                      </a:cubicBezTo>
                      <a:cubicBezTo>
                        <a:pt x="2002" y="101"/>
                        <a:pt x="1936" y="34"/>
                        <a:pt x="1869" y="34"/>
                      </a:cubicBezTo>
                      <a:lnTo>
                        <a:pt x="1002" y="34"/>
                      </a:lnTo>
                      <a:cubicBezTo>
                        <a:pt x="701" y="0"/>
                        <a:pt x="40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1172675" y="3221075"/>
                  <a:ext cx="159300" cy="15875"/>
                </a:xfrm>
                <a:custGeom>
                  <a:avLst/>
                  <a:gdLst/>
                  <a:ahLst/>
                  <a:cxnLst/>
                  <a:rect l="l" t="t" r="r" b="b"/>
                  <a:pathLst>
                    <a:path w="6372" h="635" extrusionOk="0">
                      <a:moveTo>
                        <a:pt x="167" y="1"/>
                      </a:moveTo>
                      <a:cubicBezTo>
                        <a:pt x="101" y="1"/>
                        <a:pt x="1" y="67"/>
                        <a:pt x="1" y="134"/>
                      </a:cubicBezTo>
                      <a:cubicBezTo>
                        <a:pt x="1" y="234"/>
                        <a:pt x="67" y="301"/>
                        <a:pt x="167" y="301"/>
                      </a:cubicBezTo>
                      <a:cubicBezTo>
                        <a:pt x="2469" y="501"/>
                        <a:pt x="4204" y="601"/>
                        <a:pt x="6205" y="635"/>
                      </a:cubicBezTo>
                      <a:cubicBezTo>
                        <a:pt x="6305" y="635"/>
                        <a:pt x="6372" y="568"/>
                        <a:pt x="6372" y="501"/>
                      </a:cubicBezTo>
                      <a:cubicBezTo>
                        <a:pt x="6372" y="401"/>
                        <a:pt x="6305" y="334"/>
                        <a:pt x="6205" y="334"/>
                      </a:cubicBezTo>
                      <a:cubicBezTo>
                        <a:pt x="4237" y="268"/>
                        <a:pt x="2469" y="168"/>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86625" y="3205225"/>
                  <a:ext cx="191000" cy="18375"/>
                </a:xfrm>
                <a:custGeom>
                  <a:avLst/>
                  <a:gdLst/>
                  <a:ahLst/>
                  <a:cxnLst/>
                  <a:rect l="l" t="t" r="r" b="b"/>
                  <a:pathLst>
                    <a:path w="7640" h="735" extrusionOk="0">
                      <a:moveTo>
                        <a:pt x="7473" y="1"/>
                      </a:moveTo>
                      <a:cubicBezTo>
                        <a:pt x="6606" y="34"/>
                        <a:pt x="5505" y="101"/>
                        <a:pt x="4337" y="201"/>
                      </a:cubicBezTo>
                      <a:cubicBezTo>
                        <a:pt x="2836" y="301"/>
                        <a:pt x="1302" y="401"/>
                        <a:pt x="134" y="401"/>
                      </a:cubicBezTo>
                      <a:cubicBezTo>
                        <a:pt x="68" y="401"/>
                        <a:pt x="1" y="468"/>
                        <a:pt x="1" y="568"/>
                      </a:cubicBezTo>
                      <a:cubicBezTo>
                        <a:pt x="1" y="668"/>
                        <a:pt x="68" y="735"/>
                        <a:pt x="134" y="735"/>
                      </a:cubicBezTo>
                      <a:cubicBezTo>
                        <a:pt x="1302" y="735"/>
                        <a:pt x="2870" y="635"/>
                        <a:pt x="4337" y="501"/>
                      </a:cubicBezTo>
                      <a:cubicBezTo>
                        <a:pt x="5505" y="435"/>
                        <a:pt x="6606" y="335"/>
                        <a:pt x="7506" y="335"/>
                      </a:cubicBezTo>
                      <a:cubicBezTo>
                        <a:pt x="7573" y="301"/>
                        <a:pt x="7640" y="234"/>
                        <a:pt x="7640" y="168"/>
                      </a:cubicBezTo>
                      <a:cubicBezTo>
                        <a:pt x="7640" y="68"/>
                        <a:pt x="7573" y="1"/>
                        <a:pt x="7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1172675" y="3202525"/>
                  <a:ext cx="149300" cy="14400"/>
                </a:xfrm>
                <a:custGeom>
                  <a:avLst/>
                  <a:gdLst/>
                  <a:ahLst/>
                  <a:cxnLst/>
                  <a:rect l="l" t="t" r="r" b="b"/>
                  <a:pathLst>
                    <a:path w="5972" h="576" extrusionOk="0">
                      <a:moveTo>
                        <a:pt x="129" y="0"/>
                      </a:moveTo>
                      <a:cubicBezTo>
                        <a:pt x="68" y="0"/>
                        <a:pt x="1" y="60"/>
                        <a:pt x="1" y="142"/>
                      </a:cubicBezTo>
                      <a:cubicBezTo>
                        <a:pt x="1" y="209"/>
                        <a:pt x="67" y="309"/>
                        <a:pt x="134" y="309"/>
                      </a:cubicBezTo>
                      <a:cubicBezTo>
                        <a:pt x="1768" y="476"/>
                        <a:pt x="4003" y="576"/>
                        <a:pt x="5805" y="576"/>
                      </a:cubicBezTo>
                      <a:cubicBezTo>
                        <a:pt x="5905" y="576"/>
                        <a:pt x="5971" y="509"/>
                        <a:pt x="5971" y="409"/>
                      </a:cubicBezTo>
                      <a:cubicBezTo>
                        <a:pt x="5971" y="342"/>
                        <a:pt x="5905" y="276"/>
                        <a:pt x="5805" y="276"/>
                      </a:cubicBezTo>
                      <a:cubicBezTo>
                        <a:pt x="4003" y="276"/>
                        <a:pt x="1802" y="142"/>
                        <a:pt x="167" y="9"/>
                      </a:cubicBezTo>
                      <a:cubicBezTo>
                        <a:pt x="155" y="3"/>
                        <a:pt x="143" y="0"/>
                        <a:pt x="1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1563800" y="3191900"/>
                  <a:ext cx="139275" cy="9200"/>
                </a:xfrm>
                <a:custGeom>
                  <a:avLst/>
                  <a:gdLst/>
                  <a:ahLst/>
                  <a:cxnLst/>
                  <a:rect l="l" t="t" r="r" b="b"/>
                  <a:pathLst>
                    <a:path w="5571" h="368" extrusionOk="0">
                      <a:moveTo>
                        <a:pt x="167" y="0"/>
                      </a:moveTo>
                      <a:cubicBezTo>
                        <a:pt x="100" y="0"/>
                        <a:pt x="0" y="67"/>
                        <a:pt x="0" y="167"/>
                      </a:cubicBezTo>
                      <a:cubicBezTo>
                        <a:pt x="0" y="267"/>
                        <a:pt x="67" y="334"/>
                        <a:pt x="167" y="334"/>
                      </a:cubicBezTo>
                      <a:lnTo>
                        <a:pt x="5437" y="367"/>
                      </a:lnTo>
                      <a:cubicBezTo>
                        <a:pt x="5504" y="367"/>
                        <a:pt x="5571" y="300"/>
                        <a:pt x="5571" y="200"/>
                      </a:cubicBezTo>
                      <a:cubicBezTo>
                        <a:pt x="5571" y="134"/>
                        <a:pt x="5504" y="67"/>
                        <a:pt x="5437" y="67"/>
                      </a:cubicBez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1535425" y="3195225"/>
                  <a:ext cx="457850" cy="70925"/>
                </a:xfrm>
                <a:custGeom>
                  <a:avLst/>
                  <a:gdLst/>
                  <a:ahLst/>
                  <a:cxnLst/>
                  <a:rect l="l" t="t" r="r" b="b"/>
                  <a:pathLst>
                    <a:path w="18314" h="2837" extrusionOk="0">
                      <a:moveTo>
                        <a:pt x="10675" y="1"/>
                      </a:moveTo>
                      <a:cubicBezTo>
                        <a:pt x="10608" y="1"/>
                        <a:pt x="10508" y="67"/>
                        <a:pt x="10508" y="134"/>
                      </a:cubicBezTo>
                      <a:cubicBezTo>
                        <a:pt x="10508" y="234"/>
                        <a:pt x="10575" y="301"/>
                        <a:pt x="10675" y="301"/>
                      </a:cubicBezTo>
                      <a:cubicBezTo>
                        <a:pt x="13077" y="301"/>
                        <a:pt x="15512" y="434"/>
                        <a:pt x="17880" y="668"/>
                      </a:cubicBezTo>
                      <a:cubicBezTo>
                        <a:pt x="17947" y="668"/>
                        <a:pt x="17980" y="701"/>
                        <a:pt x="17980" y="701"/>
                      </a:cubicBezTo>
                      <a:cubicBezTo>
                        <a:pt x="17980" y="701"/>
                        <a:pt x="17980" y="735"/>
                        <a:pt x="17980" y="735"/>
                      </a:cubicBezTo>
                      <a:lnTo>
                        <a:pt x="17747" y="1402"/>
                      </a:lnTo>
                      <a:cubicBezTo>
                        <a:pt x="17680" y="1602"/>
                        <a:pt x="17647" y="1669"/>
                        <a:pt x="17480" y="1735"/>
                      </a:cubicBezTo>
                      <a:cubicBezTo>
                        <a:pt x="17113" y="1835"/>
                        <a:pt x="16746" y="1869"/>
                        <a:pt x="16346" y="1902"/>
                      </a:cubicBezTo>
                      <a:cubicBezTo>
                        <a:pt x="14378" y="2102"/>
                        <a:pt x="12343" y="2102"/>
                        <a:pt x="10375" y="2136"/>
                      </a:cubicBezTo>
                      <a:lnTo>
                        <a:pt x="9441" y="2136"/>
                      </a:lnTo>
                      <a:cubicBezTo>
                        <a:pt x="8540" y="2169"/>
                        <a:pt x="7606" y="2202"/>
                        <a:pt x="6706" y="2269"/>
                      </a:cubicBezTo>
                      <a:cubicBezTo>
                        <a:pt x="5707" y="2320"/>
                        <a:pt x="4689" y="2391"/>
                        <a:pt x="3681" y="2391"/>
                      </a:cubicBezTo>
                      <a:cubicBezTo>
                        <a:pt x="3376" y="2391"/>
                        <a:pt x="3072" y="2385"/>
                        <a:pt x="2770" y="2369"/>
                      </a:cubicBezTo>
                      <a:cubicBezTo>
                        <a:pt x="2069" y="2369"/>
                        <a:pt x="1302" y="2402"/>
                        <a:pt x="568" y="2469"/>
                      </a:cubicBezTo>
                      <a:lnTo>
                        <a:pt x="168" y="2502"/>
                      </a:lnTo>
                      <a:cubicBezTo>
                        <a:pt x="68" y="2502"/>
                        <a:pt x="1" y="2603"/>
                        <a:pt x="1" y="2669"/>
                      </a:cubicBezTo>
                      <a:cubicBezTo>
                        <a:pt x="34" y="2769"/>
                        <a:pt x="101" y="2836"/>
                        <a:pt x="168" y="2836"/>
                      </a:cubicBezTo>
                      <a:lnTo>
                        <a:pt x="201" y="2803"/>
                      </a:lnTo>
                      <a:lnTo>
                        <a:pt x="601" y="2769"/>
                      </a:lnTo>
                      <a:cubicBezTo>
                        <a:pt x="1195" y="2742"/>
                        <a:pt x="1789" y="2694"/>
                        <a:pt x="2365" y="2694"/>
                      </a:cubicBezTo>
                      <a:cubicBezTo>
                        <a:pt x="2501" y="2694"/>
                        <a:pt x="2636" y="2696"/>
                        <a:pt x="2770" y="2703"/>
                      </a:cubicBezTo>
                      <a:cubicBezTo>
                        <a:pt x="3006" y="2709"/>
                        <a:pt x="3242" y="2711"/>
                        <a:pt x="3478" y="2711"/>
                      </a:cubicBezTo>
                      <a:cubicBezTo>
                        <a:pt x="4575" y="2711"/>
                        <a:pt x="5669" y="2652"/>
                        <a:pt x="6739" y="2569"/>
                      </a:cubicBezTo>
                      <a:cubicBezTo>
                        <a:pt x="7640" y="2536"/>
                        <a:pt x="8574" y="2469"/>
                        <a:pt x="9474" y="2469"/>
                      </a:cubicBezTo>
                      <a:lnTo>
                        <a:pt x="10375" y="2436"/>
                      </a:lnTo>
                      <a:cubicBezTo>
                        <a:pt x="12343" y="2436"/>
                        <a:pt x="14411" y="2402"/>
                        <a:pt x="16413" y="2202"/>
                      </a:cubicBezTo>
                      <a:cubicBezTo>
                        <a:pt x="16780" y="2169"/>
                        <a:pt x="17180" y="2136"/>
                        <a:pt x="17580" y="2035"/>
                      </a:cubicBezTo>
                      <a:cubicBezTo>
                        <a:pt x="17914" y="1935"/>
                        <a:pt x="17980" y="1702"/>
                        <a:pt x="18047" y="1502"/>
                      </a:cubicBezTo>
                      <a:lnTo>
                        <a:pt x="18281" y="835"/>
                      </a:lnTo>
                      <a:cubicBezTo>
                        <a:pt x="18281" y="801"/>
                        <a:pt x="18314" y="701"/>
                        <a:pt x="18281" y="568"/>
                      </a:cubicBezTo>
                      <a:cubicBezTo>
                        <a:pt x="18214" y="401"/>
                        <a:pt x="17980" y="368"/>
                        <a:pt x="17914" y="368"/>
                      </a:cubicBezTo>
                      <a:cubicBezTo>
                        <a:pt x="15545" y="101"/>
                        <a:pt x="13110" y="1"/>
                        <a:pt x="106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560450" y="3209375"/>
                  <a:ext cx="141800" cy="10075"/>
                </a:xfrm>
                <a:custGeom>
                  <a:avLst/>
                  <a:gdLst/>
                  <a:ahLst/>
                  <a:cxnLst/>
                  <a:rect l="l" t="t" r="r" b="b"/>
                  <a:pathLst>
                    <a:path w="5672" h="403" extrusionOk="0">
                      <a:moveTo>
                        <a:pt x="3646" y="0"/>
                      </a:moveTo>
                      <a:cubicBezTo>
                        <a:pt x="2477" y="0"/>
                        <a:pt x="1287" y="37"/>
                        <a:pt x="167" y="102"/>
                      </a:cubicBezTo>
                      <a:cubicBezTo>
                        <a:pt x="67" y="102"/>
                        <a:pt x="1" y="169"/>
                        <a:pt x="34" y="269"/>
                      </a:cubicBezTo>
                      <a:cubicBezTo>
                        <a:pt x="34" y="335"/>
                        <a:pt x="101" y="402"/>
                        <a:pt x="167" y="402"/>
                      </a:cubicBezTo>
                      <a:cubicBezTo>
                        <a:pt x="1267" y="339"/>
                        <a:pt x="2434" y="315"/>
                        <a:pt x="3574" y="315"/>
                      </a:cubicBezTo>
                      <a:cubicBezTo>
                        <a:pt x="4232" y="315"/>
                        <a:pt x="4882" y="323"/>
                        <a:pt x="5505" y="335"/>
                      </a:cubicBezTo>
                      <a:cubicBezTo>
                        <a:pt x="5605" y="335"/>
                        <a:pt x="5671" y="269"/>
                        <a:pt x="5671" y="202"/>
                      </a:cubicBezTo>
                      <a:cubicBezTo>
                        <a:pt x="5671" y="102"/>
                        <a:pt x="5605" y="35"/>
                        <a:pt x="5538" y="35"/>
                      </a:cubicBezTo>
                      <a:cubicBezTo>
                        <a:pt x="4923" y="11"/>
                        <a:pt x="4288" y="0"/>
                        <a:pt x="3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800625" y="3207750"/>
                  <a:ext cx="190150" cy="15850"/>
                </a:xfrm>
                <a:custGeom>
                  <a:avLst/>
                  <a:gdLst/>
                  <a:ahLst/>
                  <a:cxnLst/>
                  <a:rect l="l" t="t" r="r" b="b"/>
                  <a:pathLst>
                    <a:path w="7606" h="634" extrusionOk="0">
                      <a:moveTo>
                        <a:pt x="134" y="0"/>
                      </a:moveTo>
                      <a:cubicBezTo>
                        <a:pt x="67" y="0"/>
                        <a:pt x="0" y="67"/>
                        <a:pt x="0" y="167"/>
                      </a:cubicBezTo>
                      <a:cubicBezTo>
                        <a:pt x="0" y="234"/>
                        <a:pt x="34" y="300"/>
                        <a:pt x="134" y="300"/>
                      </a:cubicBezTo>
                      <a:cubicBezTo>
                        <a:pt x="1301" y="367"/>
                        <a:pt x="2536" y="434"/>
                        <a:pt x="3770" y="467"/>
                      </a:cubicBezTo>
                      <a:cubicBezTo>
                        <a:pt x="5004" y="534"/>
                        <a:pt x="6238" y="600"/>
                        <a:pt x="7439" y="634"/>
                      </a:cubicBezTo>
                      <a:cubicBezTo>
                        <a:pt x="7506" y="634"/>
                        <a:pt x="7606" y="567"/>
                        <a:pt x="7606" y="500"/>
                      </a:cubicBezTo>
                      <a:cubicBezTo>
                        <a:pt x="7606" y="400"/>
                        <a:pt x="7539" y="334"/>
                        <a:pt x="7439" y="334"/>
                      </a:cubicBezTo>
                      <a:cubicBezTo>
                        <a:pt x="6272" y="300"/>
                        <a:pt x="5037" y="234"/>
                        <a:pt x="3803" y="167"/>
                      </a:cubicBezTo>
                      <a:cubicBezTo>
                        <a:pt x="2569" y="100"/>
                        <a:pt x="1335" y="33"/>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550450" y="3225875"/>
                  <a:ext cx="153475" cy="11900"/>
                </a:xfrm>
                <a:custGeom>
                  <a:avLst/>
                  <a:gdLst/>
                  <a:ahLst/>
                  <a:cxnLst/>
                  <a:rect l="l" t="t" r="r" b="b"/>
                  <a:pathLst>
                    <a:path w="6139" h="476" extrusionOk="0">
                      <a:moveTo>
                        <a:pt x="5179" y="0"/>
                      </a:moveTo>
                      <a:cubicBezTo>
                        <a:pt x="3793" y="0"/>
                        <a:pt x="2129" y="65"/>
                        <a:pt x="167" y="176"/>
                      </a:cubicBezTo>
                      <a:cubicBezTo>
                        <a:pt x="67" y="176"/>
                        <a:pt x="0" y="242"/>
                        <a:pt x="0" y="309"/>
                      </a:cubicBezTo>
                      <a:cubicBezTo>
                        <a:pt x="0" y="409"/>
                        <a:pt x="67" y="476"/>
                        <a:pt x="167" y="476"/>
                      </a:cubicBezTo>
                      <a:cubicBezTo>
                        <a:pt x="2002" y="374"/>
                        <a:pt x="3545" y="330"/>
                        <a:pt x="4840" y="330"/>
                      </a:cubicBezTo>
                      <a:cubicBezTo>
                        <a:pt x="5240" y="330"/>
                        <a:pt x="5617" y="335"/>
                        <a:pt x="5971" y="342"/>
                      </a:cubicBezTo>
                      <a:cubicBezTo>
                        <a:pt x="6071" y="342"/>
                        <a:pt x="6138" y="276"/>
                        <a:pt x="6138" y="176"/>
                      </a:cubicBezTo>
                      <a:cubicBezTo>
                        <a:pt x="6138" y="109"/>
                        <a:pt x="6071" y="9"/>
                        <a:pt x="6005" y="9"/>
                      </a:cubicBezTo>
                      <a:cubicBezTo>
                        <a:pt x="5741" y="3"/>
                        <a:pt x="5466" y="0"/>
                        <a:pt x="5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723900" y="3225750"/>
                  <a:ext cx="51725" cy="8700"/>
                </a:xfrm>
                <a:custGeom>
                  <a:avLst/>
                  <a:gdLst/>
                  <a:ahLst/>
                  <a:cxnLst/>
                  <a:rect l="l" t="t" r="r" b="b"/>
                  <a:pathLst>
                    <a:path w="2069" h="348" extrusionOk="0">
                      <a:moveTo>
                        <a:pt x="1466" y="0"/>
                      </a:moveTo>
                      <a:cubicBezTo>
                        <a:pt x="1017" y="0"/>
                        <a:pt x="450" y="24"/>
                        <a:pt x="167" y="47"/>
                      </a:cubicBezTo>
                      <a:cubicBezTo>
                        <a:pt x="67" y="47"/>
                        <a:pt x="1" y="114"/>
                        <a:pt x="34" y="214"/>
                      </a:cubicBezTo>
                      <a:cubicBezTo>
                        <a:pt x="34" y="281"/>
                        <a:pt x="101" y="347"/>
                        <a:pt x="167" y="347"/>
                      </a:cubicBezTo>
                      <a:lnTo>
                        <a:pt x="201" y="347"/>
                      </a:lnTo>
                      <a:cubicBezTo>
                        <a:pt x="484" y="324"/>
                        <a:pt x="1034" y="300"/>
                        <a:pt x="1461" y="300"/>
                      </a:cubicBezTo>
                      <a:cubicBezTo>
                        <a:pt x="1638" y="300"/>
                        <a:pt x="1794" y="304"/>
                        <a:pt x="1902" y="314"/>
                      </a:cubicBezTo>
                      <a:cubicBezTo>
                        <a:pt x="2002" y="314"/>
                        <a:pt x="2069" y="247"/>
                        <a:pt x="2069" y="181"/>
                      </a:cubicBezTo>
                      <a:cubicBezTo>
                        <a:pt x="2069" y="81"/>
                        <a:pt x="2035" y="14"/>
                        <a:pt x="1935" y="14"/>
                      </a:cubicBezTo>
                      <a:cubicBezTo>
                        <a:pt x="1818" y="4"/>
                        <a:pt x="1652" y="0"/>
                        <a:pt x="14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1796450" y="3225250"/>
                  <a:ext cx="161800" cy="8375"/>
                </a:xfrm>
                <a:custGeom>
                  <a:avLst/>
                  <a:gdLst/>
                  <a:ahLst/>
                  <a:cxnLst/>
                  <a:rect l="l" t="t" r="r" b="b"/>
                  <a:pathLst>
                    <a:path w="6472" h="335" extrusionOk="0">
                      <a:moveTo>
                        <a:pt x="134" y="1"/>
                      </a:moveTo>
                      <a:cubicBezTo>
                        <a:pt x="34" y="1"/>
                        <a:pt x="1" y="101"/>
                        <a:pt x="1" y="167"/>
                      </a:cubicBezTo>
                      <a:cubicBezTo>
                        <a:pt x="1" y="267"/>
                        <a:pt x="67" y="334"/>
                        <a:pt x="134" y="334"/>
                      </a:cubicBezTo>
                      <a:cubicBezTo>
                        <a:pt x="1135" y="301"/>
                        <a:pt x="2202" y="301"/>
                        <a:pt x="3236" y="301"/>
                      </a:cubicBezTo>
                      <a:lnTo>
                        <a:pt x="6305" y="301"/>
                      </a:lnTo>
                      <a:cubicBezTo>
                        <a:pt x="6405" y="301"/>
                        <a:pt x="6472" y="234"/>
                        <a:pt x="6472" y="134"/>
                      </a:cubicBezTo>
                      <a:cubicBezTo>
                        <a:pt x="6472" y="67"/>
                        <a:pt x="6405" y="1"/>
                        <a:pt x="6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186625" y="2652950"/>
                  <a:ext cx="956525" cy="222900"/>
                </a:xfrm>
                <a:custGeom>
                  <a:avLst/>
                  <a:gdLst/>
                  <a:ahLst/>
                  <a:cxnLst/>
                  <a:rect l="l" t="t" r="r" b="b"/>
                  <a:pathLst>
                    <a:path w="38261" h="8916" extrusionOk="0">
                      <a:moveTo>
                        <a:pt x="649" y="1"/>
                      </a:moveTo>
                      <a:cubicBezTo>
                        <a:pt x="579" y="1"/>
                        <a:pt x="534" y="55"/>
                        <a:pt x="534" y="110"/>
                      </a:cubicBezTo>
                      <a:cubicBezTo>
                        <a:pt x="0" y="1310"/>
                        <a:pt x="67" y="2678"/>
                        <a:pt x="100" y="3912"/>
                      </a:cubicBezTo>
                      <a:cubicBezTo>
                        <a:pt x="134" y="4780"/>
                        <a:pt x="167" y="5780"/>
                        <a:pt x="634" y="6648"/>
                      </a:cubicBezTo>
                      <a:cubicBezTo>
                        <a:pt x="1269" y="7806"/>
                        <a:pt x="2428" y="7961"/>
                        <a:pt x="3584" y="7961"/>
                      </a:cubicBezTo>
                      <a:cubicBezTo>
                        <a:pt x="3825" y="7961"/>
                        <a:pt x="4067" y="7954"/>
                        <a:pt x="4303" y="7949"/>
                      </a:cubicBezTo>
                      <a:lnTo>
                        <a:pt x="5171" y="7949"/>
                      </a:lnTo>
                      <a:cubicBezTo>
                        <a:pt x="7172" y="8015"/>
                        <a:pt x="9174" y="8082"/>
                        <a:pt x="11175" y="8182"/>
                      </a:cubicBezTo>
                      <a:cubicBezTo>
                        <a:pt x="15178" y="8349"/>
                        <a:pt x="19181" y="8616"/>
                        <a:pt x="23050" y="8916"/>
                      </a:cubicBezTo>
                      <a:cubicBezTo>
                        <a:pt x="23150" y="8916"/>
                        <a:pt x="23217" y="8849"/>
                        <a:pt x="23217" y="8782"/>
                      </a:cubicBezTo>
                      <a:cubicBezTo>
                        <a:pt x="23250" y="8682"/>
                        <a:pt x="23184" y="8616"/>
                        <a:pt x="23083" y="8616"/>
                      </a:cubicBezTo>
                      <a:cubicBezTo>
                        <a:pt x="19214" y="8315"/>
                        <a:pt x="15211" y="8049"/>
                        <a:pt x="11208" y="7882"/>
                      </a:cubicBezTo>
                      <a:cubicBezTo>
                        <a:pt x="9207" y="7782"/>
                        <a:pt x="7172" y="7715"/>
                        <a:pt x="5204" y="7648"/>
                      </a:cubicBezTo>
                      <a:lnTo>
                        <a:pt x="4303" y="7648"/>
                      </a:lnTo>
                      <a:cubicBezTo>
                        <a:pt x="4087" y="7654"/>
                        <a:pt x="3870" y="7659"/>
                        <a:pt x="3655" y="7659"/>
                      </a:cubicBezTo>
                      <a:cubicBezTo>
                        <a:pt x="2544" y="7659"/>
                        <a:pt x="1493" y="7515"/>
                        <a:pt x="934" y="6481"/>
                      </a:cubicBezTo>
                      <a:cubicBezTo>
                        <a:pt x="501" y="5714"/>
                        <a:pt x="467" y="4746"/>
                        <a:pt x="434" y="3879"/>
                      </a:cubicBezTo>
                      <a:cubicBezTo>
                        <a:pt x="401" y="2945"/>
                        <a:pt x="334" y="1877"/>
                        <a:pt x="601" y="910"/>
                      </a:cubicBezTo>
                      <a:lnTo>
                        <a:pt x="1001" y="5347"/>
                      </a:lnTo>
                      <a:cubicBezTo>
                        <a:pt x="1034" y="5580"/>
                        <a:pt x="1068" y="5914"/>
                        <a:pt x="1268" y="6181"/>
                      </a:cubicBezTo>
                      <a:cubicBezTo>
                        <a:pt x="1568" y="6548"/>
                        <a:pt x="2035" y="6581"/>
                        <a:pt x="2469" y="6581"/>
                      </a:cubicBezTo>
                      <a:cubicBezTo>
                        <a:pt x="5272" y="6661"/>
                        <a:pt x="8091" y="6700"/>
                        <a:pt x="10922" y="6700"/>
                      </a:cubicBezTo>
                      <a:cubicBezTo>
                        <a:pt x="19910" y="6700"/>
                        <a:pt x="29012" y="6300"/>
                        <a:pt x="38094" y="5513"/>
                      </a:cubicBezTo>
                      <a:cubicBezTo>
                        <a:pt x="38194" y="5513"/>
                        <a:pt x="38261" y="5413"/>
                        <a:pt x="38261" y="5347"/>
                      </a:cubicBezTo>
                      <a:cubicBezTo>
                        <a:pt x="38228" y="5247"/>
                        <a:pt x="38161" y="5180"/>
                        <a:pt x="38061" y="5180"/>
                      </a:cubicBezTo>
                      <a:cubicBezTo>
                        <a:pt x="28806" y="5981"/>
                        <a:pt x="19531" y="6382"/>
                        <a:pt x="10391" y="6382"/>
                      </a:cubicBezTo>
                      <a:cubicBezTo>
                        <a:pt x="7738" y="6382"/>
                        <a:pt x="5096" y="6348"/>
                        <a:pt x="2469" y="6281"/>
                      </a:cubicBezTo>
                      <a:cubicBezTo>
                        <a:pt x="2135" y="6281"/>
                        <a:pt x="1735" y="6247"/>
                        <a:pt x="1501" y="5980"/>
                      </a:cubicBezTo>
                      <a:cubicBezTo>
                        <a:pt x="1368" y="5814"/>
                        <a:pt x="1335" y="5580"/>
                        <a:pt x="1335" y="5313"/>
                      </a:cubicBezTo>
                      <a:lnTo>
                        <a:pt x="834" y="143"/>
                      </a:lnTo>
                      <a:cubicBezTo>
                        <a:pt x="801" y="76"/>
                        <a:pt x="768" y="9"/>
                        <a:pt x="701" y="9"/>
                      </a:cubicBezTo>
                      <a:cubicBezTo>
                        <a:pt x="682" y="3"/>
                        <a:pt x="665" y="1"/>
                        <a:pt x="6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412975" y="2867325"/>
                  <a:ext cx="250200" cy="16875"/>
                </a:xfrm>
                <a:custGeom>
                  <a:avLst/>
                  <a:gdLst/>
                  <a:ahLst/>
                  <a:cxnLst/>
                  <a:rect l="l" t="t" r="r" b="b"/>
                  <a:pathLst>
                    <a:path w="10008" h="675" extrusionOk="0">
                      <a:moveTo>
                        <a:pt x="138" y="1"/>
                      </a:moveTo>
                      <a:cubicBezTo>
                        <a:pt x="75" y="1"/>
                        <a:pt x="0" y="83"/>
                        <a:pt x="0" y="141"/>
                      </a:cubicBezTo>
                      <a:cubicBezTo>
                        <a:pt x="0" y="241"/>
                        <a:pt x="67" y="308"/>
                        <a:pt x="167" y="308"/>
                      </a:cubicBezTo>
                      <a:lnTo>
                        <a:pt x="1034" y="341"/>
                      </a:lnTo>
                      <a:cubicBezTo>
                        <a:pt x="3736" y="508"/>
                        <a:pt x="7439" y="674"/>
                        <a:pt x="9807" y="674"/>
                      </a:cubicBezTo>
                      <a:lnTo>
                        <a:pt x="9874" y="674"/>
                      </a:lnTo>
                      <a:cubicBezTo>
                        <a:pt x="9941" y="674"/>
                        <a:pt x="10007" y="608"/>
                        <a:pt x="10007" y="541"/>
                      </a:cubicBezTo>
                      <a:cubicBezTo>
                        <a:pt x="10007" y="441"/>
                        <a:pt x="9941" y="374"/>
                        <a:pt x="9874" y="374"/>
                      </a:cubicBezTo>
                      <a:cubicBezTo>
                        <a:pt x="7505" y="374"/>
                        <a:pt x="3769" y="174"/>
                        <a:pt x="1068" y="41"/>
                      </a:cubicBezTo>
                      <a:lnTo>
                        <a:pt x="167" y="7"/>
                      </a:lnTo>
                      <a:cubicBezTo>
                        <a:pt x="158" y="3"/>
                        <a:pt x="148" y="1"/>
                        <a:pt x="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681500" y="2875700"/>
                  <a:ext cx="83400" cy="16825"/>
                </a:xfrm>
                <a:custGeom>
                  <a:avLst/>
                  <a:gdLst/>
                  <a:ahLst/>
                  <a:cxnLst/>
                  <a:rect l="l" t="t" r="r" b="b"/>
                  <a:pathLst>
                    <a:path w="3336" h="673" extrusionOk="0">
                      <a:moveTo>
                        <a:pt x="426" y="1"/>
                      </a:moveTo>
                      <a:cubicBezTo>
                        <a:pt x="326" y="1"/>
                        <a:pt x="229" y="2"/>
                        <a:pt x="134" y="6"/>
                      </a:cubicBezTo>
                      <a:cubicBezTo>
                        <a:pt x="67" y="39"/>
                        <a:pt x="0" y="106"/>
                        <a:pt x="0" y="173"/>
                      </a:cubicBezTo>
                      <a:cubicBezTo>
                        <a:pt x="0" y="273"/>
                        <a:pt x="67" y="339"/>
                        <a:pt x="167" y="339"/>
                      </a:cubicBezTo>
                      <a:cubicBezTo>
                        <a:pt x="318" y="328"/>
                        <a:pt x="477" y="322"/>
                        <a:pt x="642" y="322"/>
                      </a:cubicBezTo>
                      <a:cubicBezTo>
                        <a:pt x="1424" y="322"/>
                        <a:pt x="2337" y="447"/>
                        <a:pt x="3136" y="640"/>
                      </a:cubicBezTo>
                      <a:cubicBezTo>
                        <a:pt x="3136" y="673"/>
                        <a:pt x="3136" y="673"/>
                        <a:pt x="3169" y="673"/>
                      </a:cubicBezTo>
                      <a:cubicBezTo>
                        <a:pt x="3236" y="673"/>
                        <a:pt x="3302" y="606"/>
                        <a:pt x="3302" y="540"/>
                      </a:cubicBezTo>
                      <a:cubicBezTo>
                        <a:pt x="3336" y="440"/>
                        <a:pt x="3269" y="373"/>
                        <a:pt x="3202" y="339"/>
                      </a:cubicBezTo>
                      <a:cubicBezTo>
                        <a:pt x="2304" y="130"/>
                        <a:pt x="1298" y="1"/>
                        <a:pt x="4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956675" y="2905650"/>
                  <a:ext cx="120125" cy="26925"/>
                </a:xfrm>
                <a:custGeom>
                  <a:avLst/>
                  <a:gdLst/>
                  <a:ahLst/>
                  <a:cxnLst/>
                  <a:rect l="l" t="t" r="r" b="b"/>
                  <a:pathLst>
                    <a:path w="4805" h="1077" extrusionOk="0">
                      <a:moveTo>
                        <a:pt x="130" y="0"/>
                      </a:moveTo>
                      <a:cubicBezTo>
                        <a:pt x="69" y="0"/>
                        <a:pt x="1" y="60"/>
                        <a:pt x="1" y="142"/>
                      </a:cubicBezTo>
                      <a:cubicBezTo>
                        <a:pt x="1" y="209"/>
                        <a:pt x="34" y="309"/>
                        <a:pt x="134" y="309"/>
                      </a:cubicBezTo>
                      <a:cubicBezTo>
                        <a:pt x="1635" y="542"/>
                        <a:pt x="3137" y="776"/>
                        <a:pt x="4604" y="1076"/>
                      </a:cubicBezTo>
                      <a:lnTo>
                        <a:pt x="4638" y="1076"/>
                      </a:lnTo>
                      <a:cubicBezTo>
                        <a:pt x="4704" y="1076"/>
                        <a:pt x="4771" y="1009"/>
                        <a:pt x="4804" y="943"/>
                      </a:cubicBezTo>
                      <a:cubicBezTo>
                        <a:pt x="4804" y="876"/>
                        <a:pt x="4738" y="776"/>
                        <a:pt x="4671" y="776"/>
                      </a:cubicBezTo>
                      <a:cubicBezTo>
                        <a:pt x="3170" y="476"/>
                        <a:pt x="1669" y="209"/>
                        <a:pt x="168" y="9"/>
                      </a:cubicBezTo>
                      <a:cubicBezTo>
                        <a:pt x="156" y="3"/>
                        <a:pt x="143"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1147650" y="2938875"/>
                  <a:ext cx="131800" cy="37900"/>
                </a:xfrm>
                <a:custGeom>
                  <a:avLst/>
                  <a:gdLst/>
                  <a:ahLst/>
                  <a:cxnLst/>
                  <a:rect l="l" t="t" r="r" b="b"/>
                  <a:pathLst>
                    <a:path w="5272" h="1516" extrusionOk="0">
                      <a:moveTo>
                        <a:pt x="175" y="1"/>
                      </a:moveTo>
                      <a:cubicBezTo>
                        <a:pt x="119" y="1"/>
                        <a:pt x="59" y="32"/>
                        <a:pt x="34" y="81"/>
                      </a:cubicBezTo>
                      <a:cubicBezTo>
                        <a:pt x="1" y="181"/>
                        <a:pt x="34" y="281"/>
                        <a:pt x="101" y="314"/>
                      </a:cubicBezTo>
                      <a:cubicBezTo>
                        <a:pt x="768" y="581"/>
                        <a:pt x="1535" y="681"/>
                        <a:pt x="2236" y="781"/>
                      </a:cubicBezTo>
                      <a:cubicBezTo>
                        <a:pt x="3370" y="915"/>
                        <a:pt x="4237" y="1148"/>
                        <a:pt x="5038" y="1482"/>
                      </a:cubicBezTo>
                      <a:cubicBezTo>
                        <a:pt x="5071" y="1482"/>
                        <a:pt x="5071" y="1515"/>
                        <a:pt x="5104" y="1515"/>
                      </a:cubicBezTo>
                      <a:cubicBezTo>
                        <a:pt x="5138" y="1515"/>
                        <a:pt x="5205" y="1448"/>
                        <a:pt x="5238" y="1415"/>
                      </a:cubicBezTo>
                      <a:cubicBezTo>
                        <a:pt x="5271" y="1315"/>
                        <a:pt x="5238" y="1248"/>
                        <a:pt x="5171" y="1215"/>
                      </a:cubicBezTo>
                      <a:cubicBezTo>
                        <a:pt x="4337" y="848"/>
                        <a:pt x="3437" y="614"/>
                        <a:pt x="2269" y="448"/>
                      </a:cubicBezTo>
                      <a:cubicBezTo>
                        <a:pt x="1602" y="381"/>
                        <a:pt x="868" y="281"/>
                        <a:pt x="234" y="14"/>
                      </a:cubicBezTo>
                      <a:cubicBezTo>
                        <a:pt x="216" y="5"/>
                        <a:pt x="196" y="1"/>
                        <a:pt x="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957525" y="2920025"/>
                  <a:ext cx="120950" cy="26725"/>
                </a:xfrm>
                <a:custGeom>
                  <a:avLst/>
                  <a:gdLst/>
                  <a:ahLst/>
                  <a:cxnLst/>
                  <a:rect l="l" t="t" r="r" b="b"/>
                  <a:pathLst>
                    <a:path w="4838" h="1069" extrusionOk="0">
                      <a:moveTo>
                        <a:pt x="200" y="1"/>
                      </a:moveTo>
                      <a:cubicBezTo>
                        <a:pt x="100" y="1"/>
                        <a:pt x="34" y="34"/>
                        <a:pt x="34" y="134"/>
                      </a:cubicBezTo>
                      <a:cubicBezTo>
                        <a:pt x="0" y="201"/>
                        <a:pt x="67" y="301"/>
                        <a:pt x="167" y="301"/>
                      </a:cubicBezTo>
                      <a:lnTo>
                        <a:pt x="4670" y="1068"/>
                      </a:lnTo>
                      <a:cubicBezTo>
                        <a:pt x="4770" y="1068"/>
                        <a:pt x="4837" y="1002"/>
                        <a:pt x="4837" y="935"/>
                      </a:cubicBezTo>
                      <a:cubicBezTo>
                        <a:pt x="4837" y="868"/>
                        <a:pt x="4804" y="768"/>
                        <a:pt x="4704" y="768"/>
                      </a:cubicBez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1140975" y="2953175"/>
                  <a:ext cx="139300" cy="36925"/>
                </a:xfrm>
                <a:custGeom>
                  <a:avLst/>
                  <a:gdLst/>
                  <a:ahLst/>
                  <a:cxnLst/>
                  <a:rect l="l" t="t" r="r" b="b"/>
                  <a:pathLst>
                    <a:path w="5572" h="1477" extrusionOk="0">
                      <a:moveTo>
                        <a:pt x="162" y="0"/>
                      </a:moveTo>
                      <a:cubicBezTo>
                        <a:pt x="100" y="0"/>
                        <a:pt x="28" y="55"/>
                        <a:pt x="1" y="109"/>
                      </a:cubicBezTo>
                      <a:cubicBezTo>
                        <a:pt x="1" y="209"/>
                        <a:pt x="34" y="276"/>
                        <a:pt x="134" y="309"/>
                      </a:cubicBezTo>
                      <a:cubicBezTo>
                        <a:pt x="1802" y="743"/>
                        <a:pt x="3637" y="1177"/>
                        <a:pt x="5338" y="1477"/>
                      </a:cubicBezTo>
                      <a:lnTo>
                        <a:pt x="5371" y="1477"/>
                      </a:lnTo>
                      <a:cubicBezTo>
                        <a:pt x="5472" y="1477"/>
                        <a:pt x="5538" y="1443"/>
                        <a:pt x="5538" y="1343"/>
                      </a:cubicBezTo>
                      <a:cubicBezTo>
                        <a:pt x="5572" y="1277"/>
                        <a:pt x="5505" y="1177"/>
                        <a:pt x="5405" y="1177"/>
                      </a:cubicBezTo>
                      <a:cubicBezTo>
                        <a:pt x="3704" y="876"/>
                        <a:pt x="1902" y="443"/>
                        <a:pt x="201" y="9"/>
                      </a:cubicBezTo>
                      <a:cubicBezTo>
                        <a:pt x="189" y="3"/>
                        <a:pt x="175" y="0"/>
                        <a:pt x="1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257850" y="2859775"/>
                  <a:ext cx="133450" cy="99475"/>
                </a:xfrm>
                <a:custGeom>
                  <a:avLst/>
                  <a:gdLst/>
                  <a:ahLst/>
                  <a:cxnLst/>
                  <a:rect l="l" t="t" r="r" b="b"/>
                  <a:pathLst>
                    <a:path w="5338" h="3979" extrusionOk="0">
                      <a:moveTo>
                        <a:pt x="631" y="0"/>
                      </a:moveTo>
                      <a:cubicBezTo>
                        <a:pt x="578" y="0"/>
                        <a:pt x="528" y="55"/>
                        <a:pt x="501" y="109"/>
                      </a:cubicBezTo>
                      <a:cubicBezTo>
                        <a:pt x="434" y="509"/>
                        <a:pt x="334" y="910"/>
                        <a:pt x="268" y="1310"/>
                      </a:cubicBezTo>
                      <a:cubicBezTo>
                        <a:pt x="167" y="1744"/>
                        <a:pt x="101" y="2144"/>
                        <a:pt x="1" y="2544"/>
                      </a:cubicBezTo>
                      <a:cubicBezTo>
                        <a:pt x="1" y="2578"/>
                        <a:pt x="1" y="2644"/>
                        <a:pt x="34" y="2678"/>
                      </a:cubicBezTo>
                      <a:cubicBezTo>
                        <a:pt x="67" y="2711"/>
                        <a:pt x="101" y="2711"/>
                        <a:pt x="134" y="2744"/>
                      </a:cubicBezTo>
                      <a:cubicBezTo>
                        <a:pt x="330" y="2783"/>
                        <a:pt x="525" y="2800"/>
                        <a:pt x="720" y="2800"/>
                      </a:cubicBezTo>
                      <a:cubicBezTo>
                        <a:pt x="859" y="2800"/>
                        <a:pt x="997" y="2792"/>
                        <a:pt x="1135" y="2778"/>
                      </a:cubicBezTo>
                      <a:cubicBezTo>
                        <a:pt x="1135" y="2978"/>
                        <a:pt x="1168" y="3178"/>
                        <a:pt x="1202" y="3378"/>
                      </a:cubicBezTo>
                      <a:cubicBezTo>
                        <a:pt x="1202" y="3445"/>
                        <a:pt x="1268" y="3512"/>
                        <a:pt x="1335" y="3512"/>
                      </a:cubicBezTo>
                      <a:cubicBezTo>
                        <a:pt x="2603" y="3645"/>
                        <a:pt x="3937" y="3812"/>
                        <a:pt x="5138" y="3979"/>
                      </a:cubicBezTo>
                      <a:lnTo>
                        <a:pt x="5171" y="3979"/>
                      </a:lnTo>
                      <a:cubicBezTo>
                        <a:pt x="5238" y="3979"/>
                        <a:pt x="5304" y="3912"/>
                        <a:pt x="5338" y="3845"/>
                      </a:cubicBezTo>
                      <a:cubicBezTo>
                        <a:pt x="5338" y="3745"/>
                        <a:pt x="5271" y="3678"/>
                        <a:pt x="5204" y="3678"/>
                      </a:cubicBezTo>
                      <a:cubicBezTo>
                        <a:pt x="4004" y="3512"/>
                        <a:pt x="2703" y="3345"/>
                        <a:pt x="1468" y="3211"/>
                      </a:cubicBezTo>
                      <a:cubicBezTo>
                        <a:pt x="1468" y="3011"/>
                        <a:pt x="1435" y="2811"/>
                        <a:pt x="1468" y="2611"/>
                      </a:cubicBezTo>
                      <a:cubicBezTo>
                        <a:pt x="1468" y="2578"/>
                        <a:pt x="1468" y="2511"/>
                        <a:pt x="1435" y="2478"/>
                      </a:cubicBezTo>
                      <a:cubicBezTo>
                        <a:pt x="1402" y="2444"/>
                        <a:pt x="1335" y="2444"/>
                        <a:pt x="1302" y="2444"/>
                      </a:cubicBezTo>
                      <a:cubicBezTo>
                        <a:pt x="1135" y="2461"/>
                        <a:pt x="976" y="2469"/>
                        <a:pt x="818" y="2469"/>
                      </a:cubicBezTo>
                      <a:cubicBezTo>
                        <a:pt x="660" y="2469"/>
                        <a:pt x="501" y="2461"/>
                        <a:pt x="334" y="2444"/>
                      </a:cubicBezTo>
                      <a:cubicBezTo>
                        <a:pt x="434" y="2111"/>
                        <a:pt x="501" y="1744"/>
                        <a:pt x="568" y="1377"/>
                      </a:cubicBezTo>
                      <a:cubicBezTo>
                        <a:pt x="634" y="976"/>
                        <a:pt x="735" y="576"/>
                        <a:pt x="801" y="176"/>
                      </a:cubicBezTo>
                      <a:cubicBezTo>
                        <a:pt x="835" y="109"/>
                        <a:pt x="768" y="9"/>
                        <a:pt x="668" y="9"/>
                      </a:cubicBezTo>
                      <a:cubicBezTo>
                        <a:pt x="656" y="3"/>
                        <a:pt x="643" y="0"/>
                        <a:pt x="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410475" y="2953400"/>
                  <a:ext cx="254350" cy="38375"/>
                </a:xfrm>
                <a:custGeom>
                  <a:avLst/>
                  <a:gdLst/>
                  <a:ahLst/>
                  <a:cxnLst/>
                  <a:rect l="l" t="t" r="r" b="b"/>
                  <a:pathLst>
                    <a:path w="10174" h="1535" extrusionOk="0">
                      <a:moveTo>
                        <a:pt x="167" y="0"/>
                      </a:moveTo>
                      <a:cubicBezTo>
                        <a:pt x="100" y="0"/>
                        <a:pt x="0" y="67"/>
                        <a:pt x="0" y="134"/>
                      </a:cubicBezTo>
                      <a:cubicBezTo>
                        <a:pt x="0" y="234"/>
                        <a:pt x="67" y="300"/>
                        <a:pt x="133" y="334"/>
                      </a:cubicBezTo>
                      <a:cubicBezTo>
                        <a:pt x="767" y="400"/>
                        <a:pt x="1635" y="534"/>
                        <a:pt x="2635" y="667"/>
                      </a:cubicBezTo>
                      <a:cubicBezTo>
                        <a:pt x="5204" y="1001"/>
                        <a:pt x="8406" y="1434"/>
                        <a:pt x="10007" y="1535"/>
                      </a:cubicBezTo>
                      <a:lnTo>
                        <a:pt x="10041" y="1535"/>
                      </a:lnTo>
                      <a:cubicBezTo>
                        <a:pt x="10107" y="1535"/>
                        <a:pt x="10174" y="1501"/>
                        <a:pt x="10174" y="1401"/>
                      </a:cubicBezTo>
                      <a:cubicBezTo>
                        <a:pt x="10174" y="1301"/>
                        <a:pt x="10141" y="1234"/>
                        <a:pt x="10041" y="1234"/>
                      </a:cubicBezTo>
                      <a:cubicBezTo>
                        <a:pt x="8439" y="1101"/>
                        <a:pt x="5237" y="701"/>
                        <a:pt x="2669" y="334"/>
                      </a:cubicBezTo>
                      <a:cubicBezTo>
                        <a:pt x="1701" y="200"/>
                        <a:pt x="801" y="10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683150" y="2960900"/>
                  <a:ext cx="105950" cy="44225"/>
                </a:xfrm>
                <a:custGeom>
                  <a:avLst/>
                  <a:gdLst/>
                  <a:ahLst/>
                  <a:cxnLst/>
                  <a:rect l="l" t="t" r="r" b="b"/>
                  <a:pathLst>
                    <a:path w="4238" h="1769" extrusionOk="0">
                      <a:moveTo>
                        <a:pt x="4070" y="0"/>
                      </a:moveTo>
                      <a:cubicBezTo>
                        <a:pt x="3970" y="0"/>
                        <a:pt x="3904" y="67"/>
                        <a:pt x="3904" y="167"/>
                      </a:cubicBezTo>
                      <a:cubicBezTo>
                        <a:pt x="3904" y="367"/>
                        <a:pt x="3904" y="601"/>
                        <a:pt x="3904" y="868"/>
                      </a:cubicBezTo>
                      <a:cubicBezTo>
                        <a:pt x="3904" y="1068"/>
                        <a:pt x="3904" y="1268"/>
                        <a:pt x="3904" y="1468"/>
                      </a:cubicBezTo>
                      <a:cubicBezTo>
                        <a:pt x="3136" y="1435"/>
                        <a:pt x="2436" y="1335"/>
                        <a:pt x="1702" y="1235"/>
                      </a:cubicBezTo>
                      <a:cubicBezTo>
                        <a:pt x="1202" y="1134"/>
                        <a:pt x="735" y="1068"/>
                        <a:pt x="201" y="1034"/>
                      </a:cubicBezTo>
                      <a:cubicBezTo>
                        <a:pt x="101" y="1034"/>
                        <a:pt x="34" y="1068"/>
                        <a:pt x="34" y="1168"/>
                      </a:cubicBezTo>
                      <a:cubicBezTo>
                        <a:pt x="1" y="1235"/>
                        <a:pt x="68" y="1335"/>
                        <a:pt x="168" y="1335"/>
                      </a:cubicBezTo>
                      <a:cubicBezTo>
                        <a:pt x="701" y="1401"/>
                        <a:pt x="1168" y="1468"/>
                        <a:pt x="1635" y="1535"/>
                      </a:cubicBezTo>
                      <a:cubicBezTo>
                        <a:pt x="2436" y="1635"/>
                        <a:pt x="3170" y="1768"/>
                        <a:pt x="4004" y="1768"/>
                      </a:cubicBezTo>
                      <a:cubicBezTo>
                        <a:pt x="4037" y="1768"/>
                        <a:pt x="4104" y="1768"/>
                        <a:pt x="4137" y="1735"/>
                      </a:cubicBezTo>
                      <a:cubicBezTo>
                        <a:pt x="4204" y="1702"/>
                        <a:pt x="4237" y="1635"/>
                        <a:pt x="4204" y="1568"/>
                      </a:cubicBezTo>
                      <a:cubicBezTo>
                        <a:pt x="4204" y="1335"/>
                        <a:pt x="4204" y="1101"/>
                        <a:pt x="4204" y="868"/>
                      </a:cubicBezTo>
                      <a:cubicBezTo>
                        <a:pt x="4237" y="601"/>
                        <a:pt x="4237" y="367"/>
                        <a:pt x="4204" y="167"/>
                      </a:cubicBezTo>
                      <a:cubicBezTo>
                        <a:pt x="4204" y="67"/>
                        <a:pt x="4137" y="0"/>
                        <a:pt x="4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282050" y="2904200"/>
                  <a:ext cx="110100" cy="17525"/>
                </a:xfrm>
                <a:custGeom>
                  <a:avLst/>
                  <a:gdLst/>
                  <a:ahLst/>
                  <a:cxnLst/>
                  <a:rect l="l" t="t" r="r" b="b"/>
                  <a:pathLst>
                    <a:path w="4404" h="701" extrusionOk="0">
                      <a:moveTo>
                        <a:pt x="200" y="0"/>
                      </a:moveTo>
                      <a:cubicBezTo>
                        <a:pt x="100" y="0"/>
                        <a:pt x="33" y="33"/>
                        <a:pt x="0" y="133"/>
                      </a:cubicBezTo>
                      <a:cubicBezTo>
                        <a:pt x="0" y="234"/>
                        <a:pt x="67" y="300"/>
                        <a:pt x="167" y="300"/>
                      </a:cubicBezTo>
                      <a:cubicBezTo>
                        <a:pt x="1468" y="400"/>
                        <a:pt x="2902" y="567"/>
                        <a:pt x="4236" y="701"/>
                      </a:cubicBezTo>
                      <a:cubicBezTo>
                        <a:pt x="4336" y="701"/>
                        <a:pt x="4403" y="634"/>
                        <a:pt x="4403" y="567"/>
                      </a:cubicBezTo>
                      <a:cubicBezTo>
                        <a:pt x="4403" y="467"/>
                        <a:pt x="4370" y="400"/>
                        <a:pt x="4270" y="400"/>
                      </a:cubicBezTo>
                      <a:cubicBezTo>
                        <a:pt x="2969" y="234"/>
                        <a:pt x="1501" y="10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412975" y="2916475"/>
                  <a:ext cx="251850" cy="28600"/>
                </a:xfrm>
                <a:custGeom>
                  <a:avLst/>
                  <a:gdLst/>
                  <a:ahLst/>
                  <a:cxnLst/>
                  <a:rect l="l" t="t" r="r" b="b"/>
                  <a:pathLst>
                    <a:path w="10074" h="1144" extrusionOk="0">
                      <a:moveTo>
                        <a:pt x="162" y="1"/>
                      </a:moveTo>
                      <a:cubicBezTo>
                        <a:pt x="101" y="1"/>
                        <a:pt x="33" y="60"/>
                        <a:pt x="33" y="143"/>
                      </a:cubicBezTo>
                      <a:cubicBezTo>
                        <a:pt x="0" y="210"/>
                        <a:pt x="67" y="310"/>
                        <a:pt x="167" y="310"/>
                      </a:cubicBezTo>
                      <a:cubicBezTo>
                        <a:pt x="434" y="343"/>
                        <a:pt x="734" y="410"/>
                        <a:pt x="1034" y="443"/>
                      </a:cubicBezTo>
                      <a:cubicBezTo>
                        <a:pt x="1368" y="476"/>
                        <a:pt x="1701" y="543"/>
                        <a:pt x="2002" y="576"/>
                      </a:cubicBezTo>
                      <a:cubicBezTo>
                        <a:pt x="3403" y="777"/>
                        <a:pt x="4904" y="843"/>
                        <a:pt x="6371" y="910"/>
                      </a:cubicBezTo>
                      <a:cubicBezTo>
                        <a:pt x="7606" y="977"/>
                        <a:pt x="8806" y="1010"/>
                        <a:pt x="9907" y="1144"/>
                      </a:cubicBezTo>
                      <a:cubicBezTo>
                        <a:pt x="10007" y="1144"/>
                        <a:pt x="10074" y="1077"/>
                        <a:pt x="10074" y="1010"/>
                      </a:cubicBezTo>
                      <a:cubicBezTo>
                        <a:pt x="10074" y="910"/>
                        <a:pt x="10041" y="843"/>
                        <a:pt x="9941" y="843"/>
                      </a:cubicBezTo>
                      <a:cubicBezTo>
                        <a:pt x="8840" y="710"/>
                        <a:pt x="7639" y="643"/>
                        <a:pt x="6371" y="610"/>
                      </a:cubicBezTo>
                      <a:cubicBezTo>
                        <a:pt x="4937" y="543"/>
                        <a:pt x="3436" y="476"/>
                        <a:pt x="2035" y="276"/>
                      </a:cubicBezTo>
                      <a:cubicBezTo>
                        <a:pt x="1735" y="210"/>
                        <a:pt x="1401" y="176"/>
                        <a:pt x="1101" y="143"/>
                      </a:cubicBezTo>
                      <a:cubicBezTo>
                        <a:pt x="801" y="76"/>
                        <a:pt x="500" y="43"/>
                        <a:pt x="200" y="9"/>
                      </a:cubicBezTo>
                      <a:cubicBezTo>
                        <a:pt x="188" y="3"/>
                        <a:pt x="176" y="1"/>
                        <a:pt x="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684000" y="2940875"/>
                  <a:ext cx="98425" cy="15875"/>
                </a:xfrm>
                <a:custGeom>
                  <a:avLst/>
                  <a:gdLst/>
                  <a:ahLst/>
                  <a:cxnLst/>
                  <a:rect l="l" t="t" r="r" b="b"/>
                  <a:pathLst>
                    <a:path w="3937" h="635" extrusionOk="0">
                      <a:moveTo>
                        <a:pt x="200" y="1"/>
                      </a:moveTo>
                      <a:cubicBezTo>
                        <a:pt x="100" y="1"/>
                        <a:pt x="34" y="67"/>
                        <a:pt x="34" y="134"/>
                      </a:cubicBezTo>
                      <a:cubicBezTo>
                        <a:pt x="0" y="234"/>
                        <a:pt x="67" y="301"/>
                        <a:pt x="167" y="301"/>
                      </a:cubicBezTo>
                      <a:lnTo>
                        <a:pt x="601" y="368"/>
                      </a:lnTo>
                      <a:cubicBezTo>
                        <a:pt x="1668" y="501"/>
                        <a:pt x="2702" y="601"/>
                        <a:pt x="3770" y="635"/>
                      </a:cubicBezTo>
                      <a:lnTo>
                        <a:pt x="3803" y="635"/>
                      </a:lnTo>
                      <a:cubicBezTo>
                        <a:pt x="3870" y="635"/>
                        <a:pt x="3936" y="568"/>
                        <a:pt x="3936" y="468"/>
                      </a:cubicBezTo>
                      <a:cubicBezTo>
                        <a:pt x="3936" y="401"/>
                        <a:pt x="3870" y="334"/>
                        <a:pt x="3803" y="301"/>
                      </a:cubicBezTo>
                      <a:cubicBezTo>
                        <a:pt x="2735" y="268"/>
                        <a:pt x="1701" y="168"/>
                        <a:pt x="634" y="67"/>
                      </a:cubicBez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267850" y="2869175"/>
                  <a:ext cx="125950" cy="18350"/>
                </a:xfrm>
                <a:custGeom>
                  <a:avLst/>
                  <a:gdLst/>
                  <a:ahLst/>
                  <a:cxnLst/>
                  <a:rect l="l" t="t" r="r" b="b"/>
                  <a:pathLst>
                    <a:path w="5038" h="734" extrusionOk="0">
                      <a:moveTo>
                        <a:pt x="201" y="0"/>
                      </a:moveTo>
                      <a:cubicBezTo>
                        <a:pt x="101" y="0"/>
                        <a:pt x="34" y="67"/>
                        <a:pt x="1" y="133"/>
                      </a:cubicBezTo>
                      <a:cubicBezTo>
                        <a:pt x="1" y="234"/>
                        <a:pt x="68" y="300"/>
                        <a:pt x="168" y="334"/>
                      </a:cubicBezTo>
                      <a:cubicBezTo>
                        <a:pt x="1669" y="500"/>
                        <a:pt x="3270" y="600"/>
                        <a:pt x="4871" y="734"/>
                      </a:cubicBezTo>
                      <a:cubicBezTo>
                        <a:pt x="4971" y="734"/>
                        <a:pt x="5038" y="667"/>
                        <a:pt x="5038" y="567"/>
                      </a:cubicBezTo>
                      <a:cubicBezTo>
                        <a:pt x="5038" y="500"/>
                        <a:pt x="4971" y="400"/>
                        <a:pt x="4871" y="400"/>
                      </a:cubicBezTo>
                      <a:cubicBezTo>
                        <a:pt x="3270" y="300"/>
                        <a:pt x="1702" y="167"/>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413800" y="2877500"/>
                  <a:ext cx="250200" cy="20050"/>
                </a:xfrm>
                <a:custGeom>
                  <a:avLst/>
                  <a:gdLst/>
                  <a:ahLst/>
                  <a:cxnLst/>
                  <a:rect l="l" t="t" r="r" b="b"/>
                  <a:pathLst>
                    <a:path w="10008" h="802" extrusionOk="0">
                      <a:moveTo>
                        <a:pt x="167" y="1"/>
                      </a:moveTo>
                      <a:cubicBezTo>
                        <a:pt x="101" y="1"/>
                        <a:pt x="0" y="67"/>
                        <a:pt x="0" y="134"/>
                      </a:cubicBezTo>
                      <a:cubicBezTo>
                        <a:pt x="0" y="234"/>
                        <a:pt x="67" y="301"/>
                        <a:pt x="134" y="301"/>
                      </a:cubicBezTo>
                      <a:cubicBezTo>
                        <a:pt x="1735" y="434"/>
                        <a:pt x="3403" y="501"/>
                        <a:pt x="5004" y="568"/>
                      </a:cubicBezTo>
                      <a:cubicBezTo>
                        <a:pt x="6605" y="634"/>
                        <a:pt x="8273" y="701"/>
                        <a:pt x="9841" y="801"/>
                      </a:cubicBezTo>
                      <a:lnTo>
                        <a:pt x="9874" y="801"/>
                      </a:lnTo>
                      <a:cubicBezTo>
                        <a:pt x="9941" y="801"/>
                        <a:pt x="10008" y="734"/>
                        <a:pt x="10008" y="668"/>
                      </a:cubicBezTo>
                      <a:cubicBezTo>
                        <a:pt x="10008" y="568"/>
                        <a:pt x="9974" y="501"/>
                        <a:pt x="9874" y="501"/>
                      </a:cubicBezTo>
                      <a:cubicBezTo>
                        <a:pt x="8306" y="368"/>
                        <a:pt x="6639" y="301"/>
                        <a:pt x="5004" y="234"/>
                      </a:cubicBezTo>
                      <a:cubicBezTo>
                        <a:pt x="3403" y="167"/>
                        <a:pt x="1768" y="10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82325" y="2889175"/>
                  <a:ext cx="83425" cy="11700"/>
                </a:xfrm>
                <a:custGeom>
                  <a:avLst/>
                  <a:gdLst/>
                  <a:ahLst/>
                  <a:cxnLst/>
                  <a:rect l="l" t="t" r="r" b="b"/>
                  <a:pathLst>
                    <a:path w="3337" h="468" extrusionOk="0">
                      <a:moveTo>
                        <a:pt x="167" y="1"/>
                      </a:moveTo>
                      <a:cubicBezTo>
                        <a:pt x="101" y="1"/>
                        <a:pt x="34" y="67"/>
                        <a:pt x="34" y="134"/>
                      </a:cubicBezTo>
                      <a:cubicBezTo>
                        <a:pt x="0" y="234"/>
                        <a:pt x="67" y="301"/>
                        <a:pt x="167" y="301"/>
                      </a:cubicBezTo>
                      <a:cubicBezTo>
                        <a:pt x="1235" y="334"/>
                        <a:pt x="2235" y="401"/>
                        <a:pt x="3169" y="468"/>
                      </a:cubicBezTo>
                      <a:cubicBezTo>
                        <a:pt x="3269" y="468"/>
                        <a:pt x="3336" y="401"/>
                        <a:pt x="3336" y="334"/>
                      </a:cubicBezTo>
                      <a:cubicBezTo>
                        <a:pt x="3336" y="267"/>
                        <a:pt x="3303" y="167"/>
                        <a:pt x="3203" y="167"/>
                      </a:cubicBezTo>
                      <a:cubicBezTo>
                        <a:pt x="2269" y="67"/>
                        <a:pt x="1268" y="34"/>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125750" y="2843000"/>
                  <a:ext cx="400300" cy="42025"/>
                </a:xfrm>
                <a:custGeom>
                  <a:avLst/>
                  <a:gdLst/>
                  <a:ahLst/>
                  <a:cxnLst/>
                  <a:rect l="l" t="t" r="r" b="b"/>
                  <a:pathLst>
                    <a:path w="16012" h="1681" extrusionOk="0">
                      <a:moveTo>
                        <a:pt x="146" y="0"/>
                      </a:moveTo>
                      <a:cubicBezTo>
                        <a:pt x="90" y="0"/>
                        <a:pt x="34" y="38"/>
                        <a:pt x="34" y="113"/>
                      </a:cubicBezTo>
                      <a:cubicBezTo>
                        <a:pt x="0" y="180"/>
                        <a:pt x="67" y="280"/>
                        <a:pt x="134" y="313"/>
                      </a:cubicBezTo>
                      <a:cubicBezTo>
                        <a:pt x="968" y="513"/>
                        <a:pt x="1968" y="580"/>
                        <a:pt x="2836" y="647"/>
                      </a:cubicBezTo>
                      <a:lnTo>
                        <a:pt x="2969" y="680"/>
                      </a:lnTo>
                      <a:cubicBezTo>
                        <a:pt x="5104" y="814"/>
                        <a:pt x="7272" y="1014"/>
                        <a:pt x="9407" y="1180"/>
                      </a:cubicBezTo>
                      <a:cubicBezTo>
                        <a:pt x="11509" y="1347"/>
                        <a:pt x="13710" y="1547"/>
                        <a:pt x="15845" y="1681"/>
                      </a:cubicBezTo>
                      <a:cubicBezTo>
                        <a:pt x="15945" y="1681"/>
                        <a:pt x="16012" y="1647"/>
                        <a:pt x="16012" y="1547"/>
                      </a:cubicBezTo>
                      <a:cubicBezTo>
                        <a:pt x="16012" y="1447"/>
                        <a:pt x="15945" y="1381"/>
                        <a:pt x="15878" y="1381"/>
                      </a:cubicBezTo>
                      <a:cubicBezTo>
                        <a:pt x="13744" y="1214"/>
                        <a:pt x="11542" y="1047"/>
                        <a:pt x="9440" y="880"/>
                      </a:cubicBezTo>
                      <a:cubicBezTo>
                        <a:pt x="7306" y="680"/>
                        <a:pt x="5104" y="513"/>
                        <a:pt x="3003" y="347"/>
                      </a:cubicBezTo>
                      <a:lnTo>
                        <a:pt x="2836" y="347"/>
                      </a:lnTo>
                      <a:cubicBezTo>
                        <a:pt x="2002" y="280"/>
                        <a:pt x="1034" y="213"/>
                        <a:pt x="201" y="13"/>
                      </a:cubicBezTo>
                      <a:cubicBezTo>
                        <a:pt x="184" y="5"/>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960025" y="2972350"/>
                  <a:ext cx="145950" cy="31925"/>
                </a:xfrm>
                <a:custGeom>
                  <a:avLst/>
                  <a:gdLst/>
                  <a:ahLst/>
                  <a:cxnLst/>
                  <a:rect l="l" t="t" r="r" b="b"/>
                  <a:pathLst>
                    <a:path w="5838" h="1277" extrusionOk="0">
                      <a:moveTo>
                        <a:pt x="149" y="0"/>
                      </a:moveTo>
                      <a:cubicBezTo>
                        <a:pt x="77" y="0"/>
                        <a:pt x="28" y="55"/>
                        <a:pt x="0" y="109"/>
                      </a:cubicBezTo>
                      <a:cubicBezTo>
                        <a:pt x="0" y="209"/>
                        <a:pt x="67" y="276"/>
                        <a:pt x="134" y="310"/>
                      </a:cubicBezTo>
                      <a:lnTo>
                        <a:pt x="5638" y="1277"/>
                      </a:lnTo>
                      <a:lnTo>
                        <a:pt x="5671" y="1277"/>
                      </a:lnTo>
                      <a:cubicBezTo>
                        <a:pt x="5738" y="1277"/>
                        <a:pt x="5805" y="1210"/>
                        <a:pt x="5838" y="1143"/>
                      </a:cubicBezTo>
                      <a:cubicBezTo>
                        <a:pt x="5838" y="1077"/>
                        <a:pt x="5771" y="977"/>
                        <a:pt x="5705" y="977"/>
                      </a:cubicBezTo>
                      <a:lnTo>
                        <a:pt x="201" y="9"/>
                      </a:lnTo>
                      <a:cubicBezTo>
                        <a:pt x="182" y="3"/>
                        <a:pt x="165" y="0"/>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1125975" y="3003200"/>
                  <a:ext cx="160150" cy="37775"/>
                </a:xfrm>
                <a:custGeom>
                  <a:avLst/>
                  <a:gdLst/>
                  <a:ahLst/>
                  <a:cxnLst/>
                  <a:rect l="l" t="t" r="r" b="b"/>
                  <a:pathLst>
                    <a:path w="6406" h="1511" extrusionOk="0">
                      <a:moveTo>
                        <a:pt x="149" y="1"/>
                      </a:moveTo>
                      <a:cubicBezTo>
                        <a:pt x="77" y="1"/>
                        <a:pt x="28" y="55"/>
                        <a:pt x="1" y="110"/>
                      </a:cubicBezTo>
                      <a:cubicBezTo>
                        <a:pt x="1" y="210"/>
                        <a:pt x="67" y="276"/>
                        <a:pt x="134" y="310"/>
                      </a:cubicBezTo>
                      <a:cubicBezTo>
                        <a:pt x="1135" y="510"/>
                        <a:pt x="2169" y="710"/>
                        <a:pt x="3203" y="910"/>
                      </a:cubicBezTo>
                      <a:cubicBezTo>
                        <a:pt x="4204" y="1110"/>
                        <a:pt x="5238" y="1310"/>
                        <a:pt x="6238" y="1511"/>
                      </a:cubicBezTo>
                      <a:cubicBezTo>
                        <a:pt x="6338" y="1511"/>
                        <a:pt x="6405" y="1477"/>
                        <a:pt x="6405" y="1411"/>
                      </a:cubicBezTo>
                      <a:cubicBezTo>
                        <a:pt x="6405" y="1310"/>
                        <a:pt x="6372" y="1244"/>
                        <a:pt x="6272" y="1210"/>
                      </a:cubicBezTo>
                      <a:cubicBezTo>
                        <a:pt x="5304" y="1010"/>
                        <a:pt x="4270" y="810"/>
                        <a:pt x="3270" y="610"/>
                      </a:cubicBezTo>
                      <a:cubicBezTo>
                        <a:pt x="2235" y="410"/>
                        <a:pt x="1201" y="176"/>
                        <a:pt x="201" y="10"/>
                      </a:cubicBezTo>
                      <a:cubicBezTo>
                        <a:pt x="182" y="3"/>
                        <a:pt x="165" y="1"/>
                        <a:pt x="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952525" y="3009275"/>
                  <a:ext cx="151800" cy="55875"/>
                </a:xfrm>
                <a:custGeom>
                  <a:avLst/>
                  <a:gdLst/>
                  <a:ahLst/>
                  <a:cxnLst/>
                  <a:rect l="l" t="t" r="r" b="b"/>
                  <a:pathLst>
                    <a:path w="6072" h="2235" extrusionOk="0">
                      <a:moveTo>
                        <a:pt x="167" y="0"/>
                      </a:moveTo>
                      <a:cubicBezTo>
                        <a:pt x="67" y="0"/>
                        <a:pt x="0" y="67"/>
                        <a:pt x="0" y="167"/>
                      </a:cubicBezTo>
                      <a:cubicBezTo>
                        <a:pt x="0" y="234"/>
                        <a:pt x="67" y="300"/>
                        <a:pt x="167" y="300"/>
                      </a:cubicBezTo>
                      <a:cubicBezTo>
                        <a:pt x="234" y="300"/>
                        <a:pt x="267" y="334"/>
                        <a:pt x="334" y="334"/>
                      </a:cubicBezTo>
                      <a:lnTo>
                        <a:pt x="300" y="1001"/>
                      </a:lnTo>
                      <a:cubicBezTo>
                        <a:pt x="300" y="1101"/>
                        <a:pt x="367" y="1168"/>
                        <a:pt x="467" y="1168"/>
                      </a:cubicBezTo>
                      <a:cubicBezTo>
                        <a:pt x="2268" y="1401"/>
                        <a:pt x="4103" y="1768"/>
                        <a:pt x="5871" y="2235"/>
                      </a:cubicBezTo>
                      <a:lnTo>
                        <a:pt x="5904" y="2235"/>
                      </a:lnTo>
                      <a:cubicBezTo>
                        <a:pt x="5971" y="2235"/>
                        <a:pt x="6038" y="2202"/>
                        <a:pt x="6071" y="2102"/>
                      </a:cubicBezTo>
                      <a:cubicBezTo>
                        <a:pt x="6071" y="2035"/>
                        <a:pt x="6038" y="1935"/>
                        <a:pt x="5938" y="1935"/>
                      </a:cubicBezTo>
                      <a:cubicBezTo>
                        <a:pt x="4203" y="1468"/>
                        <a:pt x="2402" y="1101"/>
                        <a:pt x="634" y="867"/>
                      </a:cubicBezTo>
                      <a:lnTo>
                        <a:pt x="634" y="234"/>
                      </a:lnTo>
                      <a:cubicBezTo>
                        <a:pt x="634" y="200"/>
                        <a:pt x="601" y="133"/>
                        <a:pt x="567" y="100"/>
                      </a:cubicBezTo>
                      <a:cubicBezTo>
                        <a:pt x="434" y="33"/>
                        <a:pt x="300"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1135150" y="3033450"/>
                  <a:ext cx="151800" cy="56725"/>
                </a:xfrm>
                <a:custGeom>
                  <a:avLst/>
                  <a:gdLst/>
                  <a:ahLst/>
                  <a:cxnLst/>
                  <a:rect l="l" t="t" r="r" b="b"/>
                  <a:pathLst>
                    <a:path w="6072" h="2269" extrusionOk="0">
                      <a:moveTo>
                        <a:pt x="5905" y="0"/>
                      </a:moveTo>
                      <a:cubicBezTo>
                        <a:pt x="5838" y="0"/>
                        <a:pt x="5738" y="34"/>
                        <a:pt x="5738" y="134"/>
                      </a:cubicBezTo>
                      <a:cubicBezTo>
                        <a:pt x="5705" y="267"/>
                        <a:pt x="5671" y="434"/>
                        <a:pt x="5638" y="601"/>
                      </a:cubicBezTo>
                      <a:cubicBezTo>
                        <a:pt x="5604" y="701"/>
                        <a:pt x="5571" y="834"/>
                        <a:pt x="5571" y="934"/>
                      </a:cubicBezTo>
                      <a:cubicBezTo>
                        <a:pt x="5438" y="901"/>
                        <a:pt x="5304" y="834"/>
                        <a:pt x="5204" y="734"/>
                      </a:cubicBezTo>
                      <a:cubicBezTo>
                        <a:pt x="5171" y="701"/>
                        <a:pt x="5137" y="701"/>
                        <a:pt x="5071" y="701"/>
                      </a:cubicBezTo>
                      <a:cubicBezTo>
                        <a:pt x="5037" y="701"/>
                        <a:pt x="4971" y="734"/>
                        <a:pt x="4971" y="801"/>
                      </a:cubicBezTo>
                      <a:cubicBezTo>
                        <a:pt x="4804" y="1168"/>
                        <a:pt x="4737" y="1535"/>
                        <a:pt x="4737" y="1935"/>
                      </a:cubicBezTo>
                      <a:cubicBezTo>
                        <a:pt x="3269" y="1735"/>
                        <a:pt x="1702" y="1501"/>
                        <a:pt x="201" y="1168"/>
                      </a:cubicBezTo>
                      <a:cubicBezTo>
                        <a:pt x="182" y="1162"/>
                        <a:pt x="165" y="1159"/>
                        <a:pt x="149" y="1159"/>
                      </a:cubicBezTo>
                      <a:cubicBezTo>
                        <a:pt x="77" y="1159"/>
                        <a:pt x="28" y="1213"/>
                        <a:pt x="0" y="1268"/>
                      </a:cubicBezTo>
                      <a:cubicBezTo>
                        <a:pt x="0" y="1368"/>
                        <a:pt x="34" y="1435"/>
                        <a:pt x="134" y="1468"/>
                      </a:cubicBezTo>
                      <a:cubicBezTo>
                        <a:pt x="1702" y="1802"/>
                        <a:pt x="3336" y="2069"/>
                        <a:pt x="4871" y="2269"/>
                      </a:cubicBezTo>
                      <a:cubicBezTo>
                        <a:pt x="4937" y="2269"/>
                        <a:pt x="4971" y="2269"/>
                        <a:pt x="4971" y="2235"/>
                      </a:cubicBezTo>
                      <a:cubicBezTo>
                        <a:pt x="5037" y="2202"/>
                        <a:pt x="5037" y="2169"/>
                        <a:pt x="5037" y="2102"/>
                      </a:cubicBezTo>
                      <a:cubicBezTo>
                        <a:pt x="5037" y="1768"/>
                        <a:pt x="5071" y="1435"/>
                        <a:pt x="5171" y="1101"/>
                      </a:cubicBezTo>
                      <a:cubicBezTo>
                        <a:pt x="5338" y="1201"/>
                        <a:pt x="5504" y="1268"/>
                        <a:pt x="5671" y="1268"/>
                      </a:cubicBezTo>
                      <a:cubicBezTo>
                        <a:pt x="5738" y="1268"/>
                        <a:pt x="5805" y="1235"/>
                        <a:pt x="5838" y="1135"/>
                      </a:cubicBezTo>
                      <a:cubicBezTo>
                        <a:pt x="5871" y="1001"/>
                        <a:pt x="5905" y="834"/>
                        <a:pt x="5938" y="668"/>
                      </a:cubicBezTo>
                      <a:cubicBezTo>
                        <a:pt x="5971" y="501"/>
                        <a:pt x="6005" y="334"/>
                        <a:pt x="6038" y="167"/>
                      </a:cubicBezTo>
                      <a:cubicBezTo>
                        <a:pt x="6071" y="100"/>
                        <a:pt x="6005" y="0"/>
                        <a:pt x="5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56675" y="2979250"/>
                  <a:ext cx="151800" cy="34200"/>
                </a:xfrm>
                <a:custGeom>
                  <a:avLst/>
                  <a:gdLst/>
                  <a:ahLst/>
                  <a:cxnLst/>
                  <a:rect l="l" t="t" r="r" b="b"/>
                  <a:pathLst>
                    <a:path w="6072" h="1368" extrusionOk="0">
                      <a:moveTo>
                        <a:pt x="201" y="0"/>
                      </a:moveTo>
                      <a:cubicBezTo>
                        <a:pt x="134" y="0"/>
                        <a:pt x="34" y="34"/>
                        <a:pt x="34" y="134"/>
                      </a:cubicBezTo>
                      <a:cubicBezTo>
                        <a:pt x="1" y="200"/>
                        <a:pt x="68" y="300"/>
                        <a:pt x="168" y="300"/>
                      </a:cubicBezTo>
                      <a:cubicBezTo>
                        <a:pt x="2069" y="601"/>
                        <a:pt x="3971" y="934"/>
                        <a:pt x="5872" y="1368"/>
                      </a:cubicBezTo>
                      <a:lnTo>
                        <a:pt x="5905" y="1368"/>
                      </a:lnTo>
                      <a:cubicBezTo>
                        <a:pt x="5972" y="1368"/>
                        <a:pt x="6039" y="1301"/>
                        <a:pt x="6039" y="1234"/>
                      </a:cubicBezTo>
                      <a:cubicBezTo>
                        <a:pt x="6072" y="1134"/>
                        <a:pt x="6005" y="1068"/>
                        <a:pt x="5939" y="1034"/>
                      </a:cubicBezTo>
                      <a:cubicBezTo>
                        <a:pt x="4037" y="634"/>
                        <a:pt x="2102" y="30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1126800" y="3011450"/>
                  <a:ext cx="157650" cy="41200"/>
                </a:xfrm>
                <a:custGeom>
                  <a:avLst/>
                  <a:gdLst/>
                  <a:ahLst/>
                  <a:cxnLst/>
                  <a:rect l="l" t="t" r="r" b="b"/>
                  <a:pathLst>
                    <a:path w="6306" h="1648" extrusionOk="0">
                      <a:moveTo>
                        <a:pt x="147" y="1"/>
                      </a:moveTo>
                      <a:cubicBezTo>
                        <a:pt x="91" y="1"/>
                        <a:pt x="34" y="38"/>
                        <a:pt x="34" y="113"/>
                      </a:cubicBezTo>
                      <a:cubicBezTo>
                        <a:pt x="1" y="180"/>
                        <a:pt x="68" y="280"/>
                        <a:pt x="134" y="313"/>
                      </a:cubicBezTo>
                      <a:lnTo>
                        <a:pt x="468" y="380"/>
                      </a:lnTo>
                      <a:cubicBezTo>
                        <a:pt x="2336" y="847"/>
                        <a:pt x="4237" y="1314"/>
                        <a:pt x="6105" y="1648"/>
                      </a:cubicBezTo>
                      <a:lnTo>
                        <a:pt x="6139" y="1648"/>
                      </a:lnTo>
                      <a:cubicBezTo>
                        <a:pt x="6205" y="1648"/>
                        <a:pt x="6272" y="1581"/>
                        <a:pt x="6272" y="1514"/>
                      </a:cubicBezTo>
                      <a:cubicBezTo>
                        <a:pt x="6305" y="1414"/>
                        <a:pt x="6239" y="1347"/>
                        <a:pt x="6139" y="1314"/>
                      </a:cubicBezTo>
                      <a:cubicBezTo>
                        <a:pt x="4304" y="1014"/>
                        <a:pt x="2403" y="547"/>
                        <a:pt x="568" y="80"/>
                      </a:cubicBezTo>
                      <a:lnTo>
                        <a:pt x="201" y="13"/>
                      </a:lnTo>
                      <a:cubicBezTo>
                        <a:pt x="184" y="5"/>
                        <a:pt x="166" y="1"/>
                        <a:pt x="1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165175" y="2906450"/>
                  <a:ext cx="114275" cy="17775"/>
                </a:xfrm>
                <a:custGeom>
                  <a:avLst/>
                  <a:gdLst/>
                  <a:ahLst/>
                  <a:cxnLst/>
                  <a:rect l="l" t="t" r="r" b="b"/>
                  <a:pathLst>
                    <a:path w="4571" h="711" extrusionOk="0">
                      <a:moveTo>
                        <a:pt x="714" y="0"/>
                      </a:moveTo>
                      <a:cubicBezTo>
                        <a:pt x="467" y="0"/>
                        <a:pt x="265" y="4"/>
                        <a:pt x="134" y="10"/>
                      </a:cubicBezTo>
                      <a:cubicBezTo>
                        <a:pt x="67" y="43"/>
                        <a:pt x="0" y="110"/>
                        <a:pt x="0" y="177"/>
                      </a:cubicBezTo>
                      <a:cubicBezTo>
                        <a:pt x="0" y="277"/>
                        <a:pt x="100" y="344"/>
                        <a:pt x="167" y="344"/>
                      </a:cubicBezTo>
                      <a:cubicBezTo>
                        <a:pt x="344" y="331"/>
                        <a:pt x="591" y="324"/>
                        <a:pt x="878" y="324"/>
                      </a:cubicBezTo>
                      <a:cubicBezTo>
                        <a:pt x="2055" y="324"/>
                        <a:pt x="3901" y="436"/>
                        <a:pt x="4303" y="677"/>
                      </a:cubicBezTo>
                      <a:cubicBezTo>
                        <a:pt x="4337" y="711"/>
                        <a:pt x="4370" y="711"/>
                        <a:pt x="4403" y="711"/>
                      </a:cubicBezTo>
                      <a:cubicBezTo>
                        <a:pt x="4437" y="711"/>
                        <a:pt x="4504" y="677"/>
                        <a:pt x="4537" y="644"/>
                      </a:cubicBezTo>
                      <a:cubicBezTo>
                        <a:pt x="4570" y="544"/>
                        <a:pt x="4570" y="477"/>
                        <a:pt x="4470" y="410"/>
                      </a:cubicBezTo>
                      <a:cubicBezTo>
                        <a:pt x="3949" y="81"/>
                        <a:pt x="1852" y="0"/>
                        <a:pt x="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1200200" y="2920875"/>
                  <a:ext cx="79250" cy="33375"/>
                </a:xfrm>
                <a:custGeom>
                  <a:avLst/>
                  <a:gdLst/>
                  <a:ahLst/>
                  <a:cxnLst/>
                  <a:rect l="l" t="t" r="r" b="b"/>
                  <a:pathLst>
                    <a:path w="3170" h="1335" extrusionOk="0">
                      <a:moveTo>
                        <a:pt x="200" y="0"/>
                      </a:moveTo>
                      <a:cubicBezTo>
                        <a:pt x="134" y="0"/>
                        <a:pt x="34" y="34"/>
                        <a:pt x="34" y="134"/>
                      </a:cubicBezTo>
                      <a:cubicBezTo>
                        <a:pt x="0" y="200"/>
                        <a:pt x="67" y="300"/>
                        <a:pt x="134" y="300"/>
                      </a:cubicBezTo>
                      <a:cubicBezTo>
                        <a:pt x="1068" y="501"/>
                        <a:pt x="2068" y="834"/>
                        <a:pt x="2902" y="1301"/>
                      </a:cubicBezTo>
                      <a:cubicBezTo>
                        <a:pt x="2936" y="1334"/>
                        <a:pt x="2969" y="1334"/>
                        <a:pt x="2969" y="1334"/>
                      </a:cubicBezTo>
                      <a:cubicBezTo>
                        <a:pt x="3036" y="1334"/>
                        <a:pt x="3103" y="1301"/>
                        <a:pt x="3136" y="1268"/>
                      </a:cubicBezTo>
                      <a:cubicBezTo>
                        <a:pt x="3169" y="1168"/>
                        <a:pt x="3136" y="1068"/>
                        <a:pt x="3069" y="1034"/>
                      </a:cubicBezTo>
                      <a:cubicBezTo>
                        <a:pt x="2202" y="567"/>
                        <a:pt x="1168" y="20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34350" y="2820800"/>
                  <a:ext cx="727225" cy="20875"/>
                </a:xfrm>
                <a:custGeom>
                  <a:avLst/>
                  <a:gdLst/>
                  <a:ahLst/>
                  <a:cxnLst/>
                  <a:rect l="l" t="t" r="r" b="b"/>
                  <a:pathLst>
                    <a:path w="29089" h="835" extrusionOk="0">
                      <a:moveTo>
                        <a:pt x="28922" y="0"/>
                      </a:moveTo>
                      <a:cubicBezTo>
                        <a:pt x="26453" y="34"/>
                        <a:pt x="23985" y="100"/>
                        <a:pt x="21516" y="167"/>
                      </a:cubicBezTo>
                      <a:cubicBezTo>
                        <a:pt x="19048" y="234"/>
                        <a:pt x="16613" y="301"/>
                        <a:pt x="14144" y="367"/>
                      </a:cubicBezTo>
                      <a:cubicBezTo>
                        <a:pt x="10913" y="438"/>
                        <a:pt x="7598" y="509"/>
                        <a:pt x="4283" y="509"/>
                      </a:cubicBezTo>
                      <a:cubicBezTo>
                        <a:pt x="2909" y="509"/>
                        <a:pt x="1536" y="497"/>
                        <a:pt x="168" y="467"/>
                      </a:cubicBezTo>
                      <a:cubicBezTo>
                        <a:pt x="101" y="467"/>
                        <a:pt x="1" y="534"/>
                        <a:pt x="1" y="601"/>
                      </a:cubicBezTo>
                      <a:cubicBezTo>
                        <a:pt x="1" y="701"/>
                        <a:pt x="68" y="768"/>
                        <a:pt x="168" y="768"/>
                      </a:cubicBezTo>
                      <a:cubicBezTo>
                        <a:pt x="1569" y="801"/>
                        <a:pt x="2970" y="834"/>
                        <a:pt x="4371" y="834"/>
                      </a:cubicBezTo>
                      <a:cubicBezTo>
                        <a:pt x="7640" y="834"/>
                        <a:pt x="10942" y="768"/>
                        <a:pt x="14144" y="667"/>
                      </a:cubicBezTo>
                      <a:cubicBezTo>
                        <a:pt x="16613" y="634"/>
                        <a:pt x="19081" y="567"/>
                        <a:pt x="21550" y="501"/>
                      </a:cubicBezTo>
                      <a:cubicBezTo>
                        <a:pt x="24018" y="434"/>
                        <a:pt x="26453" y="367"/>
                        <a:pt x="28922" y="301"/>
                      </a:cubicBezTo>
                      <a:cubicBezTo>
                        <a:pt x="29022" y="301"/>
                        <a:pt x="29088" y="234"/>
                        <a:pt x="29088" y="134"/>
                      </a:cubicBezTo>
                      <a:cubicBezTo>
                        <a:pt x="29088" y="67"/>
                        <a:pt x="29022" y="0"/>
                        <a:pt x="28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2107500" y="2653175"/>
                  <a:ext cx="964050" cy="220175"/>
                </a:xfrm>
                <a:custGeom>
                  <a:avLst/>
                  <a:gdLst/>
                  <a:ahLst/>
                  <a:cxnLst/>
                  <a:rect l="l" t="t" r="r" b="b"/>
                  <a:pathLst>
                    <a:path w="38562" h="8807" extrusionOk="0">
                      <a:moveTo>
                        <a:pt x="37861" y="0"/>
                      </a:moveTo>
                      <a:cubicBezTo>
                        <a:pt x="37795" y="0"/>
                        <a:pt x="37761" y="67"/>
                        <a:pt x="37728" y="134"/>
                      </a:cubicBezTo>
                      <a:lnTo>
                        <a:pt x="37227" y="5304"/>
                      </a:lnTo>
                      <a:cubicBezTo>
                        <a:pt x="37227" y="5538"/>
                        <a:pt x="37194" y="5805"/>
                        <a:pt x="37027" y="5971"/>
                      </a:cubicBezTo>
                      <a:cubicBezTo>
                        <a:pt x="36827" y="6238"/>
                        <a:pt x="36427" y="6272"/>
                        <a:pt x="36093" y="6272"/>
                      </a:cubicBezTo>
                      <a:cubicBezTo>
                        <a:pt x="33526" y="6339"/>
                        <a:pt x="30928" y="6373"/>
                        <a:pt x="28304" y="6373"/>
                      </a:cubicBezTo>
                      <a:cubicBezTo>
                        <a:pt x="19201" y="6373"/>
                        <a:pt x="9782" y="5966"/>
                        <a:pt x="201" y="5137"/>
                      </a:cubicBezTo>
                      <a:cubicBezTo>
                        <a:pt x="183" y="5132"/>
                        <a:pt x="167" y="5129"/>
                        <a:pt x="151" y="5129"/>
                      </a:cubicBezTo>
                      <a:cubicBezTo>
                        <a:pt x="79" y="5129"/>
                        <a:pt x="34" y="5189"/>
                        <a:pt x="34" y="5271"/>
                      </a:cubicBezTo>
                      <a:cubicBezTo>
                        <a:pt x="1" y="5371"/>
                        <a:pt x="68" y="5438"/>
                        <a:pt x="168" y="5438"/>
                      </a:cubicBezTo>
                      <a:cubicBezTo>
                        <a:pt x="9675" y="6260"/>
                        <a:pt x="19044" y="6686"/>
                        <a:pt x="28092" y="6686"/>
                      </a:cubicBezTo>
                      <a:cubicBezTo>
                        <a:pt x="30789" y="6686"/>
                        <a:pt x="33458" y="6648"/>
                        <a:pt x="36093" y="6572"/>
                      </a:cubicBezTo>
                      <a:cubicBezTo>
                        <a:pt x="36527" y="6572"/>
                        <a:pt x="36994" y="6539"/>
                        <a:pt x="37294" y="6172"/>
                      </a:cubicBezTo>
                      <a:cubicBezTo>
                        <a:pt x="37494" y="5905"/>
                        <a:pt x="37528" y="5604"/>
                        <a:pt x="37561" y="5338"/>
                      </a:cubicBezTo>
                      <a:lnTo>
                        <a:pt x="37961" y="901"/>
                      </a:lnTo>
                      <a:cubicBezTo>
                        <a:pt x="38228" y="1868"/>
                        <a:pt x="38161" y="2936"/>
                        <a:pt x="38128" y="3870"/>
                      </a:cubicBezTo>
                      <a:cubicBezTo>
                        <a:pt x="38095" y="4737"/>
                        <a:pt x="38061" y="5705"/>
                        <a:pt x="37628" y="6472"/>
                      </a:cubicBezTo>
                      <a:cubicBezTo>
                        <a:pt x="37069" y="7506"/>
                        <a:pt x="36018" y="7650"/>
                        <a:pt x="34908" y="7650"/>
                      </a:cubicBezTo>
                      <a:cubicBezTo>
                        <a:pt x="34692" y="7650"/>
                        <a:pt x="34475" y="7645"/>
                        <a:pt x="34259" y="7639"/>
                      </a:cubicBezTo>
                      <a:lnTo>
                        <a:pt x="33358" y="7639"/>
                      </a:lnTo>
                      <a:cubicBezTo>
                        <a:pt x="31390" y="7673"/>
                        <a:pt x="29355" y="7773"/>
                        <a:pt x="27354" y="7873"/>
                      </a:cubicBezTo>
                      <a:cubicBezTo>
                        <a:pt x="26386" y="7906"/>
                        <a:pt x="25386" y="7940"/>
                        <a:pt x="24352" y="7973"/>
                      </a:cubicBezTo>
                      <a:cubicBezTo>
                        <a:pt x="21249" y="8106"/>
                        <a:pt x="18047" y="8240"/>
                        <a:pt x="15112" y="8473"/>
                      </a:cubicBezTo>
                      <a:cubicBezTo>
                        <a:pt x="15012" y="8473"/>
                        <a:pt x="14945" y="8573"/>
                        <a:pt x="14945" y="8640"/>
                      </a:cubicBezTo>
                      <a:cubicBezTo>
                        <a:pt x="14945" y="8740"/>
                        <a:pt x="15045" y="8807"/>
                        <a:pt x="15112" y="8807"/>
                      </a:cubicBezTo>
                      <a:lnTo>
                        <a:pt x="15145" y="8807"/>
                      </a:lnTo>
                      <a:cubicBezTo>
                        <a:pt x="18080" y="8573"/>
                        <a:pt x="21283" y="8440"/>
                        <a:pt x="24385" y="8306"/>
                      </a:cubicBezTo>
                      <a:cubicBezTo>
                        <a:pt x="25386" y="8273"/>
                        <a:pt x="26386" y="8206"/>
                        <a:pt x="27387" y="8173"/>
                      </a:cubicBezTo>
                      <a:cubicBezTo>
                        <a:pt x="29355" y="8073"/>
                        <a:pt x="31390" y="8006"/>
                        <a:pt x="33391" y="7940"/>
                      </a:cubicBezTo>
                      <a:cubicBezTo>
                        <a:pt x="33658" y="7940"/>
                        <a:pt x="33958" y="7940"/>
                        <a:pt x="34259" y="7973"/>
                      </a:cubicBezTo>
                      <a:cubicBezTo>
                        <a:pt x="34467" y="7978"/>
                        <a:pt x="34680" y="7983"/>
                        <a:pt x="34893" y="7983"/>
                      </a:cubicBezTo>
                      <a:cubicBezTo>
                        <a:pt x="36076" y="7983"/>
                        <a:pt x="37278" y="7826"/>
                        <a:pt x="37928" y="6639"/>
                      </a:cubicBezTo>
                      <a:cubicBezTo>
                        <a:pt x="38395" y="5771"/>
                        <a:pt x="38428" y="4771"/>
                        <a:pt x="38462" y="3903"/>
                      </a:cubicBezTo>
                      <a:cubicBezTo>
                        <a:pt x="38495" y="2669"/>
                        <a:pt x="38562" y="1301"/>
                        <a:pt x="38028" y="101"/>
                      </a:cubicBezTo>
                      <a:cubicBezTo>
                        <a:pt x="37995" y="34"/>
                        <a:pt x="37928" y="0"/>
                        <a:pt x="37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2219250" y="2867500"/>
                  <a:ext cx="246875" cy="16700"/>
                </a:xfrm>
                <a:custGeom>
                  <a:avLst/>
                  <a:gdLst/>
                  <a:ahLst/>
                  <a:cxnLst/>
                  <a:rect l="l" t="t" r="r" b="b"/>
                  <a:pathLst>
                    <a:path w="9875" h="668" extrusionOk="0">
                      <a:moveTo>
                        <a:pt x="9441" y="0"/>
                      </a:moveTo>
                      <a:cubicBezTo>
                        <a:pt x="6772" y="134"/>
                        <a:pt x="2769" y="367"/>
                        <a:pt x="234" y="367"/>
                      </a:cubicBezTo>
                      <a:lnTo>
                        <a:pt x="168" y="367"/>
                      </a:lnTo>
                      <a:cubicBezTo>
                        <a:pt x="67" y="367"/>
                        <a:pt x="1" y="434"/>
                        <a:pt x="1" y="501"/>
                      </a:cubicBezTo>
                      <a:cubicBezTo>
                        <a:pt x="1" y="601"/>
                        <a:pt x="67" y="667"/>
                        <a:pt x="168" y="667"/>
                      </a:cubicBezTo>
                      <a:lnTo>
                        <a:pt x="234" y="667"/>
                      </a:lnTo>
                      <a:cubicBezTo>
                        <a:pt x="2769" y="667"/>
                        <a:pt x="6806" y="467"/>
                        <a:pt x="9474" y="334"/>
                      </a:cubicBezTo>
                      <a:lnTo>
                        <a:pt x="9741" y="301"/>
                      </a:lnTo>
                      <a:cubicBezTo>
                        <a:pt x="9808" y="301"/>
                        <a:pt x="9874" y="234"/>
                        <a:pt x="9874" y="134"/>
                      </a:cubicBezTo>
                      <a:cubicBezTo>
                        <a:pt x="9874" y="67"/>
                        <a:pt x="9808" y="0"/>
                        <a:pt x="9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115850" y="2876250"/>
                  <a:ext cx="84250" cy="16275"/>
                </a:xfrm>
                <a:custGeom>
                  <a:avLst/>
                  <a:gdLst/>
                  <a:ahLst/>
                  <a:cxnLst/>
                  <a:rect l="l" t="t" r="r" b="b"/>
                  <a:pathLst>
                    <a:path w="3370" h="651" extrusionOk="0">
                      <a:moveTo>
                        <a:pt x="2706" y="0"/>
                      </a:moveTo>
                      <a:cubicBezTo>
                        <a:pt x="1883" y="0"/>
                        <a:pt x="963" y="130"/>
                        <a:pt x="134" y="351"/>
                      </a:cubicBezTo>
                      <a:cubicBezTo>
                        <a:pt x="67" y="351"/>
                        <a:pt x="0" y="451"/>
                        <a:pt x="34" y="551"/>
                      </a:cubicBezTo>
                      <a:cubicBezTo>
                        <a:pt x="34" y="618"/>
                        <a:pt x="101" y="651"/>
                        <a:pt x="167" y="651"/>
                      </a:cubicBezTo>
                      <a:lnTo>
                        <a:pt x="234" y="651"/>
                      </a:lnTo>
                      <a:cubicBezTo>
                        <a:pt x="1103" y="441"/>
                        <a:pt x="2079" y="312"/>
                        <a:pt x="2921" y="312"/>
                      </a:cubicBezTo>
                      <a:cubicBezTo>
                        <a:pt x="3017" y="312"/>
                        <a:pt x="3111" y="314"/>
                        <a:pt x="3203" y="317"/>
                      </a:cubicBezTo>
                      <a:cubicBezTo>
                        <a:pt x="3269" y="317"/>
                        <a:pt x="3336" y="251"/>
                        <a:pt x="3336" y="184"/>
                      </a:cubicBezTo>
                      <a:cubicBezTo>
                        <a:pt x="3370" y="84"/>
                        <a:pt x="3303" y="17"/>
                        <a:pt x="3203" y="17"/>
                      </a:cubicBezTo>
                      <a:cubicBezTo>
                        <a:pt x="3042" y="6"/>
                        <a:pt x="2876" y="0"/>
                        <a:pt x="2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797300" y="2904200"/>
                  <a:ext cx="131775" cy="26700"/>
                </a:xfrm>
                <a:custGeom>
                  <a:avLst/>
                  <a:gdLst/>
                  <a:ahLst/>
                  <a:cxnLst/>
                  <a:rect l="l" t="t" r="r" b="b"/>
                  <a:pathLst>
                    <a:path w="5271" h="1068" extrusionOk="0">
                      <a:moveTo>
                        <a:pt x="5070" y="0"/>
                      </a:moveTo>
                      <a:cubicBezTo>
                        <a:pt x="4603" y="67"/>
                        <a:pt x="4103" y="167"/>
                        <a:pt x="3603" y="234"/>
                      </a:cubicBezTo>
                      <a:cubicBezTo>
                        <a:pt x="2402" y="400"/>
                        <a:pt x="1168" y="567"/>
                        <a:pt x="133" y="767"/>
                      </a:cubicBezTo>
                      <a:cubicBezTo>
                        <a:pt x="67" y="767"/>
                        <a:pt x="0" y="867"/>
                        <a:pt x="0" y="934"/>
                      </a:cubicBezTo>
                      <a:cubicBezTo>
                        <a:pt x="33" y="1001"/>
                        <a:pt x="100" y="1067"/>
                        <a:pt x="167" y="1067"/>
                      </a:cubicBezTo>
                      <a:lnTo>
                        <a:pt x="200" y="1067"/>
                      </a:lnTo>
                      <a:cubicBezTo>
                        <a:pt x="1234" y="867"/>
                        <a:pt x="2435" y="701"/>
                        <a:pt x="3636" y="534"/>
                      </a:cubicBezTo>
                      <a:cubicBezTo>
                        <a:pt x="4170" y="467"/>
                        <a:pt x="4670" y="400"/>
                        <a:pt x="5137" y="334"/>
                      </a:cubicBezTo>
                      <a:cubicBezTo>
                        <a:pt x="5204" y="300"/>
                        <a:pt x="5270" y="234"/>
                        <a:pt x="5270" y="133"/>
                      </a:cubicBezTo>
                      <a:cubicBezTo>
                        <a:pt x="5237" y="67"/>
                        <a:pt x="5170" y="0"/>
                        <a:pt x="5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1597975" y="2939825"/>
                  <a:ext cx="130125" cy="36100"/>
                </a:xfrm>
                <a:custGeom>
                  <a:avLst/>
                  <a:gdLst/>
                  <a:ahLst/>
                  <a:cxnLst/>
                  <a:rect l="l" t="t" r="r" b="b"/>
                  <a:pathLst>
                    <a:path w="5205" h="1444" extrusionOk="0">
                      <a:moveTo>
                        <a:pt x="5073" y="1"/>
                      </a:moveTo>
                      <a:cubicBezTo>
                        <a:pt x="5061" y="1"/>
                        <a:pt x="5049" y="3"/>
                        <a:pt x="5038" y="9"/>
                      </a:cubicBezTo>
                      <a:cubicBezTo>
                        <a:pt x="4971" y="9"/>
                        <a:pt x="1202" y="643"/>
                        <a:pt x="101" y="1144"/>
                      </a:cubicBezTo>
                      <a:cubicBezTo>
                        <a:pt x="34" y="1177"/>
                        <a:pt x="1" y="1277"/>
                        <a:pt x="34" y="1344"/>
                      </a:cubicBezTo>
                      <a:cubicBezTo>
                        <a:pt x="67" y="1410"/>
                        <a:pt x="134" y="1444"/>
                        <a:pt x="167" y="1444"/>
                      </a:cubicBezTo>
                      <a:cubicBezTo>
                        <a:pt x="201" y="1444"/>
                        <a:pt x="234" y="1444"/>
                        <a:pt x="234" y="1410"/>
                      </a:cubicBezTo>
                      <a:cubicBezTo>
                        <a:pt x="1235" y="977"/>
                        <a:pt x="4837" y="343"/>
                        <a:pt x="5071" y="310"/>
                      </a:cubicBezTo>
                      <a:cubicBezTo>
                        <a:pt x="5138" y="310"/>
                        <a:pt x="5204" y="210"/>
                        <a:pt x="5204" y="143"/>
                      </a:cubicBezTo>
                      <a:cubicBezTo>
                        <a:pt x="5177" y="60"/>
                        <a:pt x="5127" y="1"/>
                        <a:pt x="50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93950" y="2919200"/>
                  <a:ext cx="131800" cy="28375"/>
                </a:xfrm>
                <a:custGeom>
                  <a:avLst/>
                  <a:gdLst/>
                  <a:ahLst/>
                  <a:cxnLst/>
                  <a:rect l="l" t="t" r="r" b="b"/>
                  <a:pathLst>
                    <a:path w="5272" h="1135" extrusionOk="0">
                      <a:moveTo>
                        <a:pt x="5071" y="0"/>
                      </a:moveTo>
                      <a:lnTo>
                        <a:pt x="134" y="834"/>
                      </a:lnTo>
                      <a:cubicBezTo>
                        <a:pt x="34" y="834"/>
                        <a:pt x="1" y="934"/>
                        <a:pt x="1" y="1001"/>
                      </a:cubicBezTo>
                      <a:cubicBezTo>
                        <a:pt x="1" y="1101"/>
                        <a:pt x="101" y="1135"/>
                        <a:pt x="167" y="1135"/>
                      </a:cubicBezTo>
                      <a:lnTo>
                        <a:pt x="201" y="1135"/>
                      </a:lnTo>
                      <a:lnTo>
                        <a:pt x="5138" y="301"/>
                      </a:lnTo>
                      <a:cubicBezTo>
                        <a:pt x="5204" y="301"/>
                        <a:pt x="5271" y="201"/>
                        <a:pt x="5271" y="134"/>
                      </a:cubicBezTo>
                      <a:cubicBezTo>
                        <a:pt x="5238" y="34"/>
                        <a:pt x="5171" y="0"/>
                        <a:pt x="5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1597150" y="2953900"/>
                  <a:ext cx="138450" cy="37050"/>
                </a:xfrm>
                <a:custGeom>
                  <a:avLst/>
                  <a:gdLst/>
                  <a:ahLst/>
                  <a:cxnLst/>
                  <a:rect l="l" t="t" r="r" b="b"/>
                  <a:pathLst>
                    <a:path w="5538" h="1482" extrusionOk="0">
                      <a:moveTo>
                        <a:pt x="5378" y="1"/>
                      </a:moveTo>
                      <a:cubicBezTo>
                        <a:pt x="5354" y="1"/>
                        <a:pt x="5329" y="5"/>
                        <a:pt x="5304" y="13"/>
                      </a:cubicBezTo>
                      <a:cubicBezTo>
                        <a:pt x="3636" y="414"/>
                        <a:pt x="1868" y="847"/>
                        <a:pt x="134" y="1181"/>
                      </a:cubicBezTo>
                      <a:cubicBezTo>
                        <a:pt x="67" y="1181"/>
                        <a:pt x="0" y="1281"/>
                        <a:pt x="34" y="1348"/>
                      </a:cubicBezTo>
                      <a:cubicBezTo>
                        <a:pt x="34" y="1414"/>
                        <a:pt x="100" y="1481"/>
                        <a:pt x="167" y="1481"/>
                      </a:cubicBezTo>
                      <a:lnTo>
                        <a:pt x="200" y="1481"/>
                      </a:lnTo>
                      <a:cubicBezTo>
                        <a:pt x="1935" y="1148"/>
                        <a:pt x="3703" y="714"/>
                        <a:pt x="5404" y="314"/>
                      </a:cubicBezTo>
                      <a:cubicBezTo>
                        <a:pt x="5471" y="280"/>
                        <a:pt x="5538" y="180"/>
                        <a:pt x="5504" y="114"/>
                      </a:cubicBezTo>
                      <a:cubicBezTo>
                        <a:pt x="5504" y="38"/>
                        <a:pt x="5448" y="1"/>
                        <a:pt x="5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2481100" y="2857500"/>
                  <a:ext cx="145975" cy="101750"/>
                </a:xfrm>
                <a:custGeom>
                  <a:avLst/>
                  <a:gdLst/>
                  <a:ahLst/>
                  <a:cxnLst/>
                  <a:rect l="l" t="t" r="r" b="b"/>
                  <a:pathLst>
                    <a:path w="5839" h="4070" extrusionOk="0">
                      <a:moveTo>
                        <a:pt x="5138" y="0"/>
                      </a:moveTo>
                      <a:cubicBezTo>
                        <a:pt x="5038" y="33"/>
                        <a:pt x="4971" y="100"/>
                        <a:pt x="5004" y="200"/>
                      </a:cubicBezTo>
                      <a:cubicBezTo>
                        <a:pt x="5105" y="567"/>
                        <a:pt x="5171" y="1001"/>
                        <a:pt x="5271" y="1434"/>
                      </a:cubicBezTo>
                      <a:cubicBezTo>
                        <a:pt x="5338" y="1835"/>
                        <a:pt x="5405" y="2202"/>
                        <a:pt x="5471" y="2535"/>
                      </a:cubicBezTo>
                      <a:cubicBezTo>
                        <a:pt x="5321" y="2569"/>
                        <a:pt x="5163" y="2585"/>
                        <a:pt x="5004" y="2585"/>
                      </a:cubicBezTo>
                      <a:cubicBezTo>
                        <a:pt x="4846" y="2585"/>
                        <a:pt x="4688" y="2569"/>
                        <a:pt x="4537" y="2535"/>
                      </a:cubicBezTo>
                      <a:cubicBezTo>
                        <a:pt x="4504" y="2535"/>
                        <a:pt x="4437" y="2535"/>
                        <a:pt x="4404" y="2569"/>
                      </a:cubicBezTo>
                      <a:cubicBezTo>
                        <a:pt x="4371" y="2602"/>
                        <a:pt x="4371" y="2669"/>
                        <a:pt x="4371" y="2702"/>
                      </a:cubicBezTo>
                      <a:cubicBezTo>
                        <a:pt x="4371" y="2902"/>
                        <a:pt x="4371" y="3102"/>
                        <a:pt x="4337" y="3302"/>
                      </a:cubicBezTo>
                      <a:cubicBezTo>
                        <a:pt x="3937" y="3336"/>
                        <a:pt x="3470" y="3402"/>
                        <a:pt x="2970" y="3436"/>
                      </a:cubicBezTo>
                      <a:cubicBezTo>
                        <a:pt x="1969" y="3536"/>
                        <a:pt x="935" y="3636"/>
                        <a:pt x="134" y="3769"/>
                      </a:cubicBezTo>
                      <a:cubicBezTo>
                        <a:pt x="68" y="3769"/>
                        <a:pt x="1" y="3869"/>
                        <a:pt x="1" y="3936"/>
                      </a:cubicBezTo>
                      <a:cubicBezTo>
                        <a:pt x="34" y="4003"/>
                        <a:pt x="101" y="4070"/>
                        <a:pt x="168" y="4070"/>
                      </a:cubicBezTo>
                      <a:lnTo>
                        <a:pt x="201" y="4070"/>
                      </a:lnTo>
                      <a:cubicBezTo>
                        <a:pt x="968" y="3970"/>
                        <a:pt x="2002" y="3869"/>
                        <a:pt x="3003" y="3769"/>
                      </a:cubicBezTo>
                      <a:cubicBezTo>
                        <a:pt x="3537" y="3703"/>
                        <a:pt x="4070" y="3636"/>
                        <a:pt x="4504" y="3603"/>
                      </a:cubicBezTo>
                      <a:cubicBezTo>
                        <a:pt x="4571" y="3603"/>
                        <a:pt x="4638" y="3536"/>
                        <a:pt x="4638" y="3469"/>
                      </a:cubicBezTo>
                      <a:cubicBezTo>
                        <a:pt x="4671" y="3269"/>
                        <a:pt x="4704" y="3069"/>
                        <a:pt x="4671" y="2869"/>
                      </a:cubicBezTo>
                      <a:lnTo>
                        <a:pt x="4671" y="2869"/>
                      </a:lnTo>
                      <a:cubicBezTo>
                        <a:pt x="4823" y="2883"/>
                        <a:pt x="4969" y="2891"/>
                        <a:pt x="5112" y="2891"/>
                      </a:cubicBezTo>
                      <a:cubicBezTo>
                        <a:pt x="5314" y="2891"/>
                        <a:pt x="5510" y="2874"/>
                        <a:pt x="5705" y="2835"/>
                      </a:cubicBezTo>
                      <a:cubicBezTo>
                        <a:pt x="5738" y="2835"/>
                        <a:pt x="5772" y="2802"/>
                        <a:pt x="5805" y="2769"/>
                      </a:cubicBezTo>
                      <a:cubicBezTo>
                        <a:pt x="5805" y="2735"/>
                        <a:pt x="5838" y="2669"/>
                        <a:pt x="5805" y="2635"/>
                      </a:cubicBezTo>
                      <a:cubicBezTo>
                        <a:pt x="5738" y="2268"/>
                        <a:pt x="5638" y="1835"/>
                        <a:pt x="5572" y="1401"/>
                      </a:cubicBezTo>
                      <a:cubicBezTo>
                        <a:pt x="5471" y="934"/>
                        <a:pt x="5405" y="500"/>
                        <a:pt x="5305" y="133"/>
                      </a:cubicBezTo>
                      <a:cubicBezTo>
                        <a:pt x="5305" y="33"/>
                        <a:pt x="5205"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214250" y="2954850"/>
                  <a:ext cx="251875" cy="36925"/>
                </a:xfrm>
                <a:custGeom>
                  <a:avLst/>
                  <a:gdLst/>
                  <a:ahLst/>
                  <a:cxnLst/>
                  <a:rect l="l" t="t" r="r" b="b"/>
                  <a:pathLst>
                    <a:path w="10075" h="1477" extrusionOk="0">
                      <a:moveTo>
                        <a:pt x="9924" y="0"/>
                      </a:moveTo>
                      <a:cubicBezTo>
                        <a:pt x="9909" y="0"/>
                        <a:pt x="9892" y="3"/>
                        <a:pt x="9874" y="9"/>
                      </a:cubicBezTo>
                      <a:cubicBezTo>
                        <a:pt x="9307" y="76"/>
                        <a:pt x="8540" y="176"/>
                        <a:pt x="7673" y="276"/>
                      </a:cubicBezTo>
                      <a:cubicBezTo>
                        <a:pt x="5204" y="609"/>
                        <a:pt x="1835" y="1043"/>
                        <a:pt x="167" y="1176"/>
                      </a:cubicBezTo>
                      <a:cubicBezTo>
                        <a:pt x="67" y="1176"/>
                        <a:pt x="1" y="1243"/>
                        <a:pt x="1" y="1343"/>
                      </a:cubicBezTo>
                      <a:cubicBezTo>
                        <a:pt x="1" y="1443"/>
                        <a:pt x="67" y="1477"/>
                        <a:pt x="167" y="1477"/>
                      </a:cubicBezTo>
                      <a:cubicBezTo>
                        <a:pt x="1869" y="1376"/>
                        <a:pt x="5238" y="909"/>
                        <a:pt x="7706" y="609"/>
                      </a:cubicBezTo>
                      <a:cubicBezTo>
                        <a:pt x="8573" y="476"/>
                        <a:pt x="9341" y="376"/>
                        <a:pt x="9908" y="309"/>
                      </a:cubicBezTo>
                      <a:cubicBezTo>
                        <a:pt x="10008" y="309"/>
                        <a:pt x="10074" y="209"/>
                        <a:pt x="10041" y="142"/>
                      </a:cubicBezTo>
                      <a:cubicBezTo>
                        <a:pt x="10041" y="60"/>
                        <a:pt x="9996" y="0"/>
                        <a:pt x="99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095825" y="2965075"/>
                  <a:ext cx="98450" cy="40050"/>
                </a:xfrm>
                <a:custGeom>
                  <a:avLst/>
                  <a:gdLst/>
                  <a:ahLst/>
                  <a:cxnLst/>
                  <a:rect l="l" t="t" r="r" b="b"/>
                  <a:pathLst>
                    <a:path w="3938" h="1602" extrusionOk="0">
                      <a:moveTo>
                        <a:pt x="168" y="0"/>
                      </a:moveTo>
                      <a:cubicBezTo>
                        <a:pt x="101" y="0"/>
                        <a:pt x="1" y="67"/>
                        <a:pt x="1" y="167"/>
                      </a:cubicBezTo>
                      <a:cubicBezTo>
                        <a:pt x="1" y="367"/>
                        <a:pt x="1" y="567"/>
                        <a:pt x="1" y="767"/>
                      </a:cubicBezTo>
                      <a:cubicBezTo>
                        <a:pt x="1" y="967"/>
                        <a:pt x="1" y="1168"/>
                        <a:pt x="1" y="1368"/>
                      </a:cubicBezTo>
                      <a:cubicBezTo>
                        <a:pt x="1" y="1401"/>
                        <a:pt x="1" y="1501"/>
                        <a:pt x="68" y="1568"/>
                      </a:cubicBezTo>
                      <a:cubicBezTo>
                        <a:pt x="134" y="1601"/>
                        <a:pt x="201" y="1601"/>
                        <a:pt x="234" y="1601"/>
                      </a:cubicBezTo>
                      <a:cubicBezTo>
                        <a:pt x="1035" y="1601"/>
                        <a:pt x="1702" y="1501"/>
                        <a:pt x="2403" y="1401"/>
                      </a:cubicBezTo>
                      <a:cubicBezTo>
                        <a:pt x="2836" y="1301"/>
                        <a:pt x="3270" y="1234"/>
                        <a:pt x="3804" y="1201"/>
                      </a:cubicBezTo>
                      <a:cubicBezTo>
                        <a:pt x="3904" y="1168"/>
                        <a:pt x="3937" y="1101"/>
                        <a:pt x="3937" y="1034"/>
                      </a:cubicBezTo>
                      <a:cubicBezTo>
                        <a:pt x="3937" y="934"/>
                        <a:pt x="3870" y="867"/>
                        <a:pt x="3770" y="867"/>
                      </a:cubicBezTo>
                      <a:cubicBezTo>
                        <a:pt x="3237" y="934"/>
                        <a:pt x="2770" y="1001"/>
                        <a:pt x="2336" y="1068"/>
                      </a:cubicBezTo>
                      <a:cubicBezTo>
                        <a:pt x="1669" y="1168"/>
                        <a:pt x="1068" y="1268"/>
                        <a:pt x="334" y="1301"/>
                      </a:cubicBezTo>
                      <a:cubicBezTo>
                        <a:pt x="334" y="1101"/>
                        <a:pt x="334" y="934"/>
                        <a:pt x="334" y="767"/>
                      </a:cubicBezTo>
                      <a:cubicBezTo>
                        <a:pt x="334" y="567"/>
                        <a:pt x="301" y="367"/>
                        <a:pt x="334" y="167"/>
                      </a:cubicBezTo>
                      <a:cubicBezTo>
                        <a:pt x="334" y="100"/>
                        <a:pt x="234"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2482775" y="2903975"/>
                  <a:ext cx="120125" cy="17750"/>
                </a:xfrm>
                <a:custGeom>
                  <a:avLst/>
                  <a:gdLst/>
                  <a:ahLst/>
                  <a:cxnLst/>
                  <a:rect l="l" t="t" r="r" b="b"/>
                  <a:pathLst>
                    <a:path w="4805" h="710" extrusionOk="0">
                      <a:moveTo>
                        <a:pt x="4654" y="0"/>
                      </a:moveTo>
                      <a:cubicBezTo>
                        <a:pt x="4638" y="0"/>
                        <a:pt x="4622" y="3"/>
                        <a:pt x="4604" y="9"/>
                      </a:cubicBezTo>
                      <a:lnTo>
                        <a:pt x="3737" y="76"/>
                      </a:lnTo>
                      <a:cubicBezTo>
                        <a:pt x="2536" y="176"/>
                        <a:pt x="1201" y="276"/>
                        <a:pt x="134" y="409"/>
                      </a:cubicBezTo>
                      <a:cubicBezTo>
                        <a:pt x="67" y="409"/>
                        <a:pt x="1" y="476"/>
                        <a:pt x="1" y="576"/>
                      </a:cubicBezTo>
                      <a:cubicBezTo>
                        <a:pt x="1" y="643"/>
                        <a:pt x="67" y="710"/>
                        <a:pt x="167" y="710"/>
                      </a:cubicBezTo>
                      <a:cubicBezTo>
                        <a:pt x="1201" y="609"/>
                        <a:pt x="2569" y="476"/>
                        <a:pt x="3770" y="376"/>
                      </a:cubicBezTo>
                      <a:lnTo>
                        <a:pt x="4637" y="309"/>
                      </a:lnTo>
                      <a:cubicBezTo>
                        <a:pt x="4737" y="309"/>
                        <a:pt x="4804" y="209"/>
                        <a:pt x="4771" y="142"/>
                      </a:cubicBezTo>
                      <a:cubicBezTo>
                        <a:pt x="4771" y="60"/>
                        <a:pt x="4725" y="0"/>
                        <a:pt x="4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2216750" y="2917525"/>
                  <a:ext cx="246050" cy="27550"/>
                </a:xfrm>
                <a:custGeom>
                  <a:avLst/>
                  <a:gdLst/>
                  <a:ahLst/>
                  <a:cxnLst/>
                  <a:rect l="l" t="t" r="r" b="b"/>
                  <a:pathLst>
                    <a:path w="9842" h="1102" extrusionOk="0">
                      <a:moveTo>
                        <a:pt x="9641" y="1"/>
                      </a:moveTo>
                      <a:cubicBezTo>
                        <a:pt x="9374" y="67"/>
                        <a:pt x="9141" y="101"/>
                        <a:pt x="8907" y="101"/>
                      </a:cubicBezTo>
                      <a:cubicBezTo>
                        <a:pt x="8674" y="134"/>
                        <a:pt x="8440" y="168"/>
                        <a:pt x="8140" y="234"/>
                      </a:cubicBezTo>
                      <a:cubicBezTo>
                        <a:pt x="6772" y="434"/>
                        <a:pt x="5238" y="501"/>
                        <a:pt x="3737" y="568"/>
                      </a:cubicBezTo>
                      <a:cubicBezTo>
                        <a:pt x="2469" y="601"/>
                        <a:pt x="1268" y="668"/>
                        <a:pt x="134" y="801"/>
                      </a:cubicBezTo>
                      <a:cubicBezTo>
                        <a:pt x="67" y="801"/>
                        <a:pt x="1" y="868"/>
                        <a:pt x="1" y="968"/>
                      </a:cubicBezTo>
                      <a:cubicBezTo>
                        <a:pt x="1" y="1035"/>
                        <a:pt x="67" y="1102"/>
                        <a:pt x="167" y="1102"/>
                      </a:cubicBezTo>
                      <a:cubicBezTo>
                        <a:pt x="1268" y="968"/>
                        <a:pt x="2469" y="935"/>
                        <a:pt x="3770" y="868"/>
                      </a:cubicBezTo>
                      <a:cubicBezTo>
                        <a:pt x="5238" y="801"/>
                        <a:pt x="6806" y="735"/>
                        <a:pt x="8173" y="534"/>
                      </a:cubicBezTo>
                      <a:cubicBezTo>
                        <a:pt x="8507" y="501"/>
                        <a:pt x="8740" y="468"/>
                        <a:pt x="8974" y="434"/>
                      </a:cubicBezTo>
                      <a:cubicBezTo>
                        <a:pt x="9174" y="401"/>
                        <a:pt x="9407" y="368"/>
                        <a:pt x="9708" y="334"/>
                      </a:cubicBezTo>
                      <a:cubicBezTo>
                        <a:pt x="9774" y="301"/>
                        <a:pt x="9841" y="234"/>
                        <a:pt x="9841" y="134"/>
                      </a:cubicBezTo>
                      <a:cubicBezTo>
                        <a:pt x="9808" y="67"/>
                        <a:pt x="9741" y="1"/>
                        <a:pt x="9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2104175" y="2941725"/>
                  <a:ext cx="86750" cy="15025"/>
                </a:xfrm>
                <a:custGeom>
                  <a:avLst/>
                  <a:gdLst/>
                  <a:ahLst/>
                  <a:cxnLst/>
                  <a:rect l="l" t="t" r="r" b="b"/>
                  <a:pathLst>
                    <a:path w="3470" h="601" extrusionOk="0">
                      <a:moveTo>
                        <a:pt x="3269" y="0"/>
                      </a:moveTo>
                      <a:lnTo>
                        <a:pt x="2636" y="67"/>
                      </a:lnTo>
                      <a:cubicBezTo>
                        <a:pt x="1768" y="167"/>
                        <a:pt x="1135" y="234"/>
                        <a:pt x="134" y="267"/>
                      </a:cubicBezTo>
                      <a:cubicBezTo>
                        <a:pt x="67" y="267"/>
                        <a:pt x="0" y="334"/>
                        <a:pt x="0" y="434"/>
                      </a:cubicBezTo>
                      <a:cubicBezTo>
                        <a:pt x="0" y="500"/>
                        <a:pt x="67" y="601"/>
                        <a:pt x="167" y="601"/>
                      </a:cubicBezTo>
                      <a:cubicBezTo>
                        <a:pt x="1168" y="534"/>
                        <a:pt x="1802" y="467"/>
                        <a:pt x="2669" y="367"/>
                      </a:cubicBezTo>
                      <a:lnTo>
                        <a:pt x="3303" y="300"/>
                      </a:lnTo>
                      <a:cubicBezTo>
                        <a:pt x="3403" y="300"/>
                        <a:pt x="3470" y="234"/>
                        <a:pt x="3436" y="134"/>
                      </a:cubicBezTo>
                      <a:cubicBezTo>
                        <a:pt x="3436" y="67"/>
                        <a:pt x="3370" y="0"/>
                        <a:pt x="3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2481950" y="2869175"/>
                  <a:ext cx="135125" cy="16700"/>
                </a:xfrm>
                <a:custGeom>
                  <a:avLst/>
                  <a:gdLst/>
                  <a:ahLst/>
                  <a:cxnLst/>
                  <a:rect l="l" t="t" r="r" b="b"/>
                  <a:pathLst>
                    <a:path w="5405" h="668" extrusionOk="0">
                      <a:moveTo>
                        <a:pt x="5204" y="0"/>
                      </a:moveTo>
                      <a:cubicBezTo>
                        <a:pt x="4203" y="133"/>
                        <a:pt x="3002" y="200"/>
                        <a:pt x="1868" y="234"/>
                      </a:cubicBezTo>
                      <a:cubicBezTo>
                        <a:pt x="1268" y="267"/>
                        <a:pt x="667" y="300"/>
                        <a:pt x="167" y="334"/>
                      </a:cubicBezTo>
                      <a:cubicBezTo>
                        <a:pt x="67" y="334"/>
                        <a:pt x="0" y="434"/>
                        <a:pt x="0" y="500"/>
                      </a:cubicBezTo>
                      <a:cubicBezTo>
                        <a:pt x="34" y="600"/>
                        <a:pt x="67" y="667"/>
                        <a:pt x="167" y="667"/>
                      </a:cubicBezTo>
                      <a:cubicBezTo>
                        <a:pt x="701" y="634"/>
                        <a:pt x="1268" y="600"/>
                        <a:pt x="1868" y="567"/>
                      </a:cubicBezTo>
                      <a:cubicBezTo>
                        <a:pt x="3036" y="500"/>
                        <a:pt x="4203" y="434"/>
                        <a:pt x="5237" y="334"/>
                      </a:cubicBezTo>
                      <a:cubicBezTo>
                        <a:pt x="5337" y="300"/>
                        <a:pt x="5404" y="234"/>
                        <a:pt x="5371" y="133"/>
                      </a:cubicBezTo>
                      <a:cubicBezTo>
                        <a:pt x="5371" y="67"/>
                        <a:pt x="5304" y="0"/>
                        <a:pt x="5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
                <p:cNvSpPr/>
                <p:nvPr/>
              </p:nvSpPr>
              <p:spPr>
                <a:xfrm>
                  <a:off x="2219250" y="2877500"/>
                  <a:ext cx="245200" cy="20050"/>
                </a:xfrm>
                <a:custGeom>
                  <a:avLst/>
                  <a:gdLst/>
                  <a:ahLst/>
                  <a:cxnLst/>
                  <a:rect l="l" t="t" r="r" b="b"/>
                  <a:pathLst>
                    <a:path w="9808" h="802" extrusionOk="0">
                      <a:moveTo>
                        <a:pt x="9641" y="1"/>
                      </a:moveTo>
                      <a:cubicBezTo>
                        <a:pt x="8040" y="134"/>
                        <a:pt x="6439" y="201"/>
                        <a:pt x="4904" y="234"/>
                      </a:cubicBezTo>
                      <a:cubicBezTo>
                        <a:pt x="3336" y="301"/>
                        <a:pt x="1735" y="368"/>
                        <a:pt x="134" y="501"/>
                      </a:cubicBezTo>
                      <a:cubicBezTo>
                        <a:pt x="67" y="501"/>
                        <a:pt x="1" y="568"/>
                        <a:pt x="1" y="668"/>
                      </a:cubicBezTo>
                      <a:cubicBezTo>
                        <a:pt x="1" y="734"/>
                        <a:pt x="67" y="801"/>
                        <a:pt x="168" y="801"/>
                      </a:cubicBezTo>
                      <a:cubicBezTo>
                        <a:pt x="1735" y="701"/>
                        <a:pt x="3370" y="634"/>
                        <a:pt x="4904" y="568"/>
                      </a:cubicBezTo>
                      <a:cubicBezTo>
                        <a:pt x="6472" y="501"/>
                        <a:pt x="8073" y="434"/>
                        <a:pt x="9641" y="301"/>
                      </a:cubicBezTo>
                      <a:cubicBezTo>
                        <a:pt x="9741" y="301"/>
                        <a:pt x="9808" y="234"/>
                        <a:pt x="9808" y="134"/>
                      </a:cubicBezTo>
                      <a:cubicBezTo>
                        <a:pt x="9774" y="67"/>
                        <a:pt x="9708" y="1"/>
                        <a:pt x="9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2116675" y="2889175"/>
                  <a:ext cx="80925" cy="11700"/>
                </a:xfrm>
                <a:custGeom>
                  <a:avLst/>
                  <a:gdLst/>
                  <a:ahLst/>
                  <a:cxnLst/>
                  <a:rect l="l" t="t" r="r" b="b"/>
                  <a:pathLst>
                    <a:path w="3237" h="468" extrusionOk="0">
                      <a:moveTo>
                        <a:pt x="3070" y="1"/>
                      </a:moveTo>
                      <a:cubicBezTo>
                        <a:pt x="2002" y="34"/>
                        <a:pt x="1068" y="101"/>
                        <a:pt x="134" y="167"/>
                      </a:cubicBezTo>
                      <a:cubicBezTo>
                        <a:pt x="34" y="167"/>
                        <a:pt x="1" y="267"/>
                        <a:pt x="1" y="334"/>
                      </a:cubicBezTo>
                      <a:cubicBezTo>
                        <a:pt x="1" y="434"/>
                        <a:pt x="68" y="468"/>
                        <a:pt x="134" y="468"/>
                      </a:cubicBezTo>
                      <a:lnTo>
                        <a:pt x="168" y="468"/>
                      </a:lnTo>
                      <a:cubicBezTo>
                        <a:pt x="1102" y="401"/>
                        <a:pt x="2002" y="334"/>
                        <a:pt x="3070" y="301"/>
                      </a:cubicBezTo>
                      <a:cubicBezTo>
                        <a:pt x="3136" y="301"/>
                        <a:pt x="3236" y="234"/>
                        <a:pt x="3203" y="167"/>
                      </a:cubicBezTo>
                      <a:cubicBezTo>
                        <a:pt x="3203" y="67"/>
                        <a:pt x="3136" y="1"/>
                        <a:pt x="30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2610375" y="2843000"/>
                  <a:ext cx="400300" cy="42025"/>
                </a:xfrm>
                <a:custGeom>
                  <a:avLst/>
                  <a:gdLst/>
                  <a:ahLst/>
                  <a:cxnLst/>
                  <a:rect l="l" t="t" r="r" b="b"/>
                  <a:pathLst>
                    <a:path w="16012" h="1681" extrusionOk="0">
                      <a:moveTo>
                        <a:pt x="15852" y="0"/>
                      </a:moveTo>
                      <a:cubicBezTo>
                        <a:pt x="15828" y="0"/>
                        <a:pt x="15803" y="5"/>
                        <a:pt x="15778" y="13"/>
                      </a:cubicBezTo>
                      <a:cubicBezTo>
                        <a:pt x="14978" y="213"/>
                        <a:pt x="14010" y="280"/>
                        <a:pt x="13176" y="347"/>
                      </a:cubicBezTo>
                      <a:lnTo>
                        <a:pt x="13010" y="347"/>
                      </a:lnTo>
                      <a:cubicBezTo>
                        <a:pt x="10875" y="513"/>
                        <a:pt x="8706" y="680"/>
                        <a:pt x="6572" y="880"/>
                      </a:cubicBezTo>
                      <a:cubicBezTo>
                        <a:pt x="4470" y="1047"/>
                        <a:pt x="2269" y="1214"/>
                        <a:pt x="134" y="1381"/>
                      </a:cubicBezTo>
                      <a:cubicBezTo>
                        <a:pt x="67" y="1381"/>
                        <a:pt x="0" y="1447"/>
                        <a:pt x="0" y="1547"/>
                      </a:cubicBezTo>
                      <a:cubicBezTo>
                        <a:pt x="0" y="1647"/>
                        <a:pt x="67" y="1681"/>
                        <a:pt x="167" y="1681"/>
                      </a:cubicBezTo>
                      <a:cubicBezTo>
                        <a:pt x="2302" y="1547"/>
                        <a:pt x="4470" y="1347"/>
                        <a:pt x="6605" y="1180"/>
                      </a:cubicBezTo>
                      <a:cubicBezTo>
                        <a:pt x="8740" y="1014"/>
                        <a:pt x="10908" y="814"/>
                        <a:pt x="13043" y="680"/>
                      </a:cubicBezTo>
                      <a:lnTo>
                        <a:pt x="13176" y="647"/>
                      </a:lnTo>
                      <a:cubicBezTo>
                        <a:pt x="14044" y="580"/>
                        <a:pt x="15044" y="513"/>
                        <a:pt x="15878" y="313"/>
                      </a:cubicBezTo>
                      <a:cubicBezTo>
                        <a:pt x="15945" y="280"/>
                        <a:pt x="16012" y="180"/>
                        <a:pt x="15978" y="113"/>
                      </a:cubicBezTo>
                      <a:cubicBezTo>
                        <a:pt x="15978" y="38"/>
                        <a:pt x="15922" y="0"/>
                        <a:pt x="15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1766425" y="2971725"/>
                  <a:ext cx="155975" cy="33400"/>
                </a:xfrm>
                <a:custGeom>
                  <a:avLst/>
                  <a:gdLst/>
                  <a:ahLst/>
                  <a:cxnLst/>
                  <a:rect l="l" t="t" r="r" b="b"/>
                  <a:pathLst>
                    <a:path w="6239" h="1336" extrusionOk="0">
                      <a:moveTo>
                        <a:pt x="6038" y="1"/>
                      </a:moveTo>
                      <a:lnTo>
                        <a:pt x="134" y="1035"/>
                      </a:lnTo>
                      <a:cubicBezTo>
                        <a:pt x="68" y="1068"/>
                        <a:pt x="1" y="1135"/>
                        <a:pt x="1" y="1235"/>
                      </a:cubicBezTo>
                      <a:cubicBezTo>
                        <a:pt x="34" y="1302"/>
                        <a:pt x="101" y="1335"/>
                        <a:pt x="168" y="1335"/>
                      </a:cubicBezTo>
                      <a:lnTo>
                        <a:pt x="201" y="1335"/>
                      </a:lnTo>
                      <a:lnTo>
                        <a:pt x="6105" y="301"/>
                      </a:lnTo>
                      <a:cubicBezTo>
                        <a:pt x="6205" y="301"/>
                        <a:pt x="6239" y="201"/>
                        <a:pt x="6239" y="134"/>
                      </a:cubicBezTo>
                      <a:cubicBezTo>
                        <a:pt x="6205" y="34"/>
                        <a:pt x="6139" y="1"/>
                        <a:pt x="6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1592150" y="3004050"/>
                  <a:ext cx="157625" cy="39425"/>
                </a:xfrm>
                <a:custGeom>
                  <a:avLst/>
                  <a:gdLst/>
                  <a:ahLst/>
                  <a:cxnLst/>
                  <a:rect l="l" t="t" r="r" b="b"/>
                  <a:pathLst>
                    <a:path w="6305" h="1577" extrusionOk="0">
                      <a:moveTo>
                        <a:pt x="6144" y="0"/>
                      </a:moveTo>
                      <a:cubicBezTo>
                        <a:pt x="6130" y="0"/>
                        <a:pt x="6117" y="3"/>
                        <a:pt x="6105" y="9"/>
                      </a:cubicBezTo>
                      <a:cubicBezTo>
                        <a:pt x="5104" y="176"/>
                        <a:pt x="4103" y="409"/>
                        <a:pt x="3102" y="643"/>
                      </a:cubicBezTo>
                      <a:cubicBezTo>
                        <a:pt x="2135" y="843"/>
                        <a:pt x="1134" y="1076"/>
                        <a:pt x="134" y="1276"/>
                      </a:cubicBezTo>
                      <a:cubicBezTo>
                        <a:pt x="67" y="1276"/>
                        <a:pt x="0" y="1377"/>
                        <a:pt x="0" y="1443"/>
                      </a:cubicBezTo>
                      <a:cubicBezTo>
                        <a:pt x="34" y="1510"/>
                        <a:pt x="100" y="1577"/>
                        <a:pt x="167" y="1577"/>
                      </a:cubicBezTo>
                      <a:lnTo>
                        <a:pt x="200" y="1577"/>
                      </a:lnTo>
                      <a:cubicBezTo>
                        <a:pt x="1201" y="1377"/>
                        <a:pt x="2202" y="1143"/>
                        <a:pt x="3169" y="943"/>
                      </a:cubicBezTo>
                      <a:cubicBezTo>
                        <a:pt x="4170" y="709"/>
                        <a:pt x="5171" y="509"/>
                        <a:pt x="6171" y="309"/>
                      </a:cubicBezTo>
                      <a:cubicBezTo>
                        <a:pt x="6238" y="276"/>
                        <a:pt x="6305" y="209"/>
                        <a:pt x="6271" y="109"/>
                      </a:cubicBezTo>
                      <a:cubicBezTo>
                        <a:pt x="6271" y="54"/>
                        <a:pt x="6205" y="0"/>
                        <a:pt x="6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1768925" y="3009275"/>
                  <a:ext cx="157650" cy="56725"/>
                </a:xfrm>
                <a:custGeom>
                  <a:avLst/>
                  <a:gdLst/>
                  <a:ahLst/>
                  <a:cxnLst/>
                  <a:rect l="l" t="t" r="r" b="b"/>
                  <a:pathLst>
                    <a:path w="6306" h="2269" extrusionOk="0">
                      <a:moveTo>
                        <a:pt x="6139" y="0"/>
                      </a:moveTo>
                      <a:cubicBezTo>
                        <a:pt x="6005" y="0"/>
                        <a:pt x="5872" y="33"/>
                        <a:pt x="5738" y="133"/>
                      </a:cubicBezTo>
                      <a:cubicBezTo>
                        <a:pt x="5705" y="133"/>
                        <a:pt x="5672" y="200"/>
                        <a:pt x="5672" y="267"/>
                      </a:cubicBezTo>
                      <a:lnTo>
                        <a:pt x="5672" y="867"/>
                      </a:lnTo>
                      <a:cubicBezTo>
                        <a:pt x="3770" y="1134"/>
                        <a:pt x="1802" y="1501"/>
                        <a:pt x="134" y="1968"/>
                      </a:cubicBezTo>
                      <a:cubicBezTo>
                        <a:pt x="34" y="1968"/>
                        <a:pt x="1" y="2068"/>
                        <a:pt x="1" y="2135"/>
                      </a:cubicBezTo>
                      <a:cubicBezTo>
                        <a:pt x="34" y="2202"/>
                        <a:pt x="101" y="2268"/>
                        <a:pt x="168" y="2268"/>
                      </a:cubicBezTo>
                      <a:lnTo>
                        <a:pt x="201" y="2268"/>
                      </a:lnTo>
                      <a:cubicBezTo>
                        <a:pt x="1902" y="1801"/>
                        <a:pt x="3904" y="1434"/>
                        <a:pt x="5838" y="1168"/>
                      </a:cubicBezTo>
                      <a:cubicBezTo>
                        <a:pt x="5938" y="1168"/>
                        <a:pt x="5972" y="1101"/>
                        <a:pt x="5972" y="1001"/>
                      </a:cubicBezTo>
                      <a:lnTo>
                        <a:pt x="5972" y="334"/>
                      </a:lnTo>
                      <a:lnTo>
                        <a:pt x="6139" y="334"/>
                      </a:lnTo>
                      <a:cubicBezTo>
                        <a:pt x="6239" y="334"/>
                        <a:pt x="6305" y="234"/>
                        <a:pt x="6305" y="167"/>
                      </a:cubicBezTo>
                      <a:cubicBezTo>
                        <a:pt x="6305" y="67"/>
                        <a:pt x="6239" y="0"/>
                        <a:pt x="61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5"/>
                <p:cNvSpPr/>
                <p:nvPr/>
              </p:nvSpPr>
              <p:spPr>
                <a:xfrm>
                  <a:off x="1590475" y="3028225"/>
                  <a:ext cx="150125" cy="62800"/>
                </a:xfrm>
                <a:custGeom>
                  <a:avLst/>
                  <a:gdLst/>
                  <a:ahLst/>
                  <a:cxnLst/>
                  <a:rect l="l" t="t" r="r" b="b"/>
                  <a:pathLst>
                    <a:path w="6005" h="2512" extrusionOk="0">
                      <a:moveTo>
                        <a:pt x="184" y="1"/>
                      </a:moveTo>
                      <a:cubicBezTo>
                        <a:pt x="168" y="1"/>
                        <a:pt x="152" y="3"/>
                        <a:pt x="134" y="9"/>
                      </a:cubicBezTo>
                      <a:cubicBezTo>
                        <a:pt x="67" y="9"/>
                        <a:pt x="0" y="109"/>
                        <a:pt x="0" y="176"/>
                      </a:cubicBezTo>
                      <a:cubicBezTo>
                        <a:pt x="34" y="343"/>
                        <a:pt x="101" y="576"/>
                        <a:pt x="167" y="776"/>
                      </a:cubicBezTo>
                      <a:cubicBezTo>
                        <a:pt x="234" y="1010"/>
                        <a:pt x="267" y="1210"/>
                        <a:pt x="301" y="1377"/>
                      </a:cubicBezTo>
                      <a:cubicBezTo>
                        <a:pt x="328" y="1431"/>
                        <a:pt x="377" y="1486"/>
                        <a:pt x="431" y="1486"/>
                      </a:cubicBezTo>
                      <a:cubicBezTo>
                        <a:pt x="443" y="1486"/>
                        <a:pt x="455" y="1483"/>
                        <a:pt x="467" y="1477"/>
                      </a:cubicBezTo>
                      <a:cubicBezTo>
                        <a:pt x="634" y="1477"/>
                        <a:pt x="801" y="1410"/>
                        <a:pt x="968" y="1310"/>
                      </a:cubicBezTo>
                      <a:cubicBezTo>
                        <a:pt x="1068" y="1644"/>
                        <a:pt x="1101" y="1977"/>
                        <a:pt x="1101" y="2344"/>
                      </a:cubicBezTo>
                      <a:cubicBezTo>
                        <a:pt x="1101" y="2378"/>
                        <a:pt x="1135" y="2411"/>
                        <a:pt x="1168" y="2444"/>
                      </a:cubicBezTo>
                      <a:cubicBezTo>
                        <a:pt x="1201" y="2478"/>
                        <a:pt x="1235" y="2478"/>
                        <a:pt x="1268" y="2478"/>
                      </a:cubicBezTo>
                      <a:cubicBezTo>
                        <a:pt x="1268" y="2478"/>
                        <a:pt x="1268" y="2478"/>
                        <a:pt x="1268" y="2511"/>
                      </a:cubicBezTo>
                      <a:cubicBezTo>
                        <a:pt x="2836" y="2278"/>
                        <a:pt x="4304" y="2044"/>
                        <a:pt x="5871" y="1710"/>
                      </a:cubicBezTo>
                      <a:cubicBezTo>
                        <a:pt x="5938" y="1677"/>
                        <a:pt x="6005" y="1610"/>
                        <a:pt x="5971" y="1510"/>
                      </a:cubicBezTo>
                      <a:cubicBezTo>
                        <a:pt x="5971" y="1456"/>
                        <a:pt x="5905" y="1401"/>
                        <a:pt x="5844" y="1401"/>
                      </a:cubicBezTo>
                      <a:cubicBezTo>
                        <a:pt x="5830" y="1401"/>
                        <a:pt x="5817" y="1404"/>
                        <a:pt x="5805" y="1410"/>
                      </a:cubicBezTo>
                      <a:cubicBezTo>
                        <a:pt x="4304" y="1744"/>
                        <a:pt x="2903" y="1944"/>
                        <a:pt x="1401" y="2144"/>
                      </a:cubicBezTo>
                      <a:cubicBezTo>
                        <a:pt x="1401" y="1777"/>
                        <a:pt x="1335" y="1377"/>
                        <a:pt x="1168" y="1010"/>
                      </a:cubicBezTo>
                      <a:cubicBezTo>
                        <a:pt x="1168" y="977"/>
                        <a:pt x="1101" y="943"/>
                        <a:pt x="1068" y="910"/>
                      </a:cubicBezTo>
                      <a:cubicBezTo>
                        <a:pt x="1001" y="910"/>
                        <a:pt x="968" y="910"/>
                        <a:pt x="934" y="943"/>
                      </a:cubicBezTo>
                      <a:cubicBezTo>
                        <a:pt x="834" y="1043"/>
                        <a:pt x="701" y="1110"/>
                        <a:pt x="568" y="1143"/>
                      </a:cubicBezTo>
                      <a:cubicBezTo>
                        <a:pt x="534" y="1010"/>
                        <a:pt x="501" y="877"/>
                        <a:pt x="467" y="710"/>
                      </a:cubicBezTo>
                      <a:cubicBezTo>
                        <a:pt x="401" y="510"/>
                        <a:pt x="334" y="276"/>
                        <a:pt x="334" y="143"/>
                      </a:cubicBezTo>
                      <a:cubicBezTo>
                        <a:pt x="307" y="60"/>
                        <a:pt x="257"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5"/>
                <p:cNvSpPr/>
                <p:nvPr/>
              </p:nvSpPr>
              <p:spPr>
                <a:xfrm>
                  <a:off x="1766425" y="2979025"/>
                  <a:ext cx="156800" cy="35275"/>
                </a:xfrm>
                <a:custGeom>
                  <a:avLst/>
                  <a:gdLst/>
                  <a:ahLst/>
                  <a:cxnLst/>
                  <a:rect l="l" t="t" r="r" b="b"/>
                  <a:pathLst>
                    <a:path w="6272" h="1411" extrusionOk="0">
                      <a:moveTo>
                        <a:pt x="6124" y="0"/>
                      </a:moveTo>
                      <a:cubicBezTo>
                        <a:pt x="6107" y="0"/>
                        <a:pt x="6090" y="3"/>
                        <a:pt x="6072" y="9"/>
                      </a:cubicBezTo>
                      <a:cubicBezTo>
                        <a:pt x="4704" y="276"/>
                        <a:pt x="3236" y="543"/>
                        <a:pt x="1802" y="810"/>
                      </a:cubicBezTo>
                      <a:cubicBezTo>
                        <a:pt x="1235" y="876"/>
                        <a:pt x="668" y="977"/>
                        <a:pt x="134" y="1077"/>
                      </a:cubicBezTo>
                      <a:cubicBezTo>
                        <a:pt x="68" y="1110"/>
                        <a:pt x="1" y="1177"/>
                        <a:pt x="1" y="1277"/>
                      </a:cubicBezTo>
                      <a:cubicBezTo>
                        <a:pt x="34" y="1343"/>
                        <a:pt x="101" y="1410"/>
                        <a:pt x="168" y="1410"/>
                      </a:cubicBezTo>
                      <a:cubicBezTo>
                        <a:pt x="735" y="1310"/>
                        <a:pt x="1268" y="1210"/>
                        <a:pt x="1835" y="1110"/>
                      </a:cubicBezTo>
                      <a:cubicBezTo>
                        <a:pt x="3270" y="843"/>
                        <a:pt x="4771" y="576"/>
                        <a:pt x="6139" y="309"/>
                      </a:cubicBezTo>
                      <a:cubicBezTo>
                        <a:pt x="6239" y="276"/>
                        <a:pt x="6272" y="209"/>
                        <a:pt x="6272" y="109"/>
                      </a:cubicBezTo>
                      <a:cubicBezTo>
                        <a:pt x="6245" y="55"/>
                        <a:pt x="6195" y="0"/>
                        <a:pt x="61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1594650" y="3012275"/>
                  <a:ext cx="154300" cy="40375"/>
                </a:xfrm>
                <a:custGeom>
                  <a:avLst/>
                  <a:gdLst/>
                  <a:ahLst/>
                  <a:cxnLst/>
                  <a:rect l="l" t="t" r="r" b="b"/>
                  <a:pathLst>
                    <a:path w="6172" h="1615" extrusionOk="0">
                      <a:moveTo>
                        <a:pt x="6007" y="1"/>
                      </a:moveTo>
                      <a:cubicBezTo>
                        <a:pt x="5986" y="1"/>
                        <a:pt x="5963" y="5"/>
                        <a:pt x="5938" y="13"/>
                      </a:cubicBezTo>
                      <a:lnTo>
                        <a:pt x="5504" y="114"/>
                      </a:lnTo>
                      <a:cubicBezTo>
                        <a:pt x="3703" y="547"/>
                        <a:pt x="1968" y="981"/>
                        <a:pt x="167" y="1281"/>
                      </a:cubicBezTo>
                      <a:cubicBezTo>
                        <a:pt x="67" y="1314"/>
                        <a:pt x="0" y="1381"/>
                        <a:pt x="34" y="1481"/>
                      </a:cubicBezTo>
                      <a:cubicBezTo>
                        <a:pt x="34" y="1548"/>
                        <a:pt x="100" y="1615"/>
                        <a:pt x="167" y="1615"/>
                      </a:cubicBezTo>
                      <a:cubicBezTo>
                        <a:pt x="200" y="1615"/>
                        <a:pt x="200" y="1615"/>
                        <a:pt x="200" y="1581"/>
                      </a:cubicBezTo>
                      <a:cubicBezTo>
                        <a:pt x="2035" y="1281"/>
                        <a:pt x="3836" y="847"/>
                        <a:pt x="5571" y="414"/>
                      </a:cubicBezTo>
                      <a:lnTo>
                        <a:pt x="6038" y="280"/>
                      </a:lnTo>
                      <a:cubicBezTo>
                        <a:pt x="6105" y="280"/>
                        <a:pt x="6171" y="180"/>
                        <a:pt x="6138" y="114"/>
                      </a:cubicBezTo>
                      <a:cubicBezTo>
                        <a:pt x="6113" y="38"/>
                        <a:pt x="6069" y="1"/>
                        <a:pt x="6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1599650" y="2906550"/>
                  <a:ext cx="114275" cy="19350"/>
                </a:xfrm>
                <a:custGeom>
                  <a:avLst/>
                  <a:gdLst/>
                  <a:ahLst/>
                  <a:cxnLst/>
                  <a:rect l="l" t="t" r="r" b="b"/>
                  <a:pathLst>
                    <a:path w="4571" h="774" extrusionOk="0">
                      <a:moveTo>
                        <a:pt x="4086" y="0"/>
                      </a:moveTo>
                      <a:cubicBezTo>
                        <a:pt x="3010" y="0"/>
                        <a:pt x="631" y="119"/>
                        <a:pt x="100" y="473"/>
                      </a:cubicBezTo>
                      <a:cubicBezTo>
                        <a:pt x="34" y="506"/>
                        <a:pt x="0" y="607"/>
                        <a:pt x="34" y="673"/>
                      </a:cubicBezTo>
                      <a:cubicBezTo>
                        <a:pt x="67" y="740"/>
                        <a:pt x="134" y="773"/>
                        <a:pt x="167" y="773"/>
                      </a:cubicBezTo>
                      <a:cubicBezTo>
                        <a:pt x="201" y="773"/>
                        <a:pt x="234" y="740"/>
                        <a:pt x="267" y="740"/>
                      </a:cubicBezTo>
                      <a:cubicBezTo>
                        <a:pt x="694" y="484"/>
                        <a:pt x="2793" y="325"/>
                        <a:pt x="3920" y="325"/>
                      </a:cubicBezTo>
                      <a:cubicBezTo>
                        <a:pt x="4115" y="325"/>
                        <a:pt x="4280" y="330"/>
                        <a:pt x="4404" y="340"/>
                      </a:cubicBezTo>
                      <a:cubicBezTo>
                        <a:pt x="4504" y="340"/>
                        <a:pt x="4570" y="273"/>
                        <a:pt x="4570" y="173"/>
                      </a:cubicBezTo>
                      <a:cubicBezTo>
                        <a:pt x="4570" y="106"/>
                        <a:pt x="4504" y="39"/>
                        <a:pt x="4437" y="6"/>
                      </a:cubicBezTo>
                      <a:cubicBezTo>
                        <a:pt x="4347" y="2"/>
                        <a:pt x="4228"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1598825" y="2920875"/>
                  <a:ext cx="80075" cy="34200"/>
                </a:xfrm>
                <a:custGeom>
                  <a:avLst/>
                  <a:gdLst/>
                  <a:ahLst/>
                  <a:cxnLst/>
                  <a:rect l="l" t="t" r="r" b="b"/>
                  <a:pathLst>
                    <a:path w="3203" h="1368" extrusionOk="0">
                      <a:moveTo>
                        <a:pt x="3002" y="0"/>
                      </a:moveTo>
                      <a:cubicBezTo>
                        <a:pt x="2035" y="200"/>
                        <a:pt x="967" y="601"/>
                        <a:pt x="100" y="1068"/>
                      </a:cubicBezTo>
                      <a:cubicBezTo>
                        <a:pt x="33" y="1101"/>
                        <a:pt x="0" y="1201"/>
                        <a:pt x="33" y="1268"/>
                      </a:cubicBezTo>
                      <a:cubicBezTo>
                        <a:pt x="67" y="1334"/>
                        <a:pt x="133" y="1368"/>
                        <a:pt x="167" y="1368"/>
                      </a:cubicBezTo>
                      <a:cubicBezTo>
                        <a:pt x="200" y="1368"/>
                        <a:pt x="234" y="1334"/>
                        <a:pt x="234" y="1334"/>
                      </a:cubicBezTo>
                      <a:cubicBezTo>
                        <a:pt x="1067" y="867"/>
                        <a:pt x="2135" y="501"/>
                        <a:pt x="3069" y="300"/>
                      </a:cubicBezTo>
                      <a:cubicBezTo>
                        <a:pt x="3136" y="300"/>
                        <a:pt x="3202" y="200"/>
                        <a:pt x="3169" y="134"/>
                      </a:cubicBezTo>
                      <a:cubicBezTo>
                        <a:pt x="3169" y="34"/>
                        <a:pt x="3102" y="0"/>
                        <a:pt x="3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5"/>
                <p:cNvSpPr/>
                <p:nvPr/>
              </p:nvSpPr>
              <p:spPr>
                <a:xfrm>
                  <a:off x="2115850" y="2820800"/>
                  <a:ext cx="733875" cy="20875"/>
                </a:xfrm>
                <a:custGeom>
                  <a:avLst/>
                  <a:gdLst/>
                  <a:ahLst/>
                  <a:cxnLst/>
                  <a:rect l="l" t="t" r="r" b="b"/>
                  <a:pathLst>
                    <a:path w="29355" h="835" extrusionOk="0">
                      <a:moveTo>
                        <a:pt x="134" y="0"/>
                      </a:moveTo>
                      <a:cubicBezTo>
                        <a:pt x="67" y="0"/>
                        <a:pt x="0" y="67"/>
                        <a:pt x="0" y="167"/>
                      </a:cubicBezTo>
                      <a:cubicBezTo>
                        <a:pt x="0" y="234"/>
                        <a:pt x="67" y="301"/>
                        <a:pt x="134" y="301"/>
                      </a:cubicBezTo>
                      <a:cubicBezTo>
                        <a:pt x="2602" y="367"/>
                        <a:pt x="5137" y="434"/>
                        <a:pt x="7673" y="501"/>
                      </a:cubicBezTo>
                      <a:cubicBezTo>
                        <a:pt x="10241" y="567"/>
                        <a:pt x="12776" y="634"/>
                        <a:pt x="15245" y="667"/>
                      </a:cubicBezTo>
                      <a:cubicBezTo>
                        <a:pt x="18447" y="768"/>
                        <a:pt x="21749" y="834"/>
                        <a:pt x="25018" y="834"/>
                      </a:cubicBezTo>
                      <a:cubicBezTo>
                        <a:pt x="26419" y="834"/>
                        <a:pt x="27820" y="801"/>
                        <a:pt x="29221" y="768"/>
                      </a:cubicBezTo>
                      <a:cubicBezTo>
                        <a:pt x="29288" y="768"/>
                        <a:pt x="29355" y="701"/>
                        <a:pt x="29355" y="634"/>
                      </a:cubicBezTo>
                      <a:cubicBezTo>
                        <a:pt x="29355" y="534"/>
                        <a:pt x="29288" y="467"/>
                        <a:pt x="29221" y="467"/>
                      </a:cubicBezTo>
                      <a:cubicBezTo>
                        <a:pt x="27854" y="497"/>
                        <a:pt x="26480" y="509"/>
                        <a:pt x="25107" y="509"/>
                      </a:cubicBezTo>
                      <a:cubicBezTo>
                        <a:pt x="21791" y="509"/>
                        <a:pt x="18476" y="438"/>
                        <a:pt x="15245" y="367"/>
                      </a:cubicBezTo>
                      <a:cubicBezTo>
                        <a:pt x="12776" y="301"/>
                        <a:pt x="10241" y="234"/>
                        <a:pt x="7706" y="200"/>
                      </a:cubicBezTo>
                      <a:cubicBezTo>
                        <a:pt x="5137" y="134"/>
                        <a:pt x="2602" y="67"/>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5"/>
              <p:cNvGrpSpPr/>
              <p:nvPr/>
            </p:nvGrpSpPr>
            <p:grpSpPr>
              <a:xfrm>
                <a:off x="7146807" y="-578949"/>
                <a:ext cx="3366091" cy="1184986"/>
                <a:chOff x="1178525" y="1033075"/>
                <a:chExt cx="2455925" cy="864575"/>
              </a:xfrm>
            </p:grpSpPr>
            <p:sp>
              <p:nvSpPr>
                <p:cNvPr id="199" name="Google Shape;199;p5"/>
                <p:cNvSpPr/>
                <p:nvPr/>
              </p:nvSpPr>
              <p:spPr>
                <a:xfrm>
                  <a:off x="2013275" y="1339525"/>
                  <a:ext cx="348600" cy="231225"/>
                </a:xfrm>
                <a:custGeom>
                  <a:avLst/>
                  <a:gdLst/>
                  <a:ahLst/>
                  <a:cxnLst/>
                  <a:rect l="l" t="t" r="r" b="b"/>
                  <a:pathLst>
                    <a:path w="13944" h="9249" extrusionOk="0">
                      <a:moveTo>
                        <a:pt x="3970" y="309"/>
                      </a:moveTo>
                      <a:cubicBezTo>
                        <a:pt x="4137" y="309"/>
                        <a:pt x="4337" y="342"/>
                        <a:pt x="4504" y="342"/>
                      </a:cubicBezTo>
                      <a:cubicBezTo>
                        <a:pt x="7739" y="809"/>
                        <a:pt x="12610" y="2944"/>
                        <a:pt x="13177" y="4512"/>
                      </a:cubicBezTo>
                      <a:cubicBezTo>
                        <a:pt x="13610" y="5813"/>
                        <a:pt x="13377" y="7648"/>
                        <a:pt x="11809" y="8782"/>
                      </a:cubicBezTo>
                      <a:cubicBezTo>
                        <a:pt x="11642" y="8898"/>
                        <a:pt x="11275" y="8956"/>
                        <a:pt x="10770" y="8956"/>
                      </a:cubicBezTo>
                      <a:cubicBezTo>
                        <a:pt x="8955" y="8956"/>
                        <a:pt x="5363" y="8209"/>
                        <a:pt x="2936" y="6747"/>
                      </a:cubicBezTo>
                      <a:cubicBezTo>
                        <a:pt x="1568" y="5913"/>
                        <a:pt x="367" y="5213"/>
                        <a:pt x="1468" y="2644"/>
                      </a:cubicBezTo>
                      <a:cubicBezTo>
                        <a:pt x="2269" y="709"/>
                        <a:pt x="3136" y="309"/>
                        <a:pt x="3970" y="309"/>
                      </a:cubicBezTo>
                      <a:close/>
                      <a:moveTo>
                        <a:pt x="3956" y="0"/>
                      </a:moveTo>
                      <a:cubicBezTo>
                        <a:pt x="3038" y="0"/>
                        <a:pt x="2046" y="397"/>
                        <a:pt x="1168" y="2511"/>
                      </a:cubicBezTo>
                      <a:cubicBezTo>
                        <a:pt x="1" y="5346"/>
                        <a:pt x="1402" y="6180"/>
                        <a:pt x="2803" y="7047"/>
                      </a:cubicBezTo>
                      <a:cubicBezTo>
                        <a:pt x="5138" y="8448"/>
                        <a:pt x="8740" y="9249"/>
                        <a:pt x="10708" y="9249"/>
                      </a:cubicBezTo>
                      <a:cubicBezTo>
                        <a:pt x="11309" y="9249"/>
                        <a:pt x="11776" y="9182"/>
                        <a:pt x="11976" y="9015"/>
                      </a:cubicBezTo>
                      <a:cubicBezTo>
                        <a:pt x="13677" y="7814"/>
                        <a:pt x="13944" y="5813"/>
                        <a:pt x="13477" y="4412"/>
                      </a:cubicBezTo>
                      <a:cubicBezTo>
                        <a:pt x="12843" y="2577"/>
                        <a:pt x="7606" y="476"/>
                        <a:pt x="4537" y="42"/>
                      </a:cubicBezTo>
                      <a:cubicBezTo>
                        <a:pt x="4348" y="19"/>
                        <a:pt x="4154" y="0"/>
                        <a:pt x="3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2316825" y="1472825"/>
                  <a:ext cx="112600" cy="99600"/>
                </a:xfrm>
                <a:custGeom>
                  <a:avLst/>
                  <a:gdLst/>
                  <a:ahLst/>
                  <a:cxnLst/>
                  <a:rect l="l" t="t" r="r" b="b"/>
                  <a:pathLst>
                    <a:path w="4504" h="3984" extrusionOk="0">
                      <a:moveTo>
                        <a:pt x="1376" y="1"/>
                      </a:moveTo>
                      <a:cubicBezTo>
                        <a:pt x="1319" y="1"/>
                        <a:pt x="1259" y="32"/>
                        <a:pt x="1235" y="81"/>
                      </a:cubicBezTo>
                      <a:cubicBezTo>
                        <a:pt x="1201" y="181"/>
                        <a:pt x="1235" y="281"/>
                        <a:pt x="1301" y="314"/>
                      </a:cubicBezTo>
                      <a:cubicBezTo>
                        <a:pt x="2069" y="715"/>
                        <a:pt x="3970" y="1915"/>
                        <a:pt x="4137" y="2316"/>
                      </a:cubicBezTo>
                      <a:cubicBezTo>
                        <a:pt x="4304" y="2816"/>
                        <a:pt x="3636" y="3550"/>
                        <a:pt x="3470" y="3650"/>
                      </a:cubicBezTo>
                      <a:cubicBezTo>
                        <a:pt x="3136" y="3617"/>
                        <a:pt x="968" y="3216"/>
                        <a:pt x="201" y="3083"/>
                      </a:cubicBezTo>
                      <a:cubicBezTo>
                        <a:pt x="182" y="3077"/>
                        <a:pt x="165" y="3074"/>
                        <a:pt x="149" y="3074"/>
                      </a:cubicBezTo>
                      <a:cubicBezTo>
                        <a:pt x="77" y="3074"/>
                        <a:pt x="28" y="3128"/>
                        <a:pt x="1" y="3183"/>
                      </a:cubicBezTo>
                      <a:cubicBezTo>
                        <a:pt x="1" y="3283"/>
                        <a:pt x="67" y="3350"/>
                        <a:pt x="134" y="3383"/>
                      </a:cubicBezTo>
                      <a:cubicBezTo>
                        <a:pt x="2969" y="3917"/>
                        <a:pt x="3403" y="3984"/>
                        <a:pt x="3503" y="3984"/>
                      </a:cubicBezTo>
                      <a:lnTo>
                        <a:pt x="3536" y="3984"/>
                      </a:lnTo>
                      <a:cubicBezTo>
                        <a:pt x="3703" y="3917"/>
                        <a:pt x="4070" y="3550"/>
                        <a:pt x="4270" y="3150"/>
                      </a:cubicBezTo>
                      <a:cubicBezTo>
                        <a:pt x="4470" y="2783"/>
                        <a:pt x="4504" y="2482"/>
                        <a:pt x="4437" y="2216"/>
                      </a:cubicBezTo>
                      <a:cubicBezTo>
                        <a:pt x="4204" y="1582"/>
                        <a:pt x="1768" y="214"/>
                        <a:pt x="1435" y="14"/>
                      </a:cubicBezTo>
                      <a:cubicBezTo>
                        <a:pt x="1417" y="5"/>
                        <a:pt x="1397" y="1"/>
                        <a:pt x="1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2074150" y="1342150"/>
                  <a:ext cx="85100" cy="169400"/>
                </a:xfrm>
                <a:custGeom>
                  <a:avLst/>
                  <a:gdLst/>
                  <a:ahLst/>
                  <a:cxnLst/>
                  <a:rect l="l" t="t" r="r" b="b"/>
                  <a:pathLst>
                    <a:path w="3404" h="6776" extrusionOk="0">
                      <a:moveTo>
                        <a:pt x="2456" y="1"/>
                      </a:moveTo>
                      <a:cubicBezTo>
                        <a:pt x="2425" y="1"/>
                        <a:pt x="2394" y="12"/>
                        <a:pt x="2369" y="37"/>
                      </a:cubicBezTo>
                      <a:cubicBezTo>
                        <a:pt x="2302" y="71"/>
                        <a:pt x="2269" y="171"/>
                        <a:pt x="2336" y="237"/>
                      </a:cubicBezTo>
                      <a:cubicBezTo>
                        <a:pt x="3370" y="2005"/>
                        <a:pt x="2703" y="3773"/>
                        <a:pt x="2369" y="4474"/>
                      </a:cubicBezTo>
                      <a:cubicBezTo>
                        <a:pt x="1802" y="5575"/>
                        <a:pt x="901" y="6375"/>
                        <a:pt x="134" y="6475"/>
                      </a:cubicBezTo>
                      <a:cubicBezTo>
                        <a:pt x="34" y="6475"/>
                        <a:pt x="1" y="6542"/>
                        <a:pt x="1" y="6642"/>
                      </a:cubicBezTo>
                      <a:cubicBezTo>
                        <a:pt x="1" y="6709"/>
                        <a:pt x="67" y="6775"/>
                        <a:pt x="134" y="6775"/>
                      </a:cubicBezTo>
                      <a:lnTo>
                        <a:pt x="167" y="6775"/>
                      </a:lnTo>
                      <a:cubicBezTo>
                        <a:pt x="1035" y="6675"/>
                        <a:pt x="2035" y="5808"/>
                        <a:pt x="2636" y="4607"/>
                      </a:cubicBezTo>
                      <a:cubicBezTo>
                        <a:pt x="3403" y="3073"/>
                        <a:pt x="3370" y="1405"/>
                        <a:pt x="2602" y="71"/>
                      </a:cubicBezTo>
                      <a:cubicBezTo>
                        <a:pt x="2561" y="29"/>
                        <a:pt x="2507" y="1"/>
                        <a:pt x="2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2045800" y="1340025"/>
                  <a:ext cx="100100" cy="155675"/>
                </a:xfrm>
                <a:custGeom>
                  <a:avLst/>
                  <a:gdLst/>
                  <a:ahLst/>
                  <a:cxnLst/>
                  <a:rect l="l" t="t" r="r" b="b"/>
                  <a:pathLst>
                    <a:path w="4004" h="6227" extrusionOk="0">
                      <a:moveTo>
                        <a:pt x="2476" y="0"/>
                      </a:moveTo>
                      <a:cubicBezTo>
                        <a:pt x="2431" y="0"/>
                        <a:pt x="2388" y="17"/>
                        <a:pt x="2369" y="56"/>
                      </a:cubicBezTo>
                      <a:cubicBezTo>
                        <a:pt x="2302" y="89"/>
                        <a:pt x="2302" y="189"/>
                        <a:pt x="2369" y="256"/>
                      </a:cubicBezTo>
                      <a:cubicBezTo>
                        <a:pt x="3670" y="1457"/>
                        <a:pt x="3003" y="3925"/>
                        <a:pt x="1969" y="5159"/>
                      </a:cubicBezTo>
                      <a:cubicBezTo>
                        <a:pt x="1742" y="5411"/>
                        <a:pt x="1268" y="5910"/>
                        <a:pt x="763" y="5910"/>
                      </a:cubicBezTo>
                      <a:cubicBezTo>
                        <a:pt x="599" y="5910"/>
                        <a:pt x="431" y="5857"/>
                        <a:pt x="267" y="5726"/>
                      </a:cubicBezTo>
                      <a:cubicBezTo>
                        <a:pt x="240" y="5713"/>
                        <a:pt x="206" y="5704"/>
                        <a:pt x="172" y="5704"/>
                      </a:cubicBezTo>
                      <a:cubicBezTo>
                        <a:pt x="123" y="5704"/>
                        <a:pt x="73" y="5721"/>
                        <a:pt x="34" y="5760"/>
                      </a:cubicBezTo>
                      <a:cubicBezTo>
                        <a:pt x="0" y="5826"/>
                        <a:pt x="0" y="5926"/>
                        <a:pt x="67" y="5993"/>
                      </a:cubicBezTo>
                      <a:cubicBezTo>
                        <a:pt x="267" y="6127"/>
                        <a:pt x="501" y="6227"/>
                        <a:pt x="768" y="6227"/>
                      </a:cubicBezTo>
                      <a:cubicBezTo>
                        <a:pt x="1235" y="6227"/>
                        <a:pt x="1735" y="5926"/>
                        <a:pt x="2202" y="5359"/>
                      </a:cubicBezTo>
                      <a:cubicBezTo>
                        <a:pt x="3336" y="4025"/>
                        <a:pt x="4003" y="1357"/>
                        <a:pt x="2569" y="22"/>
                      </a:cubicBezTo>
                      <a:cubicBezTo>
                        <a:pt x="2541" y="8"/>
                        <a:pt x="2508" y="0"/>
                        <a:pt x="2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2058300" y="1358925"/>
                  <a:ext cx="65925" cy="131775"/>
                </a:xfrm>
                <a:custGeom>
                  <a:avLst/>
                  <a:gdLst/>
                  <a:ahLst/>
                  <a:cxnLst/>
                  <a:rect l="l" t="t" r="r" b="b"/>
                  <a:pathLst>
                    <a:path w="2637" h="5271" extrusionOk="0">
                      <a:moveTo>
                        <a:pt x="2503" y="0"/>
                      </a:moveTo>
                      <a:cubicBezTo>
                        <a:pt x="1936" y="0"/>
                        <a:pt x="1268" y="634"/>
                        <a:pt x="801" y="1635"/>
                      </a:cubicBezTo>
                      <a:cubicBezTo>
                        <a:pt x="301" y="2669"/>
                        <a:pt x="1" y="4236"/>
                        <a:pt x="735" y="5204"/>
                      </a:cubicBezTo>
                      <a:cubicBezTo>
                        <a:pt x="768" y="5271"/>
                        <a:pt x="835" y="5271"/>
                        <a:pt x="868" y="5271"/>
                      </a:cubicBezTo>
                      <a:lnTo>
                        <a:pt x="935" y="5271"/>
                      </a:lnTo>
                      <a:cubicBezTo>
                        <a:pt x="1002" y="5204"/>
                        <a:pt x="1035" y="5104"/>
                        <a:pt x="968" y="5037"/>
                      </a:cubicBezTo>
                      <a:cubicBezTo>
                        <a:pt x="301" y="4136"/>
                        <a:pt x="601" y="2735"/>
                        <a:pt x="1068" y="1768"/>
                      </a:cubicBezTo>
                      <a:cubicBezTo>
                        <a:pt x="1502" y="934"/>
                        <a:pt x="2069" y="334"/>
                        <a:pt x="2503" y="300"/>
                      </a:cubicBezTo>
                      <a:cubicBezTo>
                        <a:pt x="2569" y="300"/>
                        <a:pt x="2636" y="234"/>
                        <a:pt x="2636" y="167"/>
                      </a:cubicBezTo>
                      <a:cubicBezTo>
                        <a:pt x="2636" y="67"/>
                        <a:pt x="2569" y="0"/>
                        <a:pt x="2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2131700" y="1391450"/>
                  <a:ext cx="65900" cy="132600"/>
                </a:xfrm>
                <a:custGeom>
                  <a:avLst/>
                  <a:gdLst/>
                  <a:ahLst/>
                  <a:cxnLst/>
                  <a:rect l="l" t="t" r="r" b="b"/>
                  <a:pathLst>
                    <a:path w="2636" h="5304" extrusionOk="0">
                      <a:moveTo>
                        <a:pt x="2369" y="0"/>
                      </a:moveTo>
                      <a:cubicBezTo>
                        <a:pt x="2269" y="0"/>
                        <a:pt x="2202" y="67"/>
                        <a:pt x="2202" y="167"/>
                      </a:cubicBezTo>
                      <a:cubicBezTo>
                        <a:pt x="2302" y="2001"/>
                        <a:pt x="1501" y="3836"/>
                        <a:pt x="67" y="5004"/>
                      </a:cubicBezTo>
                      <a:cubicBezTo>
                        <a:pt x="0" y="5070"/>
                        <a:pt x="0" y="5170"/>
                        <a:pt x="67" y="5237"/>
                      </a:cubicBezTo>
                      <a:cubicBezTo>
                        <a:pt x="67" y="5270"/>
                        <a:pt x="134" y="5304"/>
                        <a:pt x="167" y="5304"/>
                      </a:cubicBezTo>
                      <a:cubicBezTo>
                        <a:pt x="200" y="5304"/>
                        <a:pt x="234" y="5270"/>
                        <a:pt x="267" y="5237"/>
                      </a:cubicBezTo>
                      <a:cubicBezTo>
                        <a:pt x="1768" y="4036"/>
                        <a:pt x="2635" y="2068"/>
                        <a:pt x="2535" y="167"/>
                      </a:cubicBezTo>
                      <a:cubicBezTo>
                        <a:pt x="2535" y="67"/>
                        <a:pt x="2469" y="0"/>
                        <a:pt x="23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2223425" y="1416250"/>
                  <a:ext cx="60900" cy="127825"/>
                </a:xfrm>
                <a:custGeom>
                  <a:avLst/>
                  <a:gdLst/>
                  <a:ahLst/>
                  <a:cxnLst/>
                  <a:rect l="l" t="t" r="r" b="b"/>
                  <a:pathLst>
                    <a:path w="2436" h="5113" extrusionOk="0">
                      <a:moveTo>
                        <a:pt x="2152" y="0"/>
                      </a:moveTo>
                      <a:cubicBezTo>
                        <a:pt x="2136" y="0"/>
                        <a:pt x="2120" y="3"/>
                        <a:pt x="2102" y="9"/>
                      </a:cubicBezTo>
                      <a:cubicBezTo>
                        <a:pt x="2035" y="9"/>
                        <a:pt x="1969" y="75"/>
                        <a:pt x="1969" y="176"/>
                      </a:cubicBezTo>
                      <a:cubicBezTo>
                        <a:pt x="2102" y="1877"/>
                        <a:pt x="1368" y="3678"/>
                        <a:pt x="67" y="4812"/>
                      </a:cubicBezTo>
                      <a:cubicBezTo>
                        <a:pt x="1" y="4879"/>
                        <a:pt x="1" y="4979"/>
                        <a:pt x="67" y="5046"/>
                      </a:cubicBezTo>
                      <a:cubicBezTo>
                        <a:pt x="101" y="5079"/>
                        <a:pt x="134" y="5112"/>
                        <a:pt x="167" y="5112"/>
                      </a:cubicBezTo>
                      <a:cubicBezTo>
                        <a:pt x="201" y="5112"/>
                        <a:pt x="267" y="5079"/>
                        <a:pt x="267" y="5046"/>
                      </a:cubicBezTo>
                      <a:cubicBezTo>
                        <a:pt x="1668" y="3845"/>
                        <a:pt x="2436" y="1977"/>
                        <a:pt x="2269" y="142"/>
                      </a:cubicBezTo>
                      <a:cubicBezTo>
                        <a:pt x="2269" y="60"/>
                        <a:pt x="2224"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2279300" y="1452325"/>
                  <a:ext cx="45050" cy="97575"/>
                </a:xfrm>
                <a:custGeom>
                  <a:avLst/>
                  <a:gdLst/>
                  <a:ahLst/>
                  <a:cxnLst/>
                  <a:rect l="l" t="t" r="r" b="b"/>
                  <a:pathLst>
                    <a:path w="1802" h="3903" extrusionOk="0">
                      <a:moveTo>
                        <a:pt x="1635" y="0"/>
                      </a:moveTo>
                      <a:cubicBezTo>
                        <a:pt x="1535" y="0"/>
                        <a:pt x="1468" y="67"/>
                        <a:pt x="1468" y="167"/>
                      </a:cubicBezTo>
                      <a:cubicBezTo>
                        <a:pt x="1468" y="1434"/>
                        <a:pt x="968" y="2702"/>
                        <a:pt x="67" y="3636"/>
                      </a:cubicBezTo>
                      <a:cubicBezTo>
                        <a:pt x="0" y="3703"/>
                        <a:pt x="0" y="3803"/>
                        <a:pt x="67" y="3870"/>
                      </a:cubicBezTo>
                      <a:cubicBezTo>
                        <a:pt x="101" y="3903"/>
                        <a:pt x="134" y="3903"/>
                        <a:pt x="167" y="3903"/>
                      </a:cubicBezTo>
                      <a:cubicBezTo>
                        <a:pt x="234" y="3903"/>
                        <a:pt x="267" y="3870"/>
                        <a:pt x="301" y="3836"/>
                      </a:cubicBezTo>
                      <a:cubicBezTo>
                        <a:pt x="1235" y="2869"/>
                        <a:pt x="1768" y="1535"/>
                        <a:pt x="1802" y="167"/>
                      </a:cubicBezTo>
                      <a:cubicBezTo>
                        <a:pt x="1802" y="67"/>
                        <a:pt x="1735" y="0"/>
                        <a:pt x="16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1506250" y="1476300"/>
                  <a:ext cx="300225" cy="200375"/>
                </a:xfrm>
                <a:custGeom>
                  <a:avLst/>
                  <a:gdLst/>
                  <a:ahLst/>
                  <a:cxnLst/>
                  <a:rect l="l" t="t" r="r" b="b"/>
                  <a:pathLst>
                    <a:path w="12009" h="8015" extrusionOk="0">
                      <a:moveTo>
                        <a:pt x="3436" y="342"/>
                      </a:moveTo>
                      <a:cubicBezTo>
                        <a:pt x="3570" y="342"/>
                        <a:pt x="3736" y="342"/>
                        <a:pt x="3870" y="375"/>
                      </a:cubicBezTo>
                      <a:cubicBezTo>
                        <a:pt x="6672" y="742"/>
                        <a:pt x="10841" y="2577"/>
                        <a:pt x="11308" y="3911"/>
                      </a:cubicBezTo>
                      <a:cubicBezTo>
                        <a:pt x="11675" y="5045"/>
                        <a:pt x="11475" y="6580"/>
                        <a:pt x="10141" y="7547"/>
                      </a:cubicBezTo>
                      <a:cubicBezTo>
                        <a:pt x="9994" y="7650"/>
                        <a:pt x="9672" y="7701"/>
                        <a:pt x="9232" y="7701"/>
                      </a:cubicBezTo>
                      <a:cubicBezTo>
                        <a:pt x="7672" y="7701"/>
                        <a:pt x="4624" y="7061"/>
                        <a:pt x="2569" y="5813"/>
                      </a:cubicBezTo>
                      <a:cubicBezTo>
                        <a:pt x="1401" y="5112"/>
                        <a:pt x="401" y="4512"/>
                        <a:pt x="1301" y="2310"/>
                      </a:cubicBezTo>
                      <a:cubicBezTo>
                        <a:pt x="2002" y="642"/>
                        <a:pt x="2702" y="342"/>
                        <a:pt x="3436" y="342"/>
                      </a:cubicBezTo>
                      <a:close/>
                      <a:moveTo>
                        <a:pt x="3424" y="1"/>
                      </a:moveTo>
                      <a:cubicBezTo>
                        <a:pt x="2625" y="1"/>
                        <a:pt x="1768" y="369"/>
                        <a:pt x="1001" y="2177"/>
                      </a:cubicBezTo>
                      <a:cubicBezTo>
                        <a:pt x="0" y="4612"/>
                        <a:pt x="1201" y="5346"/>
                        <a:pt x="2402" y="6079"/>
                      </a:cubicBezTo>
                      <a:cubicBezTo>
                        <a:pt x="4337" y="7247"/>
                        <a:pt x="7472" y="8014"/>
                        <a:pt x="9207" y="8014"/>
                      </a:cubicBezTo>
                      <a:cubicBezTo>
                        <a:pt x="9741" y="8014"/>
                        <a:pt x="10141" y="7947"/>
                        <a:pt x="10308" y="7781"/>
                      </a:cubicBezTo>
                      <a:cubicBezTo>
                        <a:pt x="11775" y="6747"/>
                        <a:pt x="12009" y="5045"/>
                        <a:pt x="11609" y="3811"/>
                      </a:cubicBezTo>
                      <a:cubicBezTo>
                        <a:pt x="11075" y="2243"/>
                        <a:pt x="6572" y="409"/>
                        <a:pt x="3937" y="42"/>
                      </a:cubicBezTo>
                      <a:cubicBezTo>
                        <a:pt x="3770" y="18"/>
                        <a:pt x="3598" y="1"/>
                        <a:pt x="34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1766425" y="1591250"/>
                  <a:ext cx="98425" cy="86250"/>
                </a:xfrm>
                <a:custGeom>
                  <a:avLst/>
                  <a:gdLst/>
                  <a:ahLst/>
                  <a:cxnLst/>
                  <a:rect l="l" t="t" r="r" b="b"/>
                  <a:pathLst>
                    <a:path w="3937" h="3450" extrusionOk="0">
                      <a:moveTo>
                        <a:pt x="1209" y="1"/>
                      </a:moveTo>
                      <a:cubicBezTo>
                        <a:pt x="1153" y="1"/>
                        <a:pt x="1093" y="32"/>
                        <a:pt x="1068" y="80"/>
                      </a:cubicBezTo>
                      <a:cubicBezTo>
                        <a:pt x="1035" y="147"/>
                        <a:pt x="1068" y="247"/>
                        <a:pt x="1135" y="281"/>
                      </a:cubicBezTo>
                      <a:cubicBezTo>
                        <a:pt x="1802" y="648"/>
                        <a:pt x="3437" y="1648"/>
                        <a:pt x="3570" y="2015"/>
                      </a:cubicBezTo>
                      <a:cubicBezTo>
                        <a:pt x="3703" y="2415"/>
                        <a:pt x="3170" y="3016"/>
                        <a:pt x="3003" y="3116"/>
                      </a:cubicBezTo>
                      <a:cubicBezTo>
                        <a:pt x="2669" y="3083"/>
                        <a:pt x="401" y="2649"/>
                        <a:pt x="201" y="2616"/>
                      </a:cubicBezTo>
                      <a:cubicBezTo>
                        <a:pt x="134" y="2616"/>
                        <a:pt x="34" y="2649"/>
                        <a:pt x="34" y="2749"/>
                      </a:cubicBezTo>
                      <a:cubicBezTo>
                        <a:pt x="1" y="2816"/>
                        <a:pt x="68" y="2916"/>
                        <a:pt x="168" y="2916"/>
                      </a:cubicBezTo>
                      <a:cubicBezTo>
                        <a:pt x="168" y="2949"/>
                        <a:pt x="2803" y="3450"/>
                        <a:pt x="3070" y="3450"/>
                      </a:cubicBezTo>
                      <a:cubicBezTo>
                        <a:pt x="3236" y="3416"/>
                        <a:pt x="3570" y="3049"/>
                        <a:pt x="3737" y="2716"/>
                      </a:cubicBezTo>
                      <a:cubicBezTo>
                        <a:pt x="3870" y="2415"/>
                        <a:pt x="3937" y="2149"/>
                        <a:pt x="3837" y="1915"/>
                      </a:cubicBezTo>
                      <a:cubicBezTo>
                        <a:pt x="3637" y="1348"/>
                        <a:pt x="1569" y="181"/>
                        <a:pt x="1268" y="14"/>
                      </a:cubicBezTo>
                      <a:cubicBezTo>
                        <a:pt x="1250" y="5"/>
                        <a:pt x="1230" y="1"/>
                        <a:pt x="1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1557950" y="1478675"/>
                  <a:ext cx="75075" cy="146300"/>
                </a:xfrm>
                <a:custGeom>
                  <a:avLst/>
                  <a:gdLst/>
                  <a:ahLst/>
                  <a:cxnLst/>
                  <a:rect l="l" t="t" r="r" b="b"/>
                  <a:pathLst>
                    <a:path w="3003" h="5852" extrusionOk="0">
                      <a:moveTo>
                        <a:pt x="2128" y="0"/>
                      </a:moveTo>
                      <a:cubicBezTo>
                        <a:pt x="2107" y="0"/>
                        <a:pt x="2087" y="5"/>
                        <a:pt x="2069" y="14"/>
                      </a:cubicBezTo>
                      <a:cubicBezTo>
                        <a:pt x="2002" y="80"/>
                        <a:pt x="1969" y="147"/>
                        <a:pt x="2035" y="247"/>
                      </a:cubicBezTo>
                      <a:cubicBezTo>
                        <a:pt x="2936" y="1748"/>
                        <a:pt x="2336" y="3249"/>
                        <a:pt x="2069" y="3850"/>
                      </a:cubicBezTo>
                      <a:cubicBezTo>
                        <a:pt x="1568" y="4784"/>
                        <a:pt x="834" y="5484"/>
                        <a:pt x="167" y="5551"/>
                      </a:cubicBezTo>
                      <a:cubicBezTo>
                        <a:pt x="67" y="5551"/>
                        <a:pt x="1" y="5651"/>
                        <a:pt x="34" y="5718"/>
                      </a:cubicBezTo>
                      <a:cubicBezTo>
                        <a:pt x="34" y="5818"/>
                        <a:pt x="101" y="5851"/>
                        <a:pt x="167" y="5851"/>
                      </a:cubicBezTo>
                      <a:lnTo>
                        <a:pt x="201" y="5851"/>
                      </a:lnTo>
                      <a:cubicBezTo>
                        <a:pt x="968" y="5784"/>
                        <a:pt x="1802" y="5017"/>
                        <a:pt x="2336" y="3983"/>
                      </a:cubicBezTo>
                      <a:cubicBezTo>
                        <a:pt x="3003" y="2649"/>
                        <a:pt x="2969" y="1248"/>
                        <a:pt x="2302" y="80"/>
                      </a:cubicBezTo>
                      <a:cubicBezTo>
                        <a:pt x="2253" y="31"/>
                        <a:pt x="2187" y="0"/>
                        <a:pt x="21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a:off x="1533775" y="1476925"/>
                  <a:ext cx="87575" cy="134700"/>
                </a:xfrm>
                <a:custGeom>
                  <a:avLst/>
                  <a:gdLst/>
                  <a:ahLst/>
                  <a:cxnLst/>
                  <a:rect l="l" t="t" r="r" b="b"/>
                  <a:pathLst>
                    <a:path w="3503" h="5388" extrusionOk="0">
                      <a:moveTo>
                        <a:pt x="2152" y="0"/>
                      </a:moveTo>
                      <a:cubicBezTo>
                        <a:pt x="2110" y="0"/>
                        <a:pt x="2068" y="17"/>
                        <a:pt x="2035" y="50"/>
                      </a:cubicBezTo>
                      <a:cubicBezTo>
                        <a:pt x="2002" y="117"/>
                        <a:pt x="2002" y="217"/>
                        <a:pt x="2068" y="250"/>
                      </a:cubicBezTo>
                      <a:cubicBezTo>
                        <a:pt x="3169" y="1284"/>
                        <a:pt x="2602" y="3386"/>
                        <a:pt x="1701" y="4420"/>
                      </a:cubicBezTo>
                      <a:cubicBezTo>
                        <a:pt x="1524" y="4648"/>
                        <a:pt x="1117" y="5067"/>
                        <a:pt x="683" y="5067"/>
                      </a:cubicBezTo>
                      <a:cubicBezTo>
                        <a:pt x="545" y="5067"/>
                        <a:pt x="404" y="5025"/>
                        <a:pt x="267" y="4920"/>
                      </a:cubicBezTo>
                      <a:cubicBezTo>
                        <a:pt x="242" y="4895"/>
                        <a:pt x="211" y="4884"/>
                        <a:pt x="182" y="4884"/>
                      </a:cubicBezTo>
                      <a:cubicBezTo>
                        <a:pt x="134" y="4884"/>
                        <a:pt x="87" y="4912"/>
                        <a:pt x="67" y="4954"/>
                      </a:cubicBezTo>
                      <a:cubicBezTo>
                        <a:pt x="0" y="5020"/>
                        <a:pt x="34" y="5120"/>
                        <a:pt x="100" y="5187"/>
                      </a:cubicBezTo>
                      <a:cubicBezTo>
                        <a:pt x="267" y="5321"/>
                        <a:pt x="467" y="5387"/>
                        <a:pt x="701" y="5387"/>
                      </a:cubicBezTo>
                      <a:cubicBezTo>
                        <a:pt x="1101" y="5387"/>
                        <a:pt x="1535" y="5120"/>
                        <a:pt x="1935" y="4620"/>
                      </a:cubicBezTo>
                      <a:cubicBezTo>
                        <a:pt x="2902" y="3486"/>
                        <a:pt x="3503" y="1184"/>
                        <a:pt x="2268" y="50"/>
                      </a:cubicBezTo>
                      <a:cubicBezTo>
                        <a:pt x="2235" y="17"/>
                        <a:pt x="2193"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5"/>
                <p:cNvSpPr/>
                <p:nvPr/>
              </p:nvSpPr>
              <p:spPr>
                <a:xfrm>
                  <a:off x="1544600" y="1493175"/>
                  <a:ext cx="58400" cy="114275"/>
                </a:xfrm>
                <a:custGeom>
                  <a:avLst/>
                  <a:gdLst/>
                  <a:ahLst/>
                  <a:cxnLst/>
                  <a:rect l="l" t="t" r="r" b="b"/>
                  <a:pathLst>
                    <a:path w="2336" h="4571" extrusionOk="0">
                      <a:moveTo>
                        <a:pt x="2202" y="1"/>
                      </a:moveTo>
                      <a:cubicBezTo>
                        <a:pt x="1602" y="1"/>
                        <a:pt x="1035" y="734"/>
                        <a:pt x="701" y="1402"/>
                      </a:cubicBezTo>
                      <a:cubicBezTo>
                        <a:pt x="301" y="2302"/>
                        <a:pt x="1" y="3670"/>
                        <a:pt x="668" y="4504"/>
                      </a:cubicBezTo>
                      <a:cubicBezTo>
                        <a:pt x="701" y="4571"/>
                        <a:pt x="735" y="4571"/>
                        <a:pt x="801" y="4571"/>
                      </a:cubicBezTo>
                      <a:cubicBezTo>
                        <a:pt x="835" y="4571"/>
                        <a:pt x="835" y="4571"/>
                        <a:pt x="868" y="4537"/>
                      </a:cubicBezTo>
                      <a:cubicBezTo>
                        <a:pt x="935" y="4504"/>
                        <a:pt x="968" y="4404"/>
                        <a:pt x="901" y="4337"/>
                      </a:cubicBezTo>
                      <a:cubicBezTo>
                        <a:pt x="334" y="3570"/>
                        <a:pt x="601" y="2369"/>
                        <a:pt x="1002" y="1535"/>
                      </a:cubicBezTo>
                      <a:cubicBezTo>
                        <a:pt x="1335" y="835"/>
                        <a:pt x="1835" y="301"/>
                        <a:pt x="2202" y="301"/>
                      </a:cubicBezTo>
                      <a:cubicBezTo>
                        <a:pt x="2269" y="301"/>
                        <a:pt x="2336" y="234"/>
                        <a:pt x="2336" y="134"/>
                      </a:cubicBezTo>
                      <a:cubicBezTo>
                        <a:pt x="2336" y="67"/>
                        <a:pt x="2269" y="1"/>
                        <a:pt x="2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1607975" y="1521525"/>
                  <a:ext cx="57575" cy="114275"/>
                </a:xfrm>
                <a:custGeom>
                  <a:avLst/>
                  <a:gdLst/>
                  <a:ahLst/>
                  <a:cxnLst/>
                  <a:rect l="l" t="t" r="r" b="b"/>
                  <a:pathLst>
                    <a:path w="2303" h="4571" extrusionOk="0">
                      <a:moveTo>
                        <a:pt x="2069" y="1"/>
                      </a:moveTo>
                      <a:cubicBezTo>
                        <a:pt x="1969" y="1"/>
                        <a:pt x="1902" y="67"/>
                        <a:pt x="1902" y="168"/>
                      </a:cubicBezTo>
                      <a:cubicBezTo>
                        <a:pt x="1969" y="1702"/>
                        <a:pt x="1269" y="3303"/>
                        <a:pt x="68" y="4270"/>
                      </a:cubicBezTo>
                      <a:cubicBezTo>
                        <a:pt x="1" y="4337"/>
                        <a:pt x="1" y="4437"/>
                        <a:pt x="68" y="4504"/>
                      </a:cubicBezTo>
                      <a:cubicBezTo>
                        <a:pt x="68" y="4537"/>
                        <a:pt x="134" y="4571"/>
                        <a:pt x="168" y="4571"/>
                      </a:cubicBezTo>
                      <a:cubicBezTo>
                        <a:pt x="201" y="4571"/>
                        <a:pt x="234" y="4537"/>
                        <a:pt x="268" y="4537"/>
                      </a:cubicBezTo>
                      <a:cubicBezTo>
                        <a:pt x="1569" y="3470"/>
                        <a:pt x="2303" y="1802"/>
                        <a:pt x="2203" y="134"/>
                      </a:cubicBezTo>
                      <a:cubicBezTo>
                        <a:pt x="2203" y="67"/>
                        <a:pt x="2136" y="1"/>
                        <a:pt x="2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1686375" y="1542375"/>
                  <a:ext cx="53400" cy="110950"/>
                </a:xfrm>
                <a:custGeom>
                  <a:avLst/>
                  <a:gdLst/>
                  <a:ahLst/>
                  <a:cxnLst/>
                  <a:rect l="l" t="t" r="r" b="b"/>
                  <a:pathLst>
                    <a:path w="2136" h="4438" extrusionOk="0">
                      <a:moveTo>
                        <a:pt x="1835" y="1"/>
                      </a:moveTo>
                      <a:cubicBezTo>
                        <a:pt x="1768" y="1"/>
                        <a:pt x="1702" y="67"/>
                        <a:pt x="1702" y="167"/>
                      </a:cubicBezTo>
                      <a:cubicBezTo>
                        <a:pt x="1802" y="1635"/>
                        <a:pt x="1201" y="3170"/>
                        <a:pt x="101" y="4137"/>
                      </a:cubicBezTo>
                      <a:cubicBezTo>
                        <a:pt x="34" y="4204"/>
                        <a:pt x="1" y="4304"/>
                        <a:pt x="67" y="4370"/>
                      </a:cubicBezTo>
                      <a:cubicBezTo>
                        <a:pt x="101" y="4404"/>
                        <a:pt x="134" y="4437"/>
                        <a:pt x="201" y="4437"/>
                      </a:cubicBezTo>
                      <a:cubicBezTo>
                        <a:pt x="234" y="4437"/>
                        <a:pt x="267" y="4404"/>
                        <a:pt x="301" y="4370"/>
                      </a:cubicBezTo>
                      <a:cubicBezTo>
                        <a:pt x="1468" y="3336"/>
                        <a:pt x="2135" y="1702"/>
                        <a:pt x="2002" y="134"/>
                      </a:cubicBezTo>
                      <a:cubicBezTo>
                        <a:pt x="2002" y="67"/>
                        <a:pt x="1935" y="1"/>
                        <a:pt x="1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1734750" y="1573225"/>
                  <a:ext cx="39225" cy="85100"/>
                </a:xfrm>
                <a:custGeom>
                  <a:avLst/>
                  <a:gdLst/>
                  <a:ahLst/>
                  <a:cxnLst/>
                  <a:rect l="l" t="t" r="r" b="b"/>
                  <a:pathLst>
                    <a:path w="1569" h="3404" extrusionOk="0">
                      <a:moveTo>
                        <a:pt x="1435" y="1"/>
                      </a:moveTo>
                      <a:cubicBezTo>
                        <a:pt x="1335" y="1"/>
                        <a:pt x="1268" y="68"/>
                        <a:pt x="1268" y="168"/>
                      </a:cubicBezTo>
                      <a:cubicBezTo>
                        <a:pt x="1268" y="1268"/>
                        <a:pt x="801" y="2336"/>
                        <a:pt x="67" y="3136"/>
                      </a:cubicBezTo>
                      <a:cubicBezTo>
                        <a:pt x="0" y="3203"/>
                        <a:pt x="0" y="3303"/>
                        <a:pt x="67" y="3370"/>
                      </a:cubicBezTo>
                      <a:cubicBezTo>
                        <a:pt x="100" y="3370"/>
                        <a:pt x="134" y="3403"/>
                        <a:pt x="167" y="3403"/>
                      </a:cubicBezTo>
                      <a:cubicBezTo>
                        <a:pt x="200" y="3403"/>
                        <a:pt x="267" y="3370"/>
                        <a:pt x="300" y="3337"/>
                      </a:cubicBezTo>
                      <a:cubicBezTo>
                        <a:pt x="1101" y="2503"/>
                        <a:pt x="1568" y="1335"/>
                        <a:pt x="1568" y="168"/>
                      </a:cubicBezTo>
                      <a:cubicBezTo>
                        <a:pt x="1568" y="68"/>
                        <a:pt x="1501" y="1"/>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5"/>
                <p:cNvSpPr/>
                <p:nvPr/>
              </p:nvSpPr>
              <p:spPr>
                <a:xfrm>
                  <a:off x="1343625" y="1295100"/>
                  <a:ext cx="197675" cy="108875"/>
                </a:xfrm>
                <a:custGeom>
                  <a:avLst/>
                  <a:gdLst/>
                  <a:ahLst/>
                  <a:cxnLst/>
                  <a:rect l="l" t="t" r="r" b="b"/>
                  <a:pathLst>
                    <a:path w="7907" h="4355" extrusionOk="0">
                      <a:moveTo>
                        <a:pt x="2074" y="305"/>
                      </a:moveTo>
                      <a:cubicBezTo>
                        <a:pt x="2226" y="305"/>
                        <a:pt x="2368" y="322"/>
                        <a:pt x="2503" y="352"/>
                      </a:cubicBezTo>
                      <a:cubicBezTo>
                        <a:pt x="2736" y="418"/>
                        <a:pt x="2936" y="518"/>
                        <a:pt x="3170" y="618"/>
                      </a:cubicBezTo>
                      <a:lnTo>
                        <a:pt x="7573" y="2787"/>
                      </a:lnTo>
                      <a:cubicBezTo>
                        <a:pt x="7573" y="2787"/>
                        <a:pt x="7573" y="2820"/>
                        <a:pt x="7573" y="2853"/>
                      </a:cubicBezTo>
                      <a:lnTo>
                        <a:pt x="7373" y="3787"/>
                      </a:lnTo>
                      <a:lnTo>
                        <a:pt x="5738" y="3187"/>
                      </a:lnTo>
                      <a:cubicBezTo>
                        <a:pt x="5705" y="3187"/>
                        <a:pt x="5671" y="3187"/>
                        <a:pt x="5605" y="3220"/>
                      </a:cubicBezTo>
                      <a:cubicBezTo>
                        <a:pt x="5571" y="3254"/>
                        <a:pt x="5538" y="3287"/>
                        <a:pt x="5538" y="3320"/>
                      </a:cubicBezTo>
                      <a:cubicBezTo>
                        <a:pt x="5505" y="3554"/>
                        <a:pt x="5471" y="3787"/>
                        <a:pt x="5405" y="3987"/>
                      </a:cubicBezTo>
                      <a:cubicBezTo>
                        <a:pt x="3803" y="3454"/>
                        <a:pt x="2236" y="2787"/>
                        <a:pt x="735" y="2019"/>
                      </a:cubicBezTo>
                      <a:cubicBezTo>
                        <a:pt x="601" y="1953"/>
                        <a:pt x="501" y="1853"/>
                        <a:pt x="434" y="1753"/>
                      </a:cubicBezTo>
                      <a:cubicBezTo>
                        <a:pt x="334" y="1486"/>
                        <a:pt x="434" y="1152"/>
                        <a:pt x="501" y="785"/>
                      </a:cubicBezTo>
                      <a:cubicBezTo>
                        <a:pt x="534" y="718"/>
                        <a:pt x="534" y="652"/>
                        <a:pt x="568" y="585"/>
                      </a:cubicBezTo>
                      <a:cubicBezTo>
                        <a:pt x="635" y="552"/>
                        <a:pt x="868" y="485"/>
                        <a:pt x="1335" y="418"/>
                      </a:cubicBezTo>
                      <a:lnTo>
                        <a:pt x="1468" y="385"/>
                      </a:lnTo>
                      <a:cubicBezTo>
                        <a:pt x="1689" y="330"/>
                        <a:pt x="1889" y="305"/>
                        <a:pt x="2074" y="305"/>
                      </a:cubicBezTo>
                      <a:close/>
                      <a:moveTo>
                        <a:pt x="2098" y="0"/>
                      </a:moveTo>
                      <a:cubicBezTo>
                        <a:pt x="1835" y="0"/>
                        <a:pt x="1592" y="42"/>
                        <a:pt x="1402" y="85"/>
                      </a:cubicBezTo>
                      <a:lnTo>
                        <a:pt x="1302" y="85"/>
                      </a:lnTo>
                      <a:cubicBezTo>
                        <a:pt x="301" y="285"/>
                        <a:pt x="301" y="318"/>
                        <a:pt x="268" y="452"/>
                      </a:cubicBezTo>
                      <a:cubicBezTo>
                        <a:pt x="268" y="518"/>
                        <a:pt x="234" y="618"/>
                        <a:pt x="201" y="718"/>
                      </a:cubicBezTo>
                      <a:cubicBezTo>
                        <a:pt x="101" y="1119"/>
                        <a:pt x="1" y="1519"/>
                        <a:pt x="168" y="1886"/>
                      </a:cubicBezTo>
                      <a:cubicBezTo>
                        <a:pt x="234" y="2053"/>
                        <a:pt x="401" y="2186"/>
                        <a:pt x="601" y="2286"/>
                      </a:cubicBezTo>
                      <a:cubicBezTo>
                        <a:pt x="2169" y="3087"/>
                        <a:pt x="3803" y="3754"/>
                        <a:pt x="5438" y="4354"/>
                      </a:cubicBezTo>
                      <a:lnTo>
                        <a:pt x="5471" y="4354"/>
                      </a:lnTo>
                      <a:cubicBezTo>
                        <a:pt x="5538" y="4354"/>
                        <a:pt x="5605" y="4321"/>
                        <a:pt x="5638" y="4254"/>
                      </a:cubicBezTo>
                      <a:cubicBezTo>
                        <a:pt x="5705" y="4021"/>
                        <a:pt x="5772" y="3787"/>
                        <a:pt x="5838" y="3554"/>
                      </a:cubicBezTo>
                      <a:lnTo>
                        <a:pt x="7406" y="4121"/>
                      </a:lnTo>
                      <a:cubicBezTo>
                        <a:pt x="7428" y="4132"/>
                        <a:pt x="7447" y="4136"/>
                        <a:pt x="7463" y="4136"/>
                      </a:cubicBezTo>
                      <a:cubicBezTo>
                        <a:pt x="7495" y="4136"/>
                        <a:pt x="7517" y="4121"/>
                        <a:pt x="7539" y="4121"/>
                      </a:cubicBezTo>
                      <a:cubicBezTo>
                        <a:pt x="7573" y="4088"/>
                        <a:pt x="7606" y="4054"/>
                        <a:pt x="7640" y="4021"/>
                      </a:cubicBezTo>
                      <a:lnTo>
                        <a:pt x="7873" y="2887"/>
                      </a:lnTo>
                      <a:cubicBezTo>
                        <a:pt x="7873" y="2853"/>
                        <a:pt x="7906" y="2720"/>
                        <a:pt x="7840" y="2620"/>
                      </a:cubicBezTo>
                      <a:cubicBezTo>
                        <a:pt x="7806" y="2553"/>
                        <a:pt x="7740" y="2520"/>
                        <a:pt x="7706" y="2486"/>
                      </a:cubicBezTo>
                      <a:lnTo>
                        <a:pt x="3303" y="352"/>
                      </a:lnTo>
                      <a:cubicBezTo>
                        <a:pt x="3070" y="218"/>
                        <a:pt x="2836" y="118"/>
                        <a:pt x="2569" y="51"/>
                      </a:cubicBezTo>
                      <a:cubicBezTo>
                        <a:pt x="2410" y="15"/>
                        <a:pt x="2250" y="0"/>
                        <a:pt x="2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383650" y="1295225"/>
                  <a:ext cx="106775" cy="87900"/>
                </a:xfrm>
                <a:custGeom>
                  <a:avLst/>
                  <a:gdLst/>
                  <a:ahLst/>
                  <a:cxnLst/>
                  <a:rect l="l" t="t" r="r" b="b"/>
                  <a:pathLst>
                    <a:path w="4271" h="3516" extrusionOk="0">
                      <a:moveTo>
                        <a:pt x="713" y="0"/>
                      </a:moveTo>
                      <a:cubicBezTo>
                        <a:pt x="655" y="0"/>
                        <a:pt x="593" y="38"/>
                        <a:pt x="568" y="113"/>
                      </a:cubicBezTo>
                      <a:cubicBezTo>
                        <a:pt x="501" y="280"/>
                        <a:pt x="401" y="480"/>
                        <a:pt x="301" y="647"/>
                      </a:cubicBezTo>
                      <a:cubicBezTo>
                        <a:pt x="234" y="847"/>
                        <a:pt x="134" y="1014"/>
                        <a:pt x="34" y="1214"/>
                      </a:cubicBezTo>
                      <a:cubicBezTo>
                        <a:pt x="34" y="1247"/>
                        <a:pt x="1" y="1347"/>
                        <a:pt x="34" y="1414"/>
                      </a:cubicBezTo>
                      <a:cubicBezTo>
                        <a:pt x="68" y="1481"/>
                        <a:pt x="134" y="1514"/>
                        <a:pt x="168" y="1547"/>
                      </a:cubicBezTo>
                      <a:lnTo>
                        <a:pt x="334" y="1647"/>
                      </a:lnTo>
                      <a:cubicBezTo>
                        <a:pt x="1102" y="2114"/>
                        <a:pt x="1902" y="2581"/>
                        <a:pt x="2770" y="2915"/>
                      </a:cubicBezTo>
                      <a:cubicBezTo>
                        <a:pt x="3136" y="3048"/>
                        <a:pt x="3470" y="3215"/>
                        <a:pt x="3837" y="3382"/>
                      </a:cubicBezTo>
                      <a:lnTo>
                        <a:pt x="4037" y="3482"/>
                      </a:lnTo>
                      <a:cubicBezTo>
                        <a:pt x="4037" y="3482"/>
                        <a:pt x="4070" y="3515"/>
                        <a:pt x="4104" y="3515"/>
                      </a:cubicBezTo>
                      <a:cubicBezTo>
                        <a:pt x="4171" y="3515"/>
                        <a:pt x="4204" y="3482"/>
                        <a:pt x="4237" y="3415"/>
                      </a:cubicBezTo>
                      <a:cubicBezTo>
                        <a:pt x="4271" y="3349"/>
                        <a:pt x="4237" y="3249"/>
                        <a:pt x="4171" y="3215"/>
                      </a:cubicBezTo>
                      <a:lnTo>
                        <a:pt x="3970" y="3115"/>
                      </a:lnTo>
                      <a:cubicBezTo>
                        <a:pt x="3603" y="2915"/>
                        <a:pt x="3270" y="2748"/>
                        <a:pt x="2870" y="2615"/>
                      </a:cubicBezTo>
                      <a:cubicBezTo>
                        <a:pt x="2036" y="2281"/>
                        <a:pt x="1268" y="1848"/>
                        <a:pt x="468" y="1381"/>
                      </a:cubicBezTo>
                      <a:lnTo>
                        <a:pt x="334" y="1281"/>
                      </a:lnTo>
                      <a:cubicBezTo>
                        <a:pt x="401" y="1114"/>
                        <a:pt x="501" y="947"/>
                        <a:pt x="601" y="780"/>
                      </a:cubicBezTo>
                      <a:cubicBezTo>
                        <a:pt x="668" y="613"/>
                        <a:pt x="768" y="413"/>
                        <a:pt x="868" y="213"/>
                      </a:cubicBezTo>
                      <a:cubicBezTo>
                        <a:pt x="902" y="146"/>
                        <a:pt x="835" y="46"/>
                        <a:pt x="768" y="13"/>
                      </a:cubicBezTo>
                      <a:cubicBezTo>
                        <a:pt x="751" y="5"/>
                        <a:pt x="733" y="0"/>
                        <a:pt x="7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350300" y="1302825"/>
                  <a:ext cx="44225" cy="25250"/>
                </a:xfrm>
                <a:custGeom>
                  <a:avLst/>
                  <a:gdLst/>
                  <a:ahLst/>
                  <a:cxnLst/>
                  <a:rect l="l" t="t" r="r" b="b"/>
                  <a:pathLst>
                    <a:path w="1769" h="1010" extrusionOk="0">
                      <a:moveTo>
                        <a:pt x="161" y="0"/>
                      </a:moveTo>
                      <a:cubicBezTo>
                        <a:pt x="100" y="0"/>
                        <a:pt x="28" y="55"/>
                        <a:pt x="1" y="109"/>
                      </a:cubicBezTo>
                      <a:cubicBezTo>
                        <a:pt x="1" y="176"/>
                        <a:pt x="34" y="276"/>
                        <a:pt x="101" y="309"/>
                      </a:cubicBezTo>
                      <a:cubicBezTo>
                        <a:pt x="468" y="443"/>
                        <a:pt x="1201" y="810"/>
                        <a:pt x="1502" y="977"/>
                      </a:cubicBezTo>
                      <a:cubicBezTo>
                        <a:pt x="1535" y="1010"/>
                        <a:pt x="1568" y="1010"/>
                        <a:pt x="1568" y="1010"/>
                      </a:cubicBezTo>
                      <a:cubicBezTo>
                        <a:pt x="1635" y="1010"/>
                        <a:pt x="1668" y="977"/>
                        <a:pt x="1702" y="910"/>
                      </a:cubicBezTo>
                      <a:cubicBezTo>
                        <a:pt x="1769" y="843"/>
                        <a:pt x="1735" y="743"/>
                        <a:pt x="1668" y="710"/>
                      </a:cubicBezTo>
                      <a:cubicBezTo>
                        <a:pt x="1335" y="510"/>
                        <a:pt x="601" y="176"/>
                        <a:pt x="201" y="9"/>
                      </a:cubicBezTo>
                      <a:cubicBezTo>
                        <a:pt x="188" y="3"/>
                        <a:pt x="175"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39750" y="1341125"/>
                  <a:ext cx="542075" cy="312200"/>
                </a:xfrm>
                <a:custGeom>
                  <a:avLst/>
                  <a:gdLst/>
                  <a:ahLst/>
                  <a:cxnLst/>
                  <a:rect l="l" t="t" r="r" b="b"/>
                  <a:pathLst>
                    <a:path w="21683" h="12488" extrusionOk="0">
                      <a:moveTo>
                        <a:pt x="7659" y="0"/>
                      </a:moveTo>
                      <a:cubicBezTo>
                        <a:pt x="6391" y="0"/>
                        <a:pt x="5391" y="409"/>
                        <a:pt x="4770" y="1046"/>
                      </a:cubicBezTo>
                      <a:cubicBezTo>
                        <a:pt x="3636" y="2213"/>
                        <a:pt x="3636" y="4014"/>
                        <a:pt x="4837" y="5782"/>
                      </a:cubicBezTo>
                      <a:cubicBezTo>
                        <a:pt x="5071" y="6149"/>
                        <a:pt x="5171" y="6450"/>
                        <a:pt x="5071" y="6616"/>
                      </a:cubicBezTo>
                      <a:cubicBezTo>
                        <a:pt x="5020" y="6718"/>
                        <a:pt x="4891" y="6762"/>
                        <a:pt x="4699" y="6762"/>
                      </a:cubicBezTo>
                      <a:cubicBezTo>
                        <a:pt x="4640" y="6762"/>
                        <a:pt x="4574" y="6758"/>
                        <a:pt x="4504" y="6750"/>
                      </a:cubicBezTo>
                      <a:cubicBezTo>
                        <a:pt x="3670" y="6683"/>
                        <a:pt x="2969" y="6316"/>
                        <a:pt x="2202" y="5949"/>
                      </a:cubicBezTo>
                      <a:cubicBezTo>
                        <a:pt x="1568" y="5649"/>
                        <a:pt x="901" y="5315"/>
                        <a:pt x="201" y="5149"/>
                      </a:cubicBezTo>
                      <a:cubicBezTo>
                        <a:pt x="134" y="5149"/>
                        <a:pt x="67" y="5182"/>
                        <a:pt x="34" y="5249"/>
                      </a:cubicBezTo>
                      <a:cubicBezTo>
                        <a:pt x="0" y="5282"/>
                        <a:pt x="0" y="5382"/>
                        <a:pt x="67" y="5415"/>
                      </a:cubicBezTo>
                      <a:cubicBezTo>
                        <a:pt x="4037" y="9618"/>
                        <a:pt x="12476" y="12454"/>
                        <a:pt x="13410" y="12487"/>
                      </a:cubicBezTo>
                      <a:lnTo>
                        <a:pt x="13510" y="12487"/>
                      </a:lnTo>
                      <a:cubicBezTo>
                        <a:pt x="15211" y="12487"/>
                        <a:pt x="19414" y="10986"/>
                        <a:pt x="20815" y="10452"/>
                      </a:cubicBezTo>
                      <a:cubicBezTo>
                        <a:pt x="21549" y="10152"/>
                        <a:pt x="21683" y="9685"/>
                        <a:pt x="21616" y="9018"/>
                      </a:cubicBezTo>
                      <a:cubicBezTo>
                        <a:pt x="21616" y="8951"/>
                        <a:pt x="21549" y="8885"/>
                        <a:pt x="21449" y="8885"/>
                      </a:cubicBezTo>
                      <a:cubicBezTo>
                        <a:pt x="21349" y="8885"/>
                        <a:pt x="21282" y="8985"/>
                        <a:pt x="21316" y="9051"/>
                      </a:cubicBezTo>
                      <a:cubicBezTo>
                        <a:pt x="21349" y="9719"/>
                        <a:pt x="21216" y="9952"/>
                        <a:pt x="20682" y="10152"/>
                      </a:cubicBezTo>
                      <a:cubicBezTo>
                        <a:pt x="18641" y="10975"/>
                        <a:pt x="14912" y="12188"/>
                        <a:pt x="13467" y="12188"/>
                      </a:cubicBezTo>
                      <a:cubicBezTo>
                        <a:pt x="13448" y="12188"/>
                        <a:pt x="13429" y="12187"/>
                        <a:pt x="13410" y="12187"/>
                      </a:cubicBezTo>
                      <a:cubicBezTo>
                        <a:pt x="12543" y="12120"/>
                        <a:pt x="4770" y="9552"/>
                        <a:pt x="701" y="5616"/>
                      </a:cubicBezTo>
                      <a:lnTo>
                        <a:pt x="701" y="5616"/>
                      </a:lnTo>
                      <a:cubicBezTo>
                        <a:pt x="1168" y="5782"/>
                        <a:pt x="1602" y="6016"/>
                        <a:pt x="2069" y="6216"/>
                      </a:cubicBezTo>
                      <a:cubicBezTo>
                        <a:pt x="2802" y="6583"/>
                        <a:pt x="3603" y="6983"/>
                        <a:pt x="4437" y="7050"/>
                      </a:cubicBezTo>
                      <a:cubicBezTo>
                        <a:pt x="4525" y="7064"/>
                        <a:pt x="4610" y="7070"/>
                        <a:pt x="4689" y="7070"/>
                      </a:cubicBezTo>
                      <a:cubicBezTo>
                        <a:pt x="4998" y="7070"/>
                        <a:pt x="5231" y="6969"/>
                        <a:pt x="5338" y="6783"/>
                      </a:cubicBezTo>
                      <a:cubicBezTo>
                        <a:pt x="5504" y="6483"/>
                        <a:pt x="5438" y="6116"/>
                        <a:pt x="5104" y="5616"/>
                      </a:cubicBezTo>
                      <a:cubicBezTo>
                        <a:pt x="4003" y="3981"/>
                        <a:pt x="3970" y="2313"/>
                        <a:pt x="4971" y="1279"/>
                      </a:cubicBezTo>
                      <a:cubicBezTo>
                        <a:pt x="5549" y="685"/>
                        <a:pt x="6472" y="311"/>
                        <a:pt x="7646" y="311"/>
                      </a:cubicBezTo>
                      <a:cubicBezTo>
                        <a:pt x="8977" y="311"/>
                        <a:pt x="10633" y="792"/>
                        <a:pt x="12476" y="1980"/>
                      </a:cubicBezTo>
                      <a:cubicBezTo>
                        <a:pt x="12501" y="2005"/>
                        <a:pt x="12532" y="2016"/>
                        <a:pt x="12563" y="2016"/>
                      </a:cubicBezTo>
                      <a:cubicBezTo>
                        <a:pt x="12614" y="2016"/>
                        <a:pt x="12668" y="1988"/>
                        <a:pt x="12709" y="1946"/>
                      </a:cubicBezTo>
                      <a:cubicBezTo>
                        <a:pt x="12743" y="1880"/>
                        <a:pt x="12743" y="1780"/>
                        <a:pt x="12643" y="1713"/>
                      </a:cubicBezTo>
                      <a:cubicBezTo>
                        <a:pt x="10759" y="492"/>
                        <a:pt x="9048" y="0"/>
                        <a:pt x="76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527925" y="1383700"/>
                  <a:ext cx="221025" cy="94500"/>
                </a:xfrm>
                <a:custGeom>
                  <a:avLst/>
                  <a:gdLst/>
                  <a:ahLst/>
                  <a:cxnLst/>
                  <a:rect l="l" t="t" r="r" b="b"/>
                  <a:pathLst>
                    <a:path w="8841" h="3780" extrusionOk="0">
                      <a:moveTo>
                        <a:pt x="179" y="1"/>
                      </a:moveTo>
                      <a:cubicBezTo>
                        <a:pt x="100" y="1"/>
                        <a:pt x="28" y="55"/>
                        <a:pt x="1" y="110"/>
                      </a:cubicBezTo>
                      <a:cubicBezTo>
                        <a:pt x="1" y="177"/>
                        <a:pt x="34" y="277"/>
                        <a:pt x="101" y="310"/>
                      </a:cubicBezTo>
                      <a:cubicBezTo>
                        <a:pt x="1502" y="877"/>
                        <a:pt x="2936" y="1444"/>
                        <a:pt x="4337" y="2045"/>
                      </a:cubicBezTo>
                      <a:cubicBezTo>
                        <a:pt x="5771" y="2612"/>
                        <a:pt x="7206" y="3179"/>
                        <a:pt x="8607" y="3746"/>
                      </a:cubicBezTo>
                      <a:cubicBezTo>
                        <a:pt x="8607" y="3779"/>
                        <a:pt x="8640" y="3779"/>
                        <a:pt x="8640" y="3779"/>
                      </a:cubicBezTo>
                      <a:cubicBezTo>
                        <a:pt x="8707" y="3779"/>
                        <a:pt x="8774" y="3746"/>
                        <a:pt x="8807" y="3679"/>
                      </a:cubicBezTo>
                      <a:cubicBezTo>
                        <a:pt x="8840" y="3579"/>
                        <a:pt x="8774" y="3512"/>
                        <a:pt x="8707" y="3479"/>
                      </a:cubicBezTo>
                      <a:cubicBezTo>
                        <a:pt x="7306" y="2879"/>
                        <a:pt x="5905" y="2311"/>
                        <a:pt x="4471" y="1744"/>
                      </a:cubicBezTo>
                      <a:cubicBezTo>
                        <a:pt x="3036" y="1177"/>
                        <a:pt x="1602" y="577"/>
                        <a:pt x="234" y="10"/>
                      </a:cubicBezTo>
                      <a:cubicBezTo>
                        <a:pt x="216"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5"/>
                <p:cNvSpPr/>
                <p:nvPr/>
              </p:nvSpPr>
              <p:spPr>
                <a:xfrm>
                  <a:off x="1838150" y="1411025"/>
                  <a:ext cx="406975" cy="198925"/>
                </a:xfrm>
                <a:custGeom>
                  <a:avLst/>
                  <a:gdLst/>
                  <a:ahLst/>
                  <a:cxnLst/>
                  <a:rect l="l" t="t" r="r" b="b"/>
                  <a:pathLst>
                    <a:path w="16279" h="7957" extrusionOk="0">
                      <a:moveTo>
                        <a:pt x="155" y="1"/>
                      </a:moveTo>
                      <a:cubicBezTo>
                        <a:pt x="117" y="1"/>
                        <a:pt x="84" y="18"/>
                        <a:pt x="67" y="51"/>
                      </a:cubicBezTo>
                      <a:cubicBezTo>
                        <a:pt x="1" y="118"/>
                        <a:pt x="1" y="218"/>
                        <a:pt x="34" y="251"/>
                      </a:cubicBezTo>
                      <a:cubicBezTo>
                        <a:pt x="1001" y="1319"/>
                        <a:pt x="2169" y="2253"/>
                        <a:pt x="3303" y="2886"/>
                      </a:cubicBezTo>
                      <a:cubicBezTo>
                        <a:pt x="4337" y="3453"/>
                        <a:pt x="5504" y="3887"/>
                        <a:pt x="6605" y="4321"/>
                      </a:cubicBezTo>
                      <a:cubicBezTo>
                        <a:pt x="8106" y="4921"/>
                        <a:pt x="9707" y="5522"/>
                        <a:pt x="11309" y="6122"/>
                      </a:cubicBezTo>
                      <a:cubicBezTo>
                        <a:pt x="12910" y="6756"/>
                        <a:pt x="14511" y="7356"/>
                        <a:pt x="16045" y="7957"/>
                      </a:cubicBezTo>
                      <a:lnTo>
                        <a:pt x="16079" y="7957"/>
                      </a:lnTo>
                      <a:cubicBezTo>
                        <a:pt x="16145" y="7957"/>
                        <a:pt x="16212" y="7923"/>
                        <a:pt x="16245" y="7857"/>
                      </a:cubicBezTo>
                      <a:cubicBezTo>
                        <a:pt x="16279" y="7756"/>
                        <a:pt x="16212" y="7690"/>
                        <a:pt x="16145" y="7656"/>
                      </a:cubicBezTo>
                      <a:cubicBezTo>
                        <a:pt x="14611" y="7056"/>
                        <a:pt x="13010" y="6456"/>
                        <a:pt x="11442" y="5855"/>
                      </a:cubicBezTo>
                      <a:cubicBezTo>
                        <a:pt x="9841" y="5221"/>
                        <a:pt x="8240" y="4621"/>
                        <a:pt x="6705" y="4020"/>
                      </a:cubicBezTo>
                      <a:cubicBezTo>
                        <a:pt x="5605" y="3620"/>
                        <a:pt x="4470" y="3187"/>
                        <a:pt x="3436" y="2586"/>
                      </a:cubicBezTo>
                      <a:cubicBezTo>
                        <a:pt x="2336" y="1986"/>
                        <a:pt x="1201" y="1085"/>
                        <a:pt x="267" y="51"/>
                      </a:cubicBezTo>
                      <a:cubicBezTo>
                        <a:pt x="234" y="18"/>
                        <a:pt x="192"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
                <p:cNvSpPr/>
                <p:nvPr/>
              </p:nvSpPr>
              <p:spPr>
                <a:xfrm>
                  <a:off x="1964075" y="1384775"/>
                  <a:ext cx="37550" cy="95925"/>
                </a:xfrm>
                <a:custGeom>
                  <a:avLst/>
                  <a:gdLst/>
                  <a:ahLst/>
                  <a:cxnLst/>
                  <a:rect l="l" t="t" r="r" b="b"/>
                  <a:pathLst>
                    <a:path w="1502" h="3837" extrusionOk="0">
                      <a:moveTo>
                        <a:pt x="1335" y="0"/>
                      </a:moveTo>
                      <a:cubicBezTo>
                        <a:pt x="1268" y="0"/>
                        <a:pt x="1201" y="100"/>
                        <a:pt x="1201" y="167"/>
                      </a:cubicBezTo>
                      <a:cubicBezTo>
                        <a:pt x="1201" y="1401"/>
                        <a:pt x="801" y="2602"/>
                        <a:pt x="34" y="3569"/>
                      </a:cubicBezTo>
                      <a:cubicBezTo>
                        <a:pt x="0" y="3636"/>
                        <a:pt x="0" y="3736"/>
                        <a:pt x="67" y="3803"/>
                      </a:cubicBezTo>
                      <a:cubicBezTo>
                        <a:pt x="101" y="3803"/>
                        <a:pt x="134" y="3836"/>
                        <a:pt x="167" y="3836"/>
                      </a:cubicBezTo>
                      <a:cubicBezTo>
                        <a:pt x="201" y="3836"/>
                        <a:pt x="267" y="3803"/>
                        <a:pt x="301" y="3770"/>
                      </a:cubicBezTo>
                      <a:cubicBezTo>
                        <a:pt x="1068" y="2735"/>
                        <a:pt x="1502" y="1468"/>
                        <a:pt x="1502" y="167"/>
                      </a:cubicBezTo>
                      <a:cubicBezTo>
                        <a:pt x="1502" y="100"/>
                        <a:pt x="1435"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1910700" y="1532800"/>
                  <a:ext cx="70900" cy="41300"/>
                </a:xfrm>
                <a:custGeom>
                  <a:avLst/>
                  <a:gdLst/>
                  <a:ahLst/>
                  <a:cxnLst/>
                  <a:rect l="l" t="t" r="r" b="b"/>
                  <a:pathLst>
                    <a:path w="2836" h="1652" extrusionOk="0">
                      <a:moveTo>
                        <a:pt x="2669" y="0"/>
                      </a:moveTo>
                      <a:cubicBezTo>
                        <a:pt x="2636" y="0"/>
                        <a:pt x="2602" y="17"/>
                        <a:pt x="2569" y="50"/>
                      </a:cubicBezTo>
                      <a:cubicBezTo>
                        <a:pt x="1902" y="717"/>
                        <a:pt x="1035" y="1184"/>
                        <a:pt x="134" y="1351"/>
                      </a:cubicBezTo>
                      <a:cubicBezTo>
                        <a:pt x="67" y="1351"/>
                        <a:pt x="1" y="1451"/>
                        <a:pt x="1" y="1518"/>
                      </a:cubicBezTo>
                      <a:cubicBezTo>
                        <a:pt x="34" y="1585"/>
                        <a:pt x="101" y="1651"/>
                        <a:pt x="167" y="1651"/>
                      </a:cubicBezTo>
                      <a:lnTo>
                        <a:pt x="201" y="1651"/>
                      </a:lnTo>
                      <a:cubicBezTo>
                        <a:pt x="1168" y="1451"/>
                        <a:pt x="2069" y="984"/>
                        <a:pt x="2769" y="284"/>
                      </a:cubicBezTo>
                      <a:cubicBezTo>
                        <a:pt x="2836" y="217"/>
                        <a:pt x="2836" y="117"/>
                        <a:pt x="2769" y="50"/>
                      </a:cubicBezTo>
                      <a:cubicBezTo>
                        <a:pt x="2736" y="17"/>
                        <a:pt x="2703" y="0"/>
                        <a:pt x="26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2009100" y="1573650"/>
                  <a:ext cx="78425" cy="44650"/>
                </a:xfrm>
                <a:custGeom>
                  <a:avLst/>
                  <a:gdLst/>
                  <a:ahLst/>
                  <a:cxnLst/>
                  <a:rect l="l" t="t" r="r" b="b"/>
                  <a:pathLst>
                    <a:path w="3137" h="1786" extrusionOk="0">
                      <a:moveTo>
                        <a:pt x="2986" y="1"/>
                      </a:moveTo>
                      <a:cubicBezTo>
                        <a:pt x="2944" y="1"/>
                        <a:pt x="2903" y="17"/>
                        <a:pt x="2869" y="51"/>
                      </a:cubicBezTo>
                      <a:cubicBezTo>
                        <a:pt x="2136" y="784"/>
                        <a:pt x="1168" y="1285"/>
                        <a:pt x="134" y="1452"/>
                      </a:cubicBezTo>
                      <a:cubicBezTo>
                        <a:pt x="34" y="1485"/>
                        <a:pt x="1" y="1552"/>
                        <a:pt x="1" y="1652"/>
                      </a:cubicBezTo>
                      <a:cubicBezTo>
                        <a:pt x="1" y="1718"/>
                        <a:pt x="67" y="1785"/>
                        <a:pt x="168" y="1785"/>
                      </a:cubicBezTo>
                      <a:cubicBezTo>
                        <a:pt x="1268" y="1585"/>
                        <a:pt x="2302" y="1051"/>
                        <a:pt x="3103" y="284"/>
                      </a:cubicBezTo>
                      <a:cubicBezTo>
                        <a:pt x="3136" y="217"/>
                        <a:pt x="3136" y="117"/>
                        <a:pt x="3103" y="51"/>
                      </a:cubicBezTo>
                      <a:cubicBezTo>
                        <a:pt x="3070" y="17"/>
                        <a:pt x="3028" y="1"/>
                        <a:pt x="2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5"/>
                <p:cNvSpPr/>
                <p:nvPr/>
              </p:nvSpPr>
              <p:spPr>
                <a:xfrm>
                  <a:off x="1758100" y="1664425"/>
                  <a:ext cx="152625" cy="112325"/>
                </a:xfrm>
                <a:custGeom>
                  <a:avLst/>
                  <a:gdLst/>
                  <a:ahLst/>
                  <a:cxnLst/>
                  <a:rect l="l" t="t" r="r" b="b"/>
                  <a:pathLst>
                    <a:path w="6105" h="4493" extrusionOk="0">
                      <a:moveTo>
                        <a:pt x="136" y="0"/>
                      </a:moveTo>
                      <a:cubicBezTo>
                        <a:pt x="106" y="0"/>
                        <a:pt x="81" y="8"/>
                        <a:pt x="67" y="22"/>
                      </a:cubicBezTo>
                      <a:cubicBezTo>
                        <a:pt x="0" y="89"/>
                        <a:pt x="0" y="189"/>
                        <a:pt x="34" y="256"/>
                      </a:cubicBezTo>
                      <a:cubicBezTo>
                        <a:pt x="1335" y="1657"/>
                        <a:pt x="4103" y="3992"/>
                        <a:pt x="5904" y="4492"/>
                      </a:cubicBezTo>
                      <a:lnTo>
                        <a:pt x="5971" y="4492"/>
                      </a:lnTo>
                      <a:cubicBezTo>
                        <a:pt x="6005" y="4492"/>
                        <a:pt x="6038" y="4492"/>
                        <a:pt x="6071" y="4459"/>
                      </a:cubicBezTo>
                      <a:cubicBezTo>
                        <a:pt x="6105" y="4425"/>
                        <a:pt x="6105" y="4359"/>
                        <a:pt x="6105" y="4292"/>
                      </a:cubicBezTo>
                      <a:cubicBezTo>
                        <a:pt x="5738" y="3258"/>
                        <a:pt x="4103" y="823"/>
                        <a:pt x="3203" y="189"/>
                      </a:cubicBezTo>
                      <a:cubicBezTo>
                        <a:pt x="3185" y="180"/>
                        <a:pt x="3164" y="176"/>
                        <a:pt x="3143" y="176"/>
                      </a:cubicBezTo>
                      <a:cubicBezTo>
                        <a:pt x="3085" y="176"/>
                        <a:pt x="3018" y="207"/>
                        <a:pt x="2969" y="256"/>
                      </a:cubicBezTo>
                      <a:cubicBezTo>
                        <a:pt x="2936" y="322"/>
                        <a:pt x="2936" y="422"/>
                        <a:pt x="3036" y="456"/>
                      </a:cubicBezTo>
                      <a:cubicBezTo>
                        <a:pt x="3803" y="990"/>
                        <a:pt x="5204" y="2991"/>
                        <a:pt x="5671" y="4092"/>
                      </a:cubicBezTo>
                      <a:cubicBezTo>
                        <a:pt x="3936" y="3425"/>
                        <a:pt x="1468" y="1323"/>
                        <a:pt x="267" y="56"/>
                      </a:cubicBezTo>
                      <a:cubicBezTo>
                        <a:pt x="228" y="16"/>
                        <a:pt x="177" y="0"/>
                        <a:pt x="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5"/>
                <p:cNvSpPr/>
                <p:nvPr/>
              </p:nvSpPr>
              <p:spPr>
                <a:xfrm>
                  <a:off x="1723075" y="1510275"/>
                  <a:ext cx="70900" cy="22125"/>
                </a:xfrm>
                <a:custGeom>
                  <a:avLst/>
                  <a:gdLst/>
                  <a:ahLst/>
                  <a:cxnLst/>
                  <a:rect l="l" t="t" r="r" b="b"/>
                  <a:pathLst>
                    <a:path w="2836" h="885" extrusionOk="0">
                      <a:moveTo>
                        <a:pt x="2652" y="0"/>
                      </a:moveTo>
                      <a:cubicBezTo>
                        <a:pt x="2610" y="0"/>
                        <a:pt x="2569" y="17"/>
                        <a:pt x="2535" y="50"/>
                      </a:cubicBezTo>
                      <a:cubicBezTo>
                        <a:pt x="2502" y="117"/>
                        <a:pt x="2435" y="184"/>
                        <a:pt x="2369" y="284"/>
                      </a:cubicBezTo>
                      <a:cubicBezTo>
                        <a:pt x="2302" y="384"/>
                        <a:pt x="2235" y="517"/>
                        <a:pt x="2168" y="551"/>
                      </a:cubicBezTo>
                      <a:cubicBezTo>
                        <a:pt x="2135" y="559"/>
                        <a:pt x="2089" y="563"/>
                        <a:pt x="2033" y="563"/>
                      </a:cubicBezTo>
                      <a:cubicBezTo>
                        <a:pt x="1866" y="563"/>
                        <a:pt x="1610" y="526"/>
                        <a:pt x="1335" y="451"/>
                      </a:cubicBezTo>
                      <a:cubicBezTo>
                        <a:pt x="1001" y="417"/>
                        <a:pt x="634" y="317"/>
                        <a:pt x="200" y="284"/>
                      </a:cubicBezTo>
                      <a:cubicBezTo>
                        <a:pt x="183" y="278"/>
                        <a:pt x="166" y="275"/>
                        <a:pt x="151" y="275"/>
                      </a:cubicBezTo>
                      <a:cubicBezTo>
                        <a:pt x="79" y="275"/>
                        <a:pt x="34" y="335"/>
                        <a:pt x="34" y="417"/>
                      </a:cubicBezTo>
                      <a:cubicBezTo>
                        <a:pt x="0" y="484"/>
                        <a:pt x="67" y="584"/>
                        <a:pt x="167" y="584"/>
                      </a:cubicBezTo>
                      <a:cubicBezTo>
                        <a:pt x="601" y="651"/>
                        <a:pt x="968" y="718"/>
                        <a:pt x="1268" y="784"/>
                      </a:cubicBezTo>
                      <a:cubicBezTo>
                        <a:pt x="1568" y="851"/>
                        <a:pt x="1835" y="884"/>
                        <a:pt x="2035" y="884"/>
                      </a:cubicBezTo>
                      <a:cubicBezTo>
                        <a:pt x="2102" y="884"/>
                        <a:pt x="2202" y="884"/>
                        <a:pt x="2269" y="851"/>
                      </a:cubicBezTo>
                      <a:cubicBezTo>
                        <a:pt x="2435" y="784"/>
                        <a:pt x="2569" y="584"/>
                        <a:pt x="2669" y="451"/>
                      </a:cubicBezTo>
                      <a:cubicBezTo>
                        <a:pt x="2702" y="384"/>
                        <a:pt x="2736" y="317"/>
                        <a:pt x="2769" y="251"/>
                      </a:cubicBezTo>
                      <a:cubicBezTo>
                        <a:pt x="2836" y="184"/>
                        <a:pt x="2836" y="84"/>
                        <a:pt x="2769" y="50"/>
                      </a:cubicBezTo>
                      <a:cubicBezTo>
                        <a:pt x="2736" y="17"/>
                        <a:pt x="2694" y="0"/>
                        <a:pt x="26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769775" y="1520625"/>
                  <a:ext cx="37550" cy="33450"/>
                </a:xfrm>
                <a:custGeom>
                  <a:avLst/>
                  <a:gdLst/>
                  <a:ahLst/>
                  <a:cxnLst/>
                  <a:rect l="l" t="t" r="r" b="b"/>
                  <a:pathLst>
                    <a:path w="1502" h="1338" extrusionOk="0">
                      <a:moveTo>
                        <a:pt x="1316" y="0"/>
                      </a:moveTo>
                      <a:cubicBezTo>
                        <a:pt x="1268" y="0"/>
                        <a:pt x="1222" y="29"/>
                        <a:pt x="1201" y="70"/>
                      </a:cubicBezTo>
                      <a:cubicBezTo>
                        <a:pt x="1034" y="337"/>
                        <a:pt x="634" y="671"/>
                        <a:pt x="300" y="904"/>
                      </a:cubicBezTo>
                      <a:cubicBezTo>
                        <a:pt x="234" y="971"/>
                        <a:pt x="167" y="1004"/>
                        <a:pt x="100" y="1071"/>
                      </a:cubicBezTo>
                      <a:cubicBezTo>
                        <a:pt x="34" y="1138"/>
                        <a:pt x="0" y="1238"/>
                        <a:pt x="67" y="1304"/>
                      </a:cubicBezTo>
                      <a:cubicBezTo>
                        <a:pt x="100" y="1338"/>
                        <a:pt x="134" y="1338"/>
                        <a:pt x="200" y="1338"/>
                      </a:cubicBezTo>
                      <a:cubicBezTo>
                        <a:pt x="234" y="1338"/>
                        <a:pt x="267" y="1338"/>
                        <a:pt x="300" y="1304"/>
                      </a:cubicBezTo>
                      <a:cubicBezTo>
                        <a:pt x="334" y="1271"/>
                        <a:pt x="434" y="1204"/>
                        <a:pt x="501" y="1138"/>
                      </a:cubicBezTo>
                      <a:cubicBezTo>
                        <a:pt x="834" y="904"/>
                        <a:pt x="1268" y="570"/>
                        <a:pt x="1468" y="237"/>
                      </a:cubicBezTo>
                      <a:cubicBezTo>
                        <a:pt x="1501" y="170"/>
                        <a:pt x="1501" y="70"/>
                        <a:pt x="1401" y="37"/>
                      </a:cubicBezTo>
                      <a:cubicBezTo>
                        <a:pt x="1376" y="11"/>
                        <a:pt x="1345" y="0"/>
                        <a:pt x="1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54675" y="1676150"/>
                  <a:ext cx="174325" cy="83075"/>
                </a:xfrm>
                <a:custGeom>
                  <a:avLst/>
                  <a:gdLst/>
                  <a:ahLst/>
                  <a:cxnLst/>
                  <a:rect l="l" t="t" r="r" b="b"/>
                  <a:pathLst>
                    <a:path w="6973" h="3323" extrusionOk="0">
                      <a:moveTo>
                        <a:pt x="485" y="0"/>
                      </a:moveTo>
                      <a:cubicBezTo>
                        <a:pt x="455" y="0"/>
                        <a:pt x="426" y="8"/>
                        <a:pt x="401" y="20"/>
                      </a:cubicBezTo>
                      <a:cubicBezTo>
                        <a:pt x="134" y="220"/>
                        <a:pt x="1" y="420"/>
                        <a:pt x="1" y="687"/>
                      </a:cubicBezTo>
                      <a:cubicBezTo>
                        <a:pt x="1" y="1254"/>
                        <a:pt x="568" y="2022"/>
                        <a:pt x="1802" y="2956"/>
                      </a:cubicBezTo>
                      <a:cubicBezTo>
                        <a:pt x="2102" y="3189"/>
                        <a:pt x="2303" y="3323"/>
                        <a:pt x="2636" y="3323"/>
                      </a:cubicBezTo>
                      <a:cubicBezTo>
                        <a:pt x="3036" y="3323"/>
                        <a:pt x="3637" y="3122"/>
                        <a:pt x="4971" y="2689"/>
                      </a:cubicBezTo>
                      <a:cubicBezTo>
                        <a:pt x="5472" y="2522"/>
                        <a:pt x="6105" y="2322"/>
                        <a:pt x="6839" y="2088"/>
                      </a:cubicBezTo>
                      <a:cubicBezTo>
                        <a:pt x="6939" y="2055"/>
                        <a:pt x="6973" y="1988"/>
                        <a:pt x="6939" y="1888"/>
                      </a:cubicBezTo>
                      <a:cubicBezTo>
                        <a:pt x="6939" y="1834"/>
                        <a:pt x="6873" y="1779"/>
                        <a:pt x="6812" y="1779"/>
                      </a:cubicBezTo>
                      <a:cubicBezTo>
                        <a:pt x="6798" y="1779"/>
                        <a:pt x="6785" y="1782"/>
                        <a:pt x="6772" y="1788"/>
                      </a:cubicBezTo>
                      <a:cubicBezTo>
                        <a:pt x="6005" y="2022"/>
                        <a:pt x="5405" y="2222"/>
                        <a:pt x="4871" y="2389"/>
                      </a:cubicBezTo>
                      <a:cubicBezTo>
                        <a:pt x="3570" y="2803"/>
                        <a:pt x="3004" y="2984"/>
                        <a:pt x="2656" y="2984"/>
                      </a:cubicBezTo>
                      <a:cubicBezTo>
                        <a:pt x="2388" y="2984"/>
                        <a:pt x="2249" y="2877"/>
                        <a:pt x="2002" y="2689"/>
                      </a:cubicBezTo>
                      <a:cubicBezTo>
                        <a:pt x="601" y="1621"/>
                        <a:pt x="301" y="1021"/>
                        <a:pt x="301" y="687"/>
                      </a:cubicBezTo>
                      <a:cubicBezTo>
                        <a:pt x="335" y="554"/>
                        <a:pt x="401" y="420"/>
                        <a:pt x="568" y="287"/>
                      </a:cubicBezTo>
                      <a:cubicBezTo>
                        <a:pt x="635" y="254"/>
                        <a:pt x="668" y="154"/>
                        <a:pt x="635" y="87"/>
                      </a:cubicBezTo>
                      <a:cubicBezTo>
                        <a:pt x="592" y="23"/>
                        <a:pt x="537"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89775" y="1573850"/>
                  <a:ext cx="115950" cy="84475"/>
                </a:xfrm>
                <a:custGeom>
                  <a:avLst/>
                  <a:gdLst/>
                  <a:ahLst/>
                  <a:cxnLst/>
                  <a:rect l="l" t="t" r="r" b="b"/>
                  <a:pathLst>
                    <a:path w="4638" h="3379" extrusionOk="0">
                      <a:moveTo>
                        <a:pt x="151" y="1"/>
                      </a:moveTo>
                      <a:cubicBezTo>
                        <a:pt x="78" y="1"/>
                        <a:pt x="28" y="60"/>
                        <a:pt x="1" y="143"/>
                      </a:cubicBezTo>
                      <a:cubicBezTo>
                        <a:pt x="1" y="209"/>
                        <a:pt x="68" y="309"/>
                        <a:pt x="134" y="309"/>
                      </a:cubicBezTo>
                      <a:cubicBezTo>
                        <a:pt x="368" y="343"/>
                        <a:pt x="535" y="343"/>
                        <a:pt x="668" y="343"/>
                      </a:cubicBezTo>
                      <a:cubicBezTo>
                        <a:pt x="801" y="343"/>
                        <a:pt x="935" y="343"/>
                        <a:pt x="1135" y="376"/>
                      </a:cubicBezTo>
                      <a:cubicBezTo>
                        <a:pt x="2636" y="610"/>
                        <a:pt x="4070" y="1877"/>
                        <a:pt x="4271" y="2077"/>
                      </a:cubicBezTo>
                      <a:cubicBezTo>
                        <a:pt x="4237" y="2244"/>
                        <a:pt x="4037" y="2711"/>
                        <a:pt x="3870" y="3045"/>
                      </a:cubicBezTo>
                      <a:cubicBezTo>
                        <a:pt x="3637" y="3011"/>
                        <a:pt x="3303" y="2845"/>
                        <a:pt x="2870" y="2544"/>
                      </a:cubicBezTo>
                      <a:cubicBezTo>
                        <a:pt x="2831" y="2519"/>
                        <a:pt x="2798" y="2508"/>
                        <a:pt x="2768" y="2508"/>
                      </a:cubicBezTo>
                      <a:cubicBezTo>
                        <a:pt x="2718" y="2508"/>
                        <a:pt x="2677" y="2537"/>
                        <a:pt x="2636" y="2578"/>
                      </a:cubicBezTo>
                      <a:cubicBezTo>
                        <a:pt x="2603" y="2644"/>
                        <a:pt x="2603" y="2745"/>
                        <a:pt x="2669" y="2778"/>
                      </a:cubicBezTo>
                      <a:cubicBezTo>
                        <a:pt x="3270" y="3178"/>
                        <a:pt x="3670" y="3378"/>
                        <a:pt x="3970" y="3378"/>
                      </a:cubicBezTo>
                      <a:cubicBezTo>
                        <a:pt x="4037" y="3378"/>
                        <a:pt x="4070" y="3345"/>
                        <a:pt x="4104" y="3312"/>
                      </a:cubicBezTo>
                      <a:cubicBezTo>
                        <a:pt x="4237" y="3045"/>
                        <a:pt x="4637" y="2211"/>
                        <a:pt x="4571" y="1977"/>
                      </a:cubicBezTo>
                      <a:cubicBezTo>
                        <a:pt x="4504" y="1811"/>
                        <a:pt x="2836" y="343"/>
                        <a:pt x="1202" y="43"/>
                      </a:cubicBezTo>
                      <a:cubicBezTo>
                        <a:pt x="1085" y="26"/>
                        <a:pt x="985" y="18"/>
                        <a:pt x="897" y="18"/>
                      </a:cubicBezTo>
                      <a:cubicBezTo>
                        <a:pt x="810" y="18"/>
                        <a:pt x="735" y="26"/>
                        <a:pt x="668" y="43"/>
                      </a:cubicBezTo>
                      <a:cubicBezTo>
                        <a:pt x="535" y="43"/>
                        <a:pt x="401" y="43"/>
                        <a:pt x="201" y="9"/>
                      </a:cubicBezTo>
                      <a:cubicBezTo>
                        <a:pt x="183" y="3"/>
                        <a:pt x="167" y="1"/>
                        <a:pt x="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878175" y="1604000"/>
                  <a:ext cx="239375" cy="117700"/>
                </a:xfrm>
                <a:custGeom>
                  <a:avLst/>
                  <a:gdLst/>
                  <a:ahLst/>
                  <a:cxnLst/>
                  <a:rect l="l" t="t" r="r" b="b"/>
                  <a:pathLst>
                    <a:path w="9575" h="4708" extrusionOk="0">
                      <a:moveTo>
                        <a:pt x="692" y="1"/>
                      </a:moveTo>
                      <a:cubicBezTo>
                        <a:pt x="508" y="1"/>
                        <a:pt x="322" y="13"/>
                        <a:pt x="134" y="37"/>
                      </a:cubicBezTo>
                      <a:cubicBezTo>
                        <a:pt x="67" y="71"/>
                        <a:pt x="1" y="138"/>
                        <a:pt x="1" y="204"/>
                      </a:cubicBezTo>
                      <a:cubicBezTo>
                        <a:pt x="1" y="287"/>
                        <a:pt x="68" y="346"/>
                        <a:pt x="130" y="346"/>
                      </a:cubicBezTo>
                      <a:cubicBezTo>
                        <a:pt x="143" y="346"/>
                        <a:pt x="156" y="344"/>
                        <a:pt x="167" y="338"/>
                      </a:cubicBezTo>
                      <a:cubicBezTo>
                        <a:pt x="333" y="317"/>
                        <a:pt x="497" y="307"/>
                        <a:pt x="660" y="307"/>
                      </a:cubicBezTo>
                      <a:cubicBezTo>
                        <a:pt x="2595" y="307"/>
                        <a:pt x="4323" y="1704"/>
                        <a:pt x="5738" y="2873"/>
                      </a:cubicBezTo>
                      <a:lnTo>
                        <a:pt x="5905" y="3006"/>
                      </a:lnTo>
                      <a:cubicBezTo>
                        <a:pt x="6272" y="3273"/>
                        <a:pt x="8207" y="4707"/>
                        <a:pt x="9074" y="4707"/>
                      </a:cubicBezTo>
                      <a:cubicBezTo>
                        <a:pt x="9141" y="4707"/>
                        <a:pt x="9207" y="4707"/>
                        <a:pt x="9241" y="4674"/>
                      </a:cubicBezTo>
                      <a:cubicBezTo>
                        <a:pt x="9374" y="4641"/>
                        <a:pt x="9474" y="4541"/>
                        <a:pt x="9507" y="4407"/>
                      </a:cubicBezTo>
                      <a:cubicBezTo>
                        <a:pt x="9574" y="4140"/>
                        <a:pt x="9574" y="4140"/>
                        <a:pt x="7806" y="1705"/>
                      </a:cubicBezTo>
                      <a:cubicBezTo>
                        <a:pt x="7787" y="1666"/>
                        <a:pt x="7744" y="1650"/>
                        <a:pt x="7699" y="1650"/>
                      </a:cubicBezTo>
                      <a:cubicBezTo>
                        <a:pt x="7667" y="1650"/>
                        <a:pt x="7634" y="1658"/>
                        <a:pt x="7606" y="1672"/>
                      </a:cubicBezTo>
                      <a:cubicBezTo>
                        <a:pt x="7539" y="1739"/>
                        <a:pt x="7506" y="1805"/>
                        <a:pt x="7573" y="1905"/>
                      </a:cubicBezTo>
                      <a:cubicBezTo>
                        <a:pt x="9040" y="3940"/>
                        <a:pt x="9241" y="4207"/>
                        <a:pt x="9207" y="4307"/>
                      </a:cubicBezTo>
                      <a:cubicBezTo>
                        <a:pt x="9207" y="4374"/>
                        <a:pt x="9207" y="4374"/>
                        <a:pt x="9174" y="4374"/>
                      </a:cubicBezTo>
                      <a:cubicBezTo>
                        <a:pt x="9142" y="4385"/>
                        <a:pt x="9105" y="4390"/>
                        <a:pt x="9062" y="4390"/>
                      </a:cubicBezTo>
                      <a:cubicBezTo>
                        <a:pt x="8469" y="4390"/>
                        <a:pt x="6852" y="3364"/>
                        <a:pt x="6105" y="2773"/>
                      </a:cubicBezTo>
                      <a:lnTo>
                        <a:pt x="5905" y="2639"/>
                      </a:lnTo>
                      <a:cubicBezTo>
                        <a:pt x="4467" y="1446"/>
                        <a:pt x="2721" y="1"/>
                        <a:pt x="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1896525" y="1623100"/>
                  <a:ext cx="163475" cy="103600"/>
                </a:xfrm>
                <a:custGeom>
                  <a:avLst/>
                  <a:gdLst/>
                  <a:ahLst/>
                  <a:cxnLst/>
                  <a:rect l="l" t="t" r="r" b="b"/>
                  <a:pathLst>
                    <a:path w="6539" h="4144" extrusionOk="0">
                      <a:moveTo>
                        <a:pt x="128" y="1"/>
                      </a:moveTo>
                      <a:cubicBezTo>
                        <a:pt x="50" y="1"/>
                        <a:pt x="1" y="83"/>
                        <a:pt x="1" y="141"/>
                      </a:cubicBezTo>
                      <a:cubicBezTo>
                        <a:pt x="1" y="241"/>
                        <a:pt x="67" y="308"/>
                        <a:pt x="134" y="308"/>
                      </a:cubicBezTo>
                      <a:cubicBezTo>
                        <a:pt x="1768" y="374"/>
                        <a:pt x="3670" y="2075"/>
                        <a:pt x="4937" y="3176"/>
                      </a:cubicBezTo>
                      <a:cubicBezTo>
                        <a:pt x="5671" y="3843"/>
                        <a:pt x="6038" y="4144"/>
                        <a:pt x="6238" y="4144"/>
                      </a:cubicBezTo>
                      <a:cubicBezTo>
                        <a:pt x="6305" y="4144"/>
                        <a:pt x="6338" y="4110"/>
                        <a:pt x="6372" y="4110"/>
                      </a:cubicBezTo>
                      <a:cubicBezTo>
                        <a:pt x="6539" y="3977"/>
                        <a:pt x="6539" y="3710"/>
                        <a:pt x="6038" y="2509"/>
                      </a:cubicBezTo>
                      <a:cubicBezTo>
                        <a:pt x="6014" y="2460"/>
                        <a:pt x="5954" y="2429"/>
                        <a:pt x="5897" y="2429"/>
                      </a:cubicBezTo>
                      <a:cubicBezTo>
                        <a:pt x="5876" y="2429"/>
                        <a:pt x="5856" y="2433"/>
                        <a:pt x="5838" y="2442"/>
                      </a:cubicBezTo>
                      <a:cubicBezTo>
                        <a:pt x="5738" y="2476"/>
                        <a:pt x="5705" y="2576"/>
                        <a:pt x="5738" y="2643"/>
                      </a:cubicBezTo>
                      <a:cubicBezTo>
                        <a:pt x="6072" y="3376"/>
                        <a:pt x="6138" y="3677"/>
                        <a:pt x="6172" y="3810"/>
                      </a:cubicBezTo>
                      <a:cubicBezTo>
                        <a:pt x="5971" y="3677"/>
                        <a:pt x="5538" y="3276"/>
                        <a:pt x="5138" y="2943"/>
                      </a:cubicBezTo>
                      <a:cubicBezTo>
                        <a:pt x="3837" y="1809"/>
                        <a:pt x="1902" y="74"/>
                        <a:pt x="167" y="7"/>
                      </a:cubicBezTo>
                      <a:cubicBezTo>
                        <a:pt x="154" y="3"/>
                        <a:pt x="141" y="1"/>
                        <a:pt x="1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1850650" y="1655475"/>
                  <a:ext cx="135975" cy="28700"/>
                </a:xfrm>
                <a:custGeom>
                  <a:avLst/>
                  <a:gdLst/>
                  <a:ahLst/>
                  <a:cxnLst/>
                  <a:rect l="l" t="t" r="r" b="b"/>
                  <a:pathLst>
                    <a:path w="5439" h="1148" extrusionOk="0">
                      <a:moveTo>
                        <a:pt x="175" y="0"/>
                      </a:moveTo>
                      <a:cubicBezTo>
                        <a:pt x="119" y="0"/>
                        <a:pt x="59" y="31"/>
                        <a:pt x="34" y="80"/>
                      </a:cubicBezTo>
                      <a:cubicBezTo>
                        <a:pt x="1" y="180"/>
                        <a:pt x="34" y="247"/>
                        <a:pt x="101" y="280"/>
                      </a:cubicBezTo>
                      <a:cubicBezTo>
                        <a:pt x="234" y="347"/>
                        <a:pt x="334" y="447"/>
                        <a:pt x="468" y="547"/>
                      </a:cubicBezTo>
                      <a:cubicBezTo>
                        <a:pt x="801" y="814"/>
                        <a:pt x="1202" y="1147"/>
                        <a:pt x="2236" y="1147"/>
                      </a:cubicBezTo>
                      <a:cubicBezTo>
                        <a:pt x="2903" y="1147"/>
                        <a:pt x="3904" y="1014"/>
                        <a:pt x="5305" y="547"/>
                      </a:cubicBezTo>
                      <a:cubicBezTo>
                        <a:pt x="5405" y="514"/>
                        <a:pt x="5438" y="447"/>
                        <a:pt x="5405" y="347"/>
                      </a:cubicBezTo>
                      <a:cubicBezTo>
                        <a:pt x="5377" y="292"/>
                        <a:pt x="5328" y="238"/>
                        <a:pt x="5256" y="238"/>
                      </a:cubicBezTo>
                      <a:cubicBezTo>
                        <a:pt x="5240" y="238"/>
                        <a:pt x="5223" y="241"/>
                        <a:pt x="5205" y="247"/>
                      </a:cubicBezTo>
                      <a:cubicBezTo>
                        <a:pt x="3822" y="689"/>
                        <a:pt x="2892" y="845"/>
                        <a:pt x="2242" y="845"/>
                      </a:cubicBezTo>
                      <a:cubicBezTo>
                        <a:pt x="1323" y="845"/>
                        <a:pt x="961" y="534"/>
                        <a:pt x="668" y="280"/>
                      </a:cubicBezTo>
                      <a:cubicBezTo>
                        <a:pt x="535" y="180"/>
                        <a:pt x="401" y="80"/>
                        <a:pt x="234" y="13"/>
                      </a:cubicBezTo>
                      <a:cubicBezTo>
                        <a:pt x="216" y="4"/>
                        <a:pt x="196" y="0"/>
                        <a:pt x="1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5"/>
                <p:cNvSpPr/>
                <p:nvPr/>
              </p:nvSpPr>
              <p:spPr>
                <a:xfrm>
                  <a:off x="1902375" y="1670725"/>
                  <a:ext cx="110100" cy="71825"/>
                </a:xfrm>
                <a:custGeom>
                  <a:avLst/>
                  <a:gdLst/>
                  <a:ahLst/>
                  <a:cxnLst/>
                  <a:rect l="l" t="t" r="r" b="b"/>
                  <a:pathLst>
                    <a:path w="4404" h="2873" extrusionOk="0">
                      <a:moveTo>
                        <a:pt x="1981" y="1"/>
                      </a:moveTo>
                      <a:cubicBezTo>
                        <a:pt x="1930" y="1"/>
                        <a:pt x="1876" y="29"/>
                        <a:pt x="1835" y="70"/>
                      </a:cubicBezTo>
                      <a:cubicBezTo>
                        <a:pt x="1801" y="137"/>
                        <a:pt x="1801" y="204"/>
                        <a:pt x="1868" y="271"/>
                      </a:cubicBezTo>
                      <a:cubicBezTo>
                        <a:pt x="3970" y="2139"/>
                        <a:pt x="4003" y="2539"/>
                        <a:pt x="4003" y="2539"/>
                      </a:cubicBezTo>
                      <a:cubicBezTo>
                        <a:pt x="3985" y="2549"/>
                        <a:pt x="3959" y="2554"/>
                        <a:pt x="3926" y="2554"/>
                      </a:cubicBezTo>
                      <a:cubicBezTo>
                        <a:pt x="3418" y="2554"/>
                        <a:pt x="1241" y="1376"/>
                        <a:pt x="300" y="404"/>
                      </a:cubicBezTo>
                      <a:cubicBezTo>
                        <a:pt x="267" y="387"/>
                        <a:pt x="225" y="379"/>
                        <a:pt x="183" y="379"/>
                      </a:cubicBezTo>
                      <a:cubicBezTo>
                        <a:pt x="142" y="379"/>
                        <a:pt x="100" y="387"/>
                        <a:pt x="67" y="404"/>
                      </a:cubicBezTo>
                      <a:cubicBezTo>
                        <a:pt x="0" y="471"/>
                        <a:pt x="0" y="571"/>
                        <a:pt x="67" y="637"/>
                      </a:cubicBezTo>
                      <a:cubicBezTo>
                        <a:pt x="867" y="1471"/>
                        <a:pt x="3169" y="2872"/>
                        <a:pt x="3970" y="2872"/>
                      </a:cubicBezTo>
                      <a:cubicBezTo>
                        <a:pt x="4003" y="2872"/>
                        <a:pt x="4070" y="2872"/>
                        <a:pt x="4103" y="2839"/>
                      </a:cubicBezTo>
                      <a:cubicBezTo>
                        <a:pt x="4203" y="2806"/>
                        <a:pt x="4270" y="2739"/>
                        <a:pt x="4303" y="2639"/>
                      </a:cubicBezTo>
                      <a:cubicBezTo>
                        <a:pt x="4336" y="2505"/>
                        <a:pt x="4403" y="2139"/>
                        <a:pt x="2068" y="37"/>
                      </a:cubicBezTo>
                      <a:cubicBezTo>
                        <a:pt x="2043" y="12"/>
                        <a:pt x="2012" y="1"/>
                        <a:pt x="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878175" y="1703325"/>
                  <a:ext cx="62575" cy="28375"/>
                </a:xfrm>
                <a:custGeom>
                  <a:avLst/>
                  <a:gdLst/>
                  <a:ahLst/>
                  <a:cxnLst/>
                  <a:rect l="l" t="t" r="r" b="b"/>
                  <a:pathLst>
                    <a:path w="2503" h="1135" extrusionOk="0">
                      <a:moveTo>
                        <a:pt x="2302" y="1"/>
                      </a:moveTo>
                      <a:cubicBezTo>
                        <a:pt x="1969" y="134"/>
                        <a:pt x="1602" y="267"/>
                        <a:pt x="1202" y="434"/>
                      </a:cubicBezTo>
                      <a:cubicBezTo>
                        <a:pt x="835" y="568"/>
                        <a:pt x="468" y="734"/>
                        <a:pt x="134" y="835"/>
                      </a:cubicBezTo>
                      <a:cubicBezTo>
                        <a:pt x="67" y="868"/>
                        <a:pt x="1" y="968"/>
                        <a:pt x="34" y="1035"/>
                      </a:cubicBezTo>
                      <a:cubicBezTo>
                        <a:pt x="67" y="1101"/>
                        <a:pt x="101" y="1135"/>
                        <a:pt x="167" y="1135"/>
                      </a:cubicBezTo>
                      <a:lnTo>
                        <a:pt x="234" y="1135"/>
                      </a:lnTo>
                      <a:cubicBezTo>
                        <a:pt x="568" y="1001"/>
                        <a:pt x="935" y="868"/>
                        <a:pt x="1335" y="701"/>
                      </a:cubicBezTo>
                      <a:cubicBezTo>
                        <a:pt x="1702" y="568"/>
                        <a:pt x="2069" y="434"/>
                        <a:pt x="2402" y="301"/>
                      </a:cubicBezTo>
                      <a:cubicBezTo>
                        <a:pt x="2469" y="267"/>
                        <a:pt x="2502" y="201"/>
                        <a:pt x="2502" y="101"/>
                      </a:cubicBezTo>
                      <a:cubicBezTo>
                        <a:pt x="2469" y="34"/>
                        <a:pt x="2369" y="1"/>
                        <a:pt x="2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1968250" y="1677175"/>
                  <a:ext cx="37550" cy="21175"/>
                </a:xfrm>
                <a:custGeom>
                  <a:avLst/>
                  <a:gdLst/>
                  <a:ahLst/>
                  <a:cxnLst/>
                  <a:rect l="l" t="t" r="r" b="b"/>
                  <a:pathLst>
                    <a:path w="1502" h="847" extrusionOk="0">
                      <a:moveTo>
                        <a:pt x="1323" y="0"/>
                      </a:moveTo>
                      <a:cubicBezTo>
                        <a:pt x="1303" y="0"/>
                        <a:pt x="1284" y="4"/>
                        <a:pt x="1268" y="13"/>
                      </a:cubicBezTo>
                      <a:lnTo>
                        <a:pt x="134" y="546"/>
                      </a:lnTo>
                      <a:cubicBezTo>
                        <a:pt x="34" y="580"/>
                        <a:pt x="0" y="680"/>
                        <a:pt x="34" y="746"/>
                      </a:cubicBezTo>
                      <a:cubicBezTo>
                        <a:pt x="67" y="813"/>
                        <a:pt x="134" y="846"/>
                        <a:pt x="200" y="846"/>
                      </a:cubicBezTo>
                      <a:cubicBezTo>
                        <a:pt x="200" y="846"/>
                        <a:pt x="234" y="846"/>
                        <a:pt x="267" y="813"/>
                      </a:cubicBezTo>
                      <a:lnTo>
                        <a:pt x="1401" y="313"/>
                      </a:lnTo>
                      <a:cubicBezTo>
                        <a:pt x="1468" y="279"/>
                        <a:pt x="1501" y="179"/>
                        <a:pt x="1468" y="113"/>
                      </a:cubicBezTo>
                      <a:cubicBezTo>
                        <a:pt x="1443" y="38"/>
                        <a:pt x="1380" y="0"/>
                        <a:pt x="13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2210075" y="1291175"/>
                  <a:ext cx="1200900" cy="140325"/>
                </a:xfrm>
                <a:custGeom>
                  <a:avLst/>
                  <a:gdLst/>
                  <a:ahLst/>
                  <a:cxnLst/>
                  <a:rect l="l" t="t" r="r" b="b"/>
                  <a:pathLst>
                    <a:path w="48036" h="5613" extrusionOk="0">
                      <a:moveTo>
                        <a:pt x="41596" y="1"/>
                      </a:moveTo>
                      <a:cubicBezTo>
                        <a:pt x="40915" y="1"/>
                        <a:pt x="40053" y="47"/>
                        <a:pt x="38929" y="175"/>
                      </a:cubicBezTo>
                      <a:cubicBezTo>
                        <a:pt x="34459" y="709"/>
                        <a:pt x="30556" y="1176"/>
                        <a:pt x="27154" y="1576"/>
                      </a:cubicBezTo>
                      <a:cubicBezTo>
                        <a:pt x="16231" y="2872"/>
                        <a:pt x="10446" y="3559"/>
                        <a:pt x="6434" y="3559"/>
                      </a:cubicBezTo>
                      <a:cubicBezTo>
                        <a:pt x="3940" y="3559"/>
                        <a:pt x="2132" y="3293"/>
                        <a:pt x="201" y="2743"/>
                      </a:cubicBezTo>
                      <a:cubicBezTo>
                        <a:pt x="134" y="2743"/>
                        <a:pt x="34" y="2777"/>
                        <a:pt x="1" y="2844"/>
                      </a:cubicBezTo>
                      <a:cubicBezTo>
                        <a:pt x="1" y="2944"/>
                        <a:pt x="34" y="3010"/>
                        <a:pt x="134" y="3044"/>
                      </a:cubicBezTo>
                      <a:cubicBezTo>
                        <a:pt x="2102" y="3609"/>
                        <a:pt x="3935" y="3883"/>
                        <a:pt x="6464" y="3883"/>
                      </a:cubicBezTo>
                      <a:cubicBezTo>
                        <a:pt x="10495" y="3883"/>
                        <a:pt x="16294" y="3188"/>
                        <a:pt x="27220" y="1876"/>
                      </a:cubicBezTo>
                      <a:cubicBezTo>
                        <a:pt x="30589" y="1476"/>
                        <a:pt x="34492" y="1009"/>
                        <a:pt x="38995" y="509"/>
                      </a:cubicBezTo>
                      <a:cubicBezTo>
                        <a:pt x="40149" y="374"/>
                        <a:pt x="41017" y="324"/>
                        <a:pt x="41693" y="324"/>
                      </a:cubicBezTo>
                      <a:cubicBezTo>
                        <a:pt x="42855" y="324"/>
                        <a:pt x="43447" y="470"/>
                        <a:pt x="43932" y="575"/>
                      </a:cubicBezTo>
                      <a:cubicBezTo>
                        <a:pt x="44267" y="671"/>
                        <a:pt x="44550" y="749"/>
                        <a:pt x="44905" y="749"/>
                      </a:cubicBezTo>
                      <a:cubicBezTo>
                        <a:pt x="45045" y="749"/>
                        <a:pt x="45196" y="737"/>
                        <a:pt x="45367" y="709"/>
                      </a:cubicBezTo>
                      <a:cubicBezTo>
                        <a:pt x="45767" y="642"/>
                        <a:pt x="46134" y="575"/>
                        <a:pt x="46434" y="509"/>
                      </a:cubicBezTo>
                      <a:cubicBezTo>
                        <a:pt x="46834" y="442"/>
                        <a:pt x="47201" y="375"/>
                        <a:pt x="47468" y="375"/>
                      </a:cubicBezTo>
                      <a:cubicBezTo>
                        <a:pt x="47335" y="442"/>
                        <a:pt x="47168" y="575"/>
                        <a:pt x="47001" y="675"/>
                      </a:cubicBezTo>
                      <a:cubicBezTo>
                        <a:pt x="46367" y="1109"/>
                        <a:pt x="46401" y="1910"/>
                        <a:pt x="46534" y="2510"/>
                      </a:cubicBezTo>
                      <a:cubicBezTo>
                        <a:pt x="46434" y="2443"/>
                        <a:pt x="46334" y="2377"/>
                        <a:pt x="46234" y="2310"/>
                      </a:cubicBezTo>
                      <a:cubicBezTo>
                        <a:pt x="45555" y="1790"/>
                        <a:pt x="45258" y="1570"/>
                        <a:pt x="44936" y="1570"/>
                      </a:cubicBezTo>
                      <a:cubicBezTo>
                        <a:pt x="44721" y="1570"/>
                        <a:pt x="44494" y="1669"/>
                        <a:pt x="44132" y="1843"/>
                      </a:cubicBezTo>
                      <a:cubicBezTo>
                        <a:pt x="43298" y="2210"/>
                        <a:pt x="41564" y="3010"/>
                        <a:pt x="36827" y="3744"/>
                      </a:cubicBezTo>
                      <a:cubicBezTo>
                        <a:pt x="36794" y="3747"/>
                        <a:pt x="36761" y="3748"/>
                        <a:pt x="36728" y="3748"/>
                      </a:cubicBezTo>
                      <a:cubicBezTo>
                        <a:pt x="36324" y="3748"/>
                        <a:pt x="35906" y="3570"/>
                        <a:pt x="35660" y="3477"/>
                      </a:cubicBezTo>
                      <a:cubicBezTo>
                        <a:pt x="35520" y="3417"/>
                        <a:pt x="35427" y="3369"/>
                        <a:pt x="35355" y="3369"/>
                      </a:cubicBezTo>
                      <a:cubicBezTo>
                        <a:pt x="35306" y="3369"/>
                        <a:pt x="35266" y="3391"/>
                        <a:pt x="35226" y="3444"/>
                      </a:cubicBezTo>
                      <a:cubicBezTo>
                        <a:pt x="35126" y="3577"/>
                        <a:pt x="35126" y="3577"/>
                        <a:pt x="36060" y="4511"/>
                      </a:cubicBezTo>
                      <a:cubicBezTo>
                        <a:pt x="35726" y="4578"/>
                        <a:pt x="35426" y="4645"/>
                        <a:pt x="35126" y="4745"/>
                      </a:cubicBezTo>
                      <a:cubicBezTo>
                        <a:pt x="34492" y="4878"/>
                        <a:pt x="33925" y="5045"/>
                        <a:pt x="33091" y="5312"/>
                      </a:cubicBezTo>
                      <a:cubicBezTo>
                        <a:pt x="32991" y="5345"/>
                        <a:pt x="32958" y="5412"/>
                        <a:pt x="32991" y="5512"/>
                      </a:cubicBezTo>
                      <a:cubicBezTo>
                        <a:pt x="32991" y="5579"/>
                        <a:pt x="33058" y="5612"/>
                        <a:pt x="33124" y="5612"/>
                      </a:cubicBezTo>
                      <a:lnTo>
                        <a:pt x="33158" y="5612"/>
                      </a:lnTo>
                      <a:cubicBezTo>
                        <a:pt x="33992" y="5345"/>
                        <a:pt x="34559" y="5179"/>
                        <a:pt x="35193" y="5045"/>
                      </a:cubicBezTo>
                      <a:cubicBezTo>
                        <a:pt x="35560" y="4945"/>
                        <a:pt x="35960" y="4845"/>
                        <a:pt x="36393" y="4712"/>
                      </a:cubicBezTo>
                      <a:cubicBezTo>
                        <a:pt x="36460" y="4712"/>
                        <a:pt x="36494" y="4678"/>
                        <a:pt x="36494" y="4611"/>
                      </a:cubicBezTo>
                      <a:cubicBezTo>
                        <a:pt x="36527" y="4578"/>
                        <a:pt x="36494" y="4511"/>
                        <a:pt x="36460" y="4478"/>
                      </a:cubicBezTo>
                      <a:lnTo>
                        <a:pt x="36293" y="4311"/>
                      </a:lnTo>
                      <a:cubicBezTo>
                        <a:pt x="36127" y="4144"/>
                        <a:pt x="35993" y="4011"/>
                        <a:pt x="35893" y="3911"/>
                      </a:cubicBezTo>
                      <a:lnTo>
                        <a:pt x="35893" y="3911"/>
                      </a:lnTo>
                      <a:cubicBezTo>
                        <a:pt x="36113" y="3993"/>
                        <a:pt x="36400" y="4053"/>
                        <a:pt x="36681" y="4053"/>
                      </a:cubicBezTo>
                      <a:cubicBezTo>
                        <a:pt x="36741" y="4053"/>
                        <a:pt x="36801" y="4050"/>
                        <a:pt x="36860" y="4044"/>
                      </a:cubicBezTo>
                      <a:cubicBezTo>
                        <a:pt x="41664" y="3311"/>
                        <a:pt x="43432" y="2510"/>
                        <a:pt x="44266" y="2110"/>
                      </a:cubicBezTo>
                      <a:cubicBezTo>
                        <a:pt x="44557" y="1977"/>
                        <a:pt x="44733" y="1897"/>
                        <a:pt x="44904" y="1897"/>
                      </a:cubicBezTo>
                      <a:cubicBezTo>
                        <a:pt x="45163" y="1897"/>
                        <a:pt x="45411" y="2081"/>
                        <a:pt x="46034" y="2543"/>
                      </a:cubicBezTo>
                      <a:cubicBezTo>
                        <a:pt x="46234" y="2677"/>
                        <a:pt x="46434" y="2844"/>
                        <a:pt x="46667" y="3010"/>
                      </a:cubicBezTo>
                      <a:cubicBezTo>
                        <a:pt x="46701" y="3027"/>
                        <a:pt x="46734" y="3035"/>
                        <a:pt x="46768" y="3035"/>
                      </a:cubicBezTo>
                      <a:cubicBezTo>
                        <a:pt x="46801" y="3035"/>
                        <a:pt x="46834" y="3027"/>
                        <a:pt x="46868" y="3010"/>
                      </a:cubicBezTo>
                      <a:cubicBezTo>
                        <a:pt x="46901" y="2977"/>
                        <a:pt x="46934" y="2910"/>
                        <a:pt x="46934" y="2844"/>
                      </a:cubicBezTo>
                      <a:cubicBezTo>
                        <a:pt x="46734" y="2076"/>
                        <a:pt x="46634" y="1309"/>
                        <a:pt x="47201" y="942"/>
                      </a:cubicBezTo>
                      <a:cubicBezTo>
                        <a:pt x="47868" y="475"/>
                        <a:pt x="48035" y="342"/>
                        <a:pt x="47968" y="175"/>
                      </a:cubicBezTo>
                      <a:cubicBezTo>
                        <a:pt x="47923" y="83"/>
                        <a:pt x="47856" y="40"/>
                        <a:pt x="47671" y="40"/>
                      </a:cubicBezTo>
                      <a:cubicBezTo>
                        <a:pt x="47453" y="40"/>
                        <a:pt x="47072" y="100"/>
                        <a:pt x="46367" y="208"/>
                      </a:cubicBezTo>
                      <a:cubicBezTo>
                        <a:pt x="46067" y="275"/>
                        <a:pt x="45733" y="342"/>
                        <a:pt x="45333" y="375"/>
                      </a:cubicBezTo>
                      <a:cubicBezTo>
                        <a:pt x="45144" y="408"/>
                        <a:pt x="44985" y="423"/>
                        <a:pt x="44840" y="423"/>
                      </a:cubicBezTo>
                      <a:cubicBezTo>
                        <a:pt x="44551" y="423"/>
                        <a:pt x="44321" y="364"/>
                        <a:pt x="44032" y="275"/>
                      </a:cubicBezTo>
                      <a:cubicBezTo>
                        <a:pt x="43510" y="166"/>
                        <a:pt x="42874" y="1"/>
                        <a:pt x="4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
                <p:cNvSpPr/>
                <p:nvPr/>
              </p:nvSpPr>
              <p:spPr>
                <a:xfrm>
                  <a:off x="2878900" y="1361400"/>
                  <a:ext cx="183475" cy="110125"/>
                </a:xfrm>
                <a:custGeom>
                  <a:avLst/>
                  <a:gdLst/>
                  <a:ahLst/>
                  <a:cxnLst/>
                  <a:rect l="l" t="t" r="r" b="b"/>
                  <a:pathLst>
                    <a:path w="7339" h="4405" extrusionOk="0">
                      <a:moveTo>
                        <a:pt x="467" y="301"/>
                      </a:moveTo>
                      <a:lnTo>
                        <a:pt x="467" y="301"/>
                      </a:lnTo>
                      <a:cubicBezTo>
                        <a:pt x="734" y="335"/>
                        <a:pt x="1301" y="502"/>
                        <a:pt x="1902" y="668"/>
                      </a:cubicBezTo>
                      <a:cubicBezTo>
                        <a:pt x="2335" y="768"/>
                        <a:pt x="2836" y="935"/>
                        <a:pt x="3403" y="1069"/>
                      </a:cubicBezTo>
                      <a:cubicBezTo>
                        <a:pt x="5237" y="1536"/>
                        <a:pt x="6138" y="2069"/>
                        <a:pt x="6972" y="4104"/>
                      </a:cubicBezTo>
                      <a:cubicBezTo>
                        <a:pt x="6038" y="4104"/>
                        <a:pt x="5304" y="4104"/>
                        <a:pt x="1735" y="1369"/>
                      </a:cubicBezTo>
                      <a:cubicBezTo>
                        <a:pt x="1068" y="835"/>
                        <a:pt x="634" y="502"/>
                        <a:pt x="467" y="301"/>
                      </a:cubicBezTo>
                      <a:close/>
                      <a:moveTo>
                        <a:pt x="390" y="0"/>
                      </a:moveTo>
                      <a:cubicBezTo>
                        <a:pt x="231" y="0"/>
                        <a:pt x="151" y="46"/>
                        <a:pt x="100" y="135"/>
                      </a:cubicBezTo>
                      <a:cubicBezTo>
                        <a:pt x="0" y="335"/>
                        <a:pt x="167" y="568"/>
                        <a:pt x="1535" y="1602"/>
                      </a:cubicBezTo>
                      <a:cubicBezTo>
                        <a:pt x="4937" y="4238"/>
                        <a:pt x="5871" y="4404"/>
                        <a:pt x="6738" y="4404"/>
                      </a:cubicBezTo>
                      <a:lnTo>
                        <a:pt x="7172" y="4404"/>
                      </a:lnTo>
                      <a:cubicBezTo>
                        <a:pt x="7239" y="4404"/>
                        <a:pt x="7272" y="4371"/>
                        <a:pt x="7305" y="4338"/>
                      </a:cubicBezTo>
                      <a:cubicBezTo>
                        <a:pt x="7339" y="4304"/>
                        <a:pt x="7339" y="4238"/>
                        <a:pt x="7339" y="4204"/>
                      </a:cubicBezTo>
                      <a:cubicBezTo>
                        <a:pt x="6472" y="1869"/>
                        <a:pt x="5437" y="1269"/>
                        <a:pt x="3469" y="768"/>
                      </a:cubicBezTo>
                      <a:cubicBezTo>
                        <a:pt x="2936" y="635"/>
                        <a:pt x="2435" y="468"/>
                        <a:pt x="2002" y="368"/>
                      </a:cubicBezTo>
                      <a:cubicBezTo>
                        <a:pt x="1114" y="120"/>
                        <a:pt x="647"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a:off x="3302525" y="1297175"/>
                  <a:ext cx="39225" cy="41750"/>
                </a:xfrm>
                <a:custGeom>
                  <a:avLst/>
                  <a:gdLst/>
                  <a:ahLst/>
                  <a:cxnLst/>
                  <a:rect l="l" t="t" r="r" b="b"/>
                  <a:pathLst>
                    <a:path w="1569" h="1670" extrusionOk="0">
                      <a:moveTo>
                        <a:pt x="172" y="0"/>
                      </a:moveTo>
                      <a:cubicBezTo>
                        <a:pt x="120" y="0"/>
                        <a:pt x="77" y="37"/>
                        <a:pt x="34" y="102"/>
                      </a:cubicBezTo>
                      <a:cubicBezTo>
                        <a:pt x="1" y="168"/>
                        <a:pt x="34" y="269"/>
                        <a:pt x="101" y="302"/>
                      </a:cubicBezTo>
                      <a:cubicBezTo>
                        <a:pt x="401" y="435"/>
                        <a:pt x="568" y="702"/>
                        <a:pt x="735" y="969"/>
                      </a:cubicBezTo>
                      <a:cubicBezTo>
                        <a:pt x="901" y="1203"/>
                        <a:pt x="1068" y="1436"/>
                        <a:pt x="1302" y="1636"/>
                      </a:cubicBezTo>
                      <a:cubicBezTo>
                        <a:pt x="1335" y="1636"/>
                        <a:pt x="1368" y="1670"/>
                        <a:pt x="1402" y="1670"/>
                      </a:cubicBezTo>
                      <a:cubicBezTo>
                        <a:pt x="1435" y="1670"/>
                        <a:pt x="1502" y="1636"/>
                        <a:pt x="1535" y="1603"/>
                      </a:cubicBezTo>
                      <a:cubicBezTo>
                        <a:pt x="1568" y="1536"/>
                        <a:pt x="1568" y="1436"/>
                        <a:pt x="1502" y="1369"/>
                      </a:cubicBezTo>
                      <a:cubicBezTo>
                        <a:pt x="1268" y="1203"/>
                        <a:pt x="1135" y="1002"/>
                        <a:pt x="1001" y="769"/>
                      </a:cubicBezTo>
                      <a:cubicBezTo>
                        <a:pt x="801" y="502"/>
                        <a:pt x="601" y="202"/>
                        <a:pt x="268" y="35"/>
                      </a:cubicBezTo>
                      <a:cubicBezTo>
                        <a:pt x="232" y="11"/>
                        <a:pt x="201" y="0"/>
                        <a:pt x="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5"/>
                <p:cNvSpPr/>
                <p:nvPr/>
              </p:nvSpPr>
              <p:spPr>
                <a:xfrm>
                  <a:off x="2586175" y="1400600"/>
                  <a:ext cx="226875" cy="125950"/>
                </a:xfrm>
                <a:custGeom>
                  <a:avLst/>
                  <a:gdLst/>
                  <a:ahLst/>
                  <a:cxnLst/>
                  <a:rect l="l" t="t" r="r" b="b"/>
                  <a:pathLst>
                    <a:path w="9075" h="5038" extrusionOk="0">
                      <a:moveTo>
                        <a:pt x="535" y="335"/>
                      </a:moveTo>
                      <a:lnTo>
                        <a:pt x="535" y="335"/>
                      </a:lnTo>
                      <a:cubicBezTo>
                        <a:pt x="768" y="401"/>
                        <a:pt x="1068" y="535"/>
                        <a:pt x="1502" y="701"/>
                      </a:cubicBezTo>
                      <a:cubicBezTo>
                        <a:pt x="2303" y="1035"/>
                        <a:pt x="3603" y="1602"/>
                        <a:pt x="6072" y="2369"/>
                      </a:cubicBezTo>
                      <a:cubicBezTo>
                        <a:pt x="6906" y="2636"/>
                        <a:pt x="7073" y="2736"/>
                        <a:pt x="7573" y="3303"/>
                      </a:cubicBezTo>
                      <a:cubicBezTo>
                        <a:pt x="8640" y="4437"/>
                        <a:pt x="8674" y="4704"/>
                        <a:pt x="8674" y="4738"/>
                      </a:cubicBezTo>
                      <a:cubicBezTo>
                        <a:pt x="8653" y="4750"/>
                        <a:pt x="8624" y="4756"/>
                        <a:pt x="8586" y="4756"/>
                      </a:cubicBezTo>
                      <a:cubicBezTo>
                        <a:pt x="8008" y="4756"/>
                        <a:pt x="5483" y="3369"/>
                        <a:pt x="3603" y="2336"/>
                      </a:cubicBezTo>
                      <a:lnTo>
                        <a:pt x="2803" y="1902"/>
                      </a:lnTo>
                      <a:lnTo>
                        <a:pt x="2703" y="2036"/>
                      </a:lnTo>
                      <a:lnTo>
                        <a:pt x="2736" y="1869"/>
                      </a:lnTo>
                      <a:cubicBezTo>
                        <a:pt x="2002" y="1469"/>
                        <a:pt x="1102" y="968"/>
                        <a:pt x="535" y="335"/>
                      </a:cubicBezTo>
                      <a:close/>
                      <a:moveTo>
                        <a:pt x="168" y="1"/>
                      </a:moveTo>
                      <a:cubicBezTo>
                        <a:pt x="101" y="1"/>
                        <a:pt x="68" y="34"/>
                        <a:pt x="34" y="101"/>
                      </a:cubicBezTo>
                      <a:cubicBezTo>
                        <a:pt x="1" y="134"/>
                        <a:pt x="34" y="201"/>
                        <a:pt x="68" y="268"/>
                      </a:cubicBezTo>
                      <a:cubicBezTo>
                        <a:pt x="635" y="1068"/>
                        <a:pt x="1735" y="1669"/>
                        <a:pt x="2603" y="2136"/>
                      </a:cubicBezTo>
                      <a:lnTo>
                        <a:pt x="2703" y="2036"/>
                      </a:lnTo>
                      <a:lnTo>
                        <a:pt x="2636" y="2169"/>
                      </a:lnTo>
                      <a:lnTo>
                        <a:pt x="3437" y="2603"/>
                      </a:lnTo>
                      <a:cubicBezTo>
                        <a:pt x="6472" y="4271"/>
                        <a:pt x="7973" y="5038"/>
                        <a:pt x="8607" y="5038"/>
                      </a:cubicBezTo>
                      <a:cubicBezTo>
                        <a:pt x="8740" y="5038"/>
                        <a:pt x="8841" y="5005"/>
                        <a:pt x="8907" y="4938"/>
                      </a:cubicBezTo>
                      <a:cubicBezTo>
                        <a:pt x="9074" y="4704"/>
                        <a:pt x="8941" y="4337"/>
                        <a:pt x="7806" y="3070"/>
                      </a:cubicBezTo>
                      <a:cubicBezTo>
                        <a:pt x="7273" y="2503"/>
                        <a:pt x="7039" y="2369"/>
                        <a:pt x="6172" y="2069"/>
                      </a:cubicBezTo>
                      <a:cubicBezTo>
                        <a:pt x="3704" y="1302"/>
                        <a:pt x="2403" y="768"/>
                        <a:pt x="1635" y="435"/>
                      </a:cubicBezTo>
                      <a:cubicBezTo>
                        <a:pt x="935" y="134"/>
                        <a:pt x="601"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3131575" y="1337000"/>
                  <a:ext cx="137625" cy="31125"/>
                </a:xfrm>
                <a:custGeom>
                  <a:avLst/>
                  <a:gdLst/>
                  <a:ahLst/>
                  <a:cxnLst/>
                  <a:rect l="l" t="t" r="r" b="b"/>
                  <a:pathLst>
                    <a:path w="5505" h="1245" extrusionOk="0">
                      <a:moveTo>
                        <a:pt x="5344" y="1"/>
                      </a:moveTo>
                      <a:cubicBezTo>
                        <a:pt x="5330" y="1"/>
                        <a:pt x="5316" y="4"/>
                        <a:pt x="5304" y="10"/>
                      </a:cubicBezTo>
                      <a:cubicBezTo>
                        <a:pt x="3603" y="443"/>
                        <a:pt x="1868" y="744"/>
                        <a:pt x="134" y="944"/>
                      </a:cubicBezTo>
                      <a:cubicBezTo>
                        <a:pt x="34" y="944"/>
                        <a:pt x="0" y="1044"/>
                        <a:pt x="0" y="1111"/>
                      </a:cubicBezTo>
                      <a:cubicBezTo>
                        <a:pt x="0" y="1211"/>
                        <a:pt x="67" y="1244"/>
                        <a:pt x="134" y="1244"/>
                      </a:cubicBezTo>
                      <a:lnTo>
                        <a:pt x="167" y="1244"/>
                      </a:lnTo>
                      <a:cubicBezTo>
                        <a:pt x="1902" y="1044"/>
                        <a:pt x="3670" y="744"/>
                        <a:pt x="5371" y="310"/>
                      </a:cubicBezTo>
                      <a:cubicBezTo>
                        <a:pt x="5438" y="277"/>
                        <a:pt x="5504" y="210"/>
                        <a:pt x="5471" y="110"/>
                      </a:cubicBezTo>
                      <a:cubicBezTo>
                        <a:pt x="5471" y="55"/>
                        <a:pt x="5404" y="1"/>
                        <a:pt x="5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3022325" y="1376425"/>
                  <a:ext cx="54225" cy="14200"/>
                </a:xfrm>
                <a:custGeom>
                  <a:avLst/>
                  <a:gdLst/>
                  <a:ahLst/>
                  <a:cxnLst/>
                  <a:rect l="l" t="t" r="r" b="b"/>
                  <a:pathLst>
                    <a:path w="2169" h="568" extrusionOk="0">
                      <a:moveTo>
                        <a:pt x="1386" y="1"/>
                      </a:moveTo>
                      <a:cubicBezTo>
                        <a:pt x="946" y="1"/>
                        <a:pt x="501" y="90"/>
                        <a:pt x="101" y="267"/>
                      </a:cubicBezTo>
                      <a:cubicBezTo>
                        <a:pt x="34" y="301"/>
                        <a:pt x="1" y="401"/>
                        <a:pt x="34" y="468"/>
                      </a:cubicBezTo>
                      <a:cubicBezTo>
                        <a:pt x="34" y="534"/>
                        <a:pt x="101" y="568"/>
                        <a:pt x="167" y="568"/>
                      </a:cubicBezTo>
                      <a:cubicBezTo>
                        <a:pt x="201" y="568"/>
                        <a:pt x="201" y="568"/>
                        <a:pt x="234" y="534"/>
                      </a:cubicBezTo>
                      <a:cubicBezTo>
                        <a:pt x="585" y="381"/>
                        <a:pt x="978" y="300"/>
                        <a:pt x="1368" y="300"/>
                      </a:cubicBezTo>
                      <a:cubicBezTo>
                        <a:pt x="1572" y="300"/>
                        <a:pt x="1774" y="322"/>
                        <a:pt x="1969" y="368"/>
                      </a:cubicBezTo>
                      <a:cubicBezTo>
                        <a:pt x="2069" y="368"/>
                        <a:pt x="2136" y="334"/>
                        <a:pt x="2169" y="234"/>
                      </a:cubicBezTo>
                      <a:cubicBezTo>
                        <a:pt x="2169" y="167"/>
                        <a:pt x="2136" y="67"/>
                        <a:pt x="2035" y="67"/>
                      </a:cubicBezTo>
                      <a:cubicBezTo>
                        <a:pt x="1824" y="23"/>
                        <a:pt x="1606" y="1"/>
                        <a:pt x="1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2296800" y="1403725"/>
                  <a:ext cx="368625" cy="174550"/>
                </a:xfrm>
                <a:custGeom>
                  <a:avLst/>
                  <a:gdLst/>
                  <a:ahLst/>
                  <a:cxnLst/>
                  <a:rect l="l" t="t" r="r" b="b"/>
                  <a:pathLst>
                    <a:path w="14745" h="6982" extrusionOk="0">
                      <a:moveTo>
                        <a:pt x="149" y="1"/>
                      </a:moveTo>
                      <a:cubicBezTo>
                        <a:pt x="78" y="1"/>
                        <a:pt x="28" y="55"/>
                        <a:pt x="1" y="109"/>
                      </a:cubicBezTo>
                      <a:cubicBezTo>
                        <a:pt x="1" y="210"/>
                        <a:pt x="34" y="276"/>
                        <a:pt x="134" y="310"/>
                      </a:cubicBezTo>
                      <a:cubicBezTo>
                        <a:pt x="4738" y="1377"/>
                        <a:pt x="9908" y="4846"/>
                        <a:pt x="12577" y="6814"/>
                      </a:cubicBezTo>
                      <a:cubicBezTo>
                        <a:pt x="12677" y="6914"/>
                        <a:pt x="12743" y="6948"/>
                        <a:pt x="12777" y="6981"/>
                      </a:cubicBezTo>
                      <a:lnTo>
                        <a:pt x="12944" y="6981"/>
                      </a:lnTo>
                      <a:cubicBezTo>
                        <a:pt x="12977" y="6948"/>
                        <a:pt x="13010" y="6881"/>
                        <a:pt x="13010" y="6814"/>
                      </a:cubicBezTo>
                      <a:cubicBezTo>
                        <a:pt x="12944" y="5914"/>
                        <a:pt x="12343" y="5213"/>
                        <a:pt x="11809" y="4679"/>
                      </a:cubicBezTo>
                      <a:cubicBezTo>
                        <a:pt x="11242" y="4079"/>
                        <a:pt x="10742" y="3679"/>
                        <a:pt x="10408" y="3412"/>
                      </a:cubicBezTo>
                      <a:cubicBezTo>
                        <a:pt x="10275" y="3278"/>
                        <a:pt x="10108" y="3145"/>
                        <a:pt x="10041" y="3078"/>
                      </a:cubicBezTo>
                      <a:cubicBezTo>
                        <a:pt x="10175" y="3012"/>
                        <a:pt x="10508" y="2978"/>
                        <a:pt x="10875" y="2911"/>
                      </a:cubicBezTo>
                      <a:cubicBezTo>
                        <a:pt x="11609" y="2811"/>
                        <a:pt x="12810" y="2645"/>
                        <a:pt x="14611" y="2211"/>
                      </a:cubicBezTo>
                      <a:cubicBezTo>
                        <a:pt x="14678" y="2178"/>
                        <a:pt x="14745" y="2111"/>
                        <a:pt x="14711" y="2011"/>
                      </a:cubicBezTo>
                      <a:cubicBezTo>
                        <a:pt x="14711" y="1956"/>
                        <a:pt x="14667" y="1902"/>
                        <a:pt x="14596" y="1902"/>
                      </a:cubicBezTo>
                      <a:cubicBezTo>
                        <a:pt x="14580" y="1902"/>
                        <a:pt x="14563" y="1905"/>
                        <a:pt x="14545" y="1911"/>
                      </a:cubicBezTo>
                      <a:cubicBezTo>
                        <a:pt x="12777" y="2311"/>
                        <a:pt x="11543" y="2511"/>
                        <a:pt x="10809" y="2611"/>
                      </a:cubicBezTo>
                      <a:cubicBezTo>
                        <a:pt x="10008" y="2745"/>
                        <a:pt x="9741" y="2778"/>
                        <a:pt x="9708" y="2978"/>
                      </a:cubicBezTo>
                      <a:cubicBezTo>
                        <a:pt x="9641" y="3178"/>
                        <a:pt x="9808" y="3312"/>
                        <a:pt x="10208" y="3645"/>
                      </a:cubicBezTo>
                      <a:cubicBezTo>
                        <a:pt x="10542" y="3912"/>
                        <a:pt x="11009" y="4279"/>
                        <a:pt x="11576" y="4880"/>
                      </a:cubicBezTo>
                      <a:cubicBezTo>
                        <a:pt x="12010" y="5313"/>
                        <a:pt x="12477" y="5847"/>
                        <a:pt x="12643" y="6481"/>
                      </a:cubicBezTo>
                      <a:cubicBezTo>
                        <a:pt x="9908" y="4479"/>
                        <a:pt x="4804" y="1077"/>
                        <a:pt x="201" y="9"/>
                      </a:cubicBezTo>
                      <a:cubicBezTo>
                        <a:pt x="183" y="3"/>
                        <a:pt x="165" y="1"/>
                        <a:pt x="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5"/>
                <p:cNvSpPr/>
                <p:nvPr/>
              </p:nvSpPr>
              <p:spPr>
                <a:xfrm>
                  <a:off x="2369375" y="1306375"/>
                  <a:ext cx="919825" cy="170150"/>
                </a:xfrm>
                <a:custGeom>
                  <a:avLst/>
                  <a:gdLst/>
                  <a:ahLst/>
                  <a:cxnLst/>
                  <a:rect l="l" t="t" r="r" b="b"/>
                  <a:pathLst>
                    <a:path w="36793" h="6806" extrusionOk="0">
                      <a:moveTo>
                        <a:pt x="36626" y="1"/>
                      </a:moveTo>
                      <a:cubicBezTo>
                        <a:pt x="35592" y="67"/>
                        <a:pt x="34558" y="134"/>
                        <a:pt x="33524" y="167"/>
                      </a:cubicBezTo>
                      <a:cubicBezTo>
                        <a:pt x="32023" y="234"/>
                        <a:pt x="30488" y="301"/>
                        <a:pt x="28987" y="468"/>
                      </a:cubicBezTo>
                      <a:cubicBezTo>
                        <a:pt x="26019" y="768"/>
                        <a:pt x="23050" y="1168"/>
                        <a:pt x="20114" y="1602"/>
                      </a:cubicBezTo>
                      <a:cubicBezTo>
                        <a:pt x="17246" y="2035"/>
                        <a:pt x="14377" y="2369"/>
                        <a:pt x="11408" y="2669"/>
                      </a:cubicBezTo>
                      <a:cubicBezTo>
                        <a:pt x="7706" y="3036"/>
                        <a:pt x="3903" y="3436"/>
                        <a:pt x="133" y="3770"/>
                      </a:cubicBezTo>
                      <a:cubicBezTo>
                        <a:pt x="100" y="3770"/>
                        <a:pt x="33" y="3803"/>
                        <a:pt x="0" y="3870"/>
                      </a:cubicBezTo>
                      <a:cubicBezTo>
                        <a:pt x="0" y="3937"/>
                        <a:pt x="0" y="4003"/>
                        <a:pt x="67" y="4037"/>
                      </a:cubicBezTo>
                      <a:cubicBezTo>
                        <a:pt x="701" y="4671"/>
                        <a:pt x="1568" y="5038"/>
                        <a:pt x="2368" y="5404"/>
                      </a:cubicBezTo>
                      <a:lnTo>
                        <a:pt x="2735" y="5571"/>
                      </a:lnTo>
                      <a:cubicBezTo>
                        <a:pt x="3736" y="6005"/>
                        <a:pt x="4770" y="6439"/>
                        <a:pt x="5804" y="6772"/>
                      </a:cubicBezTo>
                      <a:cubicBezTo>
                        <a:pt x="5838" y="6772"/>
                        <a:pt x="5838" y="6805"/>
                        <a:pt x="5871" y="6805"/>
                      </a:cubicBezTo>
                      <a:cubicBezTo>
                        <a:pt x="5938" y="6805"/>
                        <a:pt x="5971" y="6739"/>
                        <a:pt x="6004" y="6705"/>
                      </a:cubicBezTo>
                      <a:cubicBezTo>
                        <a:pt x="6038" y="6605"/>
                        <a:pt x="5971" y="6505"/>
                        <a:pt x="5904" y="6505"/>
                      </a:cubicBezTo>
                      <a:cubicBezTo>
                        <a:pt x="4870" y="6138"/>
                        <a:pt x="3836" y="5738"/>
                        <a:pt x="2835" y="5271"/>
                      </a:cubicBezTo>
                      <a:lnTo>
                        <a:pt x="2502" y="5138"/>
                      </a:lnTo>
                      <a:cubicBezTo>
                        <a:pt x="1801" y="4804"/>
                        <a:pt x="1101" y="4504"/>
                        <a:pt x="534" y="4037"/>
                      </a:cubicBezTo>
                      <a:cubicBezTo>
                        <a:pt x="4170" y="3737"/>
                        <a:pt x="7872" y="3336"/>
                        <a:pt x="11442" y="2969"/>
                      </a:cubicBezTo>
                      <a:cubicBezTo>
                        <a:pt x="14410" y="2669"/>
                        <a:pt x="17279" y="2369"/>
                        <a:pt x="20148" y="1935"/>
                      </a:cubicBezTo>
                      <a:cubicBezTo>
                        <a:pt x="23083" y="1468"/>
                        <a:pt x="26052" y="1101"/>
                        <a:pt x="28987" y="768"/>
                      </a:cubicBezTo>
                      <a:cubicBezTo>
                        <a:pt x="30522" y="601"/>
                        <a:pt x="32056" y="534"/>
                        <a:pt x="33524" y="468"/>
                      </a:cubicBezTo>
                      <a:cubicBezTo>
                        <a:pt x="34558" y="434"/>
                        <a:pt x="35625" y="401"/>
                        <a:pt x="36660" y="334"/>
                      </a:cubicBezTo>
                      <a:cubicBezTo>
                        <a:pt x="36726" y="301"/>
                        <a:pt x="36793" y="234"/>
                        <a:pt x="36793" y="167"/>
                      </a:cubicBezTo>
                      <a:cubicBezTo>
                        <a:pt x="36793" y="67"/>
                        <a:pt x="36726" y="1"/>
                        <a:pt x="366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5"/>
                <p:cNvSpPr/>
                <p:nvPr/>
              </p:nvSpPr>
              <p:spPr>
                <a:xfrm>
                  <a:off x="2697100" y="1401450"/>
                  <a:ext cx="236025" cy="46725"/>
                </a:xfrm>
                <a:custGeom>
                  <a:avLst/>
                  <a:gdLst/>
                  <a:ahLst/>
                  <a:cxnLst/>
                  <a:rect l="l" t="t" r="r" b="b"/>
                  <a:pathLst>
                    <a:path w="9441" h="1869" extrusionOk="0">
                      <a:moveTo>
                        <a:pt x="9240" y="0"/>
                      </a:moveTo>
                      <a:cubicBezTo>
                        <a:pt x="6272" y="567"/>
                        <a:pt x="3136" y="1101"/>
                        <a:pt x="167" y="1535"/>
                      </a:cubicBezTo>
                      <a:cubicBezTo>
                        <a:pt x="67" y="1568"/>
                        <a:pt x="0" y="1635"/>
                        <a:pt x="34" y="1735"/>
                      </a:cubicBezTo>
                      <a:cubicBezTo>
                        <a:pt x="34" y="1802"/>
                        <a:pt x="100" y="1868"/>
                        <a:pt x="167" y="1868"/>
                      </a:cubicBezTo>
                      <a:lnTo>
                        <a:pt x="201" y="1868"/>
                      </a:lnTo>
                      <a:cubicBezTo>
                        <a:pt x="3169" y="1401"/>
                        <a:pt x="6338" y="868"/>
                        <a:pt x="9274" y="334"/>
                      </a:cubicBezTo>
                      <a:cubicBezTo>
                        <a:pt x="9374" y="301"/>
                        <a:pt x="9440" y="234"/>
                        <a:pt x="9407" y="134"/>
                      </a:cubicBezTo>
                      <a:cubicBezTo>
                        <a:pt x="9407" y="67"/>
                        <a:pt x="9307" y="0"/>
                        <a:pt x="9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
                <p:cNvSpPr/>
                <p:nvPr/>
              </p:nvSpPr>
              <p:spPr>
                <a:xfrm>
                  <a:off x="2416075" y="1511200"/>
                  <a:ext cx="120100" cy="33700"/>
                </a:xfrm>
                <a:custGeom>
                  <a:avLst/>
                  <a:gdLst/>
                  <a:ahLst/>
                  <a:cxnLst/>
                  <a:rect l="l" t="t" r="r" b="b"/>
                  <a:pathLst>
                    <a:path w="4804" h="1348" extrusionOk="0">
                      <a:moveTo>
                        <a:pt x="4658" y="1"/>
                      </a:moveTo>
                      <a:cubicBezTo>
                        <a:pt x="4639" y="1"/>
                        <a:pt x="4620" y="5"/>
                        <a:pt x="4603" y="13"/>
                      </a:cubicBezTo>
                      <a:cubicBezTo>
                        <a:pt x="4370" y="80"/>
                        <a:pt x="4136" y="147"/>
                        <a:pt x="3869" y="180"/>
                      </a:cubicBezTo>
                      <a:cubicBezTo>
                        <a:pt x="3336" y="314"/>
                        <a:pt x="2802" y="447"/>
                        <a:pt x="2302" y="714"/>
                      </a:cubicBezTo>
                      <a:cubicBezTo>
                        <a:pt x="2235" y="747"/>
                        <a:pt x="2168" y="781"/>
                        <a:pt x="2102" y="814"/>
                      </a:cubicBezTo>
                      <a:cubicBezTo>
                        <a:pt x="1968" y="914"/>
                        <a:pt x="1801" y="981"/>
                        <a:pt x="1668" y="1014"/>
                      </a:cubicBezTo>
                      <a:cubicBezTo>
                        <a:pt x="1623" y="1026"/>
                        <a:pt x="1575" y="1032"/>
                        <a:pt x="1524" y="1032"/>
                      </a:cubicBezTo>
                      <a:cubicBezTo>
                        <a:pt x="1157" y="1032"/>
                        <a:pt x="647" y="736"/>
                        <a:pt x="267" y="414"/>
                      </a:cubicBezTo>
                      <a:cubicBezTo>
                        <a:pt x="241" y="388"/>
                        <a:pt x="211" y="377"/>
                        <a:pt x="181" y="377"/>
                      </a:cubicBezTo>
                      <a:cubicBezTo>
                        <a:pt x="133" y="377"/>
                        <a:pt x="87" y="406"/>
                        <a:pt x="67" y="447"/>
                      </a:cubicBezTo>
                      <a:cubicBezTo>
                        <a:pt x="0" y="514"/>
                        <a:pt x="0" y="614"/>
                        <a:pt x="67" y="647"/>
                      </a:cubicBezTo>
                      <a:cubicBezTo>
                        <a:pt x="467" y="981"/>
                        <a:pt x="1067" y="1348"/>
                        <a:pt x="1568" y="1348"/>
                      </a:cubicBezTo>
                      <a:cubicBezTo>
                        <a:pt x="1601" y="1348"/>
                        <a:pt x="1668" y="1348"/>
                        <a:pt x="1735" y="1314"/>
                      </a:cubicBezTo>
                      <a:cubicBezTo>
                        <a:pt x="1935" y="1281"/>
                        <a:pt x="2102" y="1181"/>
                        <a:pt x="2268" y="1081"/>
                      </a:cubicBezTo>
                      <a:cubicBezTo>
                        <a:pt x="2335" y="1048"/>
                        <a:pt x="2368" y="1014"/>
                        <a:pt x="2435" y="981"/>
                      </a:cubicBezTo>
                      <a:cubicBezTo>
                        <a:pt x="2935" y="747"/>
                        <a:pt x="3436" y="614"/>
                        <a:pt x="3970" y="480"/>
                      </a:cubicBezTo>
                      <a:cubicBezTo>
                        <a:pt x="4203" y="447"/>
                        <a:pt x="4437" y="380"/>
                        <a:pt x="4670" y="314"/>
                      </a:cubicBezTo>
                      <a:cubicBezTo>
                        <a:pt x="4770" y="280"/>
                        <a:pt x="4803" y="180"/>
                        <a:pt x="4803" y="114"/>
                      </a:cubicBezTo>
                      <a:cubicBezTo>
                        <a:pt x="4778" y="38"/>
                        <a:pt x="4716" y="1"/>
                        <a:pt x="46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5"/>
                <p:cNvSpPr/>
                <p:nvPr/>
              </p:nvSpPr>
              <p:spPr>
                <a:xfrm>
                  <a:off x="2368525" y="1461275"/>
                  <a:ext cx="103425" cy="58625"/>
                </a:xfrm>
                <a:custGeom>
                  <a:avLst/>
                  <a:gdLst/>
                  <a:ahLst/>
                  <a:cxnLst/>
                  <a:rect l="l" t="t" r="r" b="b"/>
                  <a:pathLst>
                    <a:path w="4137" h="2345" extrusionOk="0">
                      <a:moveTo>
                        <a:pt x="182" y="0"/>
                      </a:moveTo>
                      <a:cubicBezTo>
                        <a:pt x="111" y="0"/>
                        <a:pt x="61" y="55"/>
                        <a:pt x="34" y="109"/>
                      </a:cubicBezTo>
                      <a:cubicBezTo>
                        <a:pt x="1" y="176"/>
                        <a:pt x="34" y="276"/>
                        <a:pt x="101" y="309"/>
                      </a:cubicBezTo>
                      <a:cubicBezTo>
                        <a:pt x="1435" y="843"/>
                        <a:pt x="2703" y="1510"/>
                        <a:pt x="3870" y="2311"/>
                      </a:cubicBezTo>
                      <a:cubicBezTo>
                        <a:pt x="3870" y="2344"/>
                        <a:pt x="3903" y="2344"/>
                        <a:pt x="3937" y="2344"/>
                      </a:cubicBezTo>
                      <a:cubicBezTo>
                        <a:pt x="4004" y="2344"/>
                        <a:pt x="4037" y="2311"/>
                        <a:pt x="4070" y="2277"/>
                      </a:cubicBezTo>
                      <a:cubicBezTo>
                        <a:pt x="4137" y="2211"/>
                        <a:pt x="4104" y="2111"/>
                        <a:pt x="4037" y="2044"/>
                      </a:cubicBezTo>
                      <a:cubicBezTo>
                        <a:pt x="2836" y="1243"/>
                        <a:pt x="1568" y="543"/>
                        <a:pt x="234" y="9"/>
                      </a:cubicBezTo>
                      <a:cubicBezTo>
                        <a:pt x="216" y="3"/>
                        <a:pt x="199" y="0"/>
                        <a:pt x="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a:off x="2471100" y="1518600"/>
                  <a:ext cx="127625" cy="80500"/>
                </a:xfrm>
                <a:custGeom>
                  <a:avLst/>
                  <a:gdLst/>
                  <a:ahLst/>
                  <a:cxnLst/>
                  <a:rect l="l" t="t" r="r" b="b"/>
                  <a:pathLst>
                    <a:path w="5105" h="3220" extrusionOk="0">
                      <a:moveTo>
                        <a:pt x="2886" y="1"/>
                      </a:moveTo>
                      <a:cubicBezTo>
                        <a:pt x="2844" y="1"/>
                        <a:pt x="2803" y="18"/>
                        <a:pt x="2769" y="51"/>
                      </a:cubicBezTo>
                      <a:cubicBezTo>
                        <a:pt x="2736" y="118"/>
                        <a:pt x="2736" y="218"/>
                        <a:pt x="2803" y="285"/>
                      </a:cubicBezTo>
                      <a:cubicBezTo>
                        <a:pt x="3637" y="1018"/>
                        <a:pt x="4137" y="1819"/>
                        <a:pt x="4704" y="2920"/>
                      </a:cubicBezTo>
                      <a:cubicBezTo>
                        <a:pt x="3436" y="2786"/>
                        <a:pt x="2002" y="1719"/>
                        <a:pt x="935" y="918"/>
                      </a:cubicBezTo>
                      <a:cubicBezTo>
                        <a:pt x="668" y="752"/>
                        <a:pt x="434" y="585"/>
                        <a:pt x="234" y="418"/>
                      </a:cubicBezTo>
                      <a:cubicBezTo>
                        <a:pt x="216" y="409"/>
                        <a:pt x="196" y="405"/>
                        <a:pt x="175" y="405"/>
                      </a:cubicBezTo>
                      <a:cubicBezTo>
                        <a:pt x="119" y="405"/>
                        <a:pt x="58" y="436"/>
                        <a:pt x="34" y="485"/>
                      </a:cubicBezTo>
                      <a:cubicBezTo>
                        <a:pt x="1" y="551"/>
                        <a:pt x="1" y="651"/>
                        <a:pt x="67" y="685"/>
                      </a:cubicBezTo>
                      <a:cubicBezTo>
                        <a:pt x="267" y="818"/>
                        <a:pt x="501" y="985"/>
                        <a:pt x="734" y="1185"/>
                      </a:cubicBezTo>
                      <a:cubicBezTo>
                        <a:pt x="1902" y="2052"/>
                        <a:pt x="3503" y="3220"/>
                        <a:pt x="4904" y="3220"/>
                      </a:cubicBezTo>
                      <a:lnTo>
                        <a:pt x="4971" y="3220"/>
                      </a:lnTo>
                      <a:cubicBezTo>
                        <a:pt x="5004" y="3220"/>
                        <a:pt x="5071" y="3187"/>
                        <a:pt x="5104" y="3153"/>
                      </a:cubicBezTo>
                      <a:cubicBezTo>
                        <a:pt x="5104" y="3120"/>
                        <a:pt x="5104" y="3053"/>
                        <a:pt x="5104" y="3020"/>
                      </a:cubicBezTo>
                      <a:cubicBezTo>
                        <a:pt x="4571" y="1986"/>
                        <a:pt x="4003" y="985"/>
                        <a:pt x="3003" y="51"/>
                      </a:cubicBezTo>
                      <a:cubicBezTo>
                        <a:pt x="2969" y="18"/>
                        <a:pt x="2928" y="1"/>
                        <a:pt x="2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5"/>
                <p:cNvSpPr/>
                <p:nvPr/>
              </p:nvSpPr>
              <p:spPr>
                <a:xfrm>
                  <a:off x="2591200" y="1485675"/>
                  <a:ext cx="138450" cy="48400"/>
                </a:xfrm>
                <a:custGeom>
                  <a:avLst/>
                  <a:gdLst/>
                  <a:ahLst/>
                  <a:cxnLst/>
                  <a:rect l="l" t="t" r="r" b="b"/>
                  <a:pathLst>
                    <a:path w="5538" h="1936" extrusionOk="0">
                      <a:moveTo>
                        <a:pt x="5304" y="0"/>
                      </a:moveTo>
                      <a:cubicBezTo>
                        <a:pt x="5237" y="34"/>
                        <a:pt x="5137" y="67"/>
                        <a:pt x="5037" y="67"/>
                      </a:cubicBezTo>
                      <a:cubicBezTo>
                        <a:pt x="4637" y="167"/>
                        <a:pt x="3903" y="301"/>
                        <a:pt x="2402" y="801"/>
                      </a:cubicBezTo>
                      <a:cubicBezTo>
                        <a:pt x="2366" y="819"/>
                        <a:pt x="2337" y="827"/>
                        <a:pt x="2312" y="827"/>
                      </a:cubicBezTo>
                      <a:cubicBezTo>
                        <a:pt x="2243" y="827"/>
                        <a:pt x="2199" y="765"/>
                        <a:pt x="2102" y="668"/>
                      </a:cubicBezTo>
                      <a:cubicBezTo>
                        <a:pt x="2006" y="572"/>
                        <a:pt x="1876" y="408"/>
                        <a:pt x="1639" y="408"/>
                      </a:cubicBezTo>
                      <a:cubicBezTo>
                        <a:pt x="1545" y="408"/>
                        <a:pt x="1434" y="434"/>
                        <a:pt x="1301" y="501"/>
                      </a:cubicBezTo>
                      <a:cubicBezTo>
                        <a:pt x="1234" y="534"/>
                        <a:pt x="1201" y="601"/>
                        <a:pt x="1234" y="701"/>
                      </a:cubicBezTo>
                      <a:lnTo>
                        <a:pt x="1301" y="868"/>
                      </a:lnTo>
                      <a:cubicBezTo>
                        <a:pt x="1368" y="1001"/>
                        <a:pt x="1434" y="1168"/>
                        <a:pt x="1434" y="1201"/>
                      </a:cubicBezTo>
                      <a:cubicBezTo>
                        <a:pt x="1401" y="1268"/>
                        <a:pt x="1101" y="1335"/>
                        <a:pt x="801" y="1435"/>
                      </a:cubicBezTo>
                      <a:cubicBezTo>
                        <a:pt x="634" y="1468"/>
                        <a:pt x="400" y="1535"/>
                        <a:pt x="133" y="1635"/>
                      </a:cubicBezTo>
                      <a:cubicBezTo>
                        <a:pt x="67" y="1635"/>
                        <a:pt x="0" y="1735"/>
                        <a:pt x="33" y="1802"/>
                      </a:cubicBezTo>
                      <a:cubicBezTo>
                        <a:pt x="67" y="1902"/>
                        <a:pt x="100" y="1935"/>
                        <a:pt x="167" y="1935"/>
                      </a:cubicBezTo>
                      <a:cubicBezTo>
                        <a:pt x="200" y="1935"/>
                        <a:pt x="200" y="1935"/>
                        <a:pt x="234" y="1902"/>
                      </a:cubicBezTo>
                      <a:cubicBezTo>
                        <a:pt x="500" y="1835"/>
                        <a:pt x="734" y="1768"/>
                        <a:pt x="901" y="1735"/>
                      </a:cubicBezTo>
                      <a:cubicBezTo>
                        <a:pt x="1434" y="1568"/>
                        <a:pt x="1635" y="1501"/>
                        <a:pt x="1735" y="1335"/>
                      </a:cubicBezTo>
                      <a:cubicBezTo>
                        <a:pt x="1801" y="1168"/>
                        <a:pt x="1735" y="1001"/>
                        <a:pt x="1601" y="734"/>
                      </a:cubicBezTo>
                      <a:cubicBezTo>
                        <a:pt x="1618" y="729"/>
                        <a:pt x="1635" y="726"/>
                        <a:pt x="1650" y="726"/>
                      </a:cubicBezTo>
                      <a:cubicBezTo>
                        <a:pt x="1725" y="726"/>
                        <a:pt x="1785" y="790"/>
                        <a:pt x="1868" y="901"/>
                      </a:cubicBezTo>
                      <a:cubicBezTo>
                        <a:pt x="1970" y="1003"/>
                        <a:pt x="2093" y="1145"/>
                        <a:pt x="2295" y="1145"/>
                      </a:cubicBezTo>
                      <a:cubicBezTo>
                        <a:pt x="2356" y="1145"/>
                        <a:pt x="2424" y="1132"/>
                        <a:pt x="2502" y="1101"/>
                      </a:cubicBezTo>
                      <a:cubicBezTo>
                        <a:pt x="3970" y="601"/>
                        <a:pt x="4703" y="467"/>
                        <a:pt x="5104" y="367"/>
                      </a:cubicBezTo>
                      <a:cubicBezTo>
                        <a:pt x="5237" y="367"/>
                        <a:pt x="5337" y="334"/>
                        <a:pt x="5404" y="301"/>
                      </a:cubicBezTo>
                      <a:cubicBezTo>
                        <a:pt x="5471" y="301"/>
                        <a:pt x="5537" y="201"/>
                        <a:pt x="5504" y="100"/>
                      </a:cubicBezTo>
                      <a:cubicBezTo>
                        <a:pt x="5471" y="34"/>
                        <a:pt x="5404" y="0"/>
                        <a:pt x="5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5"/>
                <p:cNvSpPr/>
                <p:nvPr/>
              </p:nvSpPr>
              <p:spPr>
                <a:xfrm>
                  <a:off x="2342675" y="1560425"/>
                  <a:ext cx="183500" cy="66200"/>
                </a:xfrm>
                <a:custGeom>
                  <a:avLst/>
                  <a:gdLst/>
                  <a:ahLst/>
                  <a:cxnLst/>
                  <a:rect l="l" t="t" r="r" b="b"/>
                  <a:pathLst>
                    <a:path w="7340" h="2648" extrusionOk="0">
                      <a:moveTo>
                        <a:pt x="1523" y="0"/>
                      </a:moveTo>
                      <a:cubicBezTo>
                        <a:pt x="1504" y="0"/>
                        <a:pt x="1485" y="4"/>
                        <a:pt x="1468" y="13"/>
                      </a:cubicBezTo>
                      <a:cubicBezTo>
                        <a:pt x="1235" y="113"/>
                        <a:pt x="101" y="646"/>
                        <a:pt x="34" y="1113"/>
                      </a:cubicBezTo>
                      <a:cubicBezTo>
                        <a:pt x="1" y="1213"/>
                        <a:pt x="67" y="1347"/>
                        <a:pt x="134" y="1414"/>
                      </a:cubicBezTo>
                      <a:cubicBezTo>
                        <a:pt x="801" y="1981"/>
                        <a:pt x="2035" y="2648"/>
                        <a:pt x="2569" y="2648"/>
                      </a:cubicBezTo>
                      <a:lnTo>
                        <a:pt x="2602" y="2648"/>
                      </a:lnTo>
                      <a:cubicBezTo>
                        <a:pt x="2703" y="2648"/>
                        <a:pt x="2703" y="2648"/>
                        <a:pt x="3837" y="2081"/>
                      </a:cubicBezTo>
                      <a:cubicBezTo>
                        <a:pt x="4470" y="1780"/>
                        <a:pt x="5538" y="1213"/>
                        <a:pt x="7239" y="379"/>
                      </a:cubicBezTo>
                      <a:cubicBezTo>
                        <a:pt x="7306" y="346"/>
                        <a:pt x="7339" y="246"/>
                        <a:pt x="7306" y="146"/>
                      </a:cubicBezTo>
                      <a:cubicBezTo>
                        <a:pt x="7281" y="97"/>
                        <a:pt x="7221" y="66"/>
                        <a:pt x="7165" y="66"/>
                      </a:cubicBezTo>
                      <a:cubicBezTo>
                        <a:pt x="7144" y="66"/>
                        <a:pt x="7124" y="70"/>
                        <a:pt x="7106" y="79"/>
                      </a:cubicBezTo>
                      <a:cubicBezTo>
                        <a:pt x="5371" y="947"/>
                        <a:pt x="4337" y="1480"/>
                        <a:pt x="3670" y="1814"/>
                      </a:cubicBezTo>
                      <a:cubicBezTo>
                        <a:pt x="2736" y="2314"/>
                        <a:pt x="2636" y="2348"/>
                        <a:pt x="2569" y="2348"/>
                      </a:cubicBezTo>
                      <a:lnTo>
                        <a:pt x="2536" y="2348"/>
                      </a:lnTo>
                      <a:cubicBezTo>
                        <a:pt x="2135" y="2348"/>
                        <a:pt x="1001" y="1747"/>
                        <a:pt x="334" y="1147"/>
                      </a:cubicBezTo>
                      <a:cubicBezTo>
                        <a:pt x="368" y="947"/>
                        <a:pt x="1001" y="546"/>
                        <a:pt x="1602" y="313"/>
                      </a:cubicBezTo>
                      <a:cubicBezTo>
                        <a:pt x="1668" y="279"/>
                        <a:pt x="1702" y="179"/>
                        <a:pt x="1668" y="113"/>
                      </a:cubicBezTo>
                      <a:cubicBezTo>
                        <a:pt x="1643" y="38"/>
                        <a:pt x="1581" y="0"/>
                        <a:pt x="1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5"/>
                <p:cNvSpPr/>
                <p:nvPr/>
              </p:nvSpPr>
              <p:spPr>
                <a:xfrm>
                  <a:off x="2079150" y="1590250"/>
                  <a:ext cx="502900" cy="150625"/>
                </a:xfrm>
                <a:custGeom>
                  <a:avLst/>
                  <a:gdLst/>
                  <a:ahLst/>
                  <a:cxnLst/>
                  <a:rect l="l" t="t" r="r" b="b"/>
                  <a:pathLst>
                    <a:path w="20116" h="6025" extrusionOk="0">
                      <a:moveTo>
                        <a:pt x="15463" y="0"/>
                      </a:moveTo>
                      <a:cubicBezTo>
                        <a:pt x="15414" y="0"/>
                        <a:pt x="15366" y="24"/>
                        <a:pt x="15345" y="87"/>
                      </a:cubicBezTo>
                      <a:cubicBezTo>
                        <a:pt x="15278" y="154"/>
                        <a:pt x="15312" y="254"/>
                        <a:pt x="15378" y="287"/>
                      </a:cubicBezTo>
                      <a:cubicBezTo>
                        <a:pt x="17513" y="1788"/>
                        <a:pt x="19681" y="3856"/>
                        <a:pt x="19381" y="4824"/>
                      </a:cubicBezTo>
                      <a:cubicBezTo>
                        <a:pt x="19315" y="5157"/>
                        <a:pt x="18881" y="5324"/>
                        <a:pt x="18114" y="5391"/>
                      </a:cubicBezTo>
                      <a:cubicBezTo>
                        <a:pt x="17447" y="5424"/>
                        <a:pt x="16779" y="5458"/>
                        <a:pt x="16146" y="5524"/>
                      </a:cubicBezTo>
                      <a:cubicBezTo>
                        <a:pt x="14798" y="5624"/>
                        <a:pt x="13474" y="5721"/>
                        <a:pt x="12089" y="5721"/>
                      </a:cubicBezTo>
                      <a:cubicBezTo>
                        <a:pt x="8844" y="5721"/>
                        <a:pt x="5260" y="5190"/>
                        <a:pt x="234" y="2922"/>
                      </a:cubicBezTo>
                      <a:cubicBezTo>
                        <a:pt x="216" y="2914"/>
                        <a:pt x="196" y="2909"/>
                        <a:pt x="175" y="2909"/>
                      </a:cubicBezTo>
                      <a:cubicBezTo>
                        <a:pt x="119" y="2909"/>
                        <a:pt x="59" y="2940"/>
                        <a:pt x="34" y="2989"/>
                      </a:cubicBezTo>
                      <a:cubicBezTo>
                        <a:pt x="1" y="3056"/>
                        <a:pt x="34" y="3156"/>
                        <a:pt x="101" y="3189"/>
                      </a:cubicBezTo>
                      <a:cubicBezTo>
                        <a:pt x="5171" y="5491"/>
                        <a:pt x="8807" y="6025"/>
                        <a:pt x="12076" y="6025"/>
                      </a:cubicBezTo>
                      <a:cubicBezTo>
                        <a:pt x="13477" y="6025"/>
                        <a:pt x="14811" y="5925"/>
                        <a:pt x="16179" y="5825"/>
                      </a:cubicBezTo>
                      <a:cubicBezTo>
                        <a:pt x="16813" y="5791"/>
                        <a:pt x="17447" y="5724"/>
                        <a:pt x="18114" y="5691"/>
                      </a:cubicBezTo>
                      <a:cubicBezTo>
                        <a:pt x="19014" y="5624"/>
                        <a:pt x="19548" y="5391"/>
                        <a:pt x="19681" y="4891"/>
                      </a:cubicBezTo>
                      <a:cubicBezTo>
                        <a:pt x="20115" y="3389"/>
                        <a:pt x="16312" y="587"/>
                        <a:pt x="15545" y="20"/>
                      </a:cubicBezTo>
                      <a:cubicBezTo>
                        <a:pt x="15521" y="8"/>
                        <a:pt x="15492" y="0"/>
                        <a:pt x="15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5"/>
                <p:cNvSpPr/>
                <p:nvPr/>
              </p:nvSpPr>
              <p:spPr>
                <a:xfrm>
                  <a:off x="2264300" y="1617125"/>
                  <a:ext cx="274375" cy="93725"/>
                </a:xfrm>
                <a:custGeom>
                  <a:avLst/>
                  <a:gdLst/>
                  <a:ahLst/>
                  <a:cxnLst/>
                  <a:rect l="l" t="t" r="r" b="b"/>
                  <a:pathLst>
                    <a:path w="10975" h="3749" extrusionOk="0">
                      <a:moveTo>
                        <a:pt x="146" y="0"/>
                      </a:moveTo>
                      <a:cubicBezTo>
                        <a:pt x="90" y="0"/>
                        <a:pt x="33" y="38"/>
                        <a:pt x="33" y="113"/>
                      </a:cubicBezTo>
                      <a:cubicBezTo>
                        <a:pt x="0" y="180"/>
                        <a:pt x="33" y="280"/>
                        <a:pt x="133" y="313"/>
                      </a:cubicBezTo>
                      <a:cubicBezTo>
                        <a:pt x="1401" y="680"/>
                        <a:pt x="2669" y="1214"/>
                        <a:pt x="3903" y="1747"/>
                      </a:cubicBezTo>
                      <a:cubicBezTo>
                        <a:pt x="6104" y="2648"/>
                        <a:pt x="8373" y="3615"/>
                        <a:pt x="10774" y="3749"/>
                      </a:cubicBezTo>
                      <a:lnTo>
                        <a:pt x="10808" y="3749"/>
                      </a:lnTo>
                      <a:cubicBezTo>
                        <a:pt x="10874" y="3749"/>
                        <a:pt x="10941" y="3682"/>
                        <a:pt x="10941" y="3582"/>
                      </a:cubicBezTo>
                      <a:cubicBezTo>
                        <a:pt x="10975" y="3515"/>
                        <a:pt x="10908" y="3415"/>
                        <a:pt x="10808" y="3415"/>
                      </a:cubicBezTo>
                      <a:cubicBezTo>
                        <a:pt x="8439" y="3315"/>
                        <a:pt x="6204" y="2348"/>
                        <a:pt x="4036" y="1447"/>
                      </a:cubicBezTo>
                      <a:cubicBezTo>
                        <a:pt x="2802" y="913"/>
                        <a:pt x="1501" y="380"/>
                        <a:pt x="200" y="13"/>
                      </a:cubicBezTo>
                      <a:cubicBezTo>
                        <a:pt x="183" y="4"/>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5"/>
                <p:cNvSpPr/>
                <p:nvPr/>
              </p:nvSpPr>
              <p:spPr>
                <a:xfrm>
                  <a:off x="2423575" y="1641575"/>
                  <a:ext cx="97600" cy="35100"/>
                </a:xfrm>
                <a:custGeom>
                  <a:avLst/>
                  <a:gdLst/>
                  <a:ahLst/>
                  <a:cxnLst/>
                  <a:rect l="l" t="t" r="r" b="b"/>
                  <a:pathLst>
                    <a:path w="3904" h="1404" extrusionOk="0">
                      <a:moveTo>
                        <a:pt x="164" y="1"/>
                      </a:moveTo>
                      <a:cubicBezTo>
                        <a:pt x="104" y="1"/>
                        <a:pt x="55" y="38"/>
                        <a:pt x="34" y="102"/>
                      </a:cubicBezTo>
                      <a:cubicBezTo>
                        <a:pt x="0" y="169"/>
                        <a:pt x="34" y="269"/>
                        <a:pt x="134" y="302"/>
                      </a:cubicBezTo>
                      <a:cubicBezTo>
                        <a:pt x="1268" y="836"/>
                        <a:pt x="2469" y="1203"/>
                        <a:pt x="3703" y="1403"/>
                      </a:cubicBezTo>
                      <a:lnTo>
                        <a:pt x="3736" y="1403"/>
                      </a:lnTo>
                      <a:cubicBezTo>
                        <a:pt x="3803" y="1403"/>
                        <a:pt x="3870" y="1336"/>
                        <a:pt x="3903" y="1270"/>
                      </a:cubicBezTo>
                      <a:cubicBezTo>
                        <a:pt x="3903" y="1170"/>
                        <a:pt x="3836" y="1103"/>
                        <a:pt x="3770" y="1103"/>
                      </a:cubicBezTo>
                      <a:cubicBezTo>
                        <a:pt x="2535" y="903"/>
                        <a:pt x="1368" y="536"/>
                        <a:pt x="267" y="36"/>
                      </a:cubicBezTo>
                      <a:cubicBezTo>
                        <a:pt x="232" y="12"/>
                        <a:pt x="196" y="1"/>
                        <a:pt x="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
                <p:cNvSpPr/>
                <p:nvPr/>
              </p:nvSpPr>
              <p:spPr>
                <a:xfrm>
                  <a:off x="2248450" y="1666925"/>
                  <a:ext cx="105100" cy="42275"/>
                </a:xfrm>
                <a:custGeom>
                  <a:avLst/>
                  <a:gdLst/>
                  <a:ahLst/>
                  <a:cxnLst/>
                  <a:rect l="l" t="t" r="r" b="b"/>
                  <a:pathLst>
                    <a:path w="4204" h="1691" extrusionOk="0">
                      <a:moveTo>
                        <a:pt x="3998" y="0"/>
                      </a:moveTo>
                      <a:cubicBezTo>
                        <a:pt x="3964" y="0"/>
                        <a:pt x="3931" y="8"/>
                        <a:pt x="3903" y="22"/>
                      </a:cubicBezTo>
                      <a:cubicBezTo>
                        <a:pt x="2802" y="1023"/>
                        <a:pt x="1201" y="1390"/>
                        <a:pt x="134" y="1390"/>
                      </a:cubicBezTo>
                      <a:cubicBezTo>
                        <a:pt x="67" y="1390"/>
                        <a:pt x="0" y="1457"/>
                        <a:pt x="0" y="1557"/>
                      </a:cubicBezTo>
                      <a:cubicBezTo>
                        <a:pt x="0" y="1623"/>
                        <a:pt x="67" y="1690"/>
                        <a:pt x="167" y="1690"/>
                      </a:cubicBezTo>
                      <a:cubicBezTo>
                        <a:pt x="1268" y="1690"/>
                        <a:pt x="2969" y="1290"/>
                        <a:pt x="4103" y="256"/>
                      </a:cubicBezTo>
                      <a:cubicBezTo>
                        <a:pt x="4170" y="222"/>
                        <a:pt x="4203" y="122"/>
                        <a:pt x="4137" y="56"/>
                      </a:cubicBezTo>
                      <a:cubicBezTo>
                        <a:pt x="4097" y="17"/>
                        <a:pt x="4047" y="0"/>
                        <a:pt x="39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5"/>
                <p:cNvSpPr/>
                <p:nvPr/>
              </p:nvSpPr>
              <p:spPr>
                <a:xfrm>
                  <a:off x="3088200" y="1698325"/>
                  <a:ext cx="546250" cy="123450"/>
                </a:xfrm>
                <a:custGeom>
                  <a:avLst/>
                  <a:gdLst/>
                  <a:ahLst/>
                  <a:cxnLst/>
                  <a:rect l="l" t="t" r="r" b="b"/>
                  <a:pathLst>
                    <a:path w="21850" h="4938" extrusionOk="0">
                      <a:moveTo>
                        <a:pt x="16063" y="333"/>
                      </a:moveTo>
                      <a:cubicBezTo>
                        <a:pt x="16072" y="333"/>
                        <a:pt x="16077" y="333"/>
                        <a:pt x="16079" y="334"/>
                      </a:cubicBezTo>
                      <a:cubicBezTo>
                        <a:pt x="18981" y="334"/>
                        <a:pt x="21083" y="1301"/>
                        <a:pt x="21450" y="1702"/>
                      </a:cubicBezTo>
                      <a:cubicBezTo>
                        <a:pt x="14711" y="2869"/>
                        <a:pt x="11209" y="3670"/>
                        <a:pt x="9107" y="4137"/>
                      </a:cubicBezTo>
                      <a:cubicBezTo>
                        <a:pt x="7672" y="4456"/>
                        <a:pt x="6999" y="4605"/>
                        <a:pt x="6488" y="4605"/>
                      </a:cubicBezTo>
                      <a:cubicBezTo>
                        <a:pt x="6038" y="4605"/>
                        <a:pt x="5714" y="4489"/>
                        <a:pt x="5105" y="4270"/>
                      </a:cubicBezTo>
                      <a:lnTo>
                        <a:pt x="4771" y="4137"/>
                      </a:lnTo>
                      <a:cubicBezTo>
                        <a:pt x="3070" y="3536"/>
                        <a:pt x="668" y="2369"/>
                        <a:pt x="401" y="1735"/>
                      </a:cubicBezTo>
                      <a:cubicBezTo>
                        <a:pt x="2926" y="1276"/>
                        <a:pt x="15543" y="333"/>
                        <a:pt x="16063" y="333"/>
                      </a:cubicBezTo>
                      <a:close/>
                      <a:moveTo>
                        <a:pt x="16079" y="0"/>
                      </a:moveTo>
                      <a:cubicBezTo>
                        <a:pt x="15445" y="0"/>
                        <a:pt x="2269" y="1001"/>
                        <a:pt x="201" y="1468"/>
                      </a:cubicBezTo>
                      <a:cubicBezTo>
                        <a:pt x="134" y="1468"/>
                        <a:pt x="68" y="1535"/>
                        <a:pt x="68" y="1602"/>
                      </a:cubicBezTo>
                      <a:cubicBezTo>
                        <a:pt x="1" y="2736"/>
                        <a:pt x="4604" y="4404"/>
                        <a:pt x="4671" y="4437"/>
                      </a:cubicBezTo>
                      <a:lnTo>
                        <a:pt x="4971" y="4537"/>
                      </a:lnTo>
                      <a:cubicBezTo>
                        <a:pt x="5672" y="4804"/>
                        <a:pt x="6005" y="4937"/>
                        <a:pt x="6506" y="4937"/>
                      </a:cubicBezTo>
                      <a:cubicBezTo>
                        <a:pt x="7039" y="4937"/>
                        <a:pt x="7740" y="4771"/>
                        <a:pt x="9174" y="4437"/>
                      </a:cubicBezTo>
                      <a:cubicBezTo>
                        <a:pt x="11276" y="3970"/>
                        <a:pt x="14778" y="3203"/>
                        <a:pt x="21516" y="2002"/>
                      </a:cubicBezTo>
                      <a:cubicBezTo>
                        <a:pt x="21583" y="2002"/>
                        <a:pt x="21750" y="1969"/>
                        <a:pt x="21816" y="1868"/>
                      </a:cubicBezTo>
                      <a:cubicBezTo>
                        <a:pt x="21816" y="1802"/>
                        <a:pt x="21850" y="1702"/>
                        <a:pt x="21750" y="1602"/>
                      </a:cubicBezTo>
                      <a:cubicBezTo>
                        <a:pt x="21416" y="1035"/>
                        <a:pt x="18981" y="0"/>
                        <a:pt x="16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5"/>
                <p:cNvSpPr/>
                <p:nvPr/>
              </p:nvSpPr>
              <p:spPr>
                <a:xfrm>
                  <a:off x="3150750" y="1713325"/>
                  <a:ext cx="366950" cy="45900"/>
                </a:xfrm>
                <a:custGeom>
                  <a:avLst/>
                  <a:gdLst/>
                  <a:ahLst/>
                  <a:cxnLst/>
                  <a:rect l="l" t="t" r="r" b="b"/>
                  <a:pathLst>
                    <a:path w="14678" h="1836" extrusionOk="0">
                      <a:moveTo>
                        <a:pt x="14511" y="1"/>
                      </a:moveTo>
                      <a:cubicBezTo>
                        <a:pt x="9741" y="201"/>
                        <a:pt x="4904" y="701"/>
                        <a:pt x="167" y="1535"/>
                      </a:cubicBezTo>
                      <a:cubicBezTo>
                        <a:pt x="67" y="1535"/>
                        <a:pt x="1" y="1635"/>
                        <a:pt x="34" y="1702"/>
                      </a:cubicBezTo>
                      <a:cubicBezTo>
                        <a:pt x="34" y="1769"/>
                        <a:pt x="101" y="1836"/>
                        <a:pt x="201" y="1836"/>
                      </a:cubicBezTo>
                      <a:cubicBezTo>
                        <a:pt x="4938" y="1035"/>
                        <a:pt x="9741" y="535"/>
                        <a:pt x="14544" y="334"/>
                      </a:cubicBezTo>
                      <a:cubicBezTo>
                        <a:pt x="14611" y="334"/>
                        <a:pt x="14678" y="234"/>
                        <a:pt x="14678" y="168"/>
                      </a:cubicBezTo>
                      <a:cubicBezTo>
                        <a:pt x="14678" y="68"/>
                        <a:pt x="14644" y="1"/>
                        <a:pt x="14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2326825" y="1731375"/>
                  <a:ext cx="1056625" cy="166275"/>
                </a:xfrm>
                <a:custGeom>
                  <a:avLst/>
                  <a:gdLst/>
                  <a:ahLst/>
                  <a:cxnLst/>
                  <a:rect l="l" t="t" r="r" b="b"/>
                  <a:pathLst>
                    <a:path w="42265" h="6651" extrusionOk="0">
                      <a:moveTo>
                        <a:pt x="180" y="0"/>
                      </a:moveTo>
                      <a:cubicBezTo>
                        <a:pt x="122" y="0"/>
                        <a:pt x="59" y="38"/>
                        <a:pt x="34" y="113"/>
                      </a:cubicBezTo>
                      <a:cubicBezTo>
                        <a:pt x="1" y="180"/>
                        <a:pt x="68" y="280"/>
                        <a:pt x="134" y="313"/>
                      </a:cubicBezTo>
                      <a:cubicBezTo>
                        <a:pt x="6339" y="2314"/>
                        <a:pt x="9441" y="2915"/>
                        <a:pt x="11142" y="3215"/>
                      </a:cubicBezTo>
                      <a:cubicBezTo>
                        <a:pt x="11509" y="3315"/>
                        <a:pt x="11809" y="3348"/>
                        <a:pt x="12043" y="3415"/>
                      </a:cubicBezTo>
                      <a:cubicBezTo>
                        <a:pt x="12743" y="3549"/>
                        <a:pt x="33258" y="6584"/>
                        <a:pt x="39929" y="6651"/>
                      </a:cubicBezTo>
                      <a:lnTo>
                        <a:pt x="39996" y="6651"/>
                      </a:lnTo>
                      <a:cubicBezTo>
                        <a:pt x="40897" y="6651"/>
                        <a:pt x="41564" y="6451"/>
                        <a:pt x="41931" y="6084"/>
                      </a:cubicBezTo>
                      <a:cubicBezTo>
                        <a:pt x="42131" y="5884"/>
                        <a:pt x="42264" y="5583"/>
                        <a:pt x="42264" y="5250"/>
                      </a:cubicBezTo>
                      <a:cubicBezTo>
                        <a:pt x="42231" y="4016"/>
                        <a:pt x="41364" y="3482"/>
                        <a:pt x="39929" y="2781"/>
                      </a:cubicBezTo>
                      <a:cubicBezTo>
                        <a:pt x="39911" y="2772"/>
                        <a:pt x="39891" y="2768"/>
                        <a:pt x="39870" y="2768"/>
                      </a:cubicBezTo>
                      <a:cubicBezTo>
                        <a:pt x="39814" y="2768"/>
                        <a:pt x="39754" y="2799"/>
                        <a:pt x="39729" y="2848"/>
                      </a:cubicBezTo>
                      <a:cubicBezTo>
                        <a:pt x="39696" y="2915"/>
                        <a:pt x="39729" y="3015"/>
                        <a:pt x="39796" y="3048"/>
                      </a:cubicBezTo>
                      <a:cubicBezTo>
                        <a:pt x="41397" y="3849"/>
                        <a:pt x="41931" y="4282"/>
                        <a:pt x="41931" y="5250"/>
                      </a:cubicBezTo>
                      <a:cubicBezTo>
                        <a:pt x="41931" y="5517"/>
                        <a:pt x="41864" y="5717"/>
                        <a:pt x="41697" y="5884"/>
                      </a:cubicBezTo>
                      <a:cubicBezTo>
                        <a:pt x="41422" y="6158"/>
                        <a:pt x="40896" y="6321"/>
                        <a:pt x="40144" y="6321"/>
                      </a:cubicBezTo>
                      <a:cubicBezTo>
                        <a:pt x="40074" y="6321"/>
                        <a:pt x="40003" y="6320"/>
                        <a:pt x="39929" y="6317"/>
                      </a:cubicBezTo>
                      <a:cubicBezTo>
                        <a:pt x="33258" y="6284"/>
                        <a:pt x="12810" y="3248"/>
                        <a:pt x="12109" y="3115"/>
                      </a:cubicBezTo>
                      <a:cubicBezTo>
                        <a:pt x="11876" y="3048"/>
                        <a:pt x="11576" y="2982"/>
                        <a:pt x="11209" y="2915"/>
                      </a:cubicBezTo>
                      <a:cubicBezTo>
                        <a:pt x="9508" y="2581"/>
                        <a:pt x="6405" y="2014"/>
                        <a:pt x="234" y="13"/>
                      </a:cubicBezTo>
                      <a:cubicBezTo>
                        <a:pt x="218" y="4"/>
                        <a:pt x="199" y="0"/>
                        <a:pt x="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5"/>
                <p:cNvSpPr/>
                <p:nvPr/>
              </p:nvSpPr>
              <p:spPr>
                <a:xfrm>
                  <a:off x="2692925" y="1492125"/>
                  <a:ext cx="507050" cy="237925"/>
                </a:xfrm>
                <a:custGeom>
                  <a:avLst/>
                  <a:gdLst/>
                  <a:ahLst/>
                  <a:cxnLst/>
                  <a:rect l="l" t="t" r="r" b="b"/>
                  <a:pathLst>
                    <a:path w="20282" h="9517" extrusionOk="0">
                      <a:moveTo>
                        <a:pt x="195" y="0"/>
                      </a:moveTo>
                      <a:cubicBezTo>
                        <a:pt x="133" y="0"/>
                        <a:pt x="61" y="55"/>
                        <a:pt x="34" y="109"/>
                      </a:cubicBezTo>
                      <a:cubicBezTo>
                        <a:pt x="1" y="176"/>
                        <a:pt x="34" y="276"/>
                        <a:pt x="101" y="309"/>
                      </a:cubicBezTo>
                      <a:cubicBezTo>
                        <a:pt x="11776" y="5146"/>
                        <a:pt x="16246" y="7348"/>
                        <a:pt x="20048" y="9483"/>
                      </a:cubicBezTo>
                      <a:cubicBezTo>
                        <a:pt x="20048" y="9483"/>
                        <a:pt x="20082" y="9516"/>
                        <a:pt x="20115" y="9516"/>
                      </a:cubicBezTo>
                      <a:cubicBezTo>
                        <a:pt x="20182" y="9516"/>
                        <a:pt x="20215" y="9483"/>
                        <a:pt x="20248" y="9416"/>
                      </a:cubicBezTo>
                      <a:cubicBezTo>
                        <a:pt x="20282" y="9349"/>
                        <a:pt x="20282" y="9249"/>
                        <a:pt x="20182" y="9216"/>
                      </a:cubicBezTo>
                      <a:cubicBezTo>
                        <a:pt x="16412" y="7081"/>
                        <a:pt x="11942" y="4879"/>
                        <a:pt x="234" y="9"/>
                      </a:cubicBezTo>
                      <a:cubicBezTo>
                        <a:pt x="222" y="3"/>
                        <a:pt x="208" y="0"/>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2890575" y="1373375"/>
                  <a:ext cx="307750" cy="210725"/>
                </a:xfrm>
                <a:custGeom>
                  <a:avLst/>
                  <a:gdLst/>
                  <a:ahLst/>
                  <a:cxnLst/>
                  <a:rect l="l" t="t" r="r" b="b"/>
                  <a:pathLst>
                    <a:path w="12310" h="8429" extrusionOk="0">
                      <a:moveTo>
                        <a:pt x="12138" y="1"/>
                      </a:moveTo>
                      <a:cubicBezTo>
                        <a:pt x="12103" y="1"/>
                        <a:pt x="12070" y="9"/>
                        <a:pt x="12042" y="23"/>
                      </a:cubicBezTo>
                      <a:cubicBezTo>
                        <a:pt x="11375" y="623"/>
                        <a:pt x="10675" y="1190"/>
                        <a:pt x="9974" y="1790"/>
                      </a:cubicBezTo>
                      <a:cubicBezTo>
                        <a:pt x="9274" y="2391"/>
                        <a:pt x="8573" y="2991"/>
                        <a:pt x="7906" y="3558"/>
                      </a:cubicBezTo>
                      <a:cubicBezTo>
                        <a:pt x="5404" y="5693"/>
                        <a:pt x="2936" y="7661"/>
                        <a:pt x="134" y="8095"/>
                      </a:cubicBezTo>
                      <a:cubicBezTo>
                        <a:pt x="67" y="8128"/>
                        <a:pt x="0" y="8195"/>
                        <a:pt x="0" y="8295"/>
                      </a:cubicBezTo>
                      <a:cubicBezTo>
                        <a:pt x="34" y="8362"/>
                        <a:pt x="100" y="8429"/>
                        <a:pt x="167" y="8429"/>
                      </a:cubicBezTo>
                      <a:cubicBezTo>
                        <a:pt x="3069" y="7962"/>
                        <a:pt x="5571" y="5960"/>
                        <a:pt x="8106" y="3825"/>
                      </a:cubicBezTo>
                      <a:cubicBezTo>
                        <a:pt x="8773" y="3225"/>
                        <a:pt x="9474" y="2624"/>
                        <a:pt x="10174" y="2024"/>
                      </a:cubicBezTo>
                      <a:cubicBezTo>
                        <a:pt x="10875" y="1424"/>
                        <a:pt x="11575" y="856"/>
                        <a:pt x="12242" y="289"/>
                      </a:cubicBezTo>
                      <a:cubicBezTo>
                        <a:pt x="12309" y="223"/>
                        <a:pt x="12309" y="123"/>
                        <a:pt x="12276" y="56"/>
                      </a:cubicBezTo>
                      <a:cubicBezTo>
                        <a:pt x="12237" y="17"/>
                        <a:pt x="12186" y="1"/>
                        <a:pt x="12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
                <p:cNvSpPr/>
                <p:nvPr/>
              </p:nvSpPr>
              <p:spPr>
                <a:xfrm>
                  <a:off x="3249150" y="1227650"/>
                  <a:ext cx="229375" cy="497375"/>
                </a:xfrm>
                <a:custGeom>
                  <a:avLst/>
                  <a:gdLst/>
                  <a:ahLst/>
                  <a:cxnLst/>
                  <a:rect l="l" t="t" r="r" b="b"/>
                  <a:pathLst>
                    <a:path w="9175" h="19895" extrusionOk="0">
                      <a:moveTo>
                        <a:pt x="5440" y="1"/>
                      </a:moveTo>
                      <a:cubicBezTo>
                        <a:pt x="4211" y="1"/>
                        <a:pt x="3490" y="769"/>
                        <a:pt x="2469" y="1849"/>
                      </a:cubicBezTo>
                      <a:cubicBezTo>
                        <a:pt x="2236" y="2116"/>
                        <a:pt x="1969" y="2416"/>
                        <a:pt x="1669" y="2716"/>
                      </a:cubicBezTo>
                      <a:cubicBezTo>
                        <a:pt x="1602" y="2783"/>
                        <a:pt x="1602" y="2883"/>
                        <a:pt x="1669" y="2949"/>
                      </a:cubicBezTo>
                      <a:cubicBezTo>
                        <a:pt x="1702" y="2983"/>
                        <a:pt x="1735" y="2999"/>
                        <a:pt x="1769" y="2999"/>
                      </a:cubicBezTo>
                      <a:cubicBezTo>
                        <a:pt x="1802" y="2999"/>
                        <a:pt x="1835" y="2983"/>
                        <a:pt x="1869" y="2949"/>
                      </a:cubicBezTo>
                      <a:cubicBezTo>
                        <a:pt x="2169" y="2616"/>
                        <a:pt x="2436" y="2349"/>
                        <a:pt x="2703" y="2082"/>
                      </a:cubicBezTo>
                      <a:cubicBezTo>
                        <a:pt x="3697" y="1009"/>
                        <a:pt x="4350" y="313"/>
                        <a:pt x="5454" y="313"/>
                      </a:cubicBezTo>
                      <a:cubicBezTo>
                        <a:pt x="6238" y="313"/>
                        <a:pt x="7250" y="664"/>
                        <a:pt x="8774" y="1482"/>
                      </a:cubicBezTo>
                      <a:cubicBezTo>
                        <a:pt x="7039" y="4651"/>
                        <a:pt x="5505" y="8053"/>
                        <a:pt x="4004" y="11355"/>
                      </a:cubicBezTo>
                      <a:cubicBezTo>
                        <a:pt x="2636" y="14391"/>
                        <a:pt x="1368" y="17226"/>
                        <a:pt x="34" y="19661"/>
                      </a:cubicBezTo>
                      <a:cubicBezTo>
                        <a:pt x="1" y="19728"/>
                        <a:pt x="34" y="19828"/>
                        <a:pt x="101" y="19862"/>
                      </a:cubicBezTo>
                      <a:cubicBezTo>
                        <a:pt x="134" y="19895"/>
                        <a:pt x="168" y="19895"/>
                        <a:pt x="201" y="19895"/>
                      </a:cubicBezTo>
                      <a:cubicBezTo>
                        <a:pt x="234" y="19895"/>
                        <a:pt x="301" y="19862"/>
                        <a:pt x="334" y="19795"/>
                      </a:cubicBezTo>
                      <a:cubicBezTo>
                        <a:pt x="1635" y="17360"/>
                        <a:pt x="2936" y="14524"/>
                        <a:pt x="4304" y="11489"/>
                      </a:cubicBezTo>
                      <a:cubicBezTo>
                        <a:pt x="5805" y="8153"/>
                        <a:pt x="7373" y="4684"/>
                        <a:pt x="9107" y="1482"/>
                      </a:cubicBezTo>
                      <a:cubicBezTo>
                        <a:pt x="9174" y="1415"/>
                        <a:pt x="9141" y="1315"/>
                        <a:pt x="9041" y="1282"/>
                      </a:cubicBezTo>
                      <a:cubicBezTo>
                        <a:pt x="7408" y="376"/>
                        <a:pt x="6300" y="1"/>
                        <a:pt x="54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3024000" y="1396850"/>
                  <a:ext cx="189325" cy="161400"/>
                </a:xfrm>
                <a:custGeom>
                  <a:avLst/>
                  <a:gdLst/>
                  <a:ahLst/>
                  <a:cxnLst/>
                  <a:rect l="l" t="t" r="r" b="b"/>
                  <a:pathLst>
                    <a:path w="7573" h="6456" extrusionOk="0">
                      <a:moveTo>
                        <a:pt x="7389" y="1"/>
                      </a:moveTo>
                      <a:cubicBezTo>
                        <a:pt x="7347" y="1"/>
                        <a:pt x="7306" y="18"/>
                        <a:pt x="7272" y="51"/>
                      </a:cubicBezTo>
                      <a:cubicBezTo>
                        <a:pt x="5304" y="2519"/>
                        <a:pt x="2836" y="4621"/>
                        <a:pt x="100" y="6155"/>
                      </a:cubicBezTo>
                      <a:cubicBezTo>
                        <a:pt x="34" y="6222"/>
                        <a:pt x="0" y="6322"/>
                        <a:pt x="34" y="6389"/>
                      </a:cubicBezTo>
                      <a:cubicBezTo>
                        <a:pt x="67" y="6422"/>
                        <a:pt x="134" y="6455"/>
                        <a:pt x="201" y="6455"/>
                      </a:cubicBezTo>
                      <a:lnTo>
                        <a:pt x="267" y="6455"/>
                      </a:lnTo>
                      <a:cubicBezTo>
                        <a:pt x="3036" y="4888"/>
                        <a:pt x="5538" y="2753"/>
                        <a:pt x="7506" y="251"/>
                      </a:cubicBezTo>
                      <a:cubicBezTo>
                        <a:pt x="7572" y="184"/>
                        <a:pt x="7572" y="84"/>
                        <a:pt x="7506" y="51"/>
                      </a:cubicBezTo>
                      <a:cubicBezTo>
                        <a:pt x="7472" y="18"/>
                        <a:pt x="7431" y="1"/>
                        <a:pt x="7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3218300" y="1296650"/>
                  <a:ext cx="216025" cy="405025"/>
                </a:xfrm>
                <a:custGeom>
                  <a:avLst/>
                  <a:gdLst/>
                  <a:ahLst/>
                  <a:cxnLst/>
                  <a:rect l="l" t="t" r="r" b="b"/>
                  <a:pathLst>
                    <a:path w="8641" h="16201" extrusionOk="0">
                      <a:moveTo>
                        <a:pt x="8478" y="1"/>
                      </a:moveTo>
                      <a:cubicBezTo>
                        <a:pt x="8430" y="1"/>
                        <a:pt x="8379" y="17"/>
                        <a:pt x="8340" y="56"/>
                      </a:cubicBezTo>
                      <a:cubicBezTo>
                        <a:pt x="7272" y="1390"/>
                        <a:pt x="6605" y="2991"/>
                        <a:pt x="5972" y="4526"/>
                      </a:cubicBezTo>
                      <a:cubicBezTo>
                        <a:pt x="5738" y="5060"/>
                        <a:pt x="5538" y="5560"/>
                        <a:pt x="5304" y="6060"/>
                      </a:cubicBezTo>
                      <a:cubicBezTo>
                        <a:pt x="4571" y="7695"/>
                        <a:pt x="3670" y="9296"/>
                        <a:pt x="2769" y="10797"/>
                      </a:cubicBezTo>
                      <a:cubicBezTo>
                        <a:pt x="1802" y="12465"/>
                        <a:pt x="801" y="14199"/>
                        <a:pt x="34" y="15967"/>
                      </a:cubicBezTo>
                      <a:cubicBezTo>
                        <a:pt x="1" y="16067"/>
                        <a:pt x="34" y="16134"/>
                        <a:pt x="134" y="16168"/>
                      </a:cubicBezTo>
                      <a:cubicBezTo>
                        <a:pt x="134" y="16201"/>
                        <a:pt x="167" y="16201"/>
                        <a:pt x="201" y="16201"/>
                      </a:cubicBezTo>
                      <a:cubicBezTo>
                        <a:pt x="234" y="16201"/>
                        <a:pt x="301" y="16168"/>
                        <a:pt x="334" y="16101"/>
                      </a:cubicBezTo>
                      <a:cubicBezTo>
                        <a:pt x="1101" y="14333"/>
                        <a:pt x="2069" y="12632"/>
                        <a:pt x="3036" y="10964"/>
                      </a:cubicBezTo>
                      <a:cubicBezTo>
                        <a:pt x="3937" y="9429"/>
                        <a:pt x="4837" y="7828"/>
                        <a:pt x="5605" y="6194"/>
                      </a:cubicBezTo>
                      <a:cubicBezTo>
                        <a:pt x="5805" y="5693"/>
                        <a:pt x="6038" y="5193"/>
                        <a:pt x="6238" y="4659"/>
                      </a:cubicBezTo>
                      <a:cubicBezTo>
                        <a:pt x="6872" y="3125"/>
                        <a:pt x="7539" y="1557"/>
                        <a:pt x="8607" y="256"/>
                      </a:cubicBezTo>
                      <a:cubicBezTo>
                        <a:pt x="8640" y="189"/>
                        <a:pt x="8640" y="89"/>
                        <a:pt x="8573" y="23"/>
                      </a:cubicBezTo>
                      <a:cubicBezTo>
                        <a:pt x="8546" y="9"/>
                        <a:pt x="8512" y="1"/>
                        <a:pt x="8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2564500" y="1733125"/>
                  <a:ext cx="783925" cy="127000"/>
                </a:xfrm>
                <a:custGeom>
                  <a:avLst/>
                  <a:gdLst/>
                  <a:ahLst/>
                  <a:cxnLst/>
                  <a:rect l="l" t="t" r="r" b="b"/>
                  <a:pathLst>
                    <a:path w="31357" h="5080" extrusionOk="0">
                      <a:moveTo>
                        <a:pt x="184" y="1"/>
                      </a:moveTo>
                      <a:cubicBezTo>
                        <a:pt x="111" y="1"/>
                        <a:pt x="61" y="61"/>
                        <a:pt x="34" y="143"/>
                      </a:cubicBezTo>
                      <a:cubicBezTo>
                        <a:pt x="1" y="210"/>
                        <a:pt x="67" y="310"/>
                        <a:pt x="134" y="310"/>
                      </a:cubicBezTo>
                      <a:cubicBezTo>
                        <a:pt x="6338" y="1777"/>
                        <a:pt x="12676" y="3012"/>
                        <a:pt x="18947" y="3946"/>
                      </a:cubicBezTo>
                      <a:cubicBezTo>
                        <a:pt x="22617" y="4513"/>
                        <a:pt x="26920" y="5080"/>
                        <a:pt x="31223" y="5080"/>
                      </a:cubicBezTo>
                      <a:cubicBezTo>
                        <a:pt x="31290" y="5080"/>
                        <a:pt x="31356" y="5013"/>
                        <a:pt x="31356" y="4946"/>
                      </a:cubicBezTo>
                      <a:cubicBezTo>
                        <a:pt x="31356" y="4846"/>
                        <a:pt x="31290" y="4780"/>
                        <a:pt x="31223" y="4780"/>
                      </a:cubicBezTo>
                      <a:cubicBezTo>
                        <a:pt x="26953" y="4746"/>
                        <a:pt x="22650" y="4212"/>
                        <a:pt x="19014" y="3645"/>
                      </a:cubicBezTo>
                      <a:cubicBezTo>
                        <a:pt x="12710" y="2711"/>
                        <a:pt x="6405" y="1477"/>
                        <a:pt x="234" y="9"/>
                      </a:cubicBezTo>
                      <a:cubicBezTo>
                        <a:pt x="216" y="4"/>
                        <a:pt x="200"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
                <p:cNvSpPr/>
                <p:nvPr/>
              </p:nvSpPr>
              <p:spPr>
                <a:xfrm>
                  <a:off x="1178525" y="1033075"/>
                  <a:ext cx="1231725" cy="354225"/>
                </a:xfrm>
                <a:custGeom>
                  <a:avLst/>
                  <a:gdLst/>
                  <a:ahLst/>
                  <a:cxnLst/>
                  <a:rect l="l" t="t" r="r" b="b"/>
                  <a:pathLst>
                    <a:path w="49269" h="14169" extrusionOk="0">
                      <a:moveTo>
                        <a:pt x="9859" y="1"/>
                      </a:moveTo>
                      <a:cubicBezTo>
                        <a:pt x="8206" y="1"/>
                        <a:pt x="7475" y="455"/>
                        <a:pt x="6772" y="892"/>
                      </a:cubicBezTo>
                      <a:cubicBezTo>
                        <a:pt x="6271" y="1192"/>
                        <a:pt x="5804" y="1492"/>
                        <a:pt x="5037" y="1559"/>
                      </a:cubicBezTo>
                      <a:cubicBezTo>
                        <a:pt x="2135" y="1926"/>
                        <a:pt x="567" y="2793"/>
                        <a:pt x="334" y="4228"/>
                      </a:cubicBezTo>
                      <a:cubicBezTo>
                        <a:pt x="0" y="6696"/>
                        <a:pt x="4036" y="9865"/>
                        <a:pt x="6972" y="11099"/>
                      </a:cubicBezTo>
                      <a:cubicBezTo>
                        <a:pt x="6988" y="11108"/>
                        <a:pt x="7007" y="11112"/>
                        <a:pt x="7026" y="11112"/>
                      </a:cubicBezTo>
                      <a:cubicBezTo>
                        <a:pt x="7084" y="11112"/>
                        <a:pt x="7147" y="11074"/>
                        <a:pt x="7172" y="10999"/>
                      </a:cubicBezTo>
                      <a:cubicBezTo>
                        <a:pt x="7205" y="10933"/>
                        <a:pt x="7172" y="10833"/>
                        <a:pt x="7105" y="10799"/>
                      </a:cubicBezTo>
                      <a:cubicBezTo>
                        <a:pt x="3803" y="9432"/>
                        <a:pt x="367" y="6396"/>
                        <a:pt x="667" y="4261"/>
                      </a:cubicBezTo>
                      <a:cubicBezTo>
                        <a:pt x="834" y="3027"/>
                        <a:pt x="2368" y="2193"/>
                        <a:pt x="5070" y="1893"/>
                      </a:cubicBezTo>
                      <a:cubicBezTo>
                        <a:pt x="5938" y="1793"/>
                        <a:pt x="6438" y="1459"/>
                        <a:pt x="6938" y="1159"/>
                      </a:cubicBezTo>
                      <a:cubicBezTo>
                        <a:pt x="7608" y="752"/>
                        <a:pt x="8304" y="324"/>
                        <a:pt x="9883" y="324"/>
                      </a:cubicBezTo>
                      <a:cubicBezTo>
                        <a:pt x="12704" y="324"/>
                        <a:pt x="18342" y="1692"/>
                        <a:pt x="31689" y="6996"/>
                      </a:cubicBezTo>
                      <a:cubicBezTo>
                        <a:pt x="33824" y="7864"/>
                        <a:pt x="35659" y="8564"/>
                        <a:pt x="37227" y="9198"/>
                      </a:cubicBezTo>
                      <a:cubicBezTo>
                        <a:pt x="45232" y="12400"/>
                        <a:pt x="46433" y="12867"/>
                        <a:pt x="49002" y="14135"/>
                      </a:cubicBezTo>
                      <a:cubicBezTo>
                        <a:pt x="49035" y="14168"/>
                        <a:pt x="49035" y="14168"/>
                        <a:pt x="49068" y="14168"/>
                      </a:cubicBezTo>
                      <a:cubicBezTo>
                        <a:pt x="49135" y="14168"/>
                        <a:pt x="49202" y="14135"/>
                        <a:pt x="49202" y="14068"/>
                      </a:cubicBezTo>
                      <a:cubicBezTo>
                        <a:pt x="49269" y="14001"/>
                        <a:pt x="49235" y="13901"/>
                        <a:pt x="49135" y="13868"/>
                      </a:cubicBezTo>
                      <a:cubicBezTo>
                        <a:pt x="46567" y="12600"/>
                        <a:pt x="45366" y="12100"/>
                        <a:pt x="37327" y="8898"/>
                      </a:cubicBezTo>
                      <a:cubicBezTo>
                        <a:pt x="35759" y="8297"/>
                        <a:pt x="33958" y="7564"/>
                        <a:pt x="31789" y="6696"/>
                      </a:cubicBezTo>
                      <a:cubicBezTo>
                        <a:pt x="18462" y="1391"/>
                        <a:pt x="12749" y="1"/>
                        <a:pt x="98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1261900" y="1091225"/>
                  <a:ext cx="57575" cy="129275"/>
                </a:xfrm>
                <a:custGeom>
                  <a:avLst/>
                  <a:gdLst/>
                  <a:ahLst/>
                  <a:cxnLst/>
                  <a:rect l="l" t="t" r="r" b="b"/>
                  <a:pathLst>
                    <a:path w="2303" h="5171" extrusionOk="0">
                      <a:moveTo>
                        <a:pt x="2136" y="0"/>
                      </a:moveTo>
                      <a:cubicBezTo>
                        <a:pt x="2036" y="0"/>
                        <a:pt x="1969" y="67"/>
                        <a:pt x="1969" y="167"/>
                      </a:cubicBezTo>
                      <a:cubicBezTo>
                        <a:pt x="1902" y="1902"/>
                        <a:pt x="1202" y="3603"/>
                        <a:pt x="34" y="4904"/>
                      </a:cubicBezTo>
                      <a:cubicBezTo>
                        <a:pt x="1" y="4971"/>
                        <a:pt x="1" y="5071"/>
                        <a:pt x="67" y="5104"/>
                      </a:cubicBezTo>
                      <a:cubicBezTo>
                        <a:pt x="101" y="5137"/>
                        <a:pt x="134" y="5171"/>
                        <a:pt x="168" y="5171"/>
                      </a:cubicBezTo>
                      <a:cubicBezTo>
                        <a:pt x="201" y="5171"/>
                        <a:pt x="234" y="5137"/>
                        <a:pt x="268" y="5104"/>
                      </a:cubicBezTo>
                      <a:cubicBezTo>
                        <a:pt x="1468" y="3770"/>
                        <a:pt x="2202" y="1969"/>
                        <a:pt x="2269" y="167"/>
                      </a:cubicBezTo>
                      <a:cubicBezTo>
                        <a:pt x="2302" y="101"/>
                        <a:pt x="2236" y="34"/>
                        <a:pt x="2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p:nvPr/>
              </p:nvSpPr>
              <p:spPr>
                <a:xfrm>
                  <a:off x="1345300" y="1176900"/>
                  <a:ext cx="517050" cy="180375"/>
                </a:xfrm>
                <a:custGeom>
                  <a:avLst/>
                  <a:gdLst/>
                  <a:ahLst/>
                  <a:cxnLst/>
                  <a:rect l="l" t="t" r="r" b="b"/>
                  <a:pathLst>
                    <a:path w="20682" h="7215" extrusionOk="0">
                      <a:moveTo>
                        <a:pt x="117" y="1"/>
                      </a:moveTo>
                      <a:cubicBezTo>
                        <a:pt x="46" y="1"/>
                        <a:pt x="0" y="60"/>
                        <a:pt x="0" y="143"/>
                      </a:cubicBezTo>
                      <a:cubicBezTo>
                        <a:pt x="0" y="243"/>
                        <a:pt x="67" y="309"/>
                        <a:pt x="167" y="309"/>
                      </a:cubicBezTo>
                      <a:cubicBezTo>
                        <a:pt x="3636" y="443"/>
                        <a:pt x="6939" y="1710"/>
                        <a:pt x="10174" y="2945"/>
                      </a:cubicBezTo>
                      <a:cubicBezTo>
                        <a:pt x="13577" y="4246"/>
                        <a:pt x="17079" y="5613"/>
                        <a:pt x="20448" y="7181"/>
                      </a:cubicBezTo>
                      <a:cubicBezTo>
                        <a:pt x="20448" y="7214"/>
                        <a:pt x="20482" y="7214"/>
                        <a:pt x="20515" y="7214"/>
                      </a:cubicBezTo>
                      <a:cubicBezTo>
                        <a:pt x="20582" y="7214"/>
                        <a:pt x="20615" y="7181"/>
                        <a:pt x="20649" y="7114"/>
                      </a:cubicBezTo>
                      <a:cubicBezTo>
                        <a:pt x="20682" y="7048"/>
                        <a:pt x="20649" y="6948"/>
                        <a:pt x="20582" y="6914"/>
                      </a:cubicBezTo>
                      <a:cubicBezTo>
                        <a:pt x="17213" y="5313"/>
                        <a:pt x="13677" y="3979"/>
                        <a:pt x="10274" y="2678"/>
                      </a:cubicBezTo>
                      <a:cubicBezTo>
                        <a:pt x="7039" y="1410"/>
                        <a:pt x="3703" y="143"/>
                        <a:pt x="167" y="9"/>
                      </a:cubicBezTo>
                      <a:cubicBezTo>
                        <a:pt x="149" y="3"/>
                        <a:pt x="133" y="1"/>
                        <a:pt x="1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5"/>
                <p:cNvSpPr/>
                <p:nvPr/>
              </p:nvSpPr>
              <p:spPr>
                <a:xfrm>
                  <a:off x="1661350" y="1326800"/>
                  <a:ext cx="64250" cy="56325"/>
                </a:xfrm>
                <a:custGeom>
                  <a:avLst/>
                  <a:gdLst/>
                  <a:ahLst/>
                  <a:cxnLst/>
                  <a:rect l="l" t="t" r="r" b="b"/>
                  <a:pathLst>
                    <a:path w="2570" h="2253" extrusionOk="0">
                      <a:moveTo>
                        <a:pt x="1268" y="318"/>
                      </a:moveTo>
                      <a:cubicBezTo>
                        <a:pt x="1435" y="318"/>
                        <a:pt x="1635" y="384"/>
                        <a:pt x="1835" y="451"/>
                      </a:cubicBezTo>
                      <a:cubicBezTo>
                        <a:pt x="2136" y="618"/>
                        <a:pt x="2202" y="785"/>
                        <a:pt x="2202" y="818"/>
                      </a:cubicBezTo>
                      <a:cubicBezTo>
                        <a:pt x="2036" y="1185"/>
                        <a:pt x="1502" y="1852"/>
                        <a:pt x="1402" y="1919"/>
                      </a:cubicBezTo>
                      <a:cubicBezTo>
                        <a:pt x="1390" y="1931"/>
                        <a:pt x="1382" y="1939"/>
                        <a:pt x="1370" y="1939"/>
                      </a:cubicBezTo>
                      <a:cubicBezTo>
                        <a:pt x="1351" y="1939"/>
                        <a:pt x="1320" y="1916"/>
                        <a:pt x="1235" y="1852"/>
                      </a:cubicBezTo>
                      <a:cubicBezTo>
                        <a:pt x="1102" y="1785"/>
                        <a:pt x="901" y="1685"/>
                        <a:pt x="501" y="1519"/>
                      </a:cubicBezTo>
                      <a:cubicBezTo>
                        <a:pt x="434" y="1519"/>
                        <a:pt x="401" y="1485"/>
                        <a:pt x="401" y="1452"/>
                      </a:cubicBezTo>
                      <a:cubicBezTo>
                        <a:pt x="334" y="1318"/>
                        <a:pt x="568" y="985"/>
                        <a:pt x="768" y="718"/>
                      </a:cubicBezTo>
                      <a:cubicBezTo>
                        <a:pt x="835" y="651"/>
                        <a:pt x="901" y="551"/>
                        <a:pt x="935" y="451"/>
                      </a:cubicBezTo>
                      <a:cubicBezTo>
                        <a:pt x="1002" y="351"/>
                        <a:pt x="1135" y="318"/>
                        <a:pt x="1268" y="318"/>
                      </a:cubicBezTo>
                      <a:close/>
                      <a:moveTo>
                        <a:pt x="1256" y="1"/>
                      </a:moveTo>
                      <a:cubicBezTo>
                        <a:pt x="1018" y="1"/>
                        <a:pt x="801" y="84"/>
                        <a:pt x="668" y="284"/>
                      </a:cubicBezTo>
                      <a:cubicBezTo>
                        <a:pt x="635" y="384"/>
                        <a:pt x="568" y="451"/>
                        <a:pt x="501" y="551"/>
                      </a:cubicBezTo>
                      <a:cubicBezTo>
                        <a:pt x="234" y="918"/>
                        <a:pt x="1" y="1252"/>
                        <a:pt x="68" y="1552"/>
                      </a:cubicBezTo>
                      <a:cubicBezTo>
                        <a:pt x="134" y="1685"/>
                        <a:pt x="234" y="1785"/>
                        <a:pt x="401" y="1852"/>
                      </a:cubicBezTo>
                      <a:cubicBezTo>
                        <a:pt x="768" y="1986"/>
                        <a:pt x="935" y="2086"/>
                        <a:pt x="1068" y="2152"/>
                      </a:cubicBezTo>
                      <a:cubicBezTo>
                        <a:pt x="1168" y="2219"/>
                        <a:pt x="1268" y="2252"/>
                        <a:pt x="1368" y="2252"/>
                      </a:cubicBezTo>
                      <a:cubicBezTo>
                        <a:pt x="1402" y="2252"/>
                        <a:pt x="1435" y="2252"/>
                        <a:pt x="1502" y="2219"/>
                      </a:cubicBezTo>
                      <a:cubicBezTo>
                        <a:pt x="1735" y="2152"/>
                        <a:pt x="2336" y="1318"/>
                        <a:pt x="2469" y="952"/>
                      </a:cubicBezTo>
                      <a:cubicBezTo>
                        <a:pt x="2569" y="718"/>
                        <a:pt x="2403" y="418"/>
                        <a:pt x="1969" y="218"/>
                      </a:cubicBezTo>
                      <a:cubicBezTo>
                        <a:pt x="1752" y="84"/>
                        <a:pt x="1494" y="1"/>
                        <a:pt x="12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5"/>
                <p:cNvSpPr/>
                <p:nvPr/>
              </p:nvSpPr>
              <p:spPr>
                <a:xfrm>
                  <a:off x="2907250" y="1609975"/>
                  <a:ext cx="81750" cy="152575"/>
                </a:xfrm>
                <a:custGeom>
                  <a:avLst/>
                  <a:gdLst/>
                  <a:ahLst/>
                  <a:cxnLst/>
                  <a:rect l="l" t="t" r="r" b="b"/>
                  <a:pathLst>
                    <a:path w="3270" h="6103" extrusionOk="0">
                      <a:moveTo>
                        <a:pt x="1168" y="299"/>
                      </a:moveTo>
                      <a:cubicBezTo>
                        <a:pt x="1301" y="299"/>
                        <a:pt x="1535" y="366"/>
                        <a:pt x="2102" y="599"/>
                      </a:cubicBezTo>
                      <a:cubicBezTo>
                        <a:pt x="2702" y="899"/>
                        <a:pt x="2936" y="1099"/>
                        <a:pt x="2869" y="2133"/>
                      </a:cubicBezTo>
                      <a:cubicBezTo>
                        <a:pt x="2769" y="3067"/>
                        <a:pt x="2602" y="5269"/>
                        <a:pt x="1902" y="5736"/>
                      </a:cubicBezTo>
                      <a:cubicBezTo>
                        <a:pt x="1824" y="5775"/>
                        <a:pt x="1734" y="5791"/>
                        <a:pt x="1646" y="5791"/>
                      </a:cubicBezTo>
                      <a:cubicBezTo>
                        <a:pt x="1584" y="5791"/>
                        <a:pt x="1523" y="5783"/>
                        <a:pt x="1468" y="5769"/>
                      </a:cubicBezTo>
                      <a:cubicBezTo>
                        <a:pt x="834" y="5536"/>
                        <a:pt x="501" y="5336"/>
                        <a:pt x="434" y="5136"/>
                      </a:cubicBezTo>
                      <a:cubicBezTo>
                        <a:pt x="367" y="4935"/>
                        <a:pt x="467" y="4702"/>
                        <a:pt x="668" y="4368"/>
                      </a:cubicBezTo>
                      <a:cubicBezTo>
                        <a:pt x="968" y="3768"/>
                        <a:pt x="1401" y="2901"/>
                        <a:pt x="1268" y="1533"/>
                      </a:cubicBezTo>
                      <a:cubicBezTo>
                        <a:pt x="1235" y="1300"/>
                        <a:pt x="1201" y="1099"/>
                        <a:pt x="1135" y="933"/>
                      </a:cubicBezTo>
                      <a:cubicBezTo>
                        <a:pt x="1101" y="699"/>
                        <a:pt x="1034" y="366"/>
                        <a:pt x="1101" y="332"/>
                      </a:cubicBezTo>
                      <a:cubicBezTo>
                        <a:pt x="1101" y="332"/>
                        <a:pt x="1135" y="299"/>
                        <a:pt x="1168" y="299"/>
                      </a:cubicBezTo>
                      <a:close/>
                      <a:moveTo>
                        <a:pt x="1149" y="1"/>
                      </a:moveTo>
                      <a:cubicBezTo>
                        <a:pt x="1044" y="1"/>
                        <a:pt x="964" y="23"/>
                        <a:pt x="901" y="65"/>
                      </a:cubicBezTo>
                      <a:cubicBezTo>
                        <a:pt x="701" y="232"/>
                        <a:pt x="768" y="566"/>
                        <a:pt x="834" y="999"/>
                      </a:cubicBezTo>
                      <a:cubicBezTo>
                        <a:pt x="868" y="1166"/>
                        <a:pt x="901" y="1366"/>
                        <a:pt x="934" y="1566"/>
                      </a:cubicBezTo>
                      <a:cubicBezTo>
                        <a:pt x="1068" y="2867"/>
                        <a:pt x="668" y="3635"/>
                        <a:pt x="367" y="4202"/>
                      </a:cubicBezTo>
                      <a:cubicBezTo>
                        <a:pt x="167" y="4602"/>
                        <a:pt x="0" y="4935"/>
                        <a:pt x="134" y="5236"/>
                      </a:cubicBezTo>
                      <a:cubicBezTo>
                        <a:pt x="234" y="5536"/>
                        <a:pt x="601" y="5769"/>
                        <a:pt x="1335" y="6070"/>
                      </a:cubicBezTo>
                      <a:cubicBezTo>
                        <a:pt x="1435" y="6103"/>
                        <a:pt x="1535" y="6103"/>
                        <a:pt x="1635" y="6103"/>
                      </a:cubicBezTo>
                      <a:cubicBezTo>
                        <a:pt x="1802" y="6103"/>
                        <a:pt x="1935" y="6070"/>
                        <a:pt x="2069" y="6003"/>
                      </a:cubicBezTo>
                      <a:cubicBezTo>
                        <a:pt x="2902" y="5469"/>
                        <a:pt x="3069" y="3234"/>
                        <a:pt x="3169" y="2133"/>
                      </a:cubicBezTo>
                      <a:cubicBezTo>
                        <a:pt x="3269" y="999"/>
                        <a:pt x="2969" y="666"/>
                        <a:pt x="2235" y="332"/>
                      </a:cubicBezTo>
                      <a:cubicBezTo>
                        <a:pt x="1711" y="104"/>
                        <a:pt x="1374" y="1"/>
                        <a:pt x="1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1585475" y="1093975"/>
                  <a:ext cx="85925" cy="138200"/>
                </a:xfrm>
                <a:custGeom>
                  <a:avLst/>
                  <a:gdLst/>
                  <a:ahLst/>
                  <a:cxnLst/>
                  <a:rect l="l" t="t" r="r" b="b"/>
                  <a:pathLst>
                    <a:path w="3437" h="5528" extrusionOk="0">
                      <a:moveTo>
                        <a:pt x="1101" y="291"/>
                      </a:moveTo>
                      <a:cubicBezTo>
                        <a:pt x="1702" y="291"/>
                        <a:pt x="2669" y="691"/>
                        <a:pt x="2869" y="1025"/>
                      </a:cubicBezTo>
                      <a:cubicBezTo>
                        <a:pt x="3103" y="1325"/>
                        <a:pt x="3136" y="1758"/>
                        <a:pt x="3103" y="2326"/>
                      </a:cubicBezTo>
                      <a:cubicBezTo>
                        <a:pt x="3069" y="4027"/>
                        <a:pt x="2736" y="4994"/>
                        <a:pt x="2102" y="5194"/>
                      </a:cubicBezTo>
                      <a:cubicBezTo>
                        <a:pt x="2029" y="5214"/>
                        <a:pt x="1954" y="5223"/>
                        <a:pt x="1879" y="5223"/>
                      </a:cubicBezTo>
                      <a:cubicBezTo>
                        <a:pt x="1197" y="5223"/>
                        <a:pt x="457" y="4480"/>
                        <a:pt x="367" y="4360"/>
                      </a:cubicBezTo>
                      <a:cubicBezTo>
                        <a:pt x="334" y="4160"/>
                        <a:pt x="367" y="4060"/>
                        <a:pt x="434" y="3793"/>
                      </a:cubicBezTo>
                      <a:cubicBezTo>
                        <a:pt x="601" y="3326"/>
                        <a:pt x="868" y="2559"/>
                        <a:pt x="701" y="558"/>
                      </a:cubicBezTo>
                      <a:cubicBezTo>
                        <a:pt x="701" y="424"/>
                        <a:pt x="734" y="391"/>
                        <a:pt x="868" y="357"/>
                      </a:cubicBezTo>
                      <a:cubicBezTo>
                        <a:pt x="934" y="324"/>
                        <a:pt x="1001" y="291"/>
                        <a:pt x="1101" y="291"/>
                      </a:cubicBezTo>
                      <a:close/>
                      <a:moveTo>
                        <a:pt x="1140" y="1"/>
                      </a:moveTo>
                      <a:cubicBezTo>
                        <a:pt x="1000" y="1"/>
                        <a:pt x="873" y="18"/>
                        <a:pt x="768" y="57"/>
                      </a:cubicBezTo>
                      <a:cubicBezTo>
                        <a:pt x="501" y="124"/>
                        <a:pt x="367" y="324"/>
                        <a:pt x="401" y="558"/>
                      </a:cubicBezTo>
                      <a:cubicBezTo>
                        <a:pt x="534" y="2526"/>
                        <a:pt x="301" y="3260"/>
                        <a:pt x="134" y="3693"/>
                      </a:cubicBezTo>
                      <a:cubicBezTo>
                        <a:pt x="67" y="3960"/>
                        <a:pt x="0" y="4160"/>
                        <a:pt x="100" y="4427"/>
                      </a:cubicBezTo>
                      <a:cubicBezTo>
                        <a:pt x="134" y="4594"/>
                        <a:pt x="1034" y="5528"/>
                        <a:pt x="1902" y="5528"/>
                      </a:cubicBezTo>
                      <a:cubicBezTo>
                        <a:pt x="1968" y="5528"/>
                        <a:pt x="2002" y="5528"/>
                        <a:pt x="2068" y="5494"/>
                      </a:cubicBezTo>
                      <a:cubicBezTo>
                        <a:pt x="2936" y="5361"/>
                        <a:pt x="3369" y="4294"/>
                        <a:pt x="3436" y="2326"/>
                      </a:cubicBezTo>
                      <a:cubicBezTo>
                        <a:pt x="3436" y="1825"/>
                        <a:pt x="3436" y="1258"/>
                        <a:pt x="3136" y="858"/>
                      </a:cubicBezTo>
                      <a:cubicBezTo>
                        <a:pt x="2858" y="441"/>
                        <a:pt x="1839" y="1"/>
                        <a:pt x="1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2632875" y="1532375"/>
                  <a:ext cx="12550" cy="26700"/>
                </a:xfrm>
                <a:custGeom>
                  <a:avLst/>
                  <a:gdLst/>
                  <a:ahLst/>
                  <a:cxnLst/>
                  <a:rect l="l" t="t" r="r" b="b"/>
                  <a:pathLst>
                    <a:path w="502" h="1068" extrusionOk="0">
                      <a:moveTo>
                        <a:pt x="301" y="0"/>
                      </a:moveTo>
                      <a:cubicBezTo>
                        <a:pt x="234" y="34"/>
                        <a:pt x="168" y="100"/>
                        <a:pt x="168" y="167"/>
                      </a:cubicBezTo>
                      <a:cubicBezTo>
                        <a:pt x="168" y="401"/>
                        <a:pt x="134" y="634"/>
                        <a:pt x="34" y="834"/>
                      </a:cubicBezTo>
                      <a:cubicBezTo>
                        <a:pt x="1" y="901"/>
                        <a:pt x="68" y="1001"/>
                        <a:pt x="134" y="1034"/>
                      </a:cubicBezTo>
                      <a:cubicBezTo>
                        <a:pt x="168" y="1034"/>
                        <a:pt x="168" y="1068"/>
                        <a:pt x="201" y="1068"/>
                      </a:cubicBezTo>
                      <a:cubicBezTo>
                        <a:pt x="268" y="1068"/>
                        <a:pt x="301" y="1001"/>
                        <a:pt x="334" y="968"/>
                      </a:cubicBezTo>
                      <a:cubicBezTo>
                        <a:pt x="435" y="701"/>
                        <a:pt x="501" y="434"/>
                        <a:pt x="468" y="167"/>
                      </a:cubicBezTo>
                      <a:cubicBezTo>
                        <a:pt x="468" y="67"/>
                        <a:pt x="401"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2667900" y="1546325"/>
                  <a:ext cx="10875" cy="26925"/>
                </a:xfrm>
                <a:custGeom>
                  <a:avLst/>
                  <a:gdLst/>
                  <a:ahLst/>
                  <a:cxnLst/>
                  <a:rect l="l" t="t" r="r" b="b"/>
                  <a:pathLst>
                    <a:path w="435" h="1077" extrusionOk="0">
                      <a:moveTo>
                        <a:pt x="284" y="1"/>
                      </a:moveTo>
                      <a:cubicBezTo>
                        <a:pt x="269" y="1"/>
                        <a:pt x="252" y="4"/>
                        <a:pt x="234" y="9"/>
                      </a:cubicBezTo>
                      <a:cubicBezTo>
                        <a:pt x="134" y="9"/>
                        <a:pt x="68" y="76"/>
                        <a:pt x="101" y="176"/>
                      </a:cubicBezTo>
                      <a:cubicBezTo>
                        <a:pt x="101" y="410"/>
                        <a:pt x="68" y="643"/>
                        <a:pt x="1" y="877"/>
                      </a:cubicBezTo>
                      <a:cubicBezTo>
                        <a:pt x="1" y="977"/>
                        <a:pt x="34" y="1044"/>
                        <a:pt x="134" y="1077"/>
                      </a:cubicBezTo>
                      <a:lnTo>
                        <a:pt x="168" y="1077"/>
                      </a:lnTo>
                      <a:cubicBezTo>
                        <a:pt x="234" y="1077"/>
                        <a:pt x="301" y="1044"/>
                        <a:pt x="334" y="977"/>
                      </a:cubicBezTo>
                      <a:cubicBezTo>
                        <a:pt x="401" y="710"/>
                        <a:pt x="435" y="410"/>
                        <a:pt x="401" y="143"/>
                      </a:cubicBezTo>
                      <a:cubicBezTo>
                        <a:pt x="401" y="61"/>
                        <a:pt x="356" y="1"/>
                        <a:pt x="2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2700425" y="1561550"/>
                  <a:ext cx="10050" cy="25050"/>
                </a:xfrm>
                <a:custGeom>
                  <a:avLst/>
                  <a:gdLst/>
                  <a:ahLst/>
                  <a:cxnLst/>
                  <a:rect l="l" t="t" r="r" b="b"/>
                  <a:pathLst>
                    <a:path w="402" h="1002" extrusionOk="0">
                      <a:moveTo>
                        <a:pt x="268" y="1"/>
                      </a:moveTo>
                      <a:cubicBezTo>
                        <a:pt x="201" y="1"/>
                        <a:pt x="101" y="68"/>
                        <a:pt x="101" y="134"/>
                      </a:cubicBezTo>
                      <a:lnTo>
                        <a:pt x="1" y="835"/>
                      </a:lnTo>
                      <a:cubicBezTo>
                        <a:pt x="1" y="902"/>
                        <a:pt x="34" y="1002"/>
                        <a:pt x="134" y="1002"/>
                      </a:cubicBezTo>
                      <a:lnTo>
                        <a:pt x="168" y="1002"/>
                      </a:lnTo>
                      <a:cubicBezTo>
                        <a:pt x="234" y="1002"/>
                        <a:pt x="301" y="935"/>
                        <a:pt x="301" y="868"/>
                      </a:cubicBezTo>
                      <a:lnTo>
                        <a:pt x="401" y="201"/>
                      </a:lnTo>
                      <a:cubicBezTo>
                        <a:pt x="401" y="101"/>
                        <a:pt x="368" y="34"/>
                        <a:pt x="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2735450" y="1574900"/>
                  <a:ext cx="9200" cy="27550"/>
                </a:xfrm>
                <a:custGeom>
                  <a:avLst/>
                  <a:gdLst/>
                  <a:ahLst/>
                  <a:cxnLst/>
                  <a:rect l="l" t="t" r="r" b="b"/>
                  <a:pathLst>
                    <a:path w="368" h="1102" extrusionOk="0">
                      <a:moveTo>
                        <a:pt x="234" y="1"/>
                      </a:moveTo>
                      <a:cubicBezTo>
                        <a:pt x="134" y="1"/>
                        <a:pt x="68" y="67"/>
                        <a:pt x="68" y="167"/>
                      </a:cubicBezTo>
                      <a:lnTo>
                        <a:pt x="1" y="935"/>
                      </a:lnTo>
                      <a:cubicBezTo>
                        <a:pt x="1" y="1001"/>
                        <a:pt x="68" y="1101"/>
                        <a:pt x="134" y="1101"/>
                      </a:cubicBezTo>
                      <a:lnTo>
                        <a:pt x="168" y="1101"/>
                      </a:lnTo>
                      <a:cubicBezTo>
                        <a:pt x="234" y="1101"/>
                        <a:pt x="301" y="1035"/>
                        <a:pt x="301" y="935"/>
                      </a:cubicBezTo>
                      <a:lnTo>
                        <a:pt x="368" y="167"/>
                      </a:lnTo>
                      <a:cubicBezTo>
                        <a:pt x="368" y="101"/>
                        <a:pt x="301"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
                <p:cNvSpPr/>
                <p:nvPr/>
              </p:nvSpPr>
              <p:spPr>
                <a:xfrm>
                  <a:off x="2767975" y="1589700"/>
                  <a:ext cx="9200" cy="24425"/>
                </a:xfrm>
                <a:custGeom>
                  <a:avLst/>
                  <a:gdLst/>
                  <a:ahLst/>
                  <a:cxnLst/>
                  <a:rect l="l" t="t" r="r" b="b"/>
                  <a:pathLst>
                    <a:path w="368" h="977" extrusionOk="0">
                      <a:moveTo>
                        <a:pt x="163" y="0"/>
                      </a:moveTo>
                      <a:cubicBezTo>
                        <a:pt x="102" y="0"/>
                        <a:pt x="34" y="60"/>
                        <a:pt x="34" y="142"/>
                      </a:cubicBezTo>
                      <a:lnTo>
                        <a:pt x="1" y="810"/>
                      </a:lnTo>
                      <a:cubicBezTo>
                        <a:pt x="1" y="910"/>
                        <a:pt x="67" y="976"/>
                        <a:pt x="134" y="976"/>
                      </a:cubicBezTo>
                      <a:lnTo>
                        <a:pt x="168" y="976"/>
                      </a:lnTo>
                      <a:cubicBezTo>
                        <a:pt x="234" y="976"/>
                        <a:pt x="301" y="910"/>
                        <a:pt x="301" y="843"/>
                      </a:cubicBezTo>
                      <a:lnTo>
                        <a:pt x="368" y="176"/>
                      </a:lnTo>
                      <a:cubicBezTo>
                        <a:pt x="368" y="76"/>
                        <a:pt x="301" y="9"/>
                        <a:pt x="201" y="9"/>
                      </a:cubicBezTo>
                      <a:cubicBezTo>
                        <a:pt x="189" y="3"/>
                        <a:pt x="176" y="0"/>
                        <a:pt x="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2796325" y="1601600"/>
                  <a:ext cx="12550" cy="23375"/>
                </a:xfrm>
                <a:custGeom>
                  <a:avLst/>
                  <a:gdLst/>
                  <a:ahLst/>
                  <a:cxnLst/>
                  <a:rect l="l" t="t" r="r" b="b"/>
                  <a:pathLst>
                    <a:path w="502" h="935" extrusionOk="0">
                      <a:moveTo>
                        <a:pt x="334" y="0"/>
                      </a:moveTo>
                      <a:cubicBezTo>
                        <a:pt x="234" y="0"/>
                        <a:pt x="168" y="67"/>
                        <a:pt x="168" y="167"/>
                      </a:cubicBezTo>
                      <a:cubicBezTo>
                        <a:pt x="201" y="367"/>
                        <a:pt x="134" y="534"/>
                        <a:pt x="68" y="701"/>
                      </a:cubicBezTo>
                      <a:cubicBezTo>
                        <a:pt x="1" y="767"/>
                        <a:pt x="34" y="867"/>
                        <a:pt x="101" y="934"/>
                      </a:cubicBezTo>
                      <a:lnTo>
                        <a:pt x="201" y="934"/>
                      </a:lnTo>
                      <a:cubicBezTo>
                        <a:pt x="234" y="934"/>
                        <a:pt x="301" y="901"/>
                        <a:pt x="334" y="867"/>
                      </a:cubicBezTo>
                      <a:cubicBezTo>
                        <a:pt x="468" y="634"/>
                        <a:pt x="501" y="400"/>
                        <a:pt x="501" y="133"/>
                      </a:cubicBezTo>
                      <a:cubicBezTo>
                        <a:pt x="468" y="67"/>
                        <a:pt x="401"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2831350" y="1612425"/>
                  <a:ext cx="9200" cy="27550"/>
                </a:xfrm>
                <a:custGeom>
                  <a:avLst/>
                  <a:gdLst/>
                  <a:ahLst/>
                  <a:cxnLst/>
                  <a:rect l="l" t="t" r="r" b="b"/>
                  <a:pathLst>
                    <a:path w="368" h="1102" extrusionOk="0">
                      <a:moveTo>
                        <a:pt x="168" y="1"/>
                      </a:moveTo>
                      <a:cubicBezTo>
                        <a:pt x="68" y="1"/>
                        <a:pt x="1" y="101"/>
                        <a:pt x="34" y="167"/>
                      </a:cubicBezTo>
                      <a:cubicBezTo>
                        <a:pt x="34" y="434"/>
                        <a:pt x="34" y="668"/>
                        <a:pt x="1" y="901"/>
                      </a:cubicBezTo>
                      <a:cubicBezTo>
                        <a:pt x="1" y="1001"/>
                        <a:pt x="34" y="1068"/>
                        <a:pt x="134" y="1101"/>
                      </a:cubicBezTo>
                      <a:lnTo>
                        <a:pt x="168" y="1101"/>
                      </a:lnTo>
                      <a:cubicBezTo>
                        <a:pt x="234" y="1101"/>
                        <a:pt x="301" y="1035"/>
                        <a:pt x="301" y="968"/>
                      </a:cubicBezTo>
                      <a:cubicBezTo>
                        <a:pt x="368" y="701"/>
                        <a:pt x="368" y="434"/>
                        <a:pt x="334" y="134"/>
                      </a:cubicBezTo>
                      <a:cubicBezTo>
                        <a:pt x="334" y="67"/>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1705550" y="1161900"/>
                  <a:ext cx="10875" cy="26925"/>
                </a:xfrm>
                <a:custGeom>
                  <a:avLst/>
                  <a:gdLst/>
                  <a:ahLst/>
                  <a:cxnLst/>
                  <a:rect l="l" t="t" r="r" b="b"/>
                  <a:pathLst>
                    <a:path w="435" h="1077" extrusionOk="0">
                      <a:moveTo>
                        <a:pt x="284" y="0"/>
                      </a:moveTo>
                      <a:cubicBezTo>
                        <a:pt x="269" y="0"/>
                        <a:pt x="252" y="3"/>
                        <a:pt x="234" y="9"/>
                      </a:cubicBezTo>
                      <a:cubicBezTo>
                        <a:pt x="134" y="9"/>
                        <a:pt x="101" y="76"/>
                        <a:pt x="101" y="176"/>
                      </a:cubicBezTo>
                      <a:cubicBezTo>
                        <a:pt x="134" y="409"/>
                        <a:pt x="101" y="643"/>
                        <a:pt x="1" y="876"/>
                      </a:cubicBezTo>
                      <a:cubicBezTo>
                        <a:pt x="1" y="943"/>
                        <a:pt x="34" y="1043"/>
                        <a:pt x="101" y="1076"/>
                      </a:cubicBezTo>
                      <a:lnTo>
                        <a:pt x="168" y="1076"/>
                      </a:lnTo>
                      <a:cubicBezTo>
                        <a:pt x="234" y="1076"/>
                        <a:pt x="268" y="1043"/>
                        <a:pt x="301" y="976"/>
                      </a:cubicBezTo>
                      <a:cubicBezTo>
                        <a:pt x="401" y="709"/>
                        <a:pt x="434" y="409"/>
                        <a:pt x="401" y="142"/>
                      </a:cubicBezTo>
                      <a:cubicBezTo>
                        <a:pt x="401" y="60"/>
                        <a:pt x="356" y="0"/>
                        <a:pt x="2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1743925" y="1176075"/>
                  <a:ext cx="9200" cy="24425"/>
                </a:xfrm>
                <a:custGeom>
                  <a:avLst/>
                  <a:gdLst/>
                  <a:ahLst/>
                  <a:cxnLst/>
                  <a:rect l="l" t="t" r="r" b="b"/>
                  <a:pathLst>
                    <a:path w="368" h="977" extrusionOk="0">
                      <a:moveTo>
                        <a:pt x="217" y="0"/>
                      </a:moveTo>
                      <a:cubicBezTo>
                        <a:pt x="201" y="0"/>
                        <a:pt x="185" y="3"/>
                        <a:pt x="167" y="9"/>
                      </a:cubicBezTo>
                      <a:cubicBezTo>
                        <a:pt x="67" y="9"/>
                        <a:pt x="34" y="76"/>
                        <a:pt x="34" y="176"/>
                      </a:cubicBezTo>
                      <a:cubicBezTo>
                        <a:pt x="67" y="376"/>
                        <a:pt x="67" y="609"/>
                        <a:pt x="0" y="809"/>
                      </a:cubicBezTo>
                      <a:cubicBezTo>
                        <a:pt x="0" y="876"/>
                        <a:pt x="34" y="976"/>
                        <a:pt x="134" y="976"/>
                      </a:cubicBezTo>
                      <a:lnTo>
                        <a:pt x="167" y="976"/>
                      </a:lnTo>
                      <a:cubicBezTo>
                        <a:pt x="234" y="976"/>
                        <a:pt x="300" y="943"/>
                        <a:pt x="300" y="876"/>
                      </a:cubicBezTo>
                      <a:cubicBezTo>
                        <a:pt x="367" y="609"/>
                        <a:pt x="367" y="376"/>
                        <a:pt x="334" y="142"/>
                      </a:cubicBezTo>
                      <a:cubicBezTo>
                        <a:pt x="334" y="60"/>
                        <a:pt x="289" y="0"/>
                        <a:pt x="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1776450" y="1190450"/>
                  <a:ext cx="10025" cy="23375"/>
                </a:xfrm>
                <a:custGeom>
                  <a:avLst/>
                  <a:gdLst/>
                  <a:ahLst/>
                  <a:cxnLst/>
                  <a:rect l="l" t="t" r="r" b="b"/>
                  <a:pathLst>
                    <a:path w="401" h="935" extrusionOk="0">
                      <a:moveTo>
                        <a:pt x="234" y="1"/>
                      </a:moveTo>
                      <a:cubicBezTo>
                        <a:pt x="134" y="34"/>
                        <a:pt x="67" y="101"/>
                        <a:pt x="67" y="168"/>
                      </a:cubicBezTo>
                      <a:cubicBezTo>
                        <a:pt x="67" y="368"/>
                        <a:pt x="67" y="568"/>
                        <a:pt x="0" y="768"/>
                      </a:cubicBezTo>
                      <a:cubicBezTo>
                        <a:pt x="0" y="835"/>
                        <a:pt x="33" y="935"/>
                        <a:pt x="134" y="935"/>
                      </a:cubicBezTo>
                      <a:lnTo>
                        <a:pt x="167" y="935"/>
                      </a:lnTo>
                      <a:cubicBezTo>
                        <a:pt x="234" y="935"/>
                        <a:pt x="300" y="902"/>
                        <a:pt x="334" y="835"/>
                      </a:cubicBezTo>
                      <a:cubicBezTo>
                        <a:pt x="367" y="601"/>
                        <a:pt x="400" y="368"/>
                        <a:pt x="400" y="168"/>
                      </a:cubicBezTo>
                      <a:cubicBezTo>
                        <a:pt x="367" y="68"/>
                        <a:pt x="300"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1808125" y="1202750"/>
                  <a:ext cx="11700" cy="27775"/>
                </a:xfrm>
                <a:custGeom>
                  <a:avLst/>
                  <a:gdLst/>
                  <a:ahLst/>
                  <a:cxnLst/>
                  <a:rect l="l" t="t" r="r" b="b"/>
                  <a:pathLst>
                    <a:path w="468" h="1111" extrusionOk="0">
                      <a:moveTo>
                        <a:pt x="272" y="1"/>
                      </a:moveTo>
                      <a:cubicBezTo>
                        <a:pt x="259" y="1"/>
                        <a:pt x="246" y="3"/>
                        <a:pt x="234" y="9"/>
                      </a:cubicBezTo>
                      <a:cubicBezTo>
                        <a:pt x="134" y="9"/>
                        <a:pt x="67" y="109"/>
                        <a:pt x="101" y="176"/>
                      </a:cubicBezTo>
                      <a:cubicBezTo>
                        <a:pt x="134" y="410"/>
                        <a:pt x="134" y="676"/>
                        <a:pt x="34" y="877"/>
                      </a:cubicBezTo>
                      <a:cubicBezTo>
                        <a:pt x="1" y="943"/>
                        <a:pt x="34" y="1043"/>
                        <a:pt x="134" y="1077"/>
                      </a:cubicBezTo>
                      <a:cubicBezTo>
                        <a:pt x="134" y="1077"/>
                        <a:pt x="167" y="1110"/>
                        <a:pt x="167" y="1110"/>
                      </a:cubicBezTo>
                      <a:cubicBezTo>
                        <a:pt x="234" y="1110"/>
                        <a:pt x="301" y="1043"/>
                        <a:pt x="334" y="1010"/>
                      </a:cubicBezTo>
                      <a:cubicBezTo>
                        <a:pt x="434" y="710"/>
                        <a:pt x="468" y="410"/>
                        <a:pt x="401" y="143"/>
                      </a:cubicBezTo>
                      <a:cubicBezTo>
                        <a:pt x="401" y="60"/>
                        <a:pt x="333" y="1"/>
                        <a:pt x="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1845650" y="1212150"/>
                  <a:ext cx="10050" cy="30050"/>
                </a:xfrm>
                <a:custGeom>
                  <a:avLst/>
                  <a:gdLst/>
                  <a:ahLst/>
                  <a:cxnLst/>
                  <a:rect l="l" t="t" r="r" b="b"/>
                  <a:pathLst>
                    <a:path w="402" h="1202" extrusionOk="0">
                      <a:moveTo>
                        <a:pt x="201" y="0"/>
                      </a:moveTo>
                      <a:cubicBezTo>
                        <a:pt x="101" y="34"/>
                        <a:pt x="34" y="100"/>
                        <a:pt x="34" y="200"/>
                      </a:cubicBezTo>
                      <a:cubicBezTo>
                        <a:pt x="67" y="467"/>
                        <a:pt x="67" y="734"/>
                        <a:pt x="34" y="1034"/>
                      </a:cubicBezTo>
                      <a:cubicBezTo>
                        <a:pt x="1" y="1101"/>
                        <a:pt x="67" y="1201"/>
                        <a:pt x="134" y="1201"/>
                      </a:cubicBezTo>
                      <a:lnTo>
                        <a:pt x="168" y="1201"/>
                      </a:lnTo>
                      <a:cubicBezTo>
                        <a:pt x="268" y="1201"/>
                        <a:pt x="334" y="1134"/>
                        <a:pt x="334" y="1068"/>
                      </a:cubicBezTo>
                      <a:cubicBezTo>
                        <a:pt x="368" y="767"/>
                        <a:pt x="401" y="467"/>
                        <a:pt x="368" y="167"/>
                      </a:cubicBezTo>
                      <a:cubicBezTo>
                        <a:pt x="368" y="67"/>
                        <a:pt x="268" y="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1881525" y="1230500"/>
                  <a:ext cx="10025" cy="25875"/>
                </a:xfrm>
                <a:custGeom>
                  <a:avLst/>
                  <a:gdLst/>
                  <a:ahLst/>
                  <a:cxnLst/>
                  <a:rect l="l" t="t" r="r" b="b"/>
                  <a:pathLst>
                    <a:path w="401" h="1035" extrusionOk="0">
                      <a:moveTo>
                        <a:pt x="267" y="0"/>
                      </a:moveTo>
                      <a:cubicBezTo>
                        <a:pt x="167" y="0"/>
                        <a:pt x="100" y="33"/>
                        <a:pt x="67" y="134"/>
                      </a:cubicBezTo>
                      <a:cubicBezTo>
                        <a:pt x="33" y="367"/>
                        <a:pt x="0" y="634"/>
                        <a:pt x="33" y="901"/>
                      </a:cubicBezTo>
                      <a:cubicBezTo>
                        <a:pt x="33" y="967"/>
                        <a:pt x="100" y="1034"/>
                        <a:pt x="167" y="1034"/>
                      </a:cubicBezTo>
                      <a:cubicBezTo>
                        <a:pt x="267" y="1034"/>
                        <a:pt x="334" y="967"/>
                        <a:pt x="334" y="867"/>
                      </a:cubicBezTo>
                      <a:cubicBezTo>
                        <a:pt x="334" y="634"/>
                        <a:pt x="334" y="400"/>
                        <a:pt x="367" y="200"/>
                      </a:cubicBezTo>
                      <a:cubicBezTo>
                        <a:pt x="400" y="100"/>
                        <a:pt x="334" y="33"/>
                        <a:pt x="2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1915700" y="1244675"/>
                  <a:ext cx="9200" cy="26700"/>
                </a:xfrm>
                <a:custGeom>
                  <a:avLst/>
                  <a:gdLst/>
                  <a:ahLst/>
                  <a:cxnLst/>
                  <a:rect l="l" t="t" r="r" b="b"/>
                  <a:pathLst>
                    <a:path w="368" h="1068" extrusionOk="0">
                      <a:moveTo>
                        <a:pt x="234" y="0"/>
                      </a:moveTo>
                      <a:cubicBezTo>
                        <a:pt x="134" y="0"/>
                        <a:pt x="67" y="67"/>
                        <a:pt x="67" y="167"/>
                      </a:cubicBezTo>
                      <a:lnTo>
                        <a:pt x="1" y="901"/>
                      </a:lnTo>
                      <a:cubicBezTo>
                        <a:pt x="1" y="968"/>
                        <a:pt x="67" y="1034"/>
                        <a:pt x="134" y="1068"/>
                      </a:cubicBezTo>
                      <a:lnTo>
                        <a:pt x="168" y="1068"/>
                      </a:lnTo>
                      <a:cubicBezTo>
                        <a:pt x="234" y="1068"/>
                        <a:pt x="301" y="1001"/>
                        <a:pt x="301" y="901"/>
                      </a:cubicBezTo>
                      <a:lnTo>
                        <a:pt x="368" y="167"/>
                      </a:lnTo>
                      <a:cubicBezTo>
                        <a:pt x="368" y="100"/>
                        <a:pt x="301" y="34"/>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5"/>
                <p:cNvSpPr/>
                <p:nvPr/>
              </p:nvSpPr>
              <p:spPr>
                <a:xfrm>
                  <a:off x="1949075" y="1254675"/>
                  <a:ext cx="9175" cy="30050"/>
                </a:xfrm>
                <a:custGeom>
                  <a:avLst/>
                  <a:gdLst/>
                  <a:ahLst/>
                  <a:cxnLst/>
                  <a:rect l="l" t="t" r="r" b="b"/>
                  <a:pathLst>
                    <a:path w="367" h="1202" extrusionOk="0">
                      <a:moveTo>
                        <a:pt x="133" y="0"/>
                      </a:moveTo>
                      <a:cubicBezTo>
                        <a:pt x="67" y="0"/>
                        <a:pt x="0" y="101"/>
                        <a:pt x="0" y="167"/>
                      </a:cubicBezTo>
                      <a:cubicBezTo>
                        <a:pt x="33" y="467"/>
                        <a:pt x="33" y="734"/>
                        <a:pt x="33" y="1035"/>
                      </a:cubicBezTo>
                      <a:cubicBezTo>
                        <a:pt x="0" y="1101"/>
                        <a:pt x="67" y="1168"/>
                        <a:pt x="167" y="1201"/>
                      </a:cubicBezTo>
                      <a:cubicBezTo>
                        <a:pt x="267" y="1201"/>
                        <a:pt x="334" y="1135"/>
                        <a:pt x="334" y="1035"/>
                      </a:cubicBezTo>
                      <a:cubicBezTo>
                        <a:pt x="367" y="734"/>
                        <a:pt x="334" y="434"/>
                        <a:pt x="300" y="134"/>
                      </a:cubicBezTo>
                      <a:cubicBezTo>
                        <a:pt x="300" y="67"/>
                        <a:pt x="200" y="0"/>
                        <a:pt x="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
                <p:cNvSpPr/>
                <p:nvPr/>
              </p:nvSpPr>
              <p:spPr>
                <a:xfrm>
                  <a:off x="1981575" y="1276350"/>
                  <a:ext cx="10050" cy="20050"/>
                </a:xfrm>
                <a:custGeom>
                  <a:avLst/>
                  <a:gdLst/>
                  <a:ahLst/>
                  <a:cxnLst/>
                  <a:rect l="l" t="t" r="r" b="b"/>
                  <a:pathLst>
                    <a:path w="402" h="802" extrusionOk="0">
                      <a:moveTo>
                        <a:pt x="234" y="1"/>
                      </a:moveTo>
                      <a:lnTo>
                        <a:pt x="68" y="34"/>
                      </a:lnTo>
                      <a:lnTo>
                        <a:pt x="34" y="635"/>
                      </a:lnTo>
                      <a:cubicBezTo>
                        <a:pt x="1" y="735"/>
                        <a:pt x="68" y="801"/>
                        <a:pt x="168" y="801"/>
                      </a:cubicBezTo>
                      <a:cubicBezTo>
                        <a:pt x="268" y="801"/>
                        <a:pt x="335" y="735"/>
                        <a:pt x="335" y="668"/>
                      </a:cubicBezTo>
                      <a:lnTo>
                        <a:pt x="401" y="34"/>
                      </a:lnTo>
                      <a:lnTo>
                        <a:pt x="2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2017450" y="1283850"/>
                  <a:ext cx="7525" cy="26725"/>
                </a:xfrm>
                <a:custGeom>
                  <a:avLst/>
                  <a:gdLst/>
                  <a:ahLst/>
                  <a:cxnLst/>
                  <a:rect l="l" t="t" r="r" b="b"/>
                  <a:pathLst>
                    <a:path w="301" h="1069" extrusionOk="0">
                      <a:moveTo>
                        <a:pt x="167" y="1"/>
                      </a:moveTo>
                      <a:cubicBezTo>
                        <a:pt x="67" y="1"/>
                        <a:pt x="0" y="68"/>
                        <a:pt x="0" y="168"/>
                      </a:cubicBezTo>
                      <a:lnTo>
                        <a:pt x="0" y="935"/>
                      </a:lnTo>
                      <a:cubicBezTo>
                        <a:pt x="0" y="1002"/>
                        <a:pt x="67" y="1068"/>
                        <a:pt x="167" y="1068"/>
                      </a:cubicBezTo>
                      <a:cubicBezTo>
                        <a:pt x="234" y="1068"/>
                        <a:pt x="301" y="1002"/>
                        <a:pt x="301" y="935"/>
                      </a:cubicBezTo>
                      <a:lnTo>
                        <a:pt x="301" y="168"/>
                      </a:lnTo>
                      <a:cubicBezTo>
                        <a:pt x="301" y="68"/>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2052475" y="1299700"/>
                  <a:ext cx="7525" cy="25875"/>
                </a:xfrm>
                <a:custGeom>
                  <a:avLst/>
                  <a:gdLst/>
                  <a:ahLst/>
                  <a:cxnLst/>
                  <a:rect l="l" t="t" r="r" b="b"/>
                  <a:pathLst>
                    <a:path w="301" h="1035" extrusionOk="0">
                      <a:moveTo>
                        <a:pt x="167" y="1"/>
                      </a:moveTo>
                      <a:cubicBezTo>
                        <a:pt x="67" y="1"/>
                        <a:pt x="0" y="67"/>
                        <a:pt x="0" y="134"/>
                      </a:cubicBezTo>
                      <a:lnTo>
                        <a:pt x="0" y="868"/>
                      </a:lnTo>
                      <a:cubicBezTo>
                        <a:pt x="0" y="968"/>
                        <a:pt x="67" y="1035"/>
                        <a:pt x="167" y="1035"/>
                      </a:cubicBezTo>
                      <a:cubicBezTo>
                        <a:pt x="234" y="1035"/>
                        <a:pt x="301" y="968"/>
                        <a:pt x="301" y="868"/>
                      </a:cubicBezTo>
                      <a:lnTo>
                        <a:pt x="301" y="134"/>
                      </a:lnTo>
                      <a:cubicBezTo>
                        <a:pt x="301"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5"/>
                <p:cNvSpPr/>
                <p:nvPr/>
              </p:nvSpPr>
              <p:spPr>
                <a:xfrm>
                  <a:off x="2087500" y="1313050"/>
                  <a:ext cx="7525" cy="23375"/>
                </a:xfrm>
                <a:custGeom>
                  <a:avLst/>
                  <a:gdLst/>
                  <a:ahLst/>
                  <a:cxnLst/>
                  <a:rect l="l" t="t" r="r" b="b"/>
                  <a:pathLst>
                    <a:path w="301" h="935" extrusionOk="0">
                      <a:moveTo>
                        <a:pt x="167" y="0"/>
                      </a:moveTo>
                      <a:cubicBezTo>
                        <a:pt x="67" y="0"/>
                        <a:pt x="0" y="67"/>
                        <a:pt x="0" y="134"/>
                      </a:cubicBezTo>
                      <a:lnTo>
                        <a:pt x="0" y="768"/>
                      </a:lnTo>
                      <a:cubicBezTo>
                        <a:pt x="0" y="868"/>
                        <a:pt x="67" y="934"/>
                        <a:pt x="167" y="934"/>
                      </a:cubicBezTo>
                      <a:cubicBezTo>
                        <a:pt x="234" y="934"/>
                        <a:pt x="301" y="868"/>
                        <a:pt x="301" y="768"/>
                      </a:cubicBezTo>
                      <a:lnTo>
                        <a:pt x="301" y="134"/>
                      </a:lnTo>
                      <a:cubicBezTo>
                        <a:pt x="301" y="67"/>
                        <a:pt x="234"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
                <p:cNvSpPr/>
                <p:nvPr/>
              </p:nvSpPr>
              <p:spPr>
                <a:xfrm>
                  <a:off x="1453700" y="1062400"/>
                  <a:ext cx="52575" cy="53025"/>
                </a:xfrm>
                <a:custGeom>
                  <a:avLst/>
                  <a:gdLst/>
                  <a:ahLst/>
                  <a:cxnLst/>
                  <a:rect l="l" t="t" r="r" b="b"/>
                  <a:pathLst>
                    <a:path w="2103" h="2121" extrusionOk="0">
                      <a:moveTo>
                        <a:pt x="368" y="319"/>
                      </a:moveTo>
                      <a:lnTo>
                        <a:pt x="368" y="319"/>
                      </a:lnTo>
                      <a:cubicBezTo>
                        <a:pt x="568" y="353"/>
                        <a:pt x="1035" y="453"/>
                        <a:pt x="1335" y="653"/>
                      </a:cubicBezTo>
                      <a:cubicBezTo>
                        <a:pt x="1469" y="720"/>
                        <a:pt x="1569" y="820"/>
                        <a:pt x="1569" y="887"/>
                      </a:cubicBezTo>
                      <a:cubicBezTo>
                        <a:pt x="1635" y="1254"/>
                        <a:pt x="1735" y="1721"/>
                        <a:pt x="1702" y="1787"/>
                      </a:cubicBezTo>
                      <a:cubicBezTo>
                        <a:pt x="1696" y="1794"/>
                        <a:pt x="1682" y="1796"/>
                        <a:pt x="1663" y="1796"/>
                      </a:cubicBezTo>
                      <a:cubicBezTo>
                        <a:pt x="1581" y="1796"/>
                        <a:pt x="1397" y="1747"/>
                        <a:pt x="1235" y="1721"/>
                      </a:cubicBezTo>
                      <a:cubicBezTo>
                        <a:pt x="1102" y="1687"/>
                        <a:pt x="902" y="1654"/>
                        <a:pt x="701" y="1620"/>
                      </a:cubicBezTo>
                      <a:cubicBezTo>
                        <a:pt x="701" y="1587"/>
                        <a:pt x="668" y="1587"/>
                        <a:pt x="668" y="1587"/>
                      </a:cubicBezTo>
                      <a:cubicBezTo>
                        <a:pt x="668" y="1587"/>
                        <a:pt x="668" y="1620"/>
                        <a:pt x="635" y="1620"/>
                      </a:cubicBezTo>
                      <a:lnTo>
                        <a:pt x="468" y="786"/>
                      </a:lnTo>
                      <a:cubicBezTo>
                        <a:pt x="401" y="553"/>
                        <a:pt x="368" y="420"/>
                        <a:pt x="368" y="319"/>
                      </a:cubicBezTo>
                      <a:close/>
                      <a:moveTo>
                        <a:pt x="305" y="1"/>
                      </a:moveTo>
                      <a:cubicBezTo>
                        <a:pt x="201" y="1"/>
                        <a:pt x="112" y="30"/>
                        <a:pt x="68" y="119"/>
                      </a:cubicBezTo>
                      <a:cubicBezTo>
                        <a:pt x="1" y="219"/>
                        <a:pt x="1" y="219"/>
                        <a:pt x="168" y="853"/>
                      </a:cubicBezTo>
                      <a:lnTo>
                        <a:pt x="368" y="1754"/>
                      </a:lnTo>
                      <a:cubicBezTo>
                        <a:pt x="401" y="1921"/>
                        <a:pt x="601" y="1921"/>
                        <a:pt x="635" y="1921"/>
                      </a:cubicBezTo>
                      <a:cubicBezTo>
                        <a:pt x="835" y="1954"/>
                        <a:pt x="1035" y="1987"/>
                        <a:pt x="1168" y="2021"/>
                      </a:cubicBezTo>
                      <a:cubicBezTo>
                        <a:pt x="1369" y="2087"/>
                        <a:pt x="1535" y="2121"/>
                        <a:pt x="1669" y="2121"/>
                      </a:cubicBezTo>
                      <a:cubicBezTo>
                        <a:pt x="1769" y="2121"/>
                        <a:pt x="1869" y="2087"/>
                        <a:pt x="1936" y="2021"/>
                      </a:cubicBezTo>
                      <a:cubicBezTo>
                        <a:pt x="2102" y="1854"/>
                        <a:pt x="2036" y="1587"/>
                        <a:pt x="1869" y="820"/>
                      </a:cubicBezTo>
                      <a:cubicBezTo>
                        <a:pt x="1769" y="353"/>
                        <a:pt x="902" y="86"/>
                        <a:pt x="468" y="19"/>
                      </a:cubicBezTo>
                      <a:cubicBezTo>
                        <a:pt x="412" y="8"/>
                        <a:pt x="357"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5"/>
                <p:cNvSpPr/>
                <p:nvPr/>
              </p:nvSpPr>
              <p:spPr>
                <a:xfrm>
                  <a:off x="1387000" y="1058700"/>
                  <a:ext cx="65075" cy="42550"/>
                </a:xfrm>
                <a:custGeom>
                  <a:avLst/>
                  <a:gdLst/>
                  <a:ahLst/>
                  <a:cxnLst/>
                  <a:rect l="l" t="t" r="r" b="b"/>
                  <a:pathLst>
                    <a:path w="2603" h="1702" extrusionOk="0">
                      <a:moveTo>
                        <a:pt x="1222" y="328"/>
                      </a:moveTo>
                      <a:cubicBezTo>
                        <a:pt x="1559" y="328"/>
                        <a:pt x="1960" y="394"/>
                        <a:pt x="2102" y="434"/>
                      </a:cubicBezTo>
                      <a:cubicBezTo>
                        <a:pt x="2169" y="634"/>
                        <a:pt x="2269" y="1201"/>
                        <a:pt x="2202" y="1402"/>
                      </a:cubicBezTo>
                      <a:cubicBezTo>
                        <a:pt x="1635" y="1301"/>
                        <a:pt x="1101" y="1101"/>
                        <a:pt x="601" y="934"/>
                      </a:cubicBezTo>
                      <a:lnTo>
                        <a:pt x="567" y="901"/>
                      </a:lnTo>
                      <a:cubicBezTo>
                        <a:pt x="501" y="901"/>
                        <a:pt x="434" y="868"/>
                        <a:pt x="367" y="834"/>
                      </a:cubicBezTo>
                      <a:cubicBezTo>
                        <a:pt x="401" y="801"/>
                        <a:pt x="467" y="734"/>
                        <a:pt x="534" y="668"/>
                      </a:cubicBezTo>
                      <a:cubicBezTo>
                        <a:pt x="601" y="601"/>
                        <a:pt x="667" y="501"/>
                        <a:pt x="734" y="434"/>
                      </a:cubicBezTo>
                      <a:cubicBezTo>
                        <a:pt x="813" y="356"/>
                        <a:pt x="1004" y="328"/>
                        <a:pt x="1222" y="328"/>
                      </a:cubicBezTo>
                      <a:close/>
                      <a:moveTo>
                        <a:pt x="1134" y="0"/>
                      </a:moveTo>
                      <a:cubicBezTo>
                        <a:pt x="834" y="0"/>
                        <a:pt x="634" y="67"/>
                        <a:pt x="501" y="201"/>
                      </a:cubicBezTo>
                      <a:cubicBezTo>
                        <a:pt x="434" y="301"/>
                        <a:pt x="367" y="367"/>
                        <a:pt x="301" y="434"/>
                      </a:cubicBezTo>
                      <a:cubicBezTo>
                        <a:pt x="100" y="668"/>
                        <a:pt x="0" y="768"/>
                        <a:pt x="34" y="901"/>
                      </a:cubicBezTo>
                      <a:cubicBezTo>
                        <a:pt x="67" y="1068"/>
                        <a:pt x="200" y="1101"/>
                        <a:pt x="434" y="1201"/>
                      </a:cubicBezTo>
                      <a:lnTo>
                        <a:pt x="501" y="1201"/>
                      </a:lnTo>
                      <a:cubicBezTo>
                        <a:pt x="1001" y="1402"/>
                        <a:pt x="1601" y="1602"/>
                        <a:pt x="2202" y="1702"/>
                      </a:cubicBezTo>
                      <a:lnTo>
                        <a:pt x="2235" y="1702"/>
                      </a:lnTo>
                      <a:cubicBezTo>
                        <a:pt x="2335" y="1702"/>
                        <a:pt x="2435" y="1635"/>
                        <a:pt x="2469" y="1535"/>
                      </a:cubicBezTo>
                      <a:cubicBezTo>
                        <a:pt x="2602" y="1268"/>
                        <a:pt x="2469" y="334"/>
                        <a:pt x="2335" y="201"/>
                      </a:cubicBezTo>
                      <a:cubicBezTo>
                        <a:pt x="2235" y="101"/>
                        <a:pt x="1568" y="0"/>
                        <a:pt x="1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
                <p:cNvSpPr/>
                <p:nvPr/>
              </p:nvSpPr>
              <p:spPr>
                <a:xfrm>
                  <a:off x="1306950" y="1054700"/>
                  <a:ext cx="90075" cy="29050"/>
                </a:xfrm>
                <a:custGeom>
                  <a:avLst/>
                  <a:gdLst/>
                  <a:ahLst/>
                  <a:cxnLst/>
                  <a:rect l="l" t="t" r="r" b="b"/>
                  <a:pathLst>
                    <a:path w="3603" h="1162" extrusionOk="0">
                      <a:moveTo>
                        <a:pt x="2546" y="1"/>
                      </a:moveTo>
                      <a:cubicBezTo>
                        <a:pt x="2192" y="1"/>
                        <a:pt x="1823" y="34"/>
                        <a:pt x="1568" y="94"/>
                      </a:cubicBezTo>
                      <a:cubicBezTo>
                        <a:pt x="1468" y="94"/>
                        <a:pt x="1434" y="194"/>
                        <a:pt x="1434" y="261"/>
                      </a:cubicBezTo>
                      <a:cubicBezTo>
                        <a:pt x="1468" y="361"/>
                        <a:pt x="1534" y="394"/>
                        <a:pt x="1635" y="394"/>
                      </a:cubicBezTo>
                      <a:cubicBezTo>
                        <a:pt x="1931" y="331"/>
                        <a:pt x="2320" y="307"/>
                        <a:pt x="2651" y="307"/>
                      </a:cubicBezTo>
                      <a:cubicBezTo>
                        <a:pt x="2842" y="307"/>
                        <a:pt x="3013" y="315"/>
                        <a:pt x="3136" y="327"/>
                      </a:cubicBezTo>
                      <a:cubicBezTo>
                        <a:pt x="2935" y="561"/>
                        <a:pt x="2635" y="794"/>
                        <a:pt x="2602" y="828"/>
                      </a:cubicBezTo>
                      <a:cubicBezTo>
                        <a:pt x="2568" y="833"/>
                        <a:pt x="2485" y="836"/>
                        <a:pt x="2370" y="836"/>
                      </a:cubicBezTo>
                      <a:cubicBezTo>
                        <a:pt x="1816" y="836"/>
                        <a:pt x="510" y="771"/>
                        <a:pt x="234" y="661"/>
                      </a:cubicBezTo>
                      <a:cubicBezTo>
                        <a:pt x="133" y="661"/>
                        <a:pt x="33" y="694"/>
                        <a:pt x="33" y="761"/>
                      </a:cubicBezTo>
                      <a:cubicBezTo>
                        <a:pt x="0" y="861"/>
                        <a:pt x="33" y="961"/>
                        <a:pt x="100" y="961"/>
                      </a:cubicBezTo>
                      <a:cubicBezTo>
                        <a:pt x="400" y="1061"/>
                        <a:pt x="1534" y="1161"/>
                        <a:pt x="2202" y="1161"/>
                      </a:cubicBezTo>
                      <a:cubicBezTo>
                        <a:pt x="2468" y="1161"/>
                        <a:pt x="2669" y="1128"/>
                        <a:pt x="2702" y="1128"/>
                      </a:cubicBezTo>
                      <a:cubicBezTo>
                        <a:pt x="2802" y="1061"/>
                        <a:pt x="3036" y="861"/>
                        <a:pt x="3469" y="461"/>
                      </a:cubicBezTo>
                      <a:lnTo>
                        <a:pt x="3536" y="394"/>
                      </a:lnTo>
                      <a:cubicBezTo>
                        <a:pt x="3569" y="361"/>
                        <a:pt x="3603" y="327"/>
                        <a:pt x="3603" y="261"/>
                      </a:cubicBezTo>
                      <a:cubicBezTo>
                        <a:pt x="3603" y="227"/>
                        <a:pt x="3569" y="160"/>
                        <a:pt x="3536" y="160"/>
                      </a:cubicBezTo>
                      <a:cubicBezTo>
                        <a:pt x="3389" y="50"/>
                        <a:pt x="2979" y="1"/>
                        <a:pt x="2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5"/>
                <p:cNvSpPr/>
                <p:nvPr/>
              </p:nvSpPr>
              <p:spPr>
                <a:xfrm>
                  <a:off x="1361975" y="1614600"/>
                  <a:ext cx="206000" cy="157125"/>
                </a:xfrm>
                <a:custGeom>
                  <a:avLst/>
                  <a:gdLst/>
                  <a:ahLst/>
                  <a:cxnLst/>
                  <a:rect l="l" t="t" r="r" b="b"/>
                  <a:pathLst>
                    <a:path w="8240" h="6285" extrusionOk="0">
                      <a:moveTo>
                        <a:pt x="7852" y="1"/>
                      </a:moveTo>
                      <a:cubicBezTo>
                        <a:pt x="7826" y="1"/>
                        <a:pt x="7800" y="5"/>
                        <a:pt x="7773" y="14"/>
                      </a:cubicBezTo>
                      <a:lnTo>
                        <a:pt x="1435" y="3116"/>
                      </a:lnTo>
                      <a:cubicBezTo>
                        <a:pt x="34" y="4050"/>
                        <a:pt x="34" y="5518"/>
                        <a:pt x="34" y="5584"/>
                      </a:cubicBezTo>
                      <a:cubicBezTo>
                        <a:pt x="1" y="5785"/>
                        <a:pt x="101" y="5985"/>
                        <a:pt x="267" y="6118"/>
                      </a:cubicBezTo>
                      <a:cubicBezTo>
                        <a:pt x="401" y="6218"/>
                        <a:pt x="534" y="6285"/>
                        <a:pt x="668" y="6285"/>
                      </a:cubicBezTo>
                      <a:cubicBezTo>
                        <a:pt x="734" y="6285"/>
                        <a:pt x="801" y="6285"/>
                        <a:pt x="868" y="6252"/>
                      </a:cubicBezTo>
                      <a:lnTo>
                        <a:pt x="8106" y="4050"/>
                      </a:lnTo>
                      <a:cubicBezTo>
                        <a:pt x="8206" y="4017"/>
                        <a:pt x="8240" y="3917"/>
                        <a:pt x="8206" y="3850"/>
                      </a:cubicBezTo>
                      <a:cubicBezTo>
                        <a:pt x="8206" y="3775"/>
                        <a:pt x="8150" y="3737"/>
                        <a:pt x="8094" y="3737"/>
                      </a:cubicBezTo>
                      <a:cubicBezTo>
                        <a:pt x="8075" y="3737"/>
                        <a:pt x="8056" y="3741"/>
                        <a:pt x="8040" y="3750"/>
                      </a:cubicBezTo>
                      <a:lnTo>
                        <a:pt x="768" y="5951"/>
                      </a:lnTo>
                      <a:cubicBezTo>
                        <a:pt x="741" y="5960"/>
                        <a:pt x="714" y="5964"/>
                        <a:pt x="687" y="5964"/>
                      </a:cubicBezTo>
                      <a:cubicBezTo>
                        <a:pt x="614" y="5964"/>
                        <a:pt x="541" y="5933"/>
                        <a:pt x="468" y="5885"/>
                      </a:cubicBezTo>
                      <a:cubicBezTo>
                        <a:pt x="368" y="5818"/>
                        <a:pt x="334" y="5718"/>
                        <a:pt x="334" y="5584"/>
                      </a:cubicBezTo>
                      <a:cubicBezTo>
                        <a:pt x="334" y="5551"/>
                        <a:pt x="368" y="4183"/>
                        <a:pt x="1602" y="3383"/>
                      </a:cubicBezTo>
                      <a:lnTo>
                        <a:pt x="7940" y="314"/>
                      </a:lnTo>
                      <a:cubicBezTo>
                        <a:pt x="8006" y="281"/>
                        <a:pt x="8040" y="181"/>
                        <a:pt x="8006" y="80"/>
                      </a:cubicBezTo>
                      <a:cubicBezTo>
                        <a:pt x="7982" y="32"/>
                        <a:pt x="7922" y="1"/>
                        <a:pt x="7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5"/>
                <p:cNvSpPr/>
                <p:nvPr/>
              </p:nvSpPr>
              <p:spPr>
                <a:xfrm>
                  <a:off x="1506250" y="1662450"/>
                  <a:ext cx="184325" cy="110125"/>
                </a:xfrm>
                <a:custGeom>
                  <a:avLst/>
                  <a:gdLst/>
                  <a:ahLst/>
                  <a:cxnLst/>
                  <a:rect l="l" t="t" r="r" b="b"/>
                  <a:pathLst>
                    <a:path w="7373" h="4405" extrusionOk="0">
                      <a:moveTo>
                        <a:pt x="467" y="301"/>
                      </a:moveTo>
                      <a:cubicBezTo>
                        <a:pt x="734" y="335"/>
                        <a:pt x="1301" y="501"/>
                        <a:pt x="1902" y="668"/>
                      </a:cubicBezTo>
                      <a:cubicBezTo>
                        <a:pt x="2335" y="768"/>
                        <a:pt x="2836" y="902"/>
                        <a:pt x="3403" y="1069"/>
                      </a:cubicBezTo>
                      <a:cubicBezTo>
                        <a:pt x="5237" y="1502"/>
                        <a:pt x="6171" y="2069"/>
                        <a:pt x="6972" y="4104"/>
                      </a:cubicBezTo>
                      <a:cubicBezTo>
                        <a:pt x="6071" y="4104"/>
                        <a:pt x="5338" y="4104"/>
                        <a:pt x="1735" y="1369"/>
                      </a:cubicBezTo>
                      <a:cubicBezTo>
                        <a:pt x="1068" y="835"/>
                        <a:pt x="634" y="501"/>
                        <a:pt x="467" y="301"/>
                      </a:cubicBezTo>
                      <a:close/>
                      <a:moveTo>
                        <a:pt x="390" y="0"/>
                      </a:moveTo>
                      <a:cubicBezTo>
                        <a:pt x="231" y="0"/>
                        <a:pt x="151" y="46"/>
                        <a:pt x="100" y="135"/>
                      </a:cubicBezTo>
                      <a:cubicBezTo>
                        <a:pt x="0" y="335"/>
                        <a:pt x="201" y="568"/>
                        <a:pt x="1535" y="1602"/>
                      </a:cubicBezTo>
                      <a:cubicBezTo>
                        <a:pt x="4937" y="4237"/>
                        <a:pt x="5871" y="4404"/>
                        <a:pt x="6772" y="4404"/>
                      </a:cubicBezTo>
                      <a:lnTo>
                        <a:pt x="7206" y="4404"/>
                      </a:lnTo>
                      <a:cubicBezTo>
                        <a:pt x="7239" y="4404"/>
                        <a:pt x="7306" y="4371"/>
                        <a:pt x="7339" y="4338"/>
                      </a:cubicBezTo>
                      <a:cubicBezTo>
                        <a:pt x="7339" y="4271"/>
                        <a:pt x="7372" y="4237"/>
                        <a:pt x="7339" y="4171"/>
                      </a:cubicBezTo>
                      <a:cubicBezTo>
                        <a:pt x="6472" y="1869"/>
                        <a:pt x="5438" y="1235"/>
                        <a:pt x="3503" y="768"/>
                      </a:cubicBezTo>
                      <a:cubicBezTo>
                        <a:pt x="2936" y="602"/>
                        <a:pt x="2435" y="468"/>
                        <a:pt x="2002" y="368"/>
                      </a:cubicBezTo>
                      <a:cubicBezTo>
                        <a:pt x="1114" y="120"/>
                        <a:pt x="648"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5"/>
                <p:cNvSpPr/>
                <p:nvPr/>
              </p:nvSpPr>
              <p:spPr>
                <a:xfrm>
                  <a:off x="1614650" y="1665800"/>
                  <a:ext cx="93425" cy="31725"/>
                </a:xfrm>
                <a:custGeom>
                  <a:avLst/>
                  <a:gdLst/>
                  <a:ahLst/>
                  <a:cxnLst/>
                  <a:rect l="l" t="t" r="r" b="b"/>
                  <a:pathLst>
                    <a:path w="3737" h="1269" extrusionOk="0">
                      <a:moveTo>
                        <a:pt x="3537" y="1"/>
                      </a:moveTo>
                      <a:lnTo>
                        <a:pt x="134" y="935"/>
                      </a:lnTo>
                      <a:cubicBezTo>
                        <a:pt x="68" y="968"/>
                        <a:pt x="1" y="1068"/>
                        <a:pt x="34" y="1135"/>
                      </a:cubicBezTo>
                      <a:cubicBezTo>
                        <a:pt x="34" y="1201"/>
                        <a:pt x="101" y="1268"/>
                        <a:pt x="201" y="1268"/>
                      </a:cubicBezTo>
                      <a:cubicBezTo>
                        <a:pt x="201" y="1268"/>
                        <a:pt x="201" y="1268"/>
                        <a:pt x="234" y="1235"/>
                      </a:cubicBezTo>
                      <a:lnTo>
                        <a:pt x="3603" y="301"/>
                      </a:lnTo>
                      <a:cubicBezTo>
                        <a:pt x="3703" y="301"/>
                        <a:pt x="3737" y="201"/>
                        <a:pt x="3737" y="134"/>
                      </a:cubicBezTo>
                      <a:cubicBezTo>
                        <a:pt x="3703" y="34"/>
                        <a:pt x="3603" y="1"/>
                        <a:pt x="35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3" name="Google Shape;293;p5"/>
            <p:cNvGrpSpPr/>
            <p:nvPr/>
          </p:nvGrpSpPr>
          <p:grpSpPr>
            <a:xfrm>
              <a:off x="4456121" y="4648908"/>
              <a:ext cx="231688" cy="234761"/>
              <a:chOff x="789875" y="1003975"/>
              <a:chExt cx="320100" cy="324300"/>
            </a:xfrm>
          </p:grpSpPr>
          <p:cxnSp>
            <p:nvCxnSpPr>
              <p:cNvPr id="294" name="Google Shape;294;p5"/>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295" name="Google Shape;295;p5"/>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6"/>
        <p:cNvGrpSpPr/>
        <p:nvPr/>
      </p:nvGrpSpPr>
      <p:grpSpPr>
        <a:xfrm>
          <a:off x="0" y="0"/>
          <a:ext cx="0" cy="0"/>
          <a:chOff x="0" y="0"/>
          <a:chExt cx="0" cy="0"/>
        </a:xfrm>
      </p:grpSpPr>
      <p:sp>
        <p:nvSpPr>
          <p:cNvPr id="297" name="Google Shape;297;p6"/>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298" name="Google Shape;298;p6"/>
          <p:cNvGrpSpPr/>
          <p:nvPr/>
        </p:nvGrpSpPr>
        <p:grpSpPr>
          <a:xfrm>
            <a:off x="-2653887" y="-1179959"/>
            <a:ext cx="11564537" cy="6087540"/>
            <a:chOff x="-2653887" y="-1179959"/>
            <a:chExt cx="11564537" cy="6087540"/>
          </a:xfrm>
        </p:grpSpPr>
        <p:grpSp>
          <p:nvGrpSpPr>
            <p:cNvPr id="299" name="Google Shape;299;p6"/>
            <p:cNvGrpSpPr/>
            <p:nvPr/>
          </p:nvGrpSpPr>
          <p:grpSpPr>
            <a:xfrm>
              <a:off x="8640350" y="4451931"/>
              <a:ext cx="270300" cy="455650"/>
              <a:chOff x="1421025" y="1637275"/>
              <a:chExt cx="270300" cy="455650"/>
            </a:xfrm>
          </p:grpSpPr>
          <p:cxnSp>
            <p:nvCxnSpPr>
              <p:cNvPr id="300" name="Google Shape;300;p6"/>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301" name="Google Shape;301;p6"/>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302" name="Google Shape;302;p6"/>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303" name="Google Shape;303;p6"/>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grpSp>
          <p:nvGrpSpPr>
            <p:cNvPr id="304" name="Google Shape;304;p6"/>
            <p:cNvGrpSpPr/>
            <p:nvPr/>
          </p:nvGrpSpPr>
          <p:grpSpPr>
            <a:xfrm rot="-255650">
              <a:off x="-2593086" y="-1011566"/>
              <a:ext cx="4600225" cy="1807835"/>
              <a:chOff x="-186625" y="2044925"/>
              <a:chExt cx="3258175" cy="1280425"/>
            </a:xfrm>
          </p:grpSpPr>
          <p:sp>
            <p:nvSpPr>
              <p:cNvPr id="305" name="Google Shape;305;p6"/>
              <p:cNvSpPr/>
              <p:nvPr/>
            </p:nvSpPr>
            <p:spPr>
              <a:xfrm>
                <a:off x="737375" y="2713650"/>
                <a:ext cx="230175" cy="308150"/>
              </a:xfrm>
              <a:custGeom>
                <a:avLst/>
                <a:gdLst/>
                <a:ahLst/>
                <a:cxnLst/>
                <a:rect l="l" t="t" r="r" b="b"/>
                <a:pathLst>
                  <a:path w="9207" h="12326" extrusionOk="0">
                    <a:moveTo>
                      <a:pt x="4774" y="301"/>
                    </a:moveTo>
                    <a:cubicBezTo>
                      <a:pt x="5916" y="301"/>
                      <a:pt x="7063" y="789"/>
                      <a:pt x="7739" y="1651"/>
                    </a:cubicBezTo>
                    <a:cubicBezTo>
                      <a:pt x="8740" y="2952"/>
                      <a:pt x="8740" y="4520"/>
                      <a:pt x="8706" y="5621"/>
                    </a:cubicBezTo>
                    <a:cubicBezTo>
                      <a:pt x="8706" y="5887"/>
                      <a:pt x="8706" y="6154"/>
                      <a:pt x="8740" y="6354"/>
                    </a:cubicBezTo>
                    <a:cubicBezTo>
                      <a:pt x="8906" y="9824"/>
                      <a:pt x="7138" y="11825"/>
                      <a:pt x="5337" y="11992"/>
                    </a:cubicBezTo>
                    <a:cubicBezTo>
                      <a:pt x="5229" y="12006"/>
                      <a:pt x="5118" y="12013"/>
                      <a:pt x="5005" y="12013"/>
                    </a:cubicBezTo>
                    <a:cubicBezTo>
                      <a:pt x="3494" y="12013"/>
                      <a:pt x="1691" y="10723"/>
                      <a:pt x="1101" y="7122"/>
                    </a:cubicBezTo>
                    <a:cubicBezTo>
                      <a:pt x="567" y="3819"/>
                      <a:pt x="1401" y="1451"/>
                      <a:pt x="3336" y="584"/>
                    </a:cubicBezTo>
                    <a:cubicBezTo>
                      <a:pt x="3789" y="392"/>
                      <a:pt x="4281" y="301"/>
                      <a:pt x="4774" y="301"/>
                    </a:cubicBezTo>
                    <a:close/>
                    <a:moveTo>
                      <a:pt x="4790" y="1"/>
                    </a:moveTo>
                    <a:cubicBezTo>
                      <a:pt x="4246" y="1"/>
                      <a:pt x="3702" y="102"/>
                      <a:pt x="3202" y="317"/>
                    </a:cubicBezTo>
                    <a:cubicBezTo>
                      <a:pt x="2235" y="750"/>
                      <a:pt x="0" y="2251"/>
                      <a:pt x="801" y="7155"/>
                    </a:cubicBezTo>
                    <a:cubicBezTo>
                      <a:pt x="1401" y="11024"/>
                      <a:pt x="3402" y="12325"/>
                      <a:pt x="5037" y="12325"/>
                    </a:cubicBezTo>
                    <a:lnTo>
                      <a:pt x="5371" y="12325"/>
                    </a:lnTo>
                    <a:cubicBezTo>
                      <a:pt x="7305" y="12125"/>
                      <a:pt x="9207" y="9990"/>
                      <a:pt x="9040" y="6354"/>
                    </a:cubicBezTo>
                    <a:cubicBezTo>
                      <a:pt x="9006" y="6154"/>
                      <a:pt x="9006" y="5887"/>
                      <a:pt x="9040" y="5654"/>
                    </a:cubicBezTo>
                    <a:cubicBezTo>
                      <a:pt x="9040" y="4486"/>
                      <a:pt x="9040" y="2852"/>
                      <a:pt x="7972" y="1451"/>
                    </a:cubicBezTo>
                    <a:cubicBezTo>
                      <a:pt x="7255" y="525"/>
                      <a:pt x="6023" y="1"/>
                      <a:pt x="47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753200" y="2779700"/>
                <a:ext cx="205175" cy="140350"/>
              </a:xfrm>
              <a:custGeom>
                <a:avLst/>
                <a:gdLst/>
                <a:ahLst/>
                <a:cxnLst/>
                <a:rect l="l" t="t" r="r" b="b"/>
                <a:pathLst>
                  <a:path w="8207" h="5614" extrusionOk="0">
                    <a:moveTo>
                      <a:pt x="7892" y="1"/>
                    </a:moveTo>
                    <a:cubicBezTo>
                      <a:pt x="7875" y="1"/>
                      <a:pt x="7858" y="4"/>
                      <a:pt x="7840" y="10"/>
                    </a:cubicBezTo>
                    <a:cubicBezTo>
                      <a:pt x="7773" y="10"/>
                      <a:pt x="7706" y="110"/>
                      <a:pt x="7740" y="177"/>
                    </a:cubicBezTo>
                    <a:cubicBezTo>
                      <a:pt x="7873" y="944"/>
                      <a:pt x="7740" y="1978"/>
                      <a:pt x="7406" y="2812"/>
                    </a:cubicBezTo>
                    <a:cubicBezTo>
                      <a:pt x="6730" y="4410"/>
                      <a:pt x="5516" y="5300"/>
                      <a:pt x="4104" y="5300"/>
                    </a:cubicBezTo>
                    <a:cubicBezTo>
                      <a:pt x="3983" y="5300"/>
                      <a:pt x="3860" y="5293"/>
                      <a:pt x="3737" y="5280"/>
                    </a:cubicBezTo>
                    <a:cubicBezTo>
                      <a:pt x="2036" y="5047"/>
                      <a:pt x="635" y="3612"/>
                      <a:pt x="334" y="1778"/>
                    </a:cubicBezTo>
                    <a:cubicBezTo>
                      <a:pt x="334" y="1678"/>
                      <a:pt x="234" y="1644"/>
                      <a:pt x="168" y="1644"/>
                    </a:cubicBezTo>
                    <a:cubicBezTo>
                      <a:pt x="68" y="1644"/>
                      <a:pt x="1" y="1744"/>
                      <a:pt x="34" y="1811"/>
                    </a:cubicBezTo>
                    <a:cubicBezTo>
                      <a:pt x="334" y="3813"/>
                      <a:pt x="1869" y="5347"/>
                      <a:pt x="3703" y="5580"/>
                    </a:cubicBezTo>
                    <a:cubicBezTo>
                      <a:pt x="3870" y="5614"/>
                      <a:pt x="4004" y="5614"/>
                      <a:pt x="4170" y="5614"/>
                    </a:cubicBezTo>
                    <a:cubicBezTo>
                      <a:pt x="5672" y="5614"/>
                      <a:pt x="6972" y="4646"/>
                      <a:pt x="7673" y="2945"/>
                    </a:cubicBezTo>
                    <a:cubicBezTo>
                      <a:pt x="8073" y="2045"/>
                      <a:pt x="8207" y="910"/>
                      <a:pt x="8040" y="110"/>
                    </a:cubicBezTo>
                    <a:cubicBezTo>
                      <a:pt x="8013" y="55"/>
                      <a:pt x="7963" y="1"/>
                      <a:pt x="7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764050" y="2728825"/>
                <a:ext cx="185150" cy="172050"/>
              </a:xfrm>
              <a:custGeom>
                <a:avLst/>
                <a:gdLst/>
                <a:ahLst/>
                <a:cxnLst/>
                <a:rect l="l" t="t" r="r" b="b"/>
                <a:pathLst>
                  <a:path w="7406" h="6882" extrusionOk="0">
                    <a:moveTo>
                      <a:pt x="3670" y="310"/>
                    </a:moveTo>
                    <a:cubicBezTo>
                      <a:pt x="5137" y="310"/>
                      <a:pt x="6138" y="911"/>
                      <a:pt x="6538" y="2011"/>
                    </a:cubicBezTo>
                    <a:cubicBezTo>
                      <a:pt x="7039" y="3346"/>
                      <a:pt x="6505" y="5147"/>
                      <a:pt x="5338" y="6048"/>
                    </a:cubicBezTo>
                    <a:cubicBezTo>
                      <a:pt x="4870" y="6410"/>
                      <a:pt x="4341" y="6587"/>
                      <a:pt x="3779" y="6587"/>
                    </a:cubicBezTo>
                    <a:cubicBezTo>
                      <a:pt x="3097" y="6587"/>
                      <a:pt x="2366" y="6326"/>
                      <a:pt x="1635" y="5814"/>
                    </a:cubicBezTo>
                    <a:cubicBezTo>
                      <a:pt x="534" y="4980"/>
                      <a:pt x="434" y="3646"/>
                      <a:pt x="701" y="2645"/>
                    </a:cubicBezTo>
                    <a:cubicBezTo>
                      <a:pt x="1101" y="1311"/>
                      <a:pt x="2102" y="410"/>
                      <a:pt x="3303" y="344"/>
                    </a:cubicBezTo>
                    <a:cubicBezTo>
                      <a:pt x="3436" y="344"/>
                      <a:pt x="3570" y="310"/>
                      <a:pt x="3670" y="310"/>
                    </a:cubicBezTo>
                    <a:close/>
                    <a:moveTo>
                      <a:pt x="3647" y="0"/>
                    </a:moveTo>
                    <a:cubicBezTo>
                      <a:pt x="3536" y="0"/>
                      <a:pt x="3421" y="3"/>
                      <a:pt x="3303" y="10"/>
                    </a:cubicBezTo>
                    <a:cubicBezTo>
                      <a:pt x="1969" y="110"/>
                      <a:pt x="834" y="1111"/>
                      <a:pt x="401" y="2578"/>
                    </a:cubicBezTo>
                    <a:cubicBezTo>
                      <a:pt x="0" y="3980"/>
                      <a:pt x="401" y="5314"/>
                      <a:pt x="1468" y="6048"/>
                    </a:cubicBezTo>
                    <a:cubicBezTo>
                      <a:pt x="2235" y="6615"/>
                      <a:pt x="3036" y="6882"/>
                      <a:pt x="3770" y="6882"/>
                    </a:cubicBezTo>
                    <a:cubicBezTo>
                      <a:pt x="4404" y="6882"/>
                      <a:pt x="5004" y="6681"/>
                      <a:pt x="5538" y="6281"/>
                    </a:cubicBezTo>
                    <a:cubicBezTo>
                      <a:pt x="6805" y="5314"/>
                      <a:pt x="7406" y="3379"/>
                      <a:pt x="6839" y="1911"/>
                    </a:cubicBezTo>
                    <a:cubicBezTo>
                      <a:pt x="6553" y="1182"/>
                      <a:pt x="5785" y="0"/>
                      <a:pt x="36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6"/>
              <p:cNvSpPr/>
              <p:nvPr/>
            </p:nvSpPr>
            <p:spPr>
              <a:xfrm>
                <a:off x="827425" y="2808800"/>
                <a:ext cx="61750" cy="54550"/>
              </a:xfrm>
              <a:custGeom>
                <a:avLst/>
                <a:gdLst/>
                <a:ahLst/>
                <a:cxnLst/>
                <a:rect l="l" t="t" r="r" b="b"/>
                <a:pathLst>
                  <a:path w="2470" h="2182" extrusionOk="0">
                    <a:moveTo>
                      <a:pt x="1368" y="314"/>
                    </a:moveTo>
                    <a:cubicBezTo>
                      <a:pt x="1702" y="380"/>
                      <a:pt x="1935" y="547"/>
                      <a:pt x="2035" y="814"/>
                    </a:cubicBezTo>
                    <a:cubicBezTo>
                      <a:pt x="2135" y="1081"/>
                      <a:pt x="2069" y="1381"/>
                      <a:pt x="1902" y="1614"/>
                    </a:cubicBezTo>
                    <a:cubicBezTo>
                      <a:pt x="1770" y="1773"/>
                      <a:pt x="1555" y="1869"/>
                      <a:pt x="1305" y="1869"/>
                    </a:cubicBezTo>
                    <a:cubicBezTo>
                      <a:pt x="1239" y="1869"/>
                      <a:pt x="1171" y="1862"/>
                      <a:pt x="1101" y="1848"/>
                    </a:cubicBezTo>
                    <a:cubicBezTo>
                      <a:pt x="468" y="1748"/>
                      <a:pt x="334" y="1348"/>
                      <a:pt x="368" y="1014"/>
                    </a:cubicBezTo>
                    <a:cubicBezTo>
                      <a:pt x="434" y="647"/>
                      <a:pt x="734" y="314"/>
                      <a:pt x="1235" y="314"/>
                    </a:cubicBezTo>
                    <a:close/>
                    <a:moveTo>
                      <a:pt x="1249" y="0"/>
                    </a:moveTo>
                    <a:cubicBezTo>
                      <a:pt x="612" y="0"/>
                      <a:pt x="159" y="463"/>
                      <a:pt x="67" y="981"/>
                    </a:cubicBezTo>
                    <a:cubicBezTo>
                      <a:pt x="1" y="1481"/>
                      <a:pt x="267" y="2048"/>
                      <a:pt x="1035" y="2182"/>
                    </a:cubicBezTo>
                    <a:lnTo>
                      <a:pt x="1302" y="2182"/>
                    </a:lnTo>
                    <a:cubicBezTo>
                      <a:pt x="1635" y="2182"/>
                      <a:pt x="1935" y="2048"/>
                      <a:pt x="2135" y="1815"/>
                    </a:cubicBezTo>
                    <a:cubicBezTo>
                      <a:pt x="2402" y="1514"/>
                      <a:pt x="2469" y="1081"/>
                      <a:pt x="2302" y="714"/>
                    </a:cubicBezTo>
                    <a:cubicBezTo>
                      <a:pt x="2169" y="347"/>
                      <a:pt x="1869" y="80"/>
                      <a:pt x="1435" y="13"/>
                    </a:cubicBezTo>
                    <a:cubicBezTo>
                      <a:pt x="1371" y="5"/>
                      <a:pt x="1309" y="0"/>
                      <a:pt x="1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6"/>
              <p:cNvSpPr/>
              <p:nvPr/>
            </p:nvSpPr>
            <p:spPr>
              <a:xfrm>
                <a:off x="824925" y="2733225"/>
                <a:ext cx="30875" cy="84250"/>
              </a:xfrm>
              <a:custGeom>
                <a:avLst/>
                <a:gdLst/>
                <a:ahLst/>
                <a:cxnLst/>
                <a:rect l="l" t="t" r="r" b="b"/>
                <a:pathLst>
                  <a:path w="1235" h="3370" extrusionOk="0">
                    <a:moveTo>
                      <a:pt x="167" y="1"/>
                    </a:moveTo>
                    <a:cubicBezTo>
                      <a:pt x="67" y="1"/>
                      <a:pt x="1" y="67"/>
                      <a:pt x="1" y="134"/>
                    </a:cubicBezTo>
                    <a:cubicBezTo>
                      <a:pt x="1" y="1035"/>
                      <a:pt x="468" y="2603"/>
                      <a:pt x="901" y="3303"/>
                    </a:cubicBezTo>
                    <a:cubicBezTo>
                      <a:pt x="935" y="3337"/>
                      <a:pt x="968" y="3370"/>
                      <a:pt x="1035" y="3370"/>
                    </a:cubicBezTo>
                    <a:cubicBezTo>
                      <a:pt x="1068" y="3370"/>
                      <a:pt x="1101" y="3370"/>
                      <a:pt x="1135" y="3337"/>
                    </a:cubicBezTo>
                    <a:cubicBezTo>
                      <a:pt x="1201" y="3303"/>
                      <a:pt x="1235" y="3203"/>
                      <a:pt x="1168" y="3136"/>
                    </a:cubicBezTo>
                    <a:cubicBezTo>
                      <a:pt x="768" y="2503"/>
                      <a:pt x="334" y="968"/>
                      <a:pt x="334" y="134"/>
                    </a:cubicBezTo>
                    <a:cubicBezTo>
                      <a:pt x="334"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6"/>
              <p:cNvSpPr/>
              <p:nvPr/>
            </p:nvSpPr>
            <p:spPr>
              <a:xfrm>
                <a:off x="856625" y="2730400"/>
                <a:ext cx="20875" cy="86250"/>
              </a:xfrm>
              <a:custGeom>
                <a:avLst/>
                <a:gdLst/>
                <a:ahLst/>
                <a:cxnLst/>
                <a:rect l="l" t="t" r="r" b="b"/>
                <a:pathLst>
                  <a:path w="835" h="3450" extrusionOk="0">
                    <a:moveTo>
                      <a:pt x="642" y="1"/>
                    </a:moveTo>
                    <a:cubicBezTo>
                      <a:pt x="585" y="1"/>
                      <a:pt x="525" y="32"/>
                      <a:pt x="500" y="80"/>
                    </a:cubicBezTo>
                    <a:cubicBezTo>
                      <a:pt x="267" y="748"/>
                      <a:pt x="0" y="2582"/>
                      <a:pt x="100" y="3316"/>
                    </a:cubicBezTo>
                    <a:cubicBezTo>
                      <a:pt x="100" y="3416"/>
                      <a:pt x="167" y="3450"/>
                      <a:pt x="234" y="3450"/>
                    </a:cubicBezTo>
                    <a:lnTo>
                      <a:pt x="267" y="3450"/>
                    </a:lnTo>
                    <a:cubicBezTo>
                      <a:pt x="334" y="3450"/>
                      <a:pt x="400" y="3349"/>
                      <a:pt x="400" y="3283"/>
                    </a:cubicBezTo>
                    <a:cubicBezTo>
                      <a:pt x="300" y="2582"/>
                      <a:pt x="567" y="814"/>
                      <a:pt x="801" y="214"/>
                    </a:cubicBezTo>
                    <a:cubicBezTo>
                      <a:pt x="834" y="114"/>
                      <a:pt x="767" y="14"/>
                      <a:pt x="701" y="14"/>
                    </a:cubicBezTo>
                    <a:cubicBezTo>
                      <a:pt x="683" y="5"/>
                      <a:pt x="662" y="1"/>
                      <a:pt x="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p:nvPr/>
            </p:nvSpPr>
            <p:spPr>
              <a:xfrm>
                <a:off x="869125" y="2748850"/>
                <a:ext cx="50050" cy="71975"/>
              </a:xfrm>
              <a:custGeom>
                <a:avLst/>
                <a:gdLst/>
                <a:ahLst/>
                <a:cxnLst/>
                <a:rect l="l" t="t" r="r" b="b"/>
                <a:pathLst>
                  <a:path w="2002" h="2879" extrusionOk="0">
                    <a:moveTo>
                      <a:pt x="1820" y="1"/>
                    </a:moveTo>
                    <a:cubicBezTo>
                      <a:pt x="1804" y="1"/>
                      <a:pt x="1787" y="3"/>
                      <a:pt x="1768" y="10"/>
                    </a:cubicBezTo>
                    <a:cubicBezTo>
                      <a:pt x="934" y="376"/>
                      <a:pt x="267" y="2011"/>
                      <a:pt x="34" y="2678"/>
                    </a:cubicBezTo>
                    <a:cubicBezTo>
                      <a:pt x="0" y="2778"/>
                      <a:pt x="34" y="2845"/>
                      <a:pt x="134" y="2878"/>
                    </a:cubicBezTo>
                    <a:lnTo>
                      <a:pt x="167" y="2878"/>
                    </a:lnTo>
                    <a:cubicBezTo>
                      <a:pt x="234" y="2878"/>
                      <a:pt x="301" y="2845"/>
                      <a:pt x="334" y="2778"/>
                    </a:cubicBezTo>
                    <a:cubicBezTo>
                      <a:pt x="501" y="2278"/>
                      <a:pt x="1135" y="643"/>
                      <a:pt x="1902" y="310"/>
                    </a:cubicBezTo>
                    <a:cubicBezTo>
                      <a:pt x="1969" y="276"/>
                      <a:pt x="2002" y="176"/>
                      <a:pt x="1969" y="110"/>
                    </a:cubicBezTo>
                    <a:cubicBezTo>
                      <a:pt x="1941" y="55"/>
                      <a:pt x="1892" y="1"/>
                      <a:pt x="1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874950" y="2786600"/>
                <a:ext cx="64250" cy="40900"/>
              </a:xfrm>
              <a:custGeom>
                <a:avLst/>
                <a:gdLst/>
                <a:ahLst/>
                <a:cxnLst/>
                <a:rect l="l" t="t" r="r" b="b"/>
                <a:pathLst>
                  <a:path w="2570" h="1636" extrusionOk="0">
                    <a:moveTo>
                      <a:pt x="2369" y="1"/>
                    </a:moveTo>
                    <a:cubicBezTo>
                      <a:pt x="1602" y="134"/>
                      <a:pt x="568" y="634"/>
                      <a:pt x="68" y="1402"/>
                    </a:cubicBezTo>
                    <a:cubicBezTo>
                      <a:pt x="1" y="1468"/>
                      <a:pt x="34" y="1568"/>
                      <a:pt x="101" y="1602"/>
                    </a:cubicBezTo>
                    <a:cubicBezTo>
                      <a:pt x="134" y="1635"/>
                      <a:pt x="168" y="1635"/>
                      <a:pt x="201" y="1635"/>
                    </a:cubicBezTo>
                    <a:cubicBezTo>
                      <a:pt x="234" y="1635"/>
                      <a:pt x="301" y="1602"/>
                      <a:pt x="335" y="1568"/>
                    </a:cubicBezTo>
                    <a:cubicBezTo>
                      <a:pt x="768" y="901"/>
                      <a:pt x="1736" y="434"/>
                      <a:pt x="2436" y="334"/>
                    </a:cubicBezTo>
                    <a:cubicBezTo>
                      <a:pt x="2503" y="301"/>
                      <a:pt x="2569" y="234"/>
                      <a:pt x="2536" y="134"/>
                    </a:cubicBezTo>
                    <a:cubicBezTo>
                      <a:pt x="2536" y="67"/>
                      <a:pt x="2469" y="1"/>
                      <a:pt x="23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a:off x="878300" y="2826575"/>
                <a:ext cx="55900" cy="17600"/>
              </a:xfrm>
              <a:custGeom>
                <a:avLst/>
                <a:gdLst/>
                <a:ahLst/>
                <a:cxnLst/>
                <a:rect l="l" t="t" r="r" b="b"/>
                <a:pathLst>
                  <a:path w="2236" h="704" extrusionOk="0">
                    <a:moveTo>
                      <a:pt x="580" y="0"/>
                    </a:moveTo>
                    <a:cubicBezTo>
                      <a:pt x="406" y="0"/>
                      <a:pt x="250" y="13"/>
                      <a:pt x="134" y="36"/>
                    </a:cubicBezTo>
                    <a:cubicBezTo>
                      <a:pt x="67" y="70"/>
                      <a:pt x="0" y="136"/>
                      <a:pt x="34" y="236"/>
                    </a:cubicBezTo>
                    <a:cubicBezTo>
                      <a:pt x="34" y="291"/>
                      <a:pt x="100" y="345"/>
                      <a:pt x="161" y="345"/>
                    </a:cubicBezTo>
                    <a:cubicBezTo>
                      <a:pt x="175" y="345"/>
                      <a:pt x="188" y="342"/>
                      <a:pt x="201" y="336"/>
                    </a:cubicBezTo>
                    <a:cubicBezTo>
                      <a:pt x="295" y="316"/>
                      <a:pt x="416" y="307"/>
                      <a:pt x="550" y="307"/>
                    </a:cubicBezTo>
                    <a:cubicBezTo>
                      <a:pt x="1076" y="307"/>
                      <a:pt x="1802" y="450"/>
                      <a:pt x="1935" y="637"/>
                    </a:cubicBezTo>
                    <a:cubicBezTo>
                      <a:pt x="1968" y="703"/>
                      <a:pt x="2035" y="703"/>
                      <a:pt x="2069" y="703"/>
                    </a:cubicBezTo>
                    <a:cubicBezTo>
                      <a:pt x="2102" y="703"/>
                      <a:pt x="2135" y="703"/>
                      <a:pt x="2169" y="670"/>
                    </a:cubicBezTo>
                    <a:cubicBezTo>
                      <a:pt x="2235" y="637"/>
                      <a:pt x="2235" y="537"/>
                      <a:pt x="2202" y="470"/>
                    </a:cubicBezTo>
                    <a:cubicBezTo>
                      <a:pt x="1946" y="137"/>
                      <a:pt x="1159"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6"/>
              <p:cNvSpPr/>
              <p:nvPr/>
            </p:nvSpPr>
            <p:spPr>
              <a:xfrm>
                <a:off x="877475" y="2840575"/>
                <a:ext cx="40050" cy="34450"/>
              </a:xfrm>
              <a:custGeom>
                <a:avLst/>
                <a:gdLst/>
                <a:ahLst/>
                <a:cxnLst/>
                <a:rect l="l" t="t" r="r" b="b"/>
                <a:pathLst>
                  <a:path w="1602" h="1378" extrusionOk="0">
                    <a:moveTo>
                      <a:pt x="179" y="1"/>
                    </a:moveTo>
                    <a:cubicBezTo>
                      <a:pt x="100" y="1"/>
                      <a:pt x="33" y="55"/>
                      <a:pt x="33" y="110"/>
                    </a:cubicBezTo>
                    <a:cubicBezTo>
                      <a:pt x="0" y="210"/>
                      <a:pt x="33" y="277"/>
                      <a:pt x="133" y="310"/>
                    </a:cubicBezTo>
                    <a:cubicBezTo>
                      <a:pt x="567" y="444"/>
                      <a:pt x="1001" y="810"/>
                      <a:pt x="1268" y="1277"/>
                    </a:cubicBezTo>
                    <a:cubicBezTo>
                      <a:pt x="1301" y="1344"/>
                      <a:pt x="1334" y="1378"/>
                      <a:pt x="1401" y="1378"/>
                    </a:cubicBezTo>
                    <a:cubicBezTo>
                      <a:pt x="1434" y="1378"/>
                      <a:pt x="1468" y="1378"/>
                      <a:pt x="1468" y="1344"/>
                    </a:cubicBezTo>
                    <a:cubicBezTo>
                      <a:pt x="1568" y="1311"/>
                      <a:pt x="1601" y="1211"/>
                      <a:pt x="1534" y="1144"/>
                    </a:cubicBezTo>
                    <a:cubicBezTo>
                      <a:pt x="1234" y="577"/>
                      <a:pt x="734" y="177"/>
                      <a:pt x="234" y="10"/>
                    </a:cubicBezTo>
                    <a:cubicBezTo>
                      <a:pt x="215"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6"/>
              <p:cNvSpPr/>
              <p:nvPr/>
            </p:nvSpPr>
            <p:spPr>
              <a:xfrm>
                <a:off x="869125" y="2851425"/>
                <a:ext cx="20875" cy="43625"/>
              </a:xfrm>
              <a:custGeom>
                <a:avLst/>
                <a:gdLst/>
                <a:ahLst/>
                <a:cxnLst/>
                <a:rect l="l" t="t" r="r" b="b"/>
                <a:pathLst>
                  <a:path w="835" h="1745" extrusionOk="0">
                    <a:moveTo>
                      <a:pt x="186" y="1"/>
                    </a:moveTo>
                    <a:cubicBezTo>
                      <a:pt x="170" y="1"/>
                      <a:pt x="152" y="3"/>
                      <a:pt x="134" y="10"/>
                    </a:cubicBezTo>
                    <a:cubicBezTo>
                      <a:pt x="67" y="43"/>
                      <a:pt x="0" y="110"/>
                      <a:pt x="34" y="210"/>
                    </a:cubicBezTo>
                    <a:cubicBezTo>
                      <a:pt x="101" y="477"/>
                      <a:pt x="201" y="710"/>
                      <a:pt x="267" y="944"/>
                    </a:cubicBezTo>
                    <a:cubicBezTo>
                      <a:pt x="367" y="1177"/>
                      <a:pt x="467" y="1411"/>
                      <a:pt x="534" y="1644"/>
                    </a:cubicBezTo>
                    <a:cubicBezTo>
                      <a:pt x="534" y="1711"/>
                      <a:pt x="601" y="1744"/>
                      <a:pt x="668" y="1744"/>
                    </a:cubicBezTo>
                    <a:lnTo>
                      <a:pt x="701" y="1744"/>
                    </a:lnTo>
                    <a:cubicBezTo>
                      <a:pt x="801" y="1711"/>
                      <a:pt x="834" y="1644"/>
                      <a:pt x="834" y="1544"/>
                    </a:cubicBezTo>
                    <a:cubicBezTo>
                      <a:pt x="734" y="1310"/>
                      <a:pt x="668" y="1044"/>
                      <a:pt x="568" y="810"/>
                    </a:cubicBezTo>
                    <a:cubicBezTo>
                      <a:pt x="501" y="610"/>
                      <a:pt x="401" y="343"/>
                      <a:pt x="334" y="110"/>
                    </a:cubicBezTo>
                    <a:cubicBezTo>
                      <a:pt x="307" y="55"/>
                      <a:pt x="257" y="1"/>
                      <a:pt x="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6"/>
              <p:cNvSpPr/>
              <p:nvPr/>
            </p:nvSpPr>
            <p:spPr>
              <a:xfrm>
                <a:off x="853275" y="2855825"/>
                <a:ext cx="10875" cy="45050"/>
              </a:xfrm>
              <a:custGeom>
                <a:avLst/>
                <a:gdLst/>
                <a:ahLst/>
                <a:cxnLst/>
                <a:rect l="l" t="t" r="r" b="b"/>
                <a:pathLst>
                  <a:path w="435" h="1802" extrusionOk="0">
                    <a:moveTo>
                      <a:pt x="268" y="0"/>
                    </a:moveTo>
                    <a:cubicBezTo>
                      <a:pt x="167" y="0"/>
                      <a:pt x="101" y="67"/>
                      <a:pt x="101" y="167"/>
                    </a:cubicBezTo>
                    <a:lnTo>
                      <a:pt x="101" y="401"/>
                    </a:lnTo>
                    <a:cubicBezTo>
                      <a:pt x="134" y="801"/>
                      <a:pt x="134" y="1235"/>
                      <a:pt x="34" y="1635"/>
                    </a:cubicBezTo>
                    <a:cubicBezTo>
                      <a:pt x="1" y="1702"/>
                      <a:pt x="67" y="1802"/>
                      <a:pt x="167" y="1802"/>
                    </a:cubicBezTo>
                    <a:lnTo>
                      <a:pt x="201" y="1802"/>
                    </a:lnTo>
                    <a:cubicBezTo>
                      <a:pt x="268" y="1802"/>
                      <a:pt x="334" y="1768"/>
                      <a:pt x="334" y="1702"/>
                    </a:cubicBezTo>
                    <a:cubicBezTo>
                      <a:pt x="434" y="1268"/>
                      <a:pt x="434" y="834"/>
                      <a:pt x="434" y="401"/>
                    </a:cubicBezTo>
                    <a:lnTo>
                      <a:pt x="434" y="167"/>
                    </a:lnTo>
                    <a:cubicBezTo>
                      <a:pt x="434" y="67"/>
                      <a:pt x="334" y="0"/>
                      <a:pt x="2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6"/>
              <p:cNvSpPr/>
              <p:nvPr/>
            </p:nvSpPr>
            <p:spPr>
              <a:xfrm>
                <a:off x="824100" y="2853325"/>
                <a:ext cx="26700" cy="41725"/>
              </a:xfrm>
              <a:custGeom>
                <a:avLst/>
                <a:gdLst/>
                <a:ahLst/>
                <a:cxnLst/>
                <a:rect l="l" t="t" r="r" b="b"/>
                <a:pathLst>
                  <a:path w="1068" h="1669" extrusionOk="0">
                    <a:moveTo>
                      <a:pt x="901" y="0"/>
                    </a:moveTo>
                    <a:cubicBezTo>
                      <a:pt x="801" y="0"/>
                      <a:pt x="734" y="34"/>
                      <a:pt x="734" y="134"/>
                    </a:cubicBezTo>
                    <a:cubicBezTo>
                      <a:pt x="701" y="767"/>
                      <a:pt x="567" y="1134"/>
                      <a:pt x="100" y="1368"/>
                    </a:cubicBezTo>
                    <a:cubicBezTo>
                      <a:pt x="34" y="1401"/>
                      <a:pt x="0" y="1501"/>
                      <a:pt x="34" y="1568"/>
                    </a:cubicBezTo>
                    <a:cubicBezTo>
                      <a:pt x="67" y="1635"/>
                      <a:pt x="134" y="1668"/>
                      <a:pt x="200" y="1668"/>
                    </a:cubicBezTo>
                    <a:lnTo>
                      <a:pt x="267" y="1668"/>
                    </a:lnTo>
                    <a:cubicBezTo>
                      <a:pt x="901" y="1335"/>
                      <a:pt x="1001" y="734"/>
                      <a:pt x="1034" y="167"/>
                    </a:cubicBezTo>
                    <a:cubicBezTo>
                      <a:pt x="1068" y="67"/>
                      <a:pt x="1001"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789900" y="2845725"/>
                <a:ext cx="50900" cy="29300"/>
              </a:xfrm>
              <a:custGeom>
                <a:avLst/>
                <a:gdLst/>
                <a:ahLst/>
                <a:cxnLst/>
                <a:rect l="l" t="t" r="r" b="b"/>
                <a:pathLst>
                  <a:path w="2036" h="1172" extrusionOk="0">
                    <a:moveTo>
                      <a:pt x="1856" y="1"/>
                    </a:moveTo>
                    <a:cubicBezTo>
                      <a:pt x="1824" y="1"/>
                      <a:pt x="1794" y="12"/>
                      <a:pt x="1768" y="37"/>
                    </a:cubicBezTo>
                    <a:cubicBezTo>
                      <a:pt x="1046" y="685"/>
                      <a:pt x="640" y="849"/>
                      <a:pt x="425" y="849"/>
                    </a:cubicBezTo>
                    <a:cubicBezTo>
                      <a:pt x="352" y="849"/>
                      <a:pt x="301" y="830"/>
                      <a:pt x="267" y="805"/>
                    </a:cubicBezTo>
                    <a:cubicBezTo>
                      <a:pt x="241" y="796"/>
                      <a:pt x="214" y="791"/>
                      <a:pt x="188" y="791"/>
                    </a:cubicBezTo>
                    <a:cubicBezTo>
                      <a:pt x="119" y="791"/>
                      <a:pt x="58" y="822"/>
                      <a:pt x="34" y="871"/>
                    </a:cubicBezTo>
                    <a:cubicBezTo>
                      <a:pt x="1" y="971"/>
                      <a:pt x="34" y="1071"/>
                      <a:pt x="101" y="1105"/>
                    </a:cubicBezTo>
                    <a:cubicBezTo>
                      <a:pt x="201" y="1138"/>
                      <a:pt x="301" y="1172"/>
                      <a:pt x="401" y="1172"/>
                    </a:cubicBezTo>
                    <a:cubicBezTo>
                      <a:pt x="1001" y="1172"/>
                      <a:pt x="1702" y="504"/>
                      <a:pt x="1969" y="271"/>
                    </a:cubicBezTo>
                    <a:cubicBezTo>
                      <a:pt x="2035" y="204"/>
                      <a:pt x="2035" y="104"/>
                      <a:pt x="2002" y="71"/>
                    </a:cubicBezTo>
                    <a:cubicBezTo>
                      <a:pt x="1961" y="29"/>
                      <a:pt x="1907" y="1"/>
                      <a:pt x="1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6"/>
              <p:cNvSpPr/>
              <p:nvPr/>
            </p:nvSpPr>
            <p:spPr>
              <a:xfrm>
                <a:off x="772400" y="2832975"/>
                <a:ext cx="65050" cy="17875"/>
              </a:xfrm>
              <a:custGeom>
                <a:avLst/>
                <a:gdLst/>
                <a:ahLst/>
                <a:cxnLst/>
                <a:rect l="l" t="t" r="r" b="b"/>
                <a:pathLst>
                  <a:path w="2602" h="715" extrusionOk="0">
                    <a:moveTo>
                      <a:pt x="159" y="1"/>
                    </a:moveTo>
                    <a:cubicBezTo>
                      <a:pt x="138" y="1"/>
                      <a:pt x="118" y="5"/>
                      <a:pt x="100" y="14"/>
                    </a:cubicBezTo>
                    <a:cubicBezTo>
                      <a:pt x="0" y="47"/>
                      <a:pt x="0" y="147"/>
                      <a:pt x="33" y="247"/>
                    </a:cubicBezTo>
                    <a:cubicBezTo>
                      <a:pt x="234" y="581"/>
                      <a:pt x="667" y="714"/>
                      <a:pt x="1101" y="714"/>
                    </a:cubicBezTo>
                    <a:cubicBezTo>
                      <a:pt x="1635" y="714"/>
                      <a:pt x="2168" y="547"/>
                      <a:pt x="2468" y="414"/>
                    </a:cubicBezTo>
                    <a:cubicBezTo>
                      <a:pt x="2569" y="381"/>
                      <a:pt x="2602" y="281"/>
                      <a:pt x="2569" y="214"/>
                    </a:cubicBezTo>
                    <a:cubicBezTo>
                      <a:pt x="2541" y="159"/>
                      <a:pt x="2470" y="105"/>
                      <a:pt x="2408" y="105"/>
                    </a:cubicBezTo>
                    <a:cubicBezTo>
                      <a:pt x="2394" y="105"/>
                      <a:pt x="2381" y="108"/>
                      <a:pt x="2368" y="114"/>
                    </a:cubicBezTo>
                    <a:cubicBezTo>
                      <a:pt x="2037" y="261"/>
                      <a:pt x="1533" y="388"/>
                      <a:pt x="1097" y="388"/>
                    </a:cubicBezTo>
                    <a:cubicBezTo>
                      <a:pt x="743" y="388"/>
                      <a:pt x="435" y="304"/>
                      <a:pt x="300" y="80"/>
                    </a:cubicBezTo>
                    <a:cubicBezTo>
                      <a:pt x="276" y="32"/>
                      <a:pt x="216"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6"/>
              <p:cNvSpPr/>
              <p:nvPr/>
            </p:nvSpPr>
            <p:spPr>
              <a:xfrm>
                <a:off x="773225" y="2792125"/>
                <a:ext cx="65900" cy="39525"/>
              </a:xfrm>
              <a:custGeom>
                <a:avLst/>
                <a:gdLst/>
                <a:ahLst/>
                <a:cxnLst/>
                <a:rect l="l" t="t" r="r" b="b"/>
                <a:pathLst>
                  <a:path w="2636" h="1581" extrusionOk="0">
                    <a:moveTo>
                      <a:pt x="169" y="1"/>
                    </a:moveTo>
                    <a:cubicBezTo>
                      <a:pt x="148" y="1"/>
                      <a:pt x="126" y="5"/>
                      <a:pt x="100" y="13"/>
                    </a:cubicBezTo>
                    <a:cubicBezTo>
                      <a:pt x="34" y="46"/>
                      <a:pt x="0" y="147"/>
                      <a:pt x="34" y="213"/>
                    </a:cubicBezTo>
                    <a:cubicBezTo>
                      <a:pt x="301" y="880"/>
                      <a:pt x="1001" y="1581"/>
                      <a:pt x="2102" y="1581"/>
                    </a:cubicBezTo>
                    <a:cubicBezTo>
                      <a:pt x="2235" y="1581"/>
                      <a:pt x="2369" y="1548"/>
                      <a:pt x="2502" y="1548"/>
                    </a:cubicBezTo>
                    <a:cubicBezTo>
                      <a:pt x="2602" y="1548"/>
                      <a:pt x="2636" y="1448"/>
                      <a:pt x="2636" y="1381"/>
                    </a:cubicBezTo>
                    <a:cubicBezTo>
                      <a:pt x="2608" y="1298"/>
                      <a:pt x="2558" y="1239"/>
                      <a:pt x="2504" y="1239"/>
                    </a:cubicBezTo>
                    <a:cubicBezTo>
                      <a:pt x="2492" y="1239"/>
                      <a:pt x="2481" y="1241"/>
                      <a:pt x="2469" y="1247"/>
                    </a:cubicBezTo>
                    <a:cubicBezTo>
                      <a:pt x="2367" y="1259"/>
                      <a:pt x="2268" y="1265"/>
                      <a:pt x="2172" y="1265"/>
                    </a:cubicBezTo>
                    <a:cubicBezTo>
                      <a:pt x="1177" y="1265"/>
                      <a:pt x="544" y="661"/>
                      <a:pt x="301" y="113"/>
                    </a:cubicBezTo>
                    <a:cubicBezTo>
                      <a:pt x="276" y="38"/>
                      <a:pt x="23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6"/>
              <p:cNvSpPr/>
              <p:nvPr/>
            </p:nvSpPr>
            <p:spPr>
              <a:xfrm>
                <a:off x="789075" y="2756575"/>
                <a:ext cx="57550" cy="65900"/>
              </a:xfrm>
              <a:custGeom>
                <a:avLst/>
                <a:gdLst/>
                <a:ahLst/>
                <a:cxnLst/>
                <a:rect l="l" t="t" r="r" b="b"/>
                <a:pathLst>
                  <a:path w="2302" h="2636" extrusionOk="0">
                    <a:moveTo>
                      <a:pt x="267" y="1"/>
                    </a:moveTo>
                    <a:cubicBezTo>
                      <a:pt x="200" y="1"/>
                      <a:pt x="134" y="67"/>
                      <a:pt x="100" y="134"/>
                    </a:cubicBezTo>
                    <a:cubicBezTo>
                      <a:pt x="0" y="1302"/>
                      <a:pt x="1301" y="2503"/>
                      <a:pt x="2102" y="2636"/>
                    </a:cubicBezTo>
                    <a:lnTo>
                      <a:pt x="2135" y="2636"/>
                    </a:lnTo>
                    <a:cubicBezTo>
                      <a:pt x="2202" y="2636"/>
                      <a:pt x="2268" y="2569"/>
                      <a:pt x="2268" y="2469"/>
                    </a:cubicBezTo>
                    <a:cubicBezTo>
                      <a:pt x="2302" y="2403"/>
                      <a:pt x="2235" y="2336"/>
                      <a:pt x="2135" y="2302"/>
                    </a:cubicBezTo>
                    <a:cubicBezTo>
                      <a:pt x="1535" y="2236"/>
                      <a:pt x="334" y="1168"/>
                      <a:pt x="434" y="168"/>
                    </a:cubicBezTo>
                    <a:cubicBezTo>
                      <a:pt x="434" y="101"/>
                      <a:pt x="367"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6"/>
              <p:cNvSpPr/>
              <p:nvPr/>
            </p:nvSpPr>
            <p:spPr>
              <a:xfrm>
                <a:off x="870800" y="2948900"/>
                <a:ext cx="65900" cy="49550"/>
              </a:xfrm>
              <a:custGeom>
                <a:avLst/>
                <a:gdLst/>
                <a:ahLst/>
                <a:cxnLst/>
                <a:rect l="l" t="t" r="r" b="b"/>
                <a:pathLst>
                  <a:path w="2636" h="1982" extrusionOk="0">
                    <a:moveTo>
                      <a:pt x="2443" y="0"/>
                    </a:moveTo>
                    <a:cubicBezTo>
                      <a:pt x="2386" y="0"/>
                      <a:pt x="2326" y="31"/>
                      <a:pt x="2302" y="80"/>
                    </a:cubicBezTo>
                    <a:cubicBezTo>
                      <a:pt x="2002" y="981"/>
                      <a:pt x="1068" y="1648"/>
                      <a:pt x="134" y="1681"/>
                    </a:cubicBezTo>
                    <a:cubicBezTo>
                      <a:pt x="67" y="1681"/>
                      <a:pt x="0" y="1748"/>
                      <a:pt x="0" y="1848"/>
                    </a:cubicBezTo>
                    <a:cubicBezTo>
                      <a:pt x="0" y="1915"/>
                      <a:pt x="67" y="1981"/>
                      <a:pt x="134" y="1981"/>
                    </a:cubicBezTo>
                    <a:lnTo>
                      <a:pt x="167" y="1981"/>
                    </a:lnTo>
                    <a:cubicBezTo>
                      <a:pt x="1234" y="1948"/>
                      <a:pt x="2235" y="1214"/>
                      <a:pt x="2602" y="213"/>
                    </a:cubicBezTo>
                    <a:cubicBezTo>
                      <a:pt x="2635" y="113"/>
                      <a:pt x="2602" y="13"/>
                      <a:pt x="2502" y="13"/>
                    </a:cubicBezTo>
                    <a:cubicBezTo>
                      <a:pt x="2484" y="4"/>
                      <a:pt x="2464" y="0"/>
                      <a:pt x="2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6"/>
              <p:cNvSpPr/>
              <p:nvPr/>
            </p:nvSpPr>
            <p:spPr>
              <a:xfrm>
                <a:off x="933325" y="2891450"/>
                <a:ext cx="15050" cy="46950"/>
              </a:xfrm>
              <a:custGeom>
                <a:avLst/>
                <a:gdLst/>
                <a:ahLst/>
                <a:cxnLst/>
                <a:rect l="l" t="t" r="r" b="b"/>
                <a:pathLst>
                  <a:path w="602" h="1878" extrusionOk="0">
                    <a:moveTo>
                      <a:pt x="397" y="1"/>
                    </a:moveTo>
                    <a:cubicBezTo>
                      <a:pt x="336" y="1"/>
                      <a:pt x="268" y="61"/>
                      <a:pt x="268" y="143"/>
                    </a:cubicBezTo>
                    <a:cubicBezTo>
                      <a:pt x="234" y="677"/>
                      <a:pt x="134" y="1177"/>
                      <a:pt x="1" y="1678"/>
                    </a:cubicBezTo>
                    <a:cubicBezTo>
                      <a:pt x="1" y="1778"/>
                      <a:pt x="34" y="1878"/>
                      <a:pt x="134" y="1878"/>
                    </a:cubicBezTo>
                    <a:lnTo>
                      <a:pt x="168" y="1878"/>
                    </a:lnTo>
                    <a:cubicBezTo>
                      <a:pt x="234" y="1878"/>
                      <a:pt x="301" y="1844"/>
                      <a:pt x="301" y="1778"/>
                    </a:cubicBezTo>
                    <a:cubicBezTo>
                      <a:pt x="435" y="1244"/>
                      <a:pt x="535" y="710"/>
                      <a:pt x="568" y="176"/>
                    </a:cubicBezTo>
                    <a:cubicBezTo>
                      <a:pt x="601" y="76"/>
                      <a:pt x="535" y="10"/>
                      <a:pt x="435" y="10"/>
                    </a:cubicBezTo>
                    <a:cubicBezTo>
                      <a:pt x="423" y="4"/>
                      <a:pt x="410"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1898200" y="2713650"/>
                <a:ext cx="230175" cy="308150"/>
              </a:xfrm>
              <a:custGeom>
                <a:avLst/>
                <a:gdLst/>
                <a:ahLst/>
                <a:cxnLst/>
                <a:rect l="l" t="t" r="r" b="b"/>
                <a:pathLst>
                  <a:path w="9207" h="12326" extrusionOk="0">
                    <a:moveTo>
                      <a:pt x="4774" y="301"/>
                    </a:moveTo>
                    <a:cubicBezTo>
                      <a:pt x="5916" y="301"/>
                      <a:pt x="7064" y="789"/>
                      <a:pt x="7739" y="1651"/>
                    </a:cubicBezTo>
                    <a:cubicBezTo>
                      <a:pt x="8740" y="2952"/>
                      <a:pt x="8706" y="4520"/>
                      <a:pt x="8706" y="5621"/>
                    </a:cubicBezTo>
                    <a:cubicBezTo>
                      <a:pt x="8706" y="5887"/>
                      <a:pt x="8706" y="6154"/>
                      <a:pt x="8706" y="6354"/>
                    </a:cubicBezTo>
                    <a:cubicBezTo>
                      <a:pt x="8873" y="9824"/>
                      <a:pt x="7139" y="11825"/>
                      <a:pt x="5304" y="11992"/>
                    </a:cubicBezTo>
                    <a:cubicBezTo>
                      <a:pt x="5198" y="12006"/>
                      <a:pt x="5089" y="12013"/>
                      <a:pt x="4979" y="12013"/>
                    </a:cubicBezTo>
                    <a:cubicBezTo>
                      <a:pt x="3494" y="12013"/>
                      <a:pt x="1691" y="10723"/>
                      <a:pt x="1101" y="7122"/>
                    </a:cubicBezTo>
                    <a:cubicBezTo>
                      <a:pt x="567" y="3819"/>
                      <a:pt x="1368" y="1451"/>
                      <a:pt x="3336" y="584"/>
                    </a:cubicBezTo>
                    <a:cubicBezTo>
                      <a:pt x="3789" y="392"/>
                      <a:pt x="4281" y="301"/>
                      <a:pt x="4774" y="301"/>
                    </a:cubicBezTo>
                    <a:close/>
                    <a:moveTo>
                      <a:pt x="4790" y="1"/>
                    </a:moveTo>
                    <a:cubicBezTo>
                      <a:pt x="4246" y="1"/>
                      <a:pt x="3703" y="102"/>
                      <a:pt x="3203" y="317"/>
                    </a:cubicBezTo>
                    <a:cubicBezTo>
                      <a:pt x="2202" y="750"/>
                      <a:pt x="0" y="2251"/>
                      <a:pt x="801" y="7155"/>
                    </a:cubicBezTo>
                    <a:cubicBezTo>
                      <a:pt x="1401" y="11024"/>
                      <a:pt x="3403" y="12325"/>
                      <a:pt x="5037" y="12325"/>
                    </a:cubicBezTo>
                    <a:lnTo>
                      <a:pt x="5371" y="12325"/>
                    </a:lnTo>
                    <a:cubicBezTo>
                      <a:pt x="7305" y="12125"/>
                      <a:pt x="9207" y="9990"/>
                      <a:pt x="9040" y="6354"/>
                    </a:cubicBezTo>
                    <a:cubicBezTo>
                      <a:pt x="9007" y="6154"/>
                      <a:pt x="9040" y="5921"/>
                      <a:pt x="9040" y="5654"/>
                    </a:cubicBezTo>
                    <a:cubicBezTo>
                      <a:pt x="9040" y="4486"/>
                      <a:pt x="9040" y="2852"/>
                      <a:pt x="7973" y="1451"/>
                    </a:cubicBezTo>
                    <a:cubicBezTo>
                      <a:pt x="7255" y="525"/>
                      <a:pt x="6023" y="1"/>
                      <a:pt x="47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6"/>
              <p:cNvSpPr/>
              <p:nvPr/>
            </p:nvSpPr>
            <p:spPr>
              <a:xfrm>
                <a:off x="1914050" y="2779700"/>
                <a:ext cx="205150" cy="140350"/>
              </a:xfrm>
              <a:custGeom>
                <a:avLst/>
                <a:gdLst/>
                <a:ahLst/>
                <a:cxnLst/>
                <a:rect l="l" t="t" r="r" b="b"/>
                <a:pathLst>
                  <a:path w="8206" h="5614" extrusionOk="0">
                    <a:moveTo>
                      <a:pt x="7912" y="1"/>
                    </a:moveTo>
                    <a:cubicBezTo>
                      <a:pt x="7898" y="1"/>
                      <a:pt x="7885" y="4"/>
                      <a:pt x="7872" y="10"/>
                    </a:cubicBezTo>
                    <a:cubicBezTo>
                      <a:pt x="7772" y="10"/>
                      <a:pt x="7706" y="110"/>
                      <a:pt x="7739" y="177"/>
                    </a:cubicBezTo>
                    <a:cubicBezTo>
                      <a:pt x="7906" y="944"/>
                      <a:pt x="7772" y="1978"/>
                      <a:pt x="7405" y="2812"/>
                    </a:cubicBezTo>
                    <a:cubicBezTo>
                      <a:pt x="6729" y="4410"/>
                      <a:pt x="5515" y="5300"/>
                      <a:pt x="4129" y="5300"/>
                    </a:cubicBezTo>
                    <a:cubicBezTo>
                      <a:pt x="4010" y="5300"/>
                      <a:pt x="3890" y="5293"/>
                      <a:pt x="3769" y="5280"/>
                    </a:cubicBezTo>
                    <a:cubicBezTo>
                      <a:pt x="2035" y="5047"/>
                      <a:pt x="634" y="3612"/>
                      <a:pt x="334" y="1778"/>
                    </a:cubicBezTo>
                    <a:cubicBezTo>
                      <a:pt x="334" y="1678"/>
                      <a:pt x="234" y="1644"/>
                      <a:pt x="167" y="1644"/>
                    </a:cubicBezTo>
                    <a:cubicBezTo>
                      <a:pt x="67" y="1644"/>
                      <a:pt x="0" y="1744"/>
                      <a:pt x="33" y="1811"/>
                    </a:cubicBezTo>
                    <a:cubicBezTo>
                      <a:pt x="334" y="3813"/>
                      <a:pt x="1868" y="5347"/>
                      <a:pt x="3703" y="5580"/>
                    </a:cubicBezTo>
                    <a:cubicBezTo>
                      <a:pt x="3869" y="5614"/>
                      <a:pt x="4003" y="5614"/>
                      <a:pt x="4170" y="5614"/>
                    </a:cubicBezTo>
                    <a:cubicBezTo>
                      <a:pt x="5671" y="5614"/>
                      <a:pt x="6972" y="4646"/>
                      <a:pt x="7706" y="2945"/>
                    </a:cubicBezTo>
                    <a:cubicBezTo>
                      <a:pt x="8072" y="2045"/>
                      <a:pt x="8206" y="910"/>
                      <a:pt x="8039" y="110"/>
                    </a:cubicBezTo>
                    <a:cubicBezTo>
                      <a:pt x="8039" y="55"/>
                      <a:pt x="7972" y="1"/>
                      <a:pt x="79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6"/>
              <p:cNvSpPr/>
              <p:nvPr/>
            </p:nvSpPr>
            <p:spPr>
              <a:xfrm>
                <a:off x="1924875" y="2728825"/>
                <a:ext cx="185150" cy="172050"/>
              </a:xfrm>
              <a:custGeom>
                <a:avLst/>
                <a:gdLst/>
                <a:ahLst/>
                <a:cxnLst/>
                <a:rect l="l" t="t" r="r" b="b"/>
                <a:pathLst>
                  <a:path w="7406" h="6882" extrusionOk="0">
                    <a:moveTo>
                      <a:pt x="3670" y="310"/>
                    </a:moveTo>
                    <a:cubicBezTo>
                      <a:pt x="5104" y="310"/>
                      <a:pt x="6138" y="911"/>
                      <a:pt x="6539" y="2011"/>
                    </a:cubicBezTo>
                    <a:cubicBezTo>
                      <a:pt x="7039" y="3346"/>
                      <a:pt x="6505" y="5147"/>
                      <a:pt x="5338" y="6048"/>
                    </a:cubicBezTo>
                    <a:cubicBezTo>
                      <a:pt x="4870" y="6410"/>
                      <a:pt x="4342" y="6587"/>
                      <a:pt x="3779" y="6587"/>
                    </a:cubicBezTo>
                    <a:cubicBezTo>
                      <a:pt x="3098" y="6587"/>
                      <a:pt x="2366" y="6326"/>
                      <a:pt x="1635" y="5814"/>
                    </a:cubicBezTo>
                    <a:cubicBezTo>
                      <a:pt x="534" y="4980"/>
                      <a:pt x="434" y="3646"/>
                      <a:pt x="701" y="2645"/>
                    </a:cubicBezTo>
                    <a:cubicBezTo>
                      <a:pt x="1101" y="1311"/>
                      <a:pt x="2102" y="410"/>
                      <a:pt x="3303" y="344"/>
                    </a:cubicBezTo>
                    <a:cubicBezTo>
                      <a:pt x="3436" y="344"/>
                      <a:pt x="3570" y="310"/>
                      <a:pt x="3670" y="310"/>
                    </a:cubicBezTo>
                    <a:close/>
                    <a:moveTo>
                      <a:pt x="3647" y="0"/>
                    </a:moveTo>
                    <a:cubicBezTo>
                      <a:pt x="3536" y="0"/>
                      <a:pt x="3421" y="3"/>
                      <a:pt x="3303" y="10"/>
                    </a:cubicBezTo>
                    <a:cubicBezTo>
                      <a:pt x="1969" y="110"/>
                      <a:pt x="835" y="1111"/>
                      <a:pt x="401" y="2578"/>
                    </a:cubicBezTo>
                    <a:cubicBezTo>
                      <a:pt x="1" y="3980"/>
                      <a:pt x="401" y="5314"/>
                      <a:pt x="1468" y="6048"/>
                    </a:cubicBezTo>
                    <a:cubicBezTo>
                      <a:pt x="2236" y="6615"/>
                      <a:pt x="3036" y="6882"/>
                      <a:pt x="3770" y="6882"/>
                    </a:cubicBezTo>
                    <a:cubicBezTo>
                      <a:pt x="4404" y="6882"/>
                      <a:pt x="5004" y="6681"/>
                      <a:pt x="5538" y="6281"/>
                    </a:cubicBezTo>
                    <a:cubicBezTo>
                      <a:pt x="6806" y="5314"/>
                      <a:pt x="7406" y="3379"/>
                      <a:pt x="6839" y="1911"/>
                    </a:cubicBezTo>
                    <a:cubicBezTo>
                      <a:pt x="6553" y="1182"/>
                      <a:pt x="5786" y="0"/>
                      <a:pt x="36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6"/>
              <p:cNvSpPr/>
              <p:nvPr/>
            </p:nvSpPr>
            <p:spPr>
              <a:xfrm>
                <a:off x="1987425" y="2808800"/>
                <a:ext cx="62575" cy="54550"/>
              </a:xfrm>
              <a:custGeom>
                <a:avLst/>
                <a:gdLst/>
                <a:ahLst/>
                <a:cxnLst/>
                <a:rect l="l" t="t" r="r" b="b"/>
                <a:pathLst>
                  <a:path w="2503" h="2182" extrusionOk="0">
                    <a:moveTo>
                      <a:pt x="1401" y="314"/>
                    </a:moveTo>
                    <a:cubicBezTo>
                      <a:pt x="1735" y="380"/>
                      <a:pt x="1969" y="547"/>
                      <a:pt x="2069" y="814"/>
                    </a:cubicBezTo>
                    <a:cubicBezTo>
                      <a:pt x="2169" y="1081"/>
                      <a:pt x="2102" y="1381"/>
                      <a:pt x="1935" y="1614"/>
                    </a:cubicBezTo>
                    <a:cubicBezTo>
                      <a:pt x="1777" y="1773"/>
                      <a:pt x="1577" y="1869"/>
                      <a:pt x="1335" y="1869"/>
                    </a:cubicBezTo>
                    <a:cubicBezTo>
                      <a:pt x="1271" y="1869"/>
                      <a:pt x="1204" y="1862"/>
                      <a:pt x="1135" y="1848"/>
                    </a:cubicBezTo>
                    <a:cubicBezTo>
                      <a:pt x="501" y="1748"/>
                      <a:pt x="367" y="1348"/>
                      <a:pt x="401" y="1014"/>
                    </a:cubicBezTo>
                    <a:cubicBezTo>
                      <a:pt x="467" y="647"/>
                      <a:pt x="768" y="314"/>
                      <a:pt x="1235" y="314"/>
                    </a:cubicBezTo>
                    <a:close/>
                    <a:moveTo>
                      <a:pt x="1282" y="0"/>
                    </a:moveTo>
                    <a:cubicBezTo>
                      <a:pt x="645" y="0"/>
                      <a:pt x="192" y="463"/>
                      <a:pt x="101" y="981"/>
                    </a:cubicBezTo>
                    <a:cubicBezTo>
                      <a:pt x="0" y="1481"/>
                      <a:pt x="301" y="2048"/>
                      <a:pt x="1068" y="2182"/>
                    </a:cubicBezTo>
                    <a:lnTo>
                      <a:pt x="1335" y="2182"/>
                    </a:lnTo>
                    <a:cubicBezTo>
                      <a:pt x="1668" y="2182"/>
                      <a:pt x="1969" y="2048"/>
                      <a:pt x="2169" y="1815"/>
                    </a:cubicBezTo>
                    <a:cubicBezTo>
                      <a:pt x="2436" y="1514"/>
                      <a:pt x="2502" y="1081"/>
                      <a:pt x="2335" y="714"/>
                    </a:cubicBezTo>
                    <a:cubicBezTo>
                      <a:pt x="2202" y="347"/>
                      <a:pt x="1902" y="80"/>
                      <a:pt x="1468" y="13"/>
                    </a:cubicBezTo>
                    <a:cubicBezTo>
                      <a:pt x="1405" y="5"/>
                      <a:pt x="1342" y="0"/>
                      <a:pt x="1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6"/>
              <p:cNvSpPr/>
              <p:nvPr/>
            </p:nvSpPr>
            <p:spPr>
              <a:xfrm>
                <a:off x="1985750" y="2733225"/>
                <a:ext cx="30050" cy="84250"/>
              </a:xfrm>
              <a:custGeom>
                <a:avLst/>
                <a:gdLst/>
                <a:ahLst/>
                <a:cxnLst/>
                <a:rect l="l" t="t" r="r" b="b"/>
                <a:pathLst>
                  <a:path w="1202" h="3370" extrusionOk="0">
                    <a:moveTo>
                      <a:pt x="168" y="1"/>
                    </a:moveTo>
                    <a:cubicBezTo>
                      <a:pt x="67" y="1"/>
                      <a:pt x="1" y="67"/>
                      <a:pt x="1" y="134"/>
                    </a:cubicBezTo>
                    <a:cubicBezTo>
                      <a:pt x="1" y="1035"/>
                      <a:pt x="468" y="2603"/>
                      <a:pt x="901" y="3303"/>
                    </a:cubicBezTo>
                    <a:cubicBezTo>
                      <a:pt x="935" y="3337"/>
                      <a:pt x="968" y="3370"/>
                      <a:pt x="1035" y="3370"/>
                    </a:cubicBezTo>
                    <a:cubicBezTo>
                      <a:pt x="1068" y="3370"/>
                      <a:pt x="1102" y="3370"/>
                      <a:pt x="1135" y="3337"/>
                    </a:cubicBezTo>
                    <a:cubicBezTo>
                      <a:pt x="1202" y="3303"/>
                      <a:pt x="1202" y="3203"/>
                      <a:pt x="1168" y="3136"/>
                    </a:cubicBezTo>
                    <a:cubicBezTo>
                      <a:pt x="768" y="2503"/>
                      <a:pt x="334" y="968"/>
                      <a:pt x="334" y="134"/>
                    </a:cubicBezTo>
                    <a:cubicBezTo>
                      <a:pt x="334" y="67"/>
                      <a:pt x="234"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6"/>
              <p:cNvSpPr/>
              <p:nvPr/>
            </p:nvSpPr>
            <p:spPr>
              <a:xfrm>
                <a:off x="2017450" y="2730400"/>
                <a:ext cx="20875" cy="86250"/>
              </a:xfrm>
              <a:custGeom>
                <a:avLst/>
                <a:gdLst/>
                <a:ahLst/>
                <a:cxnLst/>
                <a:rect l="l" t="t" r="r" b="b"/>
                <a:pathLst>
                  <a:path w="835" h="3450" extrusionOk="0">
                    <a:moveTo>
                      <a:pt x="642" y="1"/>
                    </a:moveTo>
                    <a:cubicBezTo>
                      <a:pt x="585" y="1"/>
                      <a:pt x="525" y="32"/>
                      <a:pt x="501" y="80"/>
                    </a:cubicBezTo>
                    <a:cubicBezTo>
                      <a:pt x="267" y="748"/>
                      <a:pt x="0" y="2582"/>
                      <a:pt x="100" y="3316"/>
                    </a:cubicBezTo>
                    <a:cubicBezTo>
                      <a:pt x="100" y="3416"/>
                      <a:pt x="167" y="3450"/>
                      <a:pt x="234" y="3450"/>
                    </a:cubicBezTo>
                    <a:lnTo>
                      <a:pt x="267" y="3450"/>
                    </a:lnTo>
                    <a:cubicBezTo>
                      <a:pt x="334" y="3450"/>
                      <a:pt x="401" y="3349"/>
                      <a:pt x="401" y="3283"/>
                    </a:cubicBezTo>
                    <a:cubicBezTo>
                      <a:pt x="301" y="2582"/>
                      <a:pt x="567" y="814"/>
                      <a:pt x="801" y="214"/>
                    </a:cubicBezTo>
                    <a:cubicBezTo>
                      <a:pt x="834" y="114"/>
                      <a:pt x="768" y="14"/>
                      <a:pt x="701" y="14"/>
                    </a:cubicBezTo>
                    <a:cubicBezTo>
                      <a:pt x="683" y="5"/>
                      <a:pt x="663" y="1"/>
                      <a:pt x="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2029950" y="2748850"/>
                <a:ext cx="50075" cy="71975"/>
              </a:xfrm>
              <a:custGeom>
                <a:avLst/>
                <a:gdLst/>
                <a:ahLst/>
                <a:cxnLst/>
                <a:rect l="l" t="t" r="r" b="b"/>
                <a:pathLst>
                  <a:path w="2003" h="2879" extrusionOk="0">
                    <a:moveTo>
                      <a:pt x="1808" y="1"/>
                    </a:moveTo>
                    <a:cubicBezTo>
                      <a:pt x="1794" y="1"/>
                      <a:pt x="1781" y="3"/>
                      <a:pt x="1769" y="10"/>
                    </a:cubicBezTo>
                    <a:cubicBezTo>
                      <a:pt x="935" y="376"/>
                      <a:pt x="268" y="2011"/>
                      <a:pt x="34" y="2678"/>
                    </a:cubicBezTo>
                    <a:cubicBezTo>
                      <a:pt x="1" y="2778"/>
                      <a:pt x="34" y="2845"/>
                      <a:pt x="134" y="2878"/>
                    </a:cubicBezTo>
                    <a:lnTo>
                      <a:pt x="167" y="2878"/>
                    </a:lnTo>
                    <a:cubicBezTo>
                      <a:pt x="234" y="2878"/>
                      <a:pt x="301" y="2845"/>
                      <a:pt x="334" y="2778"/>
                    </a:cubicBezTo>
                    <a:cubicBezTo>
                      <a:pt x="501" y="2278"/>
                      <a:pt x="1135" y="643"/>
                      <a:pt x="1902" y="310"/>
                    </a:cubicBezTo>
                    <a:cubicBezTo>
                      <a:pt x="1969" y="276"/>
                      <a:pt x="2002" y="176"/>
                      <a:pt x="1969" y="110"/>
                    </a:cubicBezTo>
                    <a:cubicBezTo>
                      <a:pt x="1941" y="55"/>
                      <a:pt x="1870" y="1"/>
                      <a:pt x="1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2035800" y="2786600"/>
                <a:ext cx="64225" cy="40900"/>
              </a:xfrm>
              <a:custGeom>
                <a:avLst/>
                <a:gdLst/>
                <a:ahLst/>
                <a:cxnLst/>
                <a:rect l="l" t="t" r="r" b="b"/>
                <a:pathLst>
                  <a:path w="2569" h="1636" extrusionOk="0">
                    <a:moveTo>
                      <a:pt x="2369" y="1"/>
                    </a:moveTo>
                    <a:cubicBezTo>
                      <a:pt x="1601" y="134"/>
                      <a:pt x="567" y="634"/>
                      <a:pt x="67" y="1402"/>
                    </a:cubicBezTo>
                    <a:cubicBezTo>
                      <a:pt x="0" y="1468"/>
                      <a:pt x="34" y="1568"/>
                      <a:pt x="100" y="1602"/>
                    </a:cubicBezTo>
                    <a:cubicBezTo>
                      <a:pt x="134" y="1635"/>
                      <a:pt x="167" y="1635"/>
                      <a:pt x="200" y="1635"/>
                    </a:cubicBezTo>
                    <a:cubicBezTo>
                      <a:pt x="234" y="1635"/>
                      <a:pt x="300" y="1602"/>
                      <a:pt x="300" y="1568"/>
                    </a:cubicBezTo>
                    <a:cubicBezTo>
                      <a:pt x="767" y="901"/>
                      <a:pt x="1735" y="434"/>
                      <a:pt x="2435" y="334"/>
                    </a:cubicBezTo>
                    <a:cubicBezTo>
                      <a:pt x="2502" y="301"/>
                      <a:pt x="2569" y="234"/>
                      <a:pt x="2535" y="134"/>
                    </a:cubicBezTo>
                    <a:cubicBezTo>
                      <a:pt x="2535" y="67"/>
                      <a:pt x="2435" y="1"/>
                      <a:pt x="23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2039125" y="2826575"/>
                <a:ext cx="55900" cy="17600"/>
              </a:xfrm>
              <a:custGeom>
                <a:avLst/>
                <a:gdLst/>
                <a:ahLst/>
                <a:cxnLst/>
                <a:rect l="l" t="t" r="r" b="b"/>
                <a:pathLst>
                  <a:path w="2236" h="704" extrusionOk="0">
                    <a:moveTo>
                      <a:pt x="580" y="0"/>
                    </a:moveTo>
                    <a:cubicBezTo>
                      <a:pt x="406" y="0"/>
                      <a:pt x="250" y="13"/>
                      <a:pt x="134" y="36"/>
                    </a:cubicBezTo>
                    <a:cubicBezTo>
                      <a:pt x="67" y="70"/>
                      <a:pt x="1" y="136"/>
                      <a:pt x="34" y="236"/>
                    </a:cubicBezTo>
                    <a:cubicBezTo>
                      <a:pt x="34" y="291"/>
                      <a:pt x="101" y="345"/>
                      <a:pt x="161" y="345"/>
                    </a:cubicBezTo>
                    <a:cubicBezTo>
                      <a:pt x="175" y="345"/>
                      <a:pt x="188" y="342"/>
                      <a:pt x="201" y="336"/>
                    </a:cubicBezTo>
                    <a:cubicBezTo>
                      <a:pt x="296" y="316"/>
                      <a:pt x="416" y="307"/>
                      <a:pt x="550" y="307"/>
                    </a:cubicBezTo>
                    <a:cubicBezTo>
                      <a:pt x="1076" y="307"/>
                      <a:pt x="1802" y="450"/>
                      <a:pt x="1935" y="637"/>
                    </a:cubicBezTo>
                    <a:cubicBezTo>
                      <a:pt x="1969" y="703"/>
                      <a:pt x="2035" y="703"/>
                      <a:pt x="2069" y="703"/>
                    </a:cubicBezTo>
                    <a:cubicBezTo>
                      <a:pt x="2102" y="703"/>
                      <a:pt x="2135" y="703"/>
                      <a:pt x="2169" y="670"/>
                    </a:cubicBezTo>
                    <a:cubicBezTo>
                      <a:pt x="2236" y="637"/>
                      <a:pt x="2236" y="537"/>
                      <a:pt x="2202" y="470"/>
                    </a:cubicBezTo>
                    <a:cubicBezTo>
                      <a:pt x="1946" y="137"/>
                      <a:pt x="1159"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6"/>
              <p:cNvSpPr/>
              <p:nvPr/>
            </p:nvSpPr>
            <p:spPr>
              <a:xfrm>
                <a:off x="2038300" y="2840575"/>
                <a:ext cx="39225" cy="34450"/>
              </a:xfrm>
              <a:custGeom>
                <a:avLst/>
                <a:gdLst/>
                <a:ahLst/>
                <a:cxnLst/>
                <a:rect l="l" t="t" r="r" b="b"/>
                <a:pathLst>
                  <a:path w="1569" h="1378" extrusionOk="0">
                    <a:moveTo>
                      <a:pt x="179" y="1"/>
                    </a:moveTo>
                    <a:cubicBezTo>
                      <a:pt x="100" y="1"/>
                      <a:pt x="34" y="55"/>
                      <a:pt x="34" y="110"/>
                    </a:cubicBezTo>
                    <a:cubicBezTo>
                      <a:pt x="0" y="210"/>
                      <a:pt x="34" y="277"/>
                      <a:pt x="134" y="310"/>
                    </a:cubicBezTo>
                    <a:cubicBezTo>
                      <a:pt x="567" y="444"/>
                      <a:pt x="1001" y="810"/>
                      <a:pt x="1268" y="1277"/>
                    </a:cubicBezTo>
                    <a:cubicBezTo>
                      <a:pt x="1301" y="1344"/>
                      <a:pt x="1335" y="1378"/>
                      <a:pt x="1401" y="1378"/>
                    </a:cubicBezTo>
                    <a:cubicBezTo>
                      <a:pt x="1435" y="1378"/>
                      <a:pt x="1435" y="1378"/>
                      <a:pt x="1468" y="1344"/>
                    </a:cubicBezTo>
                    <a:cubicBezTo>
                      <a:pt x="1568" y="1311"/>
                      <a:pt x="1568" y="1211"/>
                      <a:pt x="1535" y="1144"/>
                    </a:cubicBezTo>
                    <a:cubicBezTo>
                      <a:pt x="1234" y="610"/>
                      <a:pt x="734" y="177"/>
                      <a:pt x="234" y="10"/>
                    </a:cubicBezTo>
                    <a:cubicBezTo>
                      <a:pt x="215"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6"/>
              <p:cNvSpPr/>
              <p:nvPr/>
            </p:nvSpPr>
            <p:spPr>
              <a:xfrm>
                <a:off x="2029950" y="2851425"/>
                <a:ext cx="20875" cy="43625"/>
              </a:xfrm>
              <a:custGeom>
                <a:avLst/>
                <a:gdLst/>
                <a:ahLst/>
                <a:cxnLst/>
                <a:rect l="l" t="t" r="r" b="b"/>
                <a:pathLst>
                  <a:path w="835" h="1745" extrusionOk="0">
                    <a:moveTo>
                      <a:pt x="186" y="1"/>
                    </a:moveTo>
                    <a:cubicBezTo>
                      <a:pt x="170" y="1"/>
                      <a:pt x="152" y="3"/>
                      <a:pt x="134" y="10"/>
                    </a:cubicBezTo>
                    <a:cubicBezTo>
                      <a:pt x="67" y="43"/>
                      <a:pt x="1" y="110"/>
                      <a:pt x="34" y="210"/>
                    </a:cubicBezTo>
                    <a:cubicBezTo>
                      <a:pt x="101" y="477"/>
                      <a:pt x="201" y="710"/>
                      <a:pt x="268" y="944"/>
                    </a:cubicBezTo>
                    <a:cubicBezTo>
                      <a:pt x="368" y="1177"/>
                      <a:pt x="468" y="1411"/>
                      <a:pt x="534" y="1644"/>
                    </a:cubicBezTo>
                    <a:cubicBezTo>
                      <a:pt x="534" y="1711"/>
                      <a:pt x="601" y="1744"/>
                      <a:pt x="668" y="1744"/>
                    </a:cubicBezTo>
                    <a:lnTo>
                      <a:pt x="701" y="1744"/>
                    </a:lnTo>
                    <a:cubicBezTo>
                      <a:pt x="801" y="1711"/>
                      <a:pt x="835" y="1644"/>
                      <a:pt x="835" y="1544"/>
                    </a:cubicBezTo>
                    <a:cubicBezTo>
                      <a:pt x="735" y="1310"/>
                      <a:pt x="668" y="1044"/>
                      <a:pt x="568" y="810"/>
                    </a:cubicBezTo>
                    <a:cubicBezTo>
                      <a:pt x="468" y="610"/>
                      <a:pt x="401" y="343"/>
                      <a:pt x="334" y="110"/>
                    </a:cubicBezTo>
                    <a:cubicBezTo>
                      <a:pt x="307" y="55"/>
                      <a:pt x="258" y="1"/>
                      <a:pt x="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
              <p:cNvSpPr/>
              <p:nvPr/>
            </p:nvSpPr>
            <p:spPr>
              <a:xfrm>
                <a:off x="2014100" y="2855825"/>
                <a:ext cx="10875" cy="45050"/>
              </a:xfrm>
              <a:custGeom>
                <a:avLst/>
                <a:gdLst/>
                <a:ahLst/>
                <a:cxnLst/>
                <a:rect l="l" t="t" r="r" b="b"/>
                <a:pathLst>
                  <a:path w="435" h="1802" extrusionOk="0">
                    <a:moveTo>
                      <a:pt x="268" y="0"/>
                    </a:moveTo>
                    <a:cubicBezTo>
                      <a:pt x="168" y="0"/>
                      <a:pt x="101" y="67"/>
                      <a:pt x="101" y="167"/>
                    </a:cubicBezTo>
                    <a:lnTo>
                      <a:pt x="101" y="401"/>
                    </a:lnTo>
                    <a:cubicBezTo>
                      <a:pt x="101" y="801"/>
                      <a:pt x="134" y="1235"/>
                      <a:pt x="34" y="1635"/>
                    </a:cubicBezTo>
                    <a:cubicBezTo>
                      <a:pt x="1" y="1702"/>
                      <a:pt x="68" y="1802"/>
                      <a:pt x="134" y="1802"/>
                    </a:cubicBezTo>
                    <a:lnTo>
                      <a:pt x="201" y="1802"/>
                    </a:lnTo>
                    <a:cubicBezTo>
                      <a:pt x="268" y="1802"/>
                      <a:pt x="334" y="1768"/>
                      <a:pt x="334" y="1702"/>
                    </a:cubicBezTo>
                    <a:cubicBezTo>
                      <a:pt x="435" y="1268"/>
                      <a:pt x="435" y="834"/>
                      <a:pt x="435" y="401"/>
                    </a:cubicBezTo>
                    <a:lnTo>
                      <a:pt x="401" y="167"/>
                    </a:lnTo>
                    <a:cubicBezTo>
                      <a:pt x="401" y="67"/>
                      <a:pt x="368" y="0"/>
                      <a:pt x="2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6"/>
              <p:cNvSpPr/>
              <p:nvPr/>
            </p:nvSpPr>
            <p:spPr>
              <a:xfrm>
                <a:off x="1984925" y="2853325"/>
                <a:ext cx="26700" cy="41725"/>
              </a:xfrm>
              <a:custGeom>
                <a:avLst/>
                <a:gdLst/>
                <a:ahLst/>
                <a:cxnLst/>
                <a:rect l="l" t="t" r="r" b="b"/>
                <a:pathLst>
                  <a:path w="1068" h="1669" extrusionOk="0">
                    <a:moveTo>
                      <a:pt x="901" y="0"/>
                    </a:moveTo>
                    <a:cubicBezTo>
                      <a:pt x="801" y="0"/>
                      <a:pt x="734" y="34"/>
                      <a:pt x="734" y="134"/>
                    </a:cubicBezTo>
                    <a:cubicBezTo>
                      <a:pt x="701" y="767"/>
                      <a:pt x="567" y="1134"/>
                      <a:pt x="100" y="1368"/>
                    </a:cubicBezTo>
                    <a:cubicBezTo>
                      <a:pt x="34" y="1401"/>
                      <a:pt x="0" y="1501"/>
                      <a:pt x="34" y="1568"/>
                    </a:cubicBezTo>
                    <a:cubicBezTo>
                      <a:pt x="67" y="1635"/>
                      <a:pt x="134" y="1668"/>
                      <a:pt x="201" y="1668"/>
                    </a:cubicBezTo>
                    <a:lnTo>
                      <a:pt x="267" y="1668"/>
                    </a:lnTo>
                    <a:cubicBezTo>
                      <a:pt x="901" y="1335"/>
                      <a:pt x="1001" y="734"/>
                      <a:pt x="1034" y="167"/>
                    </a:cubicBezTo>
                    <a:cubicBezTo>
                      <a:pt x="1068" y="67"/>
                      <a:pt x="1001"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6"/>
              <p:cNvSpPr/>
              <p:nvPr/>
            </p:nvSpPr>
            <p:spPr>
              <a:xfrm>
                <a:off x="1950725" y="2845725"/>
                <a:ext cx="50900" cy="29300"/>
              </a:xfrm>
              <a:custGeom>
                <a:avLst/>
                <a:gdLst/>
                <a:ahLst/>
                <a:cxnLst/>
                <a:rect l="l" t="t" r="r" b="b"/>
                <a:pathLst>
                  <a:path w="2036" h="1172" extrusionOk="0">
                    <a:moveTo>
                      <a:pt x="1856" y="1"/>
                    </a:moveTo>
                    <a:cubicBezTo>
                      <a:pt x="1824" y="1"/>
                      <a:pt x="1794" y="12"/>
                      <a:pt x="1769" y="37"/>
                    </a:cubicBezTo>
                    <a:cubicBezTo>
                      <a:pt x="1080" y="675"/>
                      <a:pt x="665" y="844"/>
                      <a:pt x="418" y="844"/>
                    </a:cubicBezTo>
                    <a:cubicBezTo>
                      <a:pt x="342" y="844"/>
                      <a:pt x="281" y="828"/>
                      <a:pt x="234" y="805"/>
                    </a:cubicBezTo>
                    <a:cubicBezTo>
                      <a:pt x="216" y="796"/>
                      <a:pt x="196" y="791"/>
                      <a:pt x="175" y="791"/>
                    </a:cubicBezTo>
                    <a:cubicBezTo>
                      <a:pt x="119" y="791"/>
                      <a:pt x="59" y="822"/>
                      <a:pt x="34" y="871"/>
                    </a:cubicBezTo>
                    <a:cubicBezTo>
                      <a:pt x="1" y="971"/>
                      <a:pt x="34" y="1071"/>
                      <a:pt x="101" y="1105"/>
                    </a:cubicBezTo>
                    <a:cubicBezTo>
                      <a:pt x="201" y="1138"/>
                      <a:pt x="301" y="1172"/>
                      <a:pt x="401" y="1172"/>
                    </a:cubicBezTo>
                    <a:cubicBezTo>
                      <a:pt x="1001" y="1172"/>
                      <a:pt x="1702" y="504"/>
                      <a:pt x="1969" y="271"/>
                    </a:cubicBezTo>
                    <a:cubicBezTo>
                      <a:pt x="2036" y="204"/>
                      <a:pt x="2036" y="104"/>
                      <a:pt x="2002" y="71"/>
                    </a:cubicBezTo>
                    <a:cubicBezTo>
                      <a:pt x="1961" y="29"/>
                      <a:pt x="1907" y="1"/>
                      <a:pt x="1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6"/>
              <p:cNvSpPr/>
              <p:nvPr/>
            </p:nvSpPr>
            <p:spPr>
              <a:xfrm>
                <a:off x="1933225" y="2832975"/>
                <a:ext cx="65075" cy="17875"/>
              </a:xfrm>
              <a:custGeom>
                <a:avLst/>
                <a:gdLst/>
                <a:ahLst/>
                <a:cxnLst/>
                <a:rect l="l" t="t" r="r" b="b"/>
                <a:pathLst>
                  <a:path w="2603" h="715" extrusionOk="0">
                    <a:moveTo>
                      <a:pt x="159" y="1"/>
                    </a:moveTo>
                    <a:cubicBezTo>
                      <a:pt x="138" y="1"/>
                      <a:pt x="118" y="5"/>
                      <a:pt x="100" y="14"/>
                    </a:cubicBezTo>
                    <a:cubicBezTo>
                      <a:pt x="0" y="47"/>
                      <a:pt x="0" y="147"/>
                      <a:pt x="34" y="247"/>
                    </a:cubicBezTo>
                    <a:cubicBezTo>
                      <a:pt x="234" y="581"/>
                      <a:pt x="667" y="714"/>
                      <a:pt x="1101" y="714"/>
                    </a:cubicBezTo>
                    <a:cubicBezTo>
                      <a:pt x="1601" y="714"/>
                      <a:pt x="2168" y="547"/>
                      <a:pt x="2469" y="414"/>
                    </a:cubicBezTo>
                    <a:cubicBezTo>
                      <a:pt x="2569" y="381"/>
                      <a:pt x="2602" y="281"/>
                      <a:pt x="2569" y="214"/>
                    </a:cubicBezTo>
                    <a:cubicBezTo>
                      <a:pt x="2541" y="159"/>
                      <a:pt x="2470" y="105"/>
                      <a:pt x="2408" y="105"/>
                    </a:cubicBezTo>
                    <a:cubicBezTo>
                      <a:pt x="2394" y="105"/>
                      <a:pt x="2381" y="108"/>
                      <a:pt x="2369" y="114"/>
                    </a:cubicBezTo>
                    <a:cubicBezTo>
                      <a:pt x="2037" y="261"/>
                      <a:pt x="1533" y="388"/>
                      <a:pt x="1097" y="388"/>
                    </a:cubicBezTo>
                    <a:cubicBezTo>
                      <a:pt x="743" y="388"/>
                      <a:pt x="435" y="304"/>
                      <a:pt x="300" y="80"/>
                    </a:cubicBezTo>
                    <a:cubicBezTo>
                      <a:pt x="276" y="32"/>
                      <a:pt x="216"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6"/>
              <p:cNvSpPr/>
              <p:nvPr/>
            </p:nvSpPr>
            <p:spPr>
              <a:xfrm>
                <a:off x="1934050" y="2792125"/>
                <a:ext cx="65900" cy="39525"/>
              </a:xfrm>
              <a:custGeom>
                <a:avLst/>
                <a:gdLst/>
                <a:ahLst/>
                <a:cxnLst/>
                <a:rect l="l" t="t" r="r" b="b"/>
                <a:pathLst>
                  <a:path w="2636" h="1581" extrusionOk="0">
                    <a:moveTo>
                      <a:pt x="169" y="1"/>
                    </a:moveTo>
                    <a:cubicBezTo>
                      <a:pt x="149" y="1"/>
                      <a:pt x="126" y="5"/>
                      <a:pt x="101" y="13"/>
                    </a:cubicBezTo>
                    <a:cubicBezTo>
                      <a:pt x="34" y="46"/>
                      <a:pt x="1" y="147"/>
                      <a:pt x="34" y="213"/>
                    </a:cubicBezTo>
                    <a:cubicBezTo>
                      <a:pt x="301" y="880"/>
                      <a:pt x="1001" y="1581"/>
                      <a:pt x="2102" y="1581"/>
                    </a:cubicBezTo>
                    <a:cubicBezTo>
                      <a:pt x="2236" y="1581"/>
                      <a:pt x="2369" y="1548"/>
                      <a:pt x="2502" y="1548"/>
                    </a:cubicBezTo>
                    <a:cubicBezTo>
                      <a:pt x="2569" y="1548"/>
                      <a:pt x="2636" y="1448"/>
                      <a:pt x="2636" y="1381"/>
                    </a:cubicBezTo>
                    <a:cubicBezTo>
                      <a:pt x="2608" y="1298"/>
                      <a:pt x="2558" y="1239"/>
                      <a:pt x="2486" y="1239"/>
                    </a:cubicBezTo>
                    <a:cubicBezTo>
                      <a:pt x="2470" y="1239"/>
                      <a:pt x="2453" y="1241"/>
                      <a:pt x="2436" y="1247"/>
                    </a:cubicBezTo>
                    <a:cubicBezTo>
                      <a:pt x="2336" y="1259"/>
                      <a:pt x="2240" y="1265"/>
                      <a:pt x="2147" y="1265"/>
                    </a:cubicBezTo>
                    <a:cubicBezTo>
                      <a:pt x="1177" y="1265"/>
                      <a:pt x="544" y="661"/>
                      <a:pt x="301" y="113"/>
                    </a:cubicBezTo>
                    <a:cubicBezTo>
                      <a:pt x="276" y="38"/>
                      <a:pt x="23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6"/>
              <p:cNvSpPr/>
              <p:nvPr/>
            </p:nvSpPr>
            <p:spPr>
              <a:xfrm>
                <a:off x="1949900" y="2756575"/>
                <a:ext cx="56725" cy="65900"/>
              </a:xfrm>
              <a:custGeom>
                <a:avLst/>
                <a:gdLst/>
                <a:ahLst/>
                <a:cxnLst/>
                <a:rect l="l" t="t" r="r" b="b"/>
                <a:pathLst>
                  <a:path w="2269" h="2636" extrusionOk="0">
                    <a:moveTo>
                      <a:pt x="267" y="1"/>
                    </a:moveTo>
                    <a:cubicBezTo>
                      <a:pt x="167" y="1"/>
                      <a:pt x="100" y="67"/>
                      <a:pt x="100" y="134"/>
                    </a:cubicBezTo>
                    <a:cubicBezTo>
                      <a:pt x="0" y="1302"/>
                      <a:pt x="1268" y="2503"/>
                      <a:pt x="2102" y="2636"/>
                    </a:cubicBezTo>
                    <a:cubicBezTo>
                      <a:pt x="2202" y="2636"/>
                      <a:pt x="2269" y="2569"/>
                      <a:pt x="2269" y="2469"/>
                    </a:cubicBezTo>
                    <a:cubicBezTo>
                      <a:pt x="2269" y="2403"/>
                      <a:pt x="2235" y="2336"/>
                      <a:pt x="2135" y="2302"/>
                    </a:cubicBezTo>
                    <a:cubicBezTo>
                      <a:pt x="1535" y="2236"/>
                      <a:pt x="334" y="1168"/>
                      <a:pt x="401" y="168"/>
                    </a:cubicBezTo>
                    <a:cubicBezTo>
                      <a:pt x="434" y="101"/>
                      <a:pt x="367"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
              <p:cNvSpPr/>
              <p:nvPr/>
            </p:nvSpPr>
            <p:spPr>
              <a:xfrm>
                <a:off x="2030800" y="2948900"/>
                <a:ext cx="66725" cy="49550"/>
              </a:xfrm>
              <a:custGeom>
                <a:avLst/>
                <a:gdLst/>
                <a:ahLst/>
                <a:cxnLst/>
                <a:rect l="l" t="t" r="r" b="b"/>
                <a:pathLst>
                  <a:path w="2669" h="1982" extrusionOk="0">
                    <a:moveTo>
                      <a:pt x="2462" y="0"/>
                    </a:moveTo>
                    <a:cubicBezTo>
                      <a:pt x="2402" y="0"/>
                      <a:pt x="2359" y="31"/>
                      <a:pt x="2335" y="80"/>
                    </a:cubicBezTo>
                    <a:cubicBezTo>
                      <a:pt x="2035" y="981"/>
                      <a:pt x="1101" y="1648"/>
                      <a:pt x="167" y="1681"/>
                    </a:cubicBezTo>
                    <a:cubicBezTo>
                      <a:pt x="100" y="1681"/>
                      <a:pt x="0" y="1748"/>
                      <a:pt x="33" y="1848"/>
                    </a:cubicBezTo>
                    <a:cubicBezTo>
                      <a:pt x="33" y="1915"/>
                      <a:pt x="100" y="1981"/>
                      <a:pt x="167" y="1981"/>
                    </a:cubicBezTo>
                    <a:cubicBezTo>
                      <a:pt x="1268" y="1948"/>
                      <a:pt x="2268" y="1214"/>
                      <a:pt x="2635" y="213"/>
                    </a:cubicBezTo>
                    <a:cubicBezTo>
                      <a:pt x="2669" y="113"/>
                      <a:pt x="2602" y="13"/>
                      <a:pt x="2535" y="13"/>
                    </a:cubicBezTo>
                    <a:cubicBezTo>
                      <a:pt x="2508" y="4"/>
                      <a:pt x="2484" y="0"/>
                      <a:pt x="2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6"/>
              <p:cNvSpPr/>
              <p:nvPr/>
            </p:nvSpPr>
            <p:spPr>
              <a:xfrm>
                <a:off x="2094175" y="2891675"/>
                <a:ext cx="14200" cy="46725"/>
              </a:xfrm>
              <a:custGeom>
                <a:avLst/>
                <a:gdLst/>
                <a:ahLst/>
                <a:cxnLst/>
                <a:rect l="l" t="t" r="r" b="b"/>
                <a:pathLst>
                  <a:path w="568" h="1869" extrusionOk="0">
                    <a:moveTo>
                      <a:pt x="434" y="1"/>
                    </a:moveTo>
                    <a:cubicBezTo>
                      <a:pt x="334" y="1"/>
                      <a:pt x="267" y="34"/>
                      <a:pt x="267" y="134"/>
                    </a:cubicBezTo>
                    <a:cubicBezTo>
                      <a:pt x="234" y="668"/>
                      <a:pt x="134" y="1168"/>
                      <a:pt x="0" y="1669"/>
                    </a:cubicBezTo>
                    <a:cubicBezTo>
                      <a:pt x="0" y="1769"/>
                      <a:pt x="34" y="1869"/>
                      <a:pt x="134" y="1869"/>
                    </a:cubicBezTo>
                    <a:lnTo>
                      <a:pt x="167" y="1869"/>
                    </a:lnTo>
                    <a:cubicBezTo>
                      <a:pt x="234" y="1869"/>
                      <a:pt x="300" y="1835"/>
                      <a:pt x="300" y="1769"/>
                    </a:cubicBezTo>
                    <a:cubicBezTo>
                      <a:pt x="434" y="1235"/>
                      <a:pt x="534" y="701"/>
                      <a:pt x="567" y="167"/>
                    </a:cubicBezTo>
                    <a:cubicBezTo>
                      <a:pt x="567" y="67"/>
                      <a:pt x="53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6"/>
              <p:cNvSpPr/>
              <p:nvPr/>
            </p:nvSpPr>
            <p:spPr>
              <a:xfrm>
                <a:off x="1388675" y="2638800"/>
                <a:ext cx="103425" cy="87775"/>
              </a:xfrm>
              <a:custGeom>
                <a:avLst/>
                <a:gdLst/>
                <a:ahLst/>
                <a:cxnLst/>
                <a:rect l="l" t="t" r="r" b="b"/>
                <a:pathLst>
                  <a:path w="4137" h="3511" extrusionOk="0">
                    <a:moveTo>
                      <a:pt x="934" y="309"/>
                    </a:moveTo>
                    <a:cubicBezTo>
                      <a:pt x="1067" y="342"/>
                      <a:pt x="1168" y="375"/>
                      <a:pt x="1234" y="409"/>
                    </a:cubicBezTo>
                    <a:cubicBezTo>
                      <a:pt x="1334" y="475"/>
                      <a:pt x="1401" y="609"/>
                      <a:pt x="1401" y="776"/>
                    </a:cubicBezTo>
                    <a:cubicBezTo>
                      <a:pt x="1434" y="942"/>
                      <a:pt x="1401" y="1109"/>
                      <a:pt x="1368" y="1276"/>
                    </a:cubicBezTo>
                    <a:cubicBezTo>
                      <a:pt x="1368" y="1309"/>
                      <a:pt x="1368" y="1343"/>
                      <a:pt x="1401" y="1376"/>
                    </a:cubicBezTo>
                    <a:cubicBezTo>
                      <a:pt x="1434" y="1409"/>
                      <a:pt x="1468" y="1443"/>
                      <a:pt x="1534" y="1443"/>
                    </a:cubicBezTo>
                    <a:lnTo>
                      <a:pt x="1768" y="1443"/>
                    </a:lnTo>
                    <a:cubicBezTo>
                      <a:pt x="1901" y="1459"/>
                      <a:pt x="2043" y="1468"/>
                      <a:pt x="2185" y="1468"/>
                    </a:cubicBezTo>
                    <a:cubicBezTo>
                      <a:pt x="2327" y="1468"/>
                      <a:pt x="2468" y="1459"/>
                      <a:pt x="2602" y="1443"/>
                    </a:cubicBezTo>
                    <a:cubicBezTo>
                      <a:pt x="2769" y="1443"/>
                      <a:pt x="2802" y="1276"/>
                      <a:pt x="2802" y="1076"/>
                    </a:cubicBezTo>
                    <a:cubicBezTo>
                      <a:pt x="2833" y="603"/>
                      <a:pt x="2895" y="339"/>
                      <a:pt x="3182" y="339"/>
                    </a:cubicBezTo>
                    <a:cubicBezTo>
                      <a:pt x="3199" y="339"/>
                      <a:pt x="3217" y="340"/>
                      <a:pt x="3236" y="342"/>
                    </a:cubicBezTo>
                    <a:lnTo>
                      <a:pt x="3269" y="342"/>
                    </a:lnTo>
                    <a:cubicBezTo>
                      <a:pt x="3603" y="342"/>
                      <a:pt x="3736" y="375"/>
                      <a:pt x="3769" y="409"/>
                    </a:cubicBezTo>
                    <a:cubicBezTo>
                      <a:pt x="3803" y="475"/>
                      <a:pt x="3803" y="876"/>
                      <a:pt x="3803" y="1009"/>
                    </a:cubicBezTo>
                    <a:lnTo>
                      <a:pt x="3803" y="1209"/>
                    </a:lnTo>
                    <a:cubicBezTo>
                      <a:pt x="3836" y="1776"/>
                      <a:pt x="3803" y="2343"/>
                      <a:pt x="3803" y="2944"/>
                    </a:cubicBezTo>
                    <a:cubicBezTo>
                      <a:pt x="3803" y="2977"/>
                      <a:pt x="3803" y="3077"/>
                      <a:pt x="3769" y="3111"/>
                    </a:cubicBezTo>
                    <a:cubicBezTo>
                      <a:pt x="3736" y="3111"/>
                      <a:pt x="3669" y="3144"/>
                      <a:pt x="3669" y="3144"/>
                    </a:cubicBezTo>
                    <a:cubicBezTo>
                      <a:pt x="3581" y="3162"/>
                      <a:pt x="3489" y="3172"/>
                      <a:pt x="3398" y="3172"/>
                    </a:cubicBezTo>
                    <a:cubicBezTo>
                      <a:pt x="3145" y="3172"/>
                      <a:pt x="2909" y="3089"/>
                      <a:pt x="2835" y="2844"/>
                    </a:cubicBezTo>
                    <a:cubicBezTo>
                      <a:pt x="2802" y="2777"/>
                      <a:pt x="2769" y="2177"/>
                      <a:pt x="2769" y="2043"/>
                    </a:cubicBezTo>
                    <a:cubicBezTo>
                      <a:pt x="2769" y="1976"/>
                      <a:pt x="2769" y="1943"/>
                      <a:pt x="2735" y="1910"/>
                    </a:cubicBezTo>
                    <a:cubicBezTo>
                      <a:pt x="2702" y="1876"/>
                      <a:pt x="2669" y="1876"/>
                      <a:pt x="2635" y="1876"/>
                    </a:cubicBezTo>
                    <a:lnTo>
                      <a:pt x="2602" y="1876"/>
                    </a:lnTo>
                    <a:cubicBezTo>
                      <a:pt x="2504" y="1885"/>
                      <a:pt x="2415" y="1890"/>
                      <a:pt x="2331" y="1890"/>
                    </a:cubicBezTo>
                    <a:cubicBezTo>
                      <a:pt x="2100" y="1890"/>
                      <a:pt x="1903" y="1859"/>
                      <a:pt x="1635" y="1810"/>
                    </a:cubicBezTo>
                    <a:cubicBezTo>
                      <a:pt x="1601" y="1810"/>
                      <a:pt x="1534" y="1810"/>
                      <a:pt x="1501" y="1843"/>
                    </a:cubicBezTo>
                    <a:cubicBezTo>
                      <a:pt x="1468" y="1876"/>
                      <a:pt x="1468" y="1943"/>
                      <a:pt x="1468" y="1976"/>
                    </a:cubicBezTo>
                    <a:cubicBezTo>
                      <a:pt x="1501" y="2243"/>
                      <a:pt x="1501" y="2410"/>
                      <a:pt x="1434" y="2644"/>
                    </a:cubicBezTo>
                    <a:cubicBezTo>
                      <a:pt x="1401" y="2910"/>
                      <a:pt x="1268" y="3077"/>
                      <a:pt x="1101" y="3144"/>
                    </a:cubicBezTo>
                    <a:cubicBezTo>
                      <a:pt x="1056" y="3153"/>
                      <a:pt x="995" y="3157"/>
                      <a:pt x="927" y="3157"/>
                    </a:cubicBezTo>
                    <a:cubicBezTo>
                      <a:pt x="741" y="3157"/>
                      <a:pt x="507" y="3126"/>
                      <a:pt x="434" y="3077"/>
                    </a:cubicBezTo>
                    <a:cubicBezTo>
                      <a:pt x="400" y="3011"/>
                      <a:pt x="400" y="2910"/>
                      <a:pt x="400" y="2744"/>
                    </a:cubicBezTo>
                    <a:cubicBezTo>
                      <a:pt x="400" y="2677"/>
                      <a:pt x="434" y="2577"/>
                      <a:pt x="400" y="2544"/>
                    </a:cubicBezTo>
                    <a:cubicBezTo>
                      <a:pt x="400" y="2310"/>
                      <a:pt x="400" y="2110"/>
                      <a:pt x="367" y="1876"/>
                    </a:cubicBezTo>
                    <a:lnTo>
                      <a:pt x="367" y="1476"/>
                    </a:lnTo>
                    <a:cubicBezTo>
                      <a:pt x="334" y="1076"/>
                      <a:pt x="300" y="609"/>
                      <a:pt x="500" y="409"/>
                    </a:cubicBezTo>
                    <a:cubicBezTo>
                      <a:pt x="600" y="342"/>
                      <a:pt x="734" y="309"/>
                      <a:pt x="934" y="309"/>
                    </a:cubicBezTo>
                    <a:close/>
                    <a:moveTo>
                      <a:pt x="823" y="0"/>
                    </a:moveTo>
                    <a:cubicBezTo>
                      <a:pt x="592" y="0"/>
                      <a:pt x="411" y="70"/>
                      <a:pt x="300" y="209"/>
                    </a:cubicBezTo>
                    <a:cubicBezTo>
                      <a:pt x="0" y="509"/>
                      <a:pt x="33" y="1042"/>
                      <a:pt x="33" y="1476"/>
                    </a:cubicBezTo>
                    <a:lnTo>
                      <a:pt x="67" y="1910"/>
                    </a:lnTo>
                    <a:cubicBezTo>
                      <a:pt x="67" y="2110"/>
                      <a:pt x="100" y="2343"/>
                      <a:pt x="100" y="2544"/>
                    </a:cubicBezTo>
                    <a:cubicBezTo>
                      <a:pt x="100" y="2610"/>
                      <a:pt x="100" y="2644"/>
                      <a:pt x="100" y="2710"/>
                    </a:cubicBezTo>
                    <a:cubicBezTo>
                      <a:pt x="67" y="2910"/>
                      <a:pt x="67" y="3144"/>
                      <a:pt x="234" y="3311"/>
                    </a:cubicBezTo>
                    <a:cubicBezTo>
                      <a:pt x="372" y="3426"/>
                      <a:pt x="669" y="3462"/>
                      <a:pt x="906" y="3462"/>
                    </a:cubicBezTo>
                    <a:cubicBezTo>
                      <a:pt x="1012" y="3462"/>
                      <a:pt x="1106" y="3455"/>
                      <a:pt x="1168" y="3444"/>
                    </a:cubicBezTo>
                    <a:cubicBezTo>
                      <a:pt x="1501" y="3344"/>
                      <a:pt x="1701" y="3111"/>
                      <a:pt x="1768" y="2710"/>
                    </a:cubicBezTo>
                    <a:cubicBezTo>
                      <a:pt x="1801" y="2510"/>
                      <a:pt x="1801" y="2343"/>
                      <a:pt x="1801" y="2177"/>
                    </a:cubicBezTo>
                    <a:cubicBezTo>
                      <a:pt x="2035" y="2210"/>
                      <a:pt x="2235" y="2210"/>
                      <a:pt x="2468" y="2210"/>
                    </a:cubicBezTo>
                    <a:cubicBezTo>
                      <a:pt x="2468" y="2443"/>
                      <a:pt x="2468" y="2844"/>
                      <a:pt x="2535" y="2977"/>
                    </a:cubicBezTo>
                    <a:cubicBezTo>
                      <a:pt x="2669" y="3344"/>
                      <a:pt x="3036" y="3511"/>
                      <a:pt x="3402" y="3511"/>
                    </a:cubicBezTo>
                    <a:cubicBezTo>
                      <a:pt x="3503" y="3511"/>
                      <a:pt x="3636" y="3478"/>
                      <a:pt x="3703" y="3444"/>
                    </a:cubicBezTo>
                    <a:cubicBezTo>
                      <a:pt x="3803" y="3444"/>
                      <a:pt x="3903" y="3411"/>
                      <a:pt x="3970" y="3311"/>
                    </a:cubicBezTo>
                    <a:cubicBezTo>
                      <a:pt x="4103" y="3211"/>
                      <a:pt x="4103" y="3044"/>
                      <a:pt x="4103" y="2910"/>
                    </a:cubicBezTo>
                    <a:cubicBezTo>
                      <a:pt x="4103" y="2343"/>
                      <a:pt x="4136" y="1776"/>
                      <a:pt x="4103" y="1209"/>
                    </a:cubicBezTo>
                    <a:cubicBezTo>
                      <a:pt x="4103" y="1143"/>
                      <a:pt x="4103" y="1076"/>
                      <a:pt x="4103" y="1009"/>
                    </a:cubicBezTo>
                    <a:cubicBezTo>
                      <a:pt x="4103" y="642"/>
                      <a:pt x="4103" y="342"/>
                      <a:pt x="3970" y="209"/>
                    </a:cubicBezTo>
                    <a:cubicBezTo>
                      <a:pt x="3869" y="75"/>
                      <a:pt x="3636" y="42"/>
                      <a:pt x="3236" y="8"/>
                    </a:cubicBezTo>
                    <a:cubicBezTo>
                      <a:pt x="3221" y="8"/>
                      <a:pt x="3206" y="7"/>
                      <a:pt x="3192" y="7"/>
                    </a:cubicBezTo>
                    <a:cubicBezTo>
                      <a:pt x="2534" y="7"/>
                      <a:pt x="2501" y="749"/>
                      <a:pt x="2468" y="1042"/>
                    </a:cubicBezTo>
                    <a:cubicBezTo>
                      <a:pt x="2468" y="1076"/>
                      <a:pt x="2468" y="1109"/>
                      <a:pt x="2468" y="1143"/>
                    </a:cubicBezTo>
                    <a:lnTo>
                      <a:pt x="1701" y="1143"/>
                    </a:lnTo>
                    <a:cubicBezTo>
                      <a:pt x="1735" y="1009"/>
                      <a:pt x="1735" y="876"/>
                      <a:pt x="1701" y="742"/>
                    </a:cubicBezTo>
                    <a:cubicBezTo>
                      <a:pt x="1701" y="509"/>
                      <a:pt x="1568" y="275"/>
                      <a:pt x="1401" y="175"/>
                    </a:cubicBezTo>
                    <a:cubicBezTo>
                      <a:pt x="1301" y="75"/>
                      <a:pt x="1168" y="42"/>
                      <a:pt x="967" y="8"/>
                    </a:cubicBezTo>
                    <a:cubicBezTo>
                      <a:pt x="917" y="3"/>
                      <a:pt x="869"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6"/>
              <p:cNvSpPr/>
              <p:nvPr/>
            </p:nvSpPr>
            <p:spPr>
              <a:xfrm>
                <a:off x="1421175" y="2599700"/>
                <a:ext cx="40900" cy="54400"/>
              </a:xfrm>
              <a:custGeom>
                <a:avLst/>
                <a:gdLst/>
                <a:ahLst/>
                <a:cxnLst/>
                <a:rect l="l" t="t" r="r" b="b"/>
                <a:pathLst>
                  <a:path w="1636" h="2176" extrusionOk="0">
                    <a:moveTo>
                      <a:pt x="962" y="1"/>
                    </a:moveTo>
                    <a:cubicBezTo>
                      <a:pt x="913" y="1"/>
                      <a:pt x="868" y="5"/>
                      <a:pt x="835" y="5"/>
                    </a:cubicBezTo>
                    <a:cubicBezTo>
                      <a:pt x="735" y="5"/>
                      <a:pt x="468" y="38"/>
                      <a:pt x="368" y="238"/>
                    </a:cubicBezTo>
                    <a:cubicBezTo>
                      <a:pt x="335" y="305"/>
                      <a:pt x="301" y="405"/>
                      <a:pt x="301" y="472"/>
                    </a:cubicBezTo>
                    <a:cubicBezTo>
                      <a:pt x="301" y="605"/>
                      <a:pt x="301" y="738"/>
                      <a:pt x="301" y="905"/>
                    </a:cubicBezTo>
                    <a:cubicBezTo>
                      <a:pt x="301" y="1039"/>
                      <a:pt x="301" y="1172"/>
                      <a:pt x="301" y="1306"/>
                    </a:cubicBezTo>
                    <a:cubicBezTo>
                      <a:pt x="301" y="1506"/>
                      <a:pt x="234" y="1706"/>
                      <a:pt x="34" y="1939"/>
                    </a:cubicBezTo>
                    <a:cubicBezTo>
                      <a:pt x="1" y="2006"/>
                      <a:pt x="1" y="2106"/>
                      <a:pt x="68" y="2139"/>
                    </a:cubicBezTo>
                    <a:cubicBezTo>
                      <a:pt x="101" y="2173"/>
                      <a:pt x="134" y="2173"/>
                      <a:pt x="168" y="2173"/>
                    </a:cubicBezTo>
                    <a:cubicBezTo>
                      <a:pt x="234" y="2173"/>
                      <a:pt x="268" y="2173"/>
                      <a:pt x="301" y="2106"/>
                    </a:cubicBezTo>
                    <a:cubicBezTo>
                      <a:pt x="501" y="1839"/>
                      <a:pt x="601" y="1606"/>
                      <a:pt x="635" y="1306"/>
                    </a:cubicBezTo>
                    <a:cubicBezTo>
                      <a:pt x="635" y="1172"/>
                      <a:pt x="635" y="1039"/>
                      <a:pt x="635" y="905"/>
                    </a:cubicBezTo>
                    <a:cubicBezTo>
                      <a:pt x="601" y="772"/>
                      <a:pt x="601" y="605"/>
                      <a:pt x="635" y="472"/>
                    </a:cubicBezTo>
                    <a:cubicBezTo>
                      <a:pt x="635" y="438"/>
                      <a:pt x="635" y="405"/>
                      <a:pt x="635" y="405"/>
                    </a:cubicBezTo>
                    <a:cubicBezTo>
                      <a:pt x="668" y="338"/>
                      <a:pt x="735" y="338"/>
                      <a:pt x="868" y="305"/>
                    </a:cubicBezTo>
                    <a:cubicBezTo>
                      <a:pt x="902" y="305"/>
                      <a:pt x="1002" y="305"/>
                      <a:pt x="1035" y="338"/>
                    </a:cubicBezTo>
                    <a:cubicBezTo>
                      <a:pt x="1102" y="372"/>
                      <a:pt x="1068" y="472"/>
                      <a:pt x="1068" y="538"/>
                    </a:cubicBezTo>
                    <a:lnTo>
                      <a:pt x="1068" y="572"/>
                    </a:lnTo>
                    <a:cubicBezTo>
                      <a:pt x="1035" y="805"/>
                      <a:pt x="1002" y="1072"/>
                      <a:pt x="1002" y="1306"/>
                    </a:cubicBezTo>
                    <a:cubicBezTo>
                      <a:pt x="1035" y="1606"/>
                      <a:pt x="1202" y="1873"/>
                      <a:pt x="1335" y="2106"/>
                    </a:cubicBezTo>
                    <a:cubicBezTo>
                      <a:pt x="1376" y="2147"/>
                      <a:pt x="1430" y="2176"/>
                      <a:pt x="1481" y="2176"/>
                    </a:cubicBezTo>
                    <a:cubicBezTo>
                      <a:pt x="1513" y="2176"/>
                      <a:pt x="1543" y="2165"/>
                      <a:pt x="1569" y="2139"/>
                    </a:cubicBezTo>
                    <a:cubicBezTo>
                      <a:pt x="1635" y="2106"/>
                      <a:pt x="1635" y="2006"/>
                      <a:pt x="1602" y="1939"/>
                    </a:cubicBezTo>
                    <a:cubicBezTo>
                      <a:pt x="1469" y="1739"/>
                      <a:pt x="1335" y="1506"/>
                      <a:pt x="1335" y="1306"/>
                    </a:cubicBezTo>
                    <a:cubicBezTo>
                      <a:pt x="1335" y="1072"/>
                      <a:pt x="1335" y="839"/>
                      <a:pt x="1369" y="605"/>
                    </a:cubicBezTo>
                    <a:lnTo>
                      <a:pt x="1369" y="572"/>
                    </a:lnTo>
                    <a:cubicBezTo>
                      <a:pt x="1402" y="472"/>
                      <a:pt x="1402" y="271"/>
                      <a:pt x="1269" y="105"/>
                    </a:cubicBezTo>
                    <a:cubicBezTo>
                      <a:pt x="1180" y="16"/>
                      <a:pt x="1061" y="1"/>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6"/>
              <p:cNvSpPr/>
              <p:nvPr/>
            </p:nvSpPr>
            <p:spPr>
              <a:xfrm>
                <a:off x="1410350" y="2539750"/>
                <a:ext cx="65900" cy="73425"/>
              </a:xfrm>
              <a:custGeom>
                <a:avLst/>
                <a:gdLst/>
                <a:ahLst/>
                <a:cxnLst/>
                <a:rect l="l" t="t" r="r" b="b"/>
                <a:pathLst>
                  <a:path w="2636" h="2937" extrusionOk="0">
                    <a:moveTo>
                      <a:pt x="1902" y="1"/>
                    </a:moveTo>
                    <a:cubicBezTo>
                      <a:pt x="1668" y="1"/>
                      <a:pt x="1435" y="1"/>
                      <a:pt x="1201" y="34"/>
                    </a:cubicBezTo>
                    <a:lnTo>
                      <a:pt x="534" y="34"/>
                    </a:lnTo>
                    <a:cubicBezTo>
                      <a:pt x="501" y="34"/>
                      <a:pt x="467" y="68"/>
                      <a:pt x="434" y="101"/>
                    </a:cubicBezTo>
                    <a:cubicBezTo>
                      <a:pt x="401" y="134"/>
                      <a:pt x="367" y="168"/>
                      <a:pt x="367" y="201"/>
                    </a:cubicBezTo>
                    <a:lnTo>
                      <a:pt x="401" y="735"/>
                    </a:lnTo>
                    <a:cubicBezTo>
                      <a:pt x="401" y="801"/>
                      <a:pt x="401" y="868"/>
                      <a:pt x="367" y="935"/>
                    </a:cubicBezTo>
                    <a:cubicBezTo>
                      <a:pt x="367" y="968"/>
                      <a:pt x="334" y="1002"/>
                      <a:pt x="301" y="1002"/>
                    </a:cubicBezTo>
                    <a:cubicBezTo>
                      <a:pt x="234" y="1002"/>
                      <a:pt x="167" y="1002"/>
                      <a:pt x="100" y="1035"/>
                    </a:cubicBezTo>
                    <a:cubicBezTo>
                      <a:pt x="0" y="1135"/>
                      <a:pt x="0" y="1235"/>
                      <a:pt x="0" y="1302"/>
                    </a:cubicBezTo>
                    <a:cubicBezTo>
                      <a:pt x="0" y="1569"/>
                      <a:pt x="34" y="1802"/>
                      <a:pt x="67" y="2069"/>
                    </a:cubicBezTo>
                    <a:cubicBezTo>
                      <a:pt x="100" y="2136"/>
                      <a:pt x="134" y="2236"/>
                      <a:pt x="167" y="2336"/>
                    </a:cubicBezTo>
                    <a:cubicBezTo>
                      <a:pt x="234" y="2436"/>
                      <a:pt x="334" y="2503"/>
                      <a:pt x="434" y="2569"/>
                    </a:cubicBezTo>
                    <a:cubicBezTo>
                      <a:pt x="467" y="2569"/>
                      <a:pt x="534" y="2636"/>
                      <a:pt x="601" y="2703"/>
                    </a:cubicBezTo>
                    <a:cubicBezTo>
                      <a:pt x="667" y="2770"/>
                      <a:pt x="734" y="2870"/>
                      <a:pt x="834" y="2903"/>
                    </a:cubicBezTo>
                    <a:cubicBezTo>
                      <a:pt x="868" y="2936"/>
                      <a:pt x="868" y="2936"/>
                      <a:pt x="901" y="2936"/>
                    </a:cubicBezTo>
                    <a:cubicBezTo>
                      <a:pt x="968" y="2936"/>
                      <a:pt x="1001" y="2903"/>
                      <a:pt x="1034" y="2870"/>
                    </a:cubicBezTo>
                    <a:cubicBezTo>
                      <a:pt x="1101" y="2770"/>
                      <a:pt x="1068" y="2703"/>
                      <a:pt x="1001" y="2636"/>
                    </a:cubicBezTo>
                    <a:cubicBezTo>
                      <a:pt x="934" y="2603"/>
                      <a:pt x="868" y="2536"/>
                      <a:pt x="834" y="2503"/>
                    </a:cubicBezTo>
                    <a:cubicBezTo>
                      <a:pt x="768" y="2403"/>
                      <a:pt x="667" y="2336"/>
                      <a:pt x="601" y="2269"/>
                    </a:cubicBezTo>
                    <a:cubicBezTo>
                      <a:pt x="534" y="2236"/>
                      <a:pt x="467" y="2202"/>
                      <a:pt x="434" y="2169"/>
                    </a:cubicBezTo>
                    <a:cubicBezTo>
                      <a:pt x="401" y="2102"/>
                      <a:pt x="401" y="2069"/>
                      <a:pt x="401" y="2002"/>
                    </a:cubicBezTo>
                    <a:cubicBezTo>
                      <a:pt x="367" y="1769"/>
                      <a:pt x="334" y="1569"/>
                      <a:pt x="334" y="1302"/>
                    </a:cubicBezTo>
                    <a:cubicBezTo>
                      <a:pt x="467" y="1302"/>
                      <a:pt x="601" y="1202"/>
                      <a:pt x="667" y="1035"/>
                    </a:cubicBezTo>
                    <a:cubicBezTo>
                      <a:pt x="701" y="935"/>
                      <a:pt x="701" y="801"/>
                      <a:pt x="701" y="701"/>
                    </a:cubicBezTo>
                    <a:lnTo>
                      <a:pt x="701" y="368"/>
                    </a:lnTo>
                    <a:cubicBezTo>
                      <a:pt x="868" y="368"/>
                      <a:pt x="1034" y="368"/>
                      <a:pt x="1235" y="334"/>
                    </a:cubicBezTo>
                    <a:lnTo>
                      <a:pt x="1868" y="334"/>
                    </a:lnTo>
                    <a:cubicBezTo>
                      <a:pt x="1868" y="368"/>
                      <a:pt x="1868" y="401"/>
                      <a:pt x="1868" y="468"/>
                    </a:cubicBezTo>
                    <a:cubicBezTo>
                      <a:pt x="1868" y="535"/>
                      <a:pt x="1868" y="635"/>
                      <a:pt x="1868" y="735"/>
                    </a:cubicBezTo>
                    <a:cubicBezTo>
                      <a:pt x="1902" y="935"/>
                      <a:pt x="2002" y="1102"/>
                      <a:pt x="2169" y="1168"/>
                    </a:cubicBezTo>
                    <a:cubicBezTo>
                      <a:pt x="2169" y="1168"/>
                      <a:pt x="2202" y="1202"/>
                      <a:pt x="2235" y="1202"/>
                    </a:cubicBezTo>
                    <a:cubicBezTo>
                      <a:pt x="2257" y="1202"/>
                      <a:pt x="2280" y="1217"/>
                      <a:pt x="2292" y="1217"/>
                    </a:cubicBezTo>
                    <a:cubicBezTo>
                      <a:pt x="2298" y="1217"/>
                      <a:pt x="2302" y="1213"/>
                      <a:pt x="2302" y="1202"/>
                    </a:cubicBezTo>
                    <a:cubicBezTo>
                      <a:pt x="2302" y="1235"/>
                      <a:pt x="2302" y="1268"/>
                      <a:pt x="2302" y="1268"/>
                    </a:cubicBezTo>
                    <a:lnTo>
                      <a:pt x="2235" y="1836"/>
                    </a:lnTo>
                    <a:cubicBezTo>
                      <a:pt x="2235" y="1902"/>
                      <a:pt x="2235" y="2002"/>
                      <a:pt x="2202" y="2036"/>
                    </a:cubicBezTo>
                    <a:cubicBezTo>
                      <a:pt x="2135" y="2169"/>
                      <a:pt x="2002" y="2303"/>
                      <a:pt x="1835" y="2436"/>
                    </a:cubicBezTo>
                    <a:cubicBezTo>
                      <a:pt x="1735" y="2503"/>
                      <a:pt x="1635" y="2569"/>
                      <a:pt x="1535" y="2669"/>
                    </a:cubicBezTo>
                    <a:cubicBezTo>
                      <a:pt x="1501" y="2736"/>
                      <a:pt x="1501" y="2836"/>
                      <a:pt x="1568" y="2903"/>
                    </a:cubicBezTo>
                    <a:cubicBezTo>
                      <a:pt x="1596" y="2917"/>
                      <a:pt x="1629" y="2925"/>
                      <a:pt x="1661" y="2925"/>
                    </a:cubicBezTo>
                    <a:cubicBezTo>
                      <a:pt x="1706" y="2925"/>
                      <a:pt x="1749" y="2909"/>
                      <a:pt x="1768" y="2870"/>
                    </a:cubicBezTo>
                    <a:cubicBezTo>
                      <a:pt x="1835" y="2803"/>
                      <a:pt x="1935" y="2736"/>
                      <a:pt x="2035" y="2669"/>
                    </a:cubicBezTo>
                    <a:cubicBezTo>
                      <a:pt x="2202" y="2536"/>
                      <a:pt x="2402" y="2369"/>
                      <a:pt x="2502" y="2169"/>
                    </a:cubicBezTo>
                    <a:cubicBezTo>
                      <a:pt x="2535" y="2069"/>
                      <a:pt x="2535" y="1936"/>
                      <a:pt x="2569" y="1869"/>
                    </a:cubicBezTo>
                    <a:lnTo>
                      <a:pt x="2602" y="1302"/>
                    </a:lnTo>
                    <a:cubicBezTo>
                      <a:pt x="2602" y="1235"/>
                      <a:pt x="2636" y="1168"/>
                      <a:pt x="2569" y="1068"/>
                    </a:cubicBezTo>
                    <a:cubicBezTo>
                      <a:pt x="2535" y="968"/>
                      <a:pt x="2435" y="935"/>
                      <a:pt x="2335" y="902"/>
                    </a:cubicBezTo>
                    <a:cubicBezTo>
                      <a:pt x="2335" y="902"/>
                      <a:pt x="2302" y="902"/>
                      <a:pt x="2302" y="868"/>
                    </a:cubicBezTo>
                    <a:cubicBezTo>
                      <a:pt x="2235" y="835"/>
                      <a:pt x="2202" y="768"/>
                      <a:pt x="2169" y="668"/>
                    </a:cubicBezTo>
                    <a:cubicBezTo>
                      <a:pt x="2169" y="601"/>
                      <a:pt x="2169" y="535"/>
                      <a:pt x="2169" y="468"/>
                    </a:cubicBezTo>
                    <a:cubicBezTo>
                      <a:pt x="2169" y="401"/>
                      <a:pt x="2169" y="334"/>
                      <a:pt x="2169" y="301"/>
                    </a:cubicBezTo>
                    <a:cubicBezTo>
                      <a:pt x="2169" y="168"/>
                      <a:pt x="2135" y="101"/>
                      <a:pt x="2068" y="34"/>
                    </a:cubicBezTo>
                    <a:cubicBezTo>
                      <a:pt x="2002" y="1"/>
                      <a:pt x="1935"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6"/>
              <p:cNvSpPr/>
              <p:nvPr/>
            </p:nvSpPr>
            <p:spPr>
              <a:xfrm>
                <a:off x="1408675" y="2487225"/>
                <a:ext cx="69250" cy="64225"/>
              </a:xfrm>
              <a:custGeom>
                <a:avLst/>
                <a:gdLst/>
                <a:ahLst/>
                <a:cxnLst/>
                <a:rect l="l" t="t" r="r" b="b"/>
                <a:pathLst>
                  <a:path w="2770" h="2569" extrusionOk="0">
                    <a:moveTo>
                      <a:pt x="1702" y="0"/>
                    </a:moveTo>
                    <a:cubicBezTo>
                      <a:pt x="1635" y="34"/>
                      <a:pt x="1568" y="67"/>
                      <a:pt x="1568" y="134"/>
                    </a:cubicBezTo>
                    <a:cubicBezTo>
                      <a:pt x="1502" y="334"/>
                      <a:pt x="1535" y="501"/>
                      <a:pt x="1535" y="668"/>
                    </a:cubicBezTo>
                    <a:cubicBezTo>
                      <a:pt x="1535" y="701"/>
                      <a:pt x="1535" y="734"/>
                      <a:pt x="1535" y="801"/>
                    </a:cubicBezTo>
                    <a:lnTo>
                      <a:pt x="1235" y="801"/>
                    </a:lnTo>
                    <a:cubicBezTo>
                      <a:pt x="1235" y="768"/>
                      <a:pt x="1235" y="701"/>
                      <a:pt x="1235" y="634"/>
                    </a:cubicBezTo>
                    <a:cubicBezTo>
                      <a:pt x="1235" y="567"/>
                      <a:pt x="1201" y="501"/>
                      <a:pt x="1201" y="434"/>
                    </a:cubicBezTo>
                    <a:lnTo>
                      <a:pt x="1201" y="367"/>
                    </a:lnTo>
                    <a:cubicBezTo>
                      <a:pt x="1201" y="301"/>
                      <a:pt x="1168" y="34"/>
                      <a:pt x="935" y="34"/>
                    </a:cubicBezTo>
                    <a:cubicBezTo>
                      <a:pt x="835" y="34"/>
                      <a:pt x="734" y="34"/>
                      <a:pt x="634" y="67"/>
                    </a:cubicBezTo>
                    <a:cubicBezTo>
                      <a:pt x="601" y="100"/>
                      <a:pt x="568" y="100"/>
                      <a:pt x="534" y="134"/>
                    </a:cubicBezTo>
                    <a:cubicBezTo>
                      <a:pt x="501" y="167"/>
                      <a:pt x="501" y="201"/>
                      <a:pt x="468" y="234"/>
                    </a:cubicBezTo>
                    <a:cubicBezTo>
                      <a:pt x="434" y="367"/>
                      <a:pt x="434" y="501"/>
                      <a:pt x="434" y="634"/>
                    </a:cubicBezTo>
                    <a:cubicBezTo>
                      <a:pt x="434" y="668"/>
                      <a:pt x="434" y="701"/>
                      <a:pt x="434" y="768"/>
                    </a:cubicBezTo>
                    <a:cubicBezTo>
                      <a:pt x="434" y="768"/>
                      <a:pt x="434" y="801"/>
                      <a:pt x="434" y="834"/>
                    </a:cubicBezTo>
                    <a:cubicBezTo>
                      <a:pt x="401" y="801"/>
                      <a:pt x="368" y="801"/>
                      <a:pt x="334" y="801"/>
                    </a:cubicBezTo>
                    <a:cubicBezTo>
                      <a:pt x="267" y="801"/>
                      <a:pt x="201" y="834"/>
                      <a:pt x="134" y="901"/>
                    </a:cubicBezTo>
                    <a:cubicBezTo>
                      <a:pt x="1" y="1001"/>
                      <a:pt x="1" y="1201"/>
                      <a:pt x="1" y="1301"/>
                    </a:cubicBezTo>
                    <a:lnTo>
                      <a:pt x="1" y="2135"/>
                    </a:lnTo>
                    <a:cubicBezTo>
                      <a:pt x="1" y="2202"/>
                      <a:pt x="1" y="2269"/>
                      <a:pt x="34" y="2335"/>
                    </a:cubicBezTo>
                    <a:cubicBezTo>
                      <a:pt x="134" y="2502"/>
                      <a:pt x="334" y="2502"/>
                      <a:pt x="468" y="2536"/>
                    </a:cubicBezTo>
                    <a:lnTo>
                      <a:pt x="568" y="2536"/>
                    </a:lnTo>
                    <a:cubicBezTo>
                      <a:pt x="568" y="2569"/>
                      <a:pt x="601" y="2569"/>
                      <a:pt x="601" y="2569"/>
                    </a:cubicBezTo>
                    <a:cubicBezTo>
                      <a:pt x="668" y="2569"/>
                      <a:pt x="734" y="2502"/>
                      <a:pt x="768" y="2469"/>
                    </a:cubicBezTo>
                    <a:cubicBezTo>
                      <a:pt x="801" y="2369"/>
                      <a:pt x="734" y="2269"/>
                      <a:pt x="668" y="2269"/>
                    </a:cubicBezTo>
                    <a:cubicBezTo>
                      <a:pt x="601" y="2235"/>
                      <a:pt x="568" y="2235"/>
                      <a:pt x="501" y="2235"/>
                    </a:cubicBezTo>
                    <a:cubicBezTo>
                      <a:pt x="468" y="2235"/>
                      <a:pt x="368" y="2202"/>
                      <a:pt x="334" y="2202"/>
                    </a:cubicBezTo>
                    <a:lnTo>
                      <a:pt x="334" y="2169"/>
                    </a:lnTo>
                    <a:lnTo>
                      <a:pt x="334" y="1301"/>
                    </a:lnTo>
                    <a:cubicBezTo>
                      <a:pt x="334" y="1201"/>
                      <a:pt x="368" y="1135"/>
                      <a:pt x="368" y="1135"/>
                    </a:cubicBezTo>
                    <a:lnTo>
                      <a:pt x="401" y="1135"/>
                    </a:lnTo>
                    <a:cubicBezTo>
                      <a:pt x="428" y="1148"/>
                      <a:pt x="472" y="1162"/>
                      <a:pt x="521" y="1162"/>
                    </a:cubicBezTo>
                    <a:cubicBezTo>
                      <a:pt x="593" y="1162"/>
                      <a:pt x="675" y="1133"/>
                      <a:pt x="734" y="1034"/>
                    </a:cubicBezTo>
                    <a:cubicBezTo>
                      <a:pt x="768" y="1001"/>
                      <a:pt x="768" y="934"/>
                      <a:pt x="768" y="901"/>
                    </a:cubicBezTo>
                    <a:cubicBezTo>
                      <a:pt x="768" y="868"/>
                      <a:pt x="768" y="834"/>
                      <a:pt x="768" y="801"/>
                    </a:cubicBezTo>
                    <a:cubicBezTo>
                      <a:pt x="768" y="734"/>
                      <a:pt x="768" y="668"/>
                      <a:pt x="768" y="601"/>
                    </a:cubicBezTo>
                    <a:cubicBezTo>
                      <a:pt x="768" y="534"/>
                      <a:pt x="768" y="434"/>
                      <a:pt x="801" y="367"/>
                    </a:cubicBezTo>
                    <a:cubicBezTo>
                      <a:pt x="835" y="334"/>
                      <a:pt x="868" y="334"/>
                      <a:pt x="901" y="334"/>
                    </a:cubicBezTo>
                    <a:cubicBezTo>
                      <a:pt x="901" y="367"/>
                      <a:pt x="901" y="401"/>
                      <a:pt x="901" y="401"/>
                    </a:cubicBezTo>
                    <a:lnTo>
                      <a:pt x="901" y="467"/>
                    </a:lnTo>
                    <a:cubicBezTo>
                      <a:pt x="935" y="534"/>
                      <a:pt x="935" y="601"/>
                      <a:pt x="935" y="668"/>
                    </a:cubicBezTo>
                    <a:cubicBezTo>
                      <a:pt x="935" y="734"/>
                      <a:pt x="935" y="801"/>
                      <a:pt x="968" y="868"/>
                    </a:cubicBezTo>
                    <a:cubicBezTo>
                      <a:pt x="968" y="901"/>
                      <a:pt x="968" y="968"/>
                      <a:pt x="1035" y="1034"/>
                    </a:cubicBezTo>
                    <a:cubicBezTo>
                      <a:pt x="1101" y="1135"/>
                      <a:pt x="1201" y="1135"/>
                      <a:pt x="1235" y="1135"/>
                    </a:cubicBezTo>
                    <a:cubicBezTo>
                      <a:pt x="1368" y="1101"/>
                      <a:pt x="1502" y="1101"/>
                      <a:pt x="1635" y="1101"/>
                    </a:cubicBezTo>
                    <a:cubicBezTo>
                      <a:pt x="1668" y="1068"/>
                      <a:pt x="1769" y="1068"/>
                      <a:pt x="1802" y="1001"/>
                    </a:cubicBezTo>
                    <a:cubicBezTo>
                      <a:pt x="1869" y="934"/>
                      <a:pt x="1869" y="834"/>
                      <a:pt x="1869" y="801"/>
                    </a:cubicBezTo>
                    <a:cubicBezTo>
                      <a:pt x="1869" y="734"/>
                      <a:pt x="1869" y="701"/>
                      <a:pt x="1869" y="634"/>
                    </a:cubicBezTo>
                    <a:cubicBezTo>
                      <a:pt x="1869" y="534"/>
                      <a:pt x="1835" y="434"/>
                      <a:pt x="1869" y="334"/>
                    </a:cubicBezTo>
                    <a:lnTo>
                      <a:pt x="1969" y="334"/>
                    </a:lnTo>
                    <a:cubicBezTo>
                      <a:pt x="1969" y="434"/>
                      <a:pt x="1969" y="501"/>
                      <a:pt x="1969" y="601"/>
                    </a:cubicBezTo>
                    <a:lnTo>
                      <a:pt x="1969" y="668"/>
                    </a:lnTo>
                    <a:cubicBezTo>
                      <a:pt x="1969" y="734"/>
                      <a:pt x="1969" y="868"/>
                      <a:pt x="2002" y="968"/>
                    </a:cubicBezTo>
                    <a:cubicBezTo>
                      <a:pt x="2035" y="1034"/>
                      <a:pt x="2102" y="1068"/>
                      <a:pt x="2169" y="1068"/>
                    </a:cubicBezTo>
                    <a:lnTo>
                      <a:pt x="2336" y="1068"/>
                    </a:lnTo>
                    <a:cubicBezTo>
                      <a:pt x="2369" y="1401"/>
                      <a:pt x="2436" y="1768"/>
                      <a:pt x="2436" y="2135"/>
                    </a:cubicBezTo>
                    <a:cubicBezTo>
                      <a:pt x="2369" y="2169"/>
                      <a:pt x="2336" y="2169"/>
                      <a:pt x="2269" y="2202"/>
                    </a:cubicBezTo>
                    <a:cubicBezTo>
                      <a:pt x="2202" y="2202"/>
                      <a:pt x="2135" y="2235"/>
                      <a:pt x="2069" y="2235"/>
                    </a:cubicBezTo>
                    <a:cubicBezTo>
                      <a:pt x="1969" y="2269"/>
                      <a:pt x="1935" y="2335"/>
                      <a:pt x="1935" y="2435"/>
                    </a:cubicBezTo>
                    <a:cubicBezTo>
                      <a:pt x="1969" y="2502"/>
                      <a:pt x="2035" y="2569"/>
                      <a:pt x="2135" y="2569"/>
                    </a:cubicBezTo>
                    <a:cubicBezTo>
                      <a:pt x="2202" y="2536"/>
                      <a:pt x="2269" y="2536"/>
                      <a:pt x="2369" y="2502"/>
                    </a:cubicBezTo>
                    <a:cubicBezTo>
                      <a:pt x="2436" y="2469"/>
                      <a:pt x="2502" y="2469"/>
                      <a:pt x="2536" y="2435"/>
                    </a:cubicBezTo>
                    <a:cubicBezTo>
                      <a:pt x="2569" y="2435"/>
                      <a:pt x="2636" y="2435"/>
                      <a:pt x="2703" y="2369"/>
                    </a:cubicBezTo>
                    <a:cubicBezTo>
                      <a:pt x="2769" y="2302"/>
                      <a:pt x="2769" y="2202"/>
                      <a:pt x="2769" y="2169"/>
                    </a:cubicBezTo>
                    <a:cubicBezTo>
                      <a:pt x="2736" y="1768"/>
                      <a:pt x="2703" y="1368"/>
                      <a:pt x="2636" y="968"/>
                    </a:cubicBezTo>
                    <a:cubicBezTo>
                      <a:pt x="2636" y="934"/>
                      <a:pt x="2636" y="834"/>
                      <a:pt x="2536" y="801"/>
                    </a:cubicBezTo>
                    <a:cubicBezTo>
                      <a:pt x="2502" y="734"/>
                      <a:pt x="2436" y="734"/>
                      <a:pt x="2402" y="734"/>
                    </a:cubicBezTo>
                    <a:lnTo>
                      <a:pt x="2269" y="734"/>
                    </a:lnTo>
                    <a:cubicBezTo>
                      <a:pt x="2269" y="701"/>
                      <a:pt x="2269" y="668"/>
                      <a:pt x="2269" y="634"/>
                    </a:cubicBezTo>
                    <a:lnTo>
                      <a:pt x="2269" y="601"/>
                    </a:lnTo>
                    <a:cubicBezTo>
                      <a:pt x="2269" y="501"/>
                      <a:pt x="2269" y="434"/>
                      <a:pt x="2269" y="367"/>
                    </a:cubicBezTo>
                    <a:lnTo>
                      <a:pt x="2269" y="267"/>
                    </a:lnTo>
                    <a:cubicBezTo>
                      <a:pt x="2269" y="234"/>
                      <a:pt x="2269" y="234"/>
                      <a:pt x="2269" y="201"/>
                    </a:cubicBezTo>
                    <a:cubicBezTo>
                      <a:pt x="2236" y="100"/>
                      <a:pt x="2169" y="67"/>
                      <a:pt x="2069" y="34"/>
                    </a:cubicBezTo>
                    <a:lnTo>
                      <a:pt x="1969" y="34"/>
                    </a:lnTo>
                    <a:cubicBezTo>
                      <a:pt x="1902" y="34"/>
                      <a:pt x="1802" y="0"/>
                      <a:pt x="17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6"/>
              <p:cNvSpPr/>
              <p:nvPr/>
            </p:nvSpPr>
            <p:spPr>
              <a:xfrm>
                <a:off x="1416175" y="2514750"/>
                <a:ext cx="25050" cy="25025"/>
              </a:xfrm>
              <a:custGeom>
                <a:avLst/>
                <a:gdLst/>
                <a:ahLst/>
                <a:cxnLst/>
                <a:rect l="l" t="t" r="r" b="b"/>
                <a:pathLst>
                  <a:path w="1002" h="1001" extrusionOk="0">
                    <a:moveTo>
                      <a:pt x="501" y="300"/>
                    </a:moveTo>
                    <a:cubicBezTo>
                      <a:pt x="601" y="334"/>
                      <a:pt x="701" y="467"/>
                      <a:pt x="701" y="567"/>
                    </a:cubicBezTo>
                    <a:cubicBezTo>
                      <a:pt x="701" y="601"/>
                      <a:pt x="701" y="634"/>
                      <a:pt x="701" y="634"/>
                    </a:cubicBezTo>
                    <a:cubicBezTo>
                      <a:pt x="668" y="634"/>
                      <a:pt x="668" y="667"/>
                      <a:pt x="635" y="667"/>
                    </a:cubicBezTo>
                    <a:cubicBezTo>
                      <a:pt x="607" y="681"/>
                      <a:pt x="574" y="689"/>
                      <a:pt x="539" y="689"/>
                    </a:cubicBezTo>
                    <a:cubicBezTo>
                      <a:pt x="491" y="689"/>
                      <a:pt x="440" y="673"/>
                      <a:pt x="401" y="634"/>
                    </a:cubicBezTo>
                    <a:cubicBezTo>
                      <a:pt x="368" y="601"/>
                      <a:pt x="334" y="534"/>
                      <a:pt x="334" y="467"/>
                    </a:cubicBezTo>
                    <a:cubicBezTo>
                      <a:pt x="334" y="434"/>
                      <a:pt x="368" y="367"/>
                      <a:pt x="434" y="334"/>
                    </a:cubicBezTo>
                    <a:cubicBezTo>
                      <a:pt x="468" y="300"/>
                      <a:pt x="468" y="300"/>
                      <a:pt x="501" y="300"/>
                    </a:cubicBezTo>
                    <a:close/>
                    <a:moveTo>
                      <a:pt x="535" y="0"/>
                    </a:moveTo>
                    <a:cubicBezTo>
                      <a:pt x="434" y="0"/>
                      <a:pt x="334" y="0"/>
                      <a:pt x="234" y="67"/>
                    </a:cubicBezTo>
                    <a:cubicBezTo>
                      <a:pt x="134" y="167"/>
                      <a:pt x="34" y="300"/>
                      <a:pt x="34" y="434"/>
                    </a:cubicBezTo>
                    <a:cubicBezTo>
                      <a:pt x="1" y="601"/>
                      <a:pt x="68" y="734"/>
                      <a:pt x="168" y="834"/>
                    </a:cubicBezTo>
                    <a:cubicBezTo>
                      <a:pt x="268" y="934"/>
                      <a:pt x="401" y="1001"/>
                      <a:pt x="535" y="1001"/>
                    </a:cubicBezTo>
                    <a:cubicBezTo>
                      <a:pt x="635" y="1001"/>
                      <a:pt x="701" y="968"/>
                      <a:pt x="801" y="934"/>
                    </a:cubicBezTo>
                    <a:cubicBezTo>
                      <a:pt x="868" y="901"/>
                      <a:pt x="901" y="867"/>
                      <a:pt x="935" y="801"/>
                    </a:cubicBezTo>
                    <a:cubicBezTo>
                      <a:pt x="1002" y="734"/>
                      <a:pt x="1002" y="667"/>
                      <a:pt x="1002" y="601"/>
                    </a:cubicBezTo>
                    <a:cubicBezTo>
                      <a:pt x="1002" y="300"/>
                      <a:pt x="801" y="67"/>
                      <a:pt x="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6"/>
              <p:cNvSpPr/>
              <p:nvPr/>
            </p:nvSpPr>
            <p:spPr>
              <a:xfrm>
                <a:off x="1442025" y="2512250"/>
                <a:ext cx="25050" cy="25875"/>
              </a:xfrm>
              <a:custGeom>
                <a:avLst/>
                <a:gdLst/>
                <a:ahLst/>
                <a:cxnLst/>
                <a:rect l="l" t="t" r="r" b="b"/>
                <a:pathLst>
                  <a:path w="1002" h="1035" extrusionOk="0">
                    <a:moveTo>
                      <a:pt x="535" y="300"/>
                    </a:moveTo>
                    <a:cubicBezTo>
                      <a:pt x="635" y="334"/>
                      <a:pt x="668" y="467"/>
                      <a:pt x="668" y="567"/>
                    </a:cubicBezTo>
                    <a:cubicBezTo>
                      <a:pt x="668" y="634"/>
                      <a:pt x="635" y="667"/>
                      <a:pt x="635" y="701"/>
                    </a:cubicBezTo>
                    <a:lnTo>
                      <a:pt x="535" y="701"/>
                    </a:lnTo>
                    <a:cubicBezTo>
                      <a:pt x="468" y="701"/>
                      <a:pt x="401" y="667"/>
                      <a:pt x="368" y="601"/>
                    </a:cubicBezTo>
                    <a:cubicBezTo>
                      <a:pt x="334" y="567"/>
                      <a:pt x="301" y="500"/>
                      <a:pt x="334" y="434"/>
                    </a:cubicBezTo>
                    <a:cubicBezTo>
                      <a:pt x="368" y="400"/>
                      <a:pt x="368" y="367"/>
                      <a:pt x="435" y="367"/>
                    </a:cubicBezTo>
                    <a:cubicBezTo>
                      <a:pt x="468" y="300"/>
                      <a:pt x="501" y="300"/>
                      <a:pt x="535" y="300"/>
                    </a:cubicBezTo>
                    <a:close/>
                    <a:moveTo>
                      <a:pt x="568" y="0"/>
                    </a:moveTo>
                    <a:cubicBezTo>
                      <a:pt x="468" y="0"/>
                      <a:pt x="368" y="33"/>
                      <a:pt x="234" y="100"/>
                    </a:cubicBezTo>
                    <a:cubicBezTo>
                      <a:pt x="168" y="167"/>
                      <a:pt x="101" y="234"/>
                      <a:pt x="68" y="300"/>
                    </a:cubicBezTo>
                    <a:cubicBezTo>
                      <a:pt x="1" y="434"/>
                      <a:pt x="1" y="634"/>
                      <a:pt x="101" y="767"/>
                    </a:cubicBezTo>
                    <a:cubicBezTo>
                      <a:pt x="168" y="901"/>
                      <a:pt x="334" y="1001"/>
                      <a:pt x="501" y="1034"/>
                    </a:cubicBezTo>
                    <a:lnTo>
                      <a:pt x="535" y="1034"/>
                    </a:lnTo>
                    <a:cubicBezTo>
                      <a:pt x="635" y="1034"/>
                      <a:pt x="735" y="1001"/>
                      <a:pt x="801" y="967"/>
                    </a:cubicBezTo>
                    <a:cubicBezTo>
                      <a:pt x="902" y="901"/>
                      <a:pt x="968" y="767"/>
                      <a:pt x="968" y="601"/>
                    </a:cubicBezTo>
                    <a:cubicBezTo>
                      <a:pt x="1002" y="367"/>
                      <a:pt x="835" y="67"/>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6"/>
              <p:cNvSpPr/>
              <p:nvPr/>
            </p:nvSpPr>
            <p:spPr>
              <a:xfrm>
                <a:off x="1424525" y="2567275"/>
                <a:ext cx="38375" cy="28375"/>
              </a:xfrm>
              <a:custGeom>
                <a:avLst/>
                <a:gdLst/>
                <a:ahLst/>
                <a:cxnLst/>
                <a:rect l="l" t="t" r="r" b="b"/>
                <a:pathLst>
                  <a:path w="1535" h="1135" extrusionOk="0">
                    <a:moveTo>
                      <a:pt x="1135" y="334"/>
                    </a:moveTo>
                    <a:cubicBezTo>
                      <a:pt x="1168" y="368"/>
                      <a:pt x="1201" y="534"/>
                      <a:pt x="1168" y="668"/>
                    </a:cubicBezTo>
                    <a:cubicBezTo>
                      <a:pt x="1168" y="735"/>
                      <a:pt x="1135" y="768"/>
                      <a:pt x="1135" y="768"/>
                    </a:cubicBezTo>
                    <a:cubicBezTo>
                      <a:pt x="1034" y="801"/>
                      <a:pt x="901" y="801"/>
                      <a:pt x="768" y="801"/>
                    </a:cubicBezTo>
                    <a:lnTo>
                      <a:pt x="534" y="801"/>
                    </a:lnTo>
                    <a:cubicBezTo>
                      <a:pt x="465" y="815"/>
                      <a:pt x="425" y="823"/>
                      <a:pt x="401" y="823"/>
                    </a:cubicBezTo>
                    <a:cubicBezTo>
                      <a:pt x="367" y="823"/>
                      <a:pt x="367" y="807"/>
                      <a:pt x="367" y="768"/>
                    </a:cubicBezTo>
                    <a:cubicBezTo>
                      <a:pt x="334" y="768"/>
                      <a:pt x="334" y="735"/>
                      <a:pt x="334" y="701"/>
                    </a:cubicBezTo>
                    <a:cubicBezTo>
                      <a:pt x="334" y="668"/>
                      <a:pt x="334" y="601"/>
                      <a:pt x="334" y="568"/>
                    </a:cubicBezTo>
                    <a:cubicBezTo>
                      <a:pt x="334" y="501"/>
                      <a:pt x="334" y="468"/>
                      <a:pt x="334" y="401"/>
                    </a:cubicBezTo>
                    <a:cubicBezTo>
                      <a:pt x="434" y="368"/>
                      <a:pt x="501" y="368"/>
                      <a:pt x="601" y="368"/>
                    </a:cubicBezTo>
                    <a:lnTo>
                      <a:pt x="834" y="368"/>
                    </a:lnTo>
                    <a:cubicBezTo>
                      <a:pt x="868" y="368"/>
                      <a:pt x="901" y="368"/>
                      <a:pt x="968" y="334"/>
                    </a:cubicBezTo>
                    <a:close/>
                    <a:moveTo>
                      <a:pt x="1089" y="1"/>
                    </a:moveTo>
                    <a:cubicBezTo>
                      <a:pt x="1018" y="1"/>
                      <a:pt x="951" y="17"/>
                      <a:pt x="901" y="34"/>
                    </a:cubicBezTo>
                    <a:cubicBezTo>
                      <a:pt x="868" y="34"/>
                      <a:pt x="834" y="34"/>
                      <a:pt x="801" y="67"/>
                    </a:cubicBezTo>
                    <a:lnTo>
                      <a:pt x="601" y="67"/>
                    </a:lnTo>
                    <a:cubicBezTo>
                      <a:pt x="467" y="67"/>
                      <a:pt x="301" y="67"/>
                      <a:pt x="167" y="101"/>
                    </a:cubicBezTo>
                    <a:cubicBezTo>
                      <a:pt x="134" y="101"/>
                      <a:pt x="67" y="134"/>
                      <a:pt x="67" y="167"/>
                    </a:cubicBezTo>
                    <a:cubicBezTo>
                      <a:pt x="34" y="201"/>
                      <a:pt x="34" y="234"/>
                      <a:pt x="34" y="268"/>
                    </a:cubicBezTo>
                    <a:cubicBezTo>
                      <a:pt x="0" y="368"/>
                      <a:pt x="0" y="468"/>
                      <a:pt x="34" y="568"/>
                    </a:cubicBezTo>
                    <a:cubicBezTo>
                      <a:pt x="34" y="634"/>
                      <a:pt x="34" y="668"/>
                      <a:pt x="34" y="701"/>
                    </a:cubicBezTo>
                    <a:cubicBezTo>
                      <a:pt x="34" y="768"/>
                      <a:pt x="34" y="835"/>
                      <a:pt x="67" y="901"/>
                    </a:cubicBezTo>
                    <a:cubicBezTo>
                      <a:pt x="134" y="1101"/>
                      <a:pt x="301" y="1135"/>
                      <a:pt x="434" y="1135"/>
                    </a:cubicBezTo>
                    <a:lnTo>
                      <a:pt x="567" y="1135"/>
                    </a:lnTo>
                    <a:cubicBezTo>
                      <a:pt x="601" y="1101"/>
                      <a:pt x="634" y="1101"/>
                      <a:pt x="668" y="1101"/>
                    </a:cubicBezTo>
                    <a:lnTo>
                      <a:pt x="768" y="1101"/>
                    </a:lnTo>
                    <a:cubicBezTo>
                      <a:pt x="934" y="1101"/>
                      <a:pt x="1101" y="1101"/>
                      <a:pt x="1235" y="1035"/>
                    </a:cubicBezTo>
                    <a:cubicBezTo>
                      <a:pt x="1301" y="1035"/>
                      <a:pt x="1401" y="968"/>
                      <a:pt x="1468" y="801"/>
                    </a:cubicBezTo>
                    <a:cubicBezTo>
                      <a:pt x="1535" y="568"/>
                      <a:pt x="1468" y="268"/>
                      <a:pt x="1368" y="134"/>
                    </a:cubicBezTo>
                    <a:cubicBezTo>
                      <a:pt x="1335" y="101"/>
                      <a:pt x="1335" y="67"/>
                      <a:pt x="1301" y="67"/>
                    </a:cubicBezTo>
                    <a:cubicBezTo>
                      <a:pt x="1235" y="17"/>
                      <a:pt x="1160" y="1"/>
                      <a:pt x="10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6"/>
              <p:cNvSpPr/>
              <p:nvPr/>
            </p:nvSpPr>
            <p:spPr>
              <a:xfrm>
                <a:off x="1380325" y="2429450"/>
                <a:ext cx="31725" cy="86150"/>
              </a:xfrm>
              <a:custGeom>
                <a:avLst/>
                <a:gdLst/>
                <a:ahLst/>
                <a:cxnLst/>
                <a:rect l="l" t="t" r="r" b="b"/>
                <a:pathLst>
                  <a:path w="1269" h="3446" extrusionOk="0">
                    <a:moveTo>
                      <a:pt x="334" y="477"/>
                    </a:moveTo>
                    <a:lnTo>
                      <a:pt x="334" y="477"/>
                    </a:lnTo>
                    <a:cubicBezTo>
                      <a:pt x="367" y="543"/>
                      <a:pt x="401" y="577"/>
                      <a:pt x="401" y="610"/>
                    </a:cubicBezTo>
                    <a:lnTo>
                      <a:pt x="434" y="710"/>
                    </a:lnTo>
                    <a:lnTo>
                      <a:pt x="801" y="1311"/>
                    </a:lnTo>
                    <a:cubicBezTo>
                      <a:pt x="834" y="1377"/>
                      <a:pt x="901" y="1477"/>
                      <a:pt x="901" y="1544"/>
                    </a:cubicBezTo>
                    <a:cubicBezTo>
                      <a:pt x="934" y="1611"/>
                      <a:pt x="934" y="1711"/>
                      <a:pt x="934" y="1778"/>
                    </a:cubicBezTo>
                    <a:cubicBezTo>
                      <a:pt x="968" y="2145"/>
                      <a:pt x="968" y="2478"/>
                      <a:pt x="934" y="2812"/>
                    </a:cubicBezTo>
                    <a:cubicBezTo>
                      <a:pt x="801" y="2578"/>
                      <a:pt x="668" y="2345"/>
                      <a:pt x="534" y="2111"/>
                    </a:cubicBezTo>
                    <a:cubicBezTo>
                      <a:pt x="467" y="1978"/>
                      <a:pt x="434" y="1878"/>
                      <a:pt x="401" y="1778"/>
                    </a:cubicBezTo>
                    <a:cubicBezTo>
                      <a:pt x="367" y="1678"/>
                      <a:pt x="367" y="1578"/>
                      <a:pt x="367" y="1444"/>
                    </a:cubicBezTo>
                    <a:cubicBezTo>
                      <a:pt x="367" y="1444"/>
                      <a:pt x="367" y="1377"/>
                      <a:pt x="367" y="1311"/>
                    </a:cubicBezTo>
                    <a:cubicBezTo>
                      <a:pt x="334" y="944"/>
                      <a:pt x="334" y="677"/>
                      <a:pt x="334" y="477"/>
                    </a:cubicBezTo>
                    <a:close/>
                    <a:moveTo>
                      <a:pt x="265" y="0"/>
                    </a:moveTo>
                    <a:cubicBezTo>
                      <a:pt x="245" y="0"/>
                      <a:pt x="223" y="3"/>
                      <a:pt x="201" y="10"/>
                    </a:cubicBezTo>
                    <a:cubicBezTo>
                      <a:pt x="34" y="43"/>
                      <a:pt x="0" y="243"/>
                      <a:pt x="34" y="1311"/>
                    </a:cubicBezTo>
                    <a:cubicBezTo>
                      <a:pt x="34" y="1377"/>
                      <a:pt x="67" y="1444"/>
                      <a:pt x="67" y="1477"/>
                    </a:cubicBezTo>
                    <a:cubicBezTo>
                      <a:pt x="67" y="1611"/>
                      <a:pt x="67" y="1744"/>
                      <a:pt x="101" y="1844"/>
                    </a:cubicBezTo>
                    <a:cubicBezTo>
                      <a:pt x="134" y="2011"/>
                      <a:pt x="201" y="2145"/>
                      <a:pt x="267" y="2245"/>
                    </a:cubicBezTo>
                    <a:cubicBezTo>
                      <a:pt x="467" y="2612"/>
                      <a:pt x="668" y="3012"/>
                      <a:pt x="934" y="3379"/>
                    </a:cubicBezTo>
                    <a:cubicBezTo>
                      <a:pt x="968" y="3412"/>
                      <a:pt x="1001" y="3446"/>
                      <a:pt x="1068" y="3446"/>
                    </a:cubicBezTo>
                    <a:lnTo>
                      <a:pt x="1101" y="3446"/>
                    </a:lnTo>
                    <a:cubicBezTo>
                      <a:pt x="1168" y="3412"/>
                      <a:pt x="1201" y="3345"/>
                      <a:pt x="1235" y="3279"/>
                    </a:cubicBezTo>
                    <a:cubicBezTo>
                      <a:pt x="1268" y="2778"/>
                      <a:pt x="1268" y="2278"/>
                      <a:pt x="1268" y="1778"/>
                    </a:cubicBezTo>
                    <a:cubicBezTo>
                      <a:pt x="1235" y="1678"/>
                      <a:pt x="1235" y="1578"/>
                      <a:pt x="1201" y="1477"/>
                    </a:cubicBezTo>
                    <a:cubicBezTo>
                      <a:pt x="1168" y="1344"/>
                      <a:pt x="1135" y="1244"/>
                      <a:pt x="1068" y="1144"/>
                    </a:cubicBezTo>
                    <a:lnTo>
                      <a:pt x="701" y="543"/>
                    </a:lnTo>
                    <a:cubicBezTo>
                      <a:pt x="701" y="543"/>
                      <a:pt x="701" y="510"/>
                      <a:pt x="668" y="477"/>
                    </a:cubicBezTo>
                    <a:cubicBezTo>
                      <a:pt x="577" y="266"/>
                      <a:pt x="459" y="0"/>
                      <a:pt x="2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
              <p:cNvSpPr/>
              <p:nvPr/>
            </p:nvSpPr>
            <p:spPr>
              <a:xfrm>
                <a:off x="1471225" y="2425800"/>
                <a:ext cx="32550" cy="88125"/>
              </a:xfrm>
              <a:custGeom>
                <a:avLst/>
                <a:gdLst/>
                <a:ahLst/>
                <a:cxnLst/>
                <a:rect l="l" t="t" r="r" b="b"/>
                <a:pathLst>
                  <a:path w="1302" h="3525" extrusionOk="0">
                    <a:moveTo>
                      <a:pt x="1001" y="489"/>
                    </a:moveTo>
                    <a:cubicBezTo>
                      <a:pt x="1001" y="823"/>
                      <a:pt x="1001" y="1123"/>
                      <a:pt x="1001" y="1423"/>
                    </a:cubicBezTo>
                    <a:cubicBezTo>
                      <a:pt x="1001" y="1523"/>
                      <a:pt x="1001" y="1623"/>
                      <a:pt x="968" y="1724"/>
                    </a:cubicBezTo>
                    <a:cubicBezTo>
                      <a:pt x="934" y="1824"/>
                      <a:pt x="901" y="1924"/>
                      <a:pt x="868" y="2024"/>
                    </a:cubicBezTo>
                    <a:cubicBezTo>
                      <a:pt x="701" y="2357"/>
                      <a:pt x="534" y="2724"/>
                      <a:pt x="301" y="3024"/>
                    </a:cubicBezTo>
                    <a:lnTo>
                      <a:pt x="301" y="2858"/>
                    </a:lnTo>
                    <a:lnTo>
                      <a:pt x="301" y="2791"/>
                    </a:lnTo>
                    <a:cubicBezTo>
                      <a:pt x="301" y="2524"/>
                      <a:pt x="301" y="2224"/>
                      <a:pt x="301" y="1924"/>
                    </a:cubicBezTo>
                    <a:cubicBezTo>
                      <a:pt x="301" y="1857"/>
                      <a:pt x="301" y="1757"/>
                      <a:pt x="334" y="1690"/>
                    </a:cubicBezTo>
                    <a:cubicBezTo>
                      <a:pt x="334" y="1623"/>
                      <a:pt x="401" y="1557"/>
                      <a:pt x="467" y="1490"/>
                    </a:cubicBezTo>
                    <a:lnTo>
                      <a:pt x="501" y="1457"/>
                    </a:lnTo>
                    <a:cubicBezTo>
                      <a:pt x="634" y="1257"/>
                      <a:pt x="734" y="1056"/>
                      <a:pt x="834" y="856"/>
                    </a:cubicBezTo>
                    <a:lnTo>
                      <a:pt x="901" y="723"/>
                    </a:lnTo>
                    <a:cubicBezTo>
                      <a:pt x="934" y="656"/>
                      <a:pt x="968" y="556"/>
                      <a:pt x="1001" y="489"/>
                    </a:cubicBezTo>
                    <a:close/>
                    <a:moveTo>
                      <a:pt x="1045" y="0"/>
                    </a:moveTo>
                    <a:cubicBezTo>
                      <a:pt x="1013" y="0"/>
                      <a:pt x="973" y="17"/>
                      <a:pt x="934" y="56"/>
                    </a:cubicBezTo>
                    <a:cubicBezTo>
                      <a:pt x="768" y="189"/>
                      <a:pt x="701" y="423"/>
                      <a:pt x="601" y="589"/>
                    </a:cubicBezTo>
                    <a:lnTo>
                      <a:pt x="567" y="723"/>
                    </a:lnTo>
                    <a:cubicBezTo>
                      <a:pt x="467" y="923"/>
                      <a:pt x="367" y="1090"/>
                      <a:pt x="234" y="1257"/>
                    </a:cubicBezTo>
                    <a:lnTo>
                      <a:pt x="201" y="1290"/>
                    </a:lnTo>
                    <a:cubicBezTo>
                      <a:pt x="134" y="1390"/>
                      <a:pt x="67" y="1490"/>
                      <a:pt x="34" y="1623"/>
                    </a:cubicBezTo>
                    <a:cubicBezTo>
                      <a:pt x="0" y="1724"/>
                      <a:pt x="0" y="1824"/>
                      <a:pt x="0" y="1924"/>
                    </a:cubicBezTo>
                    <a:cubicBezTo>
                      <a:pt x="0" y="2224"/>
                      <a:pt x="0" y="2524"/>
                      <a:pt x="0" y="2858"/>
                    </a:cubicBezTo>
                    <a:cubicBezTo>
                      <a:pt x="0" y="3258"/>
                      <a:pt x="34" y="3458"/>
                      <a:pt x="167" y="3525"/>
                    </a:cubicBezTo>
                    <a:lnTo>
                      <a:pt x="234" y="3525"/>
                    </a:lnTo>
                    <a:cubicBezTo>
                      <a:pt x="301" y="3525"/>
                      <a:pt x="367" y="3491"/>
                      <a:pt x="434" y="3425"/>
                    </a:cubicBezTo>
                    <a:cubicBezTo>
                      <a:pt x="734" y="3024"/>
                      <a:pt x="934" y="2591"/>
                      <a:pt x="1135" y="2157"/>
                    </a:cubicBezTo>
                    <a:cubicBezTo>
                      <a:pt x="1201" y="2057"/>
                      <a:pt x="1235" y="1924"/>
                      <a:pt x="1268" y="1824"/>
                    </a:cubicBezTo>
                    <a:cubicBezTo>
                      <a:pt x="1301" y="1690"/>
                      <a:pt x="1301" y="1557"/>
                      <a:pt x="1301" y="1457"/>
                    </a:cubicBezTo>
                    <a:cubicBezTo>
                      <a:pt x="1301" y="1090"/>
                      <a:pt x="1301" y="723"/>
                      <a:pt x="1301" y="389"/>
                    </a:cubicBezTo>
                    <a:cubicBezTo>
                      <a:pt x="1301" y="189"/>
                      <a:pt x="1235" y="56"/>
                      <a:pt x="1101" y="22"/>
                    </a:cubicBezTo>
                    <a:cubicBezTo>
                      <a:pt x="1087" y="9"/>
                      <a:pt x="1068" y="0"/>
                      <a:pt x="10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6"/>
              <p:cNvSpPr/>
              <p:nvPr/>
            </p:nvSpPr>
            <p:spPr>
              <a:xfrm>
                <a:off x="1386150" y="2420725"/>
                <a:ext cx="109275" cy="21500"/>
              </a:xfrm>
              <a:custGeom>
                <a:avLst/>
                <a:gdLst/>
                <a:ahLst/>
                <a:cxnLst/>
                <a:rect l="l" t="t" r="r" b="b"/>
                <a:pathLst>
                  <a:path w="4371" h="860" extrusionOk="0">
                    <a:moveTo>
                      <a:pt x="3049" y="0"/>
                    </a:moveTo>
                    <a:cubicBezTo>
                      <a:pt x="2861" y="0"/>
                      <a:pt x="2670" y="9"/>
                      <a:pt x="2469" y="25"/>
                    </a:cubicBezTo>
                    <a:cubicBezTo>
                      <a:pt x="1802" y="25"/>
                      <a:pt x="1068" y="59"/>
                      <a:pt x="401" y="92"/>
                    </a:cubicBezTo>
                    <a:cubicBezTo>
                      <a:pt x="335" y="92"/>
                      <a:pt x="268" y="92"/>
                      <a:pt x="168" y="159"/>
                    </a:cubicBezTo>
                    <a:cubicBezTo>
                      <a:pt x="1" y="259"/>
                      <a:pt x="34" y="626"/>
                      <a:pt x="68" y="726"/>
                    </a:cubicBezTo>
                    <a:cubicBezTo>
                      <a:pt x="68" y="792"/>
                      <a:pt x="134" y="859"/>
                      <a:pt x="201" y="859"/>
                    </a:cubicBezTo>
                    <a:lnTo>
                      <a:pt x="234" y="859"/>
                    </a:lnTo>
                    <a:cubicBezTo>
                      <a:pt x="335" y="826"/>
                      <a:pt x="368" y="726"/>
                      <a:pt x="368" y="659"/>
                    </a:cubicBezTo>
                    <a:cubicBezTo>
                      <a:pt x="335" y="592"/>
                      <a:pt x="335" y="425"/>
                      <a:pt x="335" y="425"/>
                    </a:cubicBezTo>
                    <a:lnTo>
                      <a:pt x="435" y="425"/>
                    </a:lnTo>
                    <a:cubicBezTo>
                      <a:pt x="1102" y="359"/>
                      <a:pt x="1802" y="325"/>
                      <a:pt x="2503" y="325"/>
                    </a:cubicBezTo>
                    <a:lnTo>
                      <a:pt x="3604" y="325"/>
                    </a:lnTo>
                    <a:cubicBezTo>
                      <a:pt x="3770" y="325"/>
                      <a:pt x="3937" y="325"/>
                      <a:pt x="4071" y="359"/>
                    </a:cubicBezTo>
                    <a:cubicBezTo>
                      <a:pt x="4071" y="392"/>
                      <a:pt x="4071" y="425"/>
                      <a:pt x="4071" y="459"/>
                    </a:cubicBezTo>
                    <a:cubicBezTo>
                      <a:pt x="4071" y="559"/>
                      <a:pt x="4071" y="626"/>
                      <a:pt x="4071" y="692"/>
                    </a:cubicBezTo>
                    <a:cubicBezTo>
                      <a:pt x="4071" y="792"/>
                      <a:pt x="4137" y="859"/>
                      <a:pt x="4237" y="859"/>
                    </a:cubicBezTo>
                    <a:cubicBezTo>
                      <a:pt x="4304" y="826"/>
                      <a:pt x="4371" y="759"/>
                      <a:pt x="4371" y="692"/>
                    </a:cubicBezTo>
                    <a:cubicBezTo>
                      <a:pt x="4371" y="626"/>
                      <a:pt x="4371" y="559"/>
                      <a:pt x="4371" y="459"/>
                    </a:cubicBezTo>
                    <a:cubicBezTo>
                      <a:pt x="4371" y="359"/>
                      <a:pt x="4371" y="292"/>
                      <a:pt x="4371" y="225"/>
                    </a:cubicBezTo>
                    <a:cubicBezTo>
                      <a:pt x="4371" y="159"/>
                      <a:pt x="4337" y="92"/>
                      <a:pt x="4271" y="59"/>
                    </a:cubicBezTo>
                    <a:cubicBezTo>
                      <a:pt x="4037" y="25"/>
                      <a:pt x="3837" y="25"/>
                      <a:pt x="3604" y="25"/>
                    </a:cubicBezTo>
                    <a:cubicBezTo>
                      <a:pt x="3420" y="9"/>
                      <a:pt x="3237" y="0"/>
                      <a:pt x="3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6"/>
              <p:cNvSpPr/>
              <p:nvPr/>
            </p:nvSpPr>
            <p:spPr>
              <a:xfrm>
                <a:off x="1403675" y="2480475"/>
                <a:ext cx="24200" cy="28450"/>
              </a:xfrm>
              <a:custGeom>
                <a:avLst/>
                <a:gdLst/>
                <a:ahLst/>
                <a:cxnLst/>
                <a:rect l="l" t="t" r="r" b="b"/>
                <a:pathLst>
                  <a:path w="968" h="1138" extrusionOk="0">
                    <a:moveTo>
                      <a:pt x="182" y="1"/>
                    </a:moveTo>
                    <a:cubicBezTo>
                      <a:pt x="134" y="1"/>
                      <a:pt x="88" y="29"/>
                      <a:pt x="67" y="70"/>
                    </a:cubicBezTo>
                    <a:cubicBezTo>
                      <a:pt x="0" y="137"/>
                      <a:pt x="0" y="237"/>
                      <a:pt x="101" y="270"/>
                    </a:cubicBezTo>
                    <a:cubicBezTo>
                      <a:pt x="234" y="404"/>
                      <a:pt x="434" y="671"/>
                      <a:pt x="568" y="904"/>
                    </a:cubicBezTo>
                    <a:cubicBezTo>
                      <a:pt x="601" y="938"/>
                      <a:pt x="634" y="1004"/>
                      <a:pt x="668" y="1038"/>
                    </a:cubicBezTo>
                    <a:cubicBezTo>
                      <a:pt x="701" y="1104"/>
                      <a:pt x="734" y="1138"/>
                      <a:pt x="801" y="1138"/>
                    </a:cubicBezTo>
                    <a:cubicBezTo>
                      <a:pt x="834" y="1138"/>
                      <a:pt x="834" y="1104"/>
                      <a:pt x="868" y="1104"/>
                    </a:cubicBezTo>
                    <a:cubicBezTo>
                      <a:pt x="968" y="1038"/>
                      <a:pt x="968" y="938"/>
                      <a:pt x="934" y="871"/>
                    </a:cubicBezTo>
                    <a:cubicBezTo>
                      <a:pt x="901" y="837"/>
                      <a:pt x="868" y="771"/>
                      <a:pt x="834" y="737"/>
                    </a:cubicBezTo>
                    <a:cubicBezTo>
                      <a:pt x="668" y="471"/>
                      <a:pt x="467" y="170"/>
                      <a:pt x="267" y="37"/>
                    </a:cubicBezTo>
                    <a:cubicBezTo>
                      <a:pt x="242" y="11"/>
                      <a:pt x="211"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6"/>
              <p:cNvSpPr/>
              <p:nvPr/>
            </p:nvSpPr>
            <p:spPr>
              <a:xfrm>
                <a:off x="1456200" y="2481725"/>
                <a:ext cx="23375" cy="23875"/>
              </a:xfrm>
              <a:custGeom>
                <a:avLst/>
                <a:gdLst/>
                <a:ahLst/>
                <a:cxnLst/>
                <a:rect l="l" t="t" r="r" b="b"/>
                <a:pathLst>
                  <a:path w="935" h="955" extrusionOk="0">
                    <a:moveTo>
                      <a:pt x="737" y="0"/>
                    </a:moveTo>
                    <a:cubicBezTo>
                      <a:pt x="686" y="0"/>
                      <a:pt x="644" y="24"/>
                      <a:pt x="601" y="87"/>
                    </a:cubicBezTo>
                    <a:cubicBezTo>
                      <a:pt x="568" y="154"/>
                      <a:pt x="468" y="220"/>
                      <a:pt x="368" y="320"/>
                    </a:cubicBezTo>
                    <a:cubicBezTo>
                      <a:pt x="234" y="454"/>
                      <a:pt x="101" y="587"/>
                      <a:pt x="34" y="754"/>
                    </a:cubicBezTo>
                    <a:cubicBezTo>
                      <a:pt x="1" y="854"/>
                      <a:pt x="68" y="921"/>
                      <a:pt x="134" y="954"/>
                    </a:cubicBezTo>
                    <a:lnTo>
                      <a:pt x="201" y="954"/>
                    </a:lnTo>
                    <a:cubicBezTo>
                      <a:pt x="268" y="954"/>
                      <a:pt x="301" y="921"/>
                      <a:pt x="335" y="854"/>
                    </a:cubicBezTo>
                    <a:cubicBezTo>
                      <a:pt x="368" y="754"/>
                      <a:pt x="468" y="654"/>
                      <a:pt x="601" y="554"/>
                    </a:cubicBezTo>
                    <a:cubicBezTo>
                      <a:pt x="701" y="454"/>
                      <a:pt x="802" y="354"/>
                      <a:pt x="868" y="220"/>
                    </a:cubicBezTo>
                    <a:cubicBezTo>
                      <a:pt x="935" y="154"/>
                      <a:pt x="902" y="54"/>
                      <a:pt x="835" y="20"/>
                    </a:cubicBezTo>
                    <a:cubicBezTo>
                      <a:pt x="798" y="8"/>
                      <a:pt x="766"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6"/>
              <p:cNvSpPr/>
              <p:nvPr/>
            </p:nvSpPr>
            <p:spPr>
              <a:xfrm>
                <a:off x="1428700" y="2421350"/>
                <a:ext cx="13350" cy="74225"/>
              </a:xfrm>
              <a:custGeom>
                <a:avLst/>
                <a:gdLst/>
                <a:ahLst/>
                <a:cxnLst/>
                <a:rect l="l" t="t" r="r" b="b"/>
                <a:pathLst>
                  <a:path w="534" h="2969" extrusionOk="0">
                    <a:moveTo>
                      <a:pt x="367" y="0"/>
                    </a:moveTo>
                    <a:cubicBezTo>
                      <a:pt x="300" y="0"/>
                      <a:pt x="200" y="67"/>
                      <a:pt x="200" y="167"/>
                    </a:cubicBezTo>
                    <a:cubicBezTo>
                      <a:pt x="200" y="867"/>
                      <a:pt x="134" y="1568"/>
                      <a:pt x="67" y="2268"/>
                    </a:cubicBezTo>
                    <a:lnTo>
                      <a:pt x="0" y="2802"/>
                    </a:lnTo>
                    <a:cubicBezTo>
                      <a:pt x="0" y="2902"/>
                      <a:pt x="67" y="2969"/>
                      <a:pt x="167" y="2969"/>
                    </a:cubicBezTo>
                    <a:cubicBezTo>
                      <a:pt x="234" y="2969"/>
                      <a:pt x="300" y="2936"/>
                      <a:pt x="334" y="2836"/>
                    </a:cubicBezTo>
                    <a:lnTo>
                      <a:pt x="367" y="2302"/>
                    </a:lnTo>
                    <a:cubicBezTo>
                      <a:pt x="434" y="1601"/>
                      <a:pt x="534" y="867"/>
                      <a:pt x="534" y="167"/>
                    </a:cubicBezTo>
                    <a:cubicBezTo>
                      <a:pt x="534" y="67"/>
                      <a:pt x="467"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6"/>
              <p:cNvSpPr/>
              <p:nvPr/>
            </p:nvSpPr>
            <p:spPr>
              <a:xfrm>
                <a:off x="1443700" y="2421175"/>
                <a:ext cx="13375" cy="74400"/>
              </a:xfrm>
              <a:custGeom>
                <a:avLst/>
                <a:gdLst/>
                <a:ahLst/>
                <a:cxnLst/>
                <a:rect l="l" t="t" r="r" b="b"/>
                <a:pathLst>
                  <a:path w="535" h="2976" extrusionOk="0">
                    <a:moveTo>
                      <a:pt x="196" y="1"/>
                    </a:moveTo>
                    <a:cubicBezTo>
                      <a:pt x="186" y="1"/>
                      <a:pt x="176" y="3"/>
                      <a:pt x="167" y="7"/>
                    </a:cubicBezTo>
                    <a:cubicBezTo>
                      <a:pt x="67" y="7"/>
                      <a:pt x="1" y="74"/>
                      <a:pt x="34" y="174"/>
                    </a:cubicBezTo>
                    <a:cubicBezTo>
                      <a:pt x="34" y="608"/>
                      <a:pt x="67" y="1041"/>
                      <a:pt x="134" y="1508"/>
                    </a:cubicBezTo>
                    <a:cubicBezTo>
                      <a:pt x="167" y="1942"/>
                      <a:pt x="201" y="2376"/>
                      <a:pt x="234" y="2809"/>
                    </a:cubicBezTo>
                    <a:cubicBezTo>
                      <a:pt x="234" y="2909"/>
                      <a:pt x="301" y="2976"/>
                      <a:pt x="368" y="2976"/>
                    </a:cubicBezTo>
                    <a:lnTo>
                      <a:pt x="401" y="2976"/>
                    </a:lnTo>
                    <a:cubicBezTo>
                      <a:pt x="468" y="2943"/>
                      <a:pt x="534" y="2876"/>
                      <a:pt x="534" y="2809"/>
                    </a:cubicBezTo>
                    <a:cubicBezTo>
                      <a:pt x="501" y="2342"/>
                      <a:pt x="468" y="1909"/>
                      <a:pt x="434" y="1475"/>
                    </a:cubicBezTo>
                    <a:cubicBezTo>
                      <a:pt x="401" y="1041"/>
                      <a:pt x="368" y="574"/>
                      <a:pt x="334" y="141"/>
                    </a:cubicBezTo>
                    <a:cubicBezTo>
                      <a:pt x="334" y="83"/>
                      <a:pt x="260"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6"/>
              <p:cNvSpPr/>
              <p:nvPr/>
            </p:nvSpPr>
            <p:spPr>
              <a:xfrm>
                <a:off x="1408675" y="2639825"/>
                <a:ext cx="15050" cy="84250"/>
              </a:xfrm>
              <a:custGeom>
                <a:avLst/>
                <a:gdLst/>
                <a:ahLst/>
                <a:cxnLst/>
                <a:rect l="l" t="t" r="r" b="b"/>
                <a:pathLst>
                  <a:path w="602" h="3370" extrusionOk="0">
                    <a:moveTo>
                      <a:pt x="334" y="1"/>
                    </a:moveTo>
                    <a:cubicBezTo>
                      <a:pt x="234" y="1"/>
                      <a:pt x="167" y="34"/>
                      <a:pt x="134" y="134"/>
                    </a:cubicBezTo>
                    <a:cubicBezTo>
                      <a:pt x="1" y="1001"/>
                      <a:pt x="167" y="2503"/>
                      <a:pt x="301" y="3236"/>
                    </a:cubicBezTo>
                    <a:cubicBezTo>
                      <a:pt x="301" y="3303"/>
                      <a:pt x="368" y="3370"/>
                      <a:pt x="434" y="3370"/>
                    </a:cubicBezTo>
                    <a:cubicBezTo>
                      <a:pt x="434" y="3370"/>
                      <a:pt x="468" y="3370"/>
                      <a:pt x="468" y="3336"/>
                    </a:cubicBezTo>
                    <a:cubicBezTo>
                      <a:pt x="534" y="3336"/>
                      <a:pt x="601" y="3270"/>
                      <a:pt x="601" y="3170"/>
                    </a:cubicBezTo>
                    <a:cubicBezTo>
                      <a:pt x="468" y="2469"/>
                      <a:pt x="334" y="1001"/>
                      <a:pt x="468" y="168"/>
                    </a:cubicBezTo>
                    <a:cubicBezTo>
                      <a:pt x="468" y="101"/>
                      <a:pt x="401" y="1"/>
                      <a:pt x="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6"/>
              <p:cNvSpPr/>
              <p:nvPr/>
            </p:nvSpPr>
            <p:spPr>
              <a:xfrm>
                <a:off x="1471225" y="2640450"/>
                <a:ext cx="14200" cy="85300"/>
              </a:xfrm>
              <a:custGeom>
                <a:avLst/>
                <a:gdLst/>
                <a:ahLst/>
                <a:cxnLst/>
                <a:rect l="l" t="t" r="r" b="b"/>
                <a:pathLst>
                  <a:path w="568" h="3412" extrusionOk="0">
                    <a:moveTo>
                      <a:pt x="328" y="0"/>
                    </a:moveTo>
                    <a:cubicBezTo>
                      <a:pt x="267" y="0"/>
                      <a:pt x="201" y="55"/>
                      <a:pt x="201" y="109"/>
                    </a:cubicBezTo>
                    <a:cubicBezTo>
                      <a:pt x="0" y="943"/>
                      <a:pt x="0" y="2478"/>
                      <a:pt x="234" y="3278"/>
                    </a:cubicBezTo>
                    <a:cubicBezTo>
                      <a:pt x="267" y="3345"/>
                      <a:pt x="334" y="3412"/>
                      <a:pt x="401" y="3412"/>
                    </a:cubicBezTo>
                    <a:cubicBezTo>
                      <a:pt x="401" y="3412"/>
                      <a:pt x="434" y="3412"/>
                      <a:pt x="434" y="3378"/>
                    </a:cubicBezTo>
                    <a:cubicBezTo>
                      <a:pt x="501" y="3378"/>
                      <a:pt x="567" y="3278"/>
                      <a:pt x="534" y="3211"/>
                    </a:cubicBezTo>
                    <a:cubicBezTo>
                      <a:pt x="334" y="2444"/>
                      <a:pt x="301" y="976"/>
                      <a:pt x="501" y="176"/>
                    </a:cubicBezTo>
                    <a:cubicBezTo>
                      <a:pt x="501" y="109"/>
                      <a:pt x="467" y="9"/>
                      <a:pt x="367" y="9"/>
                    </a:cubicBezTo>
                    <a:cubicBezTo>
                      <a:pt x="355" y="3"/>
                      <a:pt x="342" y="0"/>
                      <a:pt x="3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6"/>
              <p:cNvSpPr/>
              <p:nvPr/>
            </p:nvSpPr>
            <p:spPr>
              <a:xfrm>
                <a:off x="1422850" y="2665675"/>
                <a:ext cx="10875" cy="27550"/>
              </a:xfrm>
              <a:custGeom>
                <a:avLst/>
                <a:gdLst/>
                <a:ahLst/>
                <a:cxnLst/>
                <a:rect l="l" t="t" r="r" b="b"/>
                <a:pathLst>
                  <a:path w="435" h="1102" extrusionOk="0">
                    <a:moveTo>
                      <a:pt x="167" y="1"/>
                    </a:moveTo>
                    <a:cubicBezTo>
                      <a:pt x="67" y="1"/>
                      <a:pt x="34" y="68"/>
                      <a:pt x="34" y="134"/>
                    </a:cubicBezTo>
                    <a:cubicBezTo>
                      <a:pt x="1" y="301"/>
                      <a:pt x="34" y="501"/>
                      <a:pt x="67" y="701"/>
                    </a:cubicBezTo>
                    <a:cubicBezTo>
                      <a:pt x="101" y="801"/>
                      <a:pt x="101" y="901"/>
                      <a:pt x="101" y="968"/>
                    </a:cubicBezTo>
                    <a:cubicBezTo>
                      <a:pt x="134" y="1035"/>
                      <a:pt x="201" y="1102"/>
                      <a:pt x="268" y="1102"/>
                    </a:cubicBezTo>
                    <a:cubicBezTo>
                      <a:pt x="368" y="1102"/>
                      <a:pt x="434" y="1035"/>
                      <a:pt x="434" y="935"/>
                    </a:cubicBezTo>
                    <a:cubicBezTo>
                      <a:pt x="401" y="868"/>
                      <a:pt x="401" y="735"/>
                      <a:pt x="368" y="635"/>
                    </a:cubicBezTo>
                    <a:cubicBezTo>
                      <a:pt x="368" y="468"/>
                      <a:pt x="334" y="268"/>
                      <a:pt x="334" y="134"/>
                    </a:cubicBezTo>
                    <a:cubicBezTo>
                      <a:pt x="334" y="68"/>
                      <a:pt x="268"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6"/>
              <p:cNvSpPr/>
              <p:nvPr/>
            </p:nvSpPr>
            <p:spPr>
              <a:xfrm>
                <a:off x="1450375" y="2665675"/>
                <a:ext cx="8375" cy="27550"/>
              </a:xfrm>
              <a:custGeom>
                <a:avLst/>
                <a:gdLst/>
                <a:ahLst/>
                <a:cxnLst/>
                <a:rect l="l" t="t" r="r" b="b"/>
                <a:pathLst>
                  <a:path w="335" h="1102" extrusionOk="0">
                    <a:moveTo>
                      <a:pt x="167" y="1"/>
                    </a:moveTo>
                    <a:cubicBezTo>
                      <a:pt x="67" y="1"/>
                      <a:pt x="0" y="68"/>
                      <a:pt x="0" y="134"/>
                    </a:cubicBezTo>
                    <a:cubicBezTo>
                      <a:pt x="0" y="301"/>
                      <a:pt x="0" y="401"/>
                      <a:pt x="0" y="535"/>
                    </a:cubicBezTo>
                    <a:cubicBezTo>
                      <a:pt x="0" y="668"/>
                      <a:pt x="0" y="801"/>
                      <a:pt x="0" y="935"/>
                    </a:cubicBezTo>
                    <a:cubicBezTo>
                      <a:pt x="0" y="1035"/>
                      <a:pt x="67" y="1102"/>
                      <a:pt x="134" y="1102"/>
                    </a:cubicBezTo>
                    <a:lnTo>
                      <a:pt x="167" y="1102"/>
                    </a:lnTo>
                    <a:cubicBezTo>
                      <a:pt x="234" y="1102"/>
                      <a:pt x="301" y="1035"/>
                      <a:pt x="301" y="935"/>
                    </a:cubicBezTo>
                    <a:cubicBezTo>
                      <a:pt x="334" y="801"/>
                      <a:pt x="334" y="668"/>
                      <a:pt x="334" y="535"/>
                    </a:cubicBezTo>
                    <a:cubicBezTo>
                      <a:pt x="334" y="434"/>
                      <a:pt x="334" y="301"/>
                      <a:pt x="334" y="168"/>
                    </a:cubicBezTo>
                    <a:cubicBezTo>
                      <a:pt x="334" y="68"/>
                      <a:pt x="267"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6"/>
              <p:cNvSpPr/>
              <p:nvPr/>
            </p:nvSpPr>
            <p:spPr>
              <a:xfrm>
                <a:off x="1401175" y="2434375"/>
                <a:ext cx="28375" cy="9500"/>
              </a:xfrm>
              <a:custGeom>
                <a:avLst/>
                <a:gdLst/>
                <a:ahLst/>
                <a:cxnLst/>
                <a:rect l="l" t="t" r="r" b="b"/>
                <a:pathLst>
                  <a:path w="1135" h="380" extrusionOk="0">
                    <a:moveTo>
                      <a:pt x="146" y="0"/>
                    </a:moveTo>
                    <a:cubicBezTo>
                      <a:pt x="90" y="0"/>
                      <a:pt x="34" y="38"/>
                      <a:pt x="34" y="113"/>
                    </a:cubicBezTo>
                    <a:cubicBezTo>
                      <a:pt x="0" y="180"/>
                      <a:pt x="34" y="280"/>
                      <a:pt x="134" y="313"/>
                    </a:cubicBezTo>
                    <a:cubicBezTo>
                      <a:pt x="301" y="346"/>
                      <a:pt x="501" y="380"/>
                      <a:pt x="701" y="380"/>
                    </a:cubicBezTo>
                    <a:cubicBezTo>
                      <a:pt x="801" y="380"/>
                      <a:pt x="901" y="380"/>
                      <a:pt x="968" y="346"/>
                    </a:cubicBezTo>
                    <a:cubicBezTo>
                      <a:pt x="1068" y="346"/>
                      <a:pt x="1135" y="280"/>
                      <a:pt x="1101" y="180"/>
                    </a:cubicBezTo>
                    <a:cubicBezTo>
                      <a:pt x="1101" y="80"/>
                      <a:pt x="1034" y="46"/>
                      <a:pt x="934" y="46"/>
                    </a:cubicBezTo>
                    <a:cubicBezTo>
                      <a:pt x="838" y="60"/>
                      <a:pt x="735" y="68"/>
                      <a:pt x="632" y="68"/>
                    </a:cubicBezTo>
                    <a:cubicBezTo>
                      <a:pt x="486" y="68"/>
                      <a:pt x="337" y="52"/>
                      <a:pt x="201" y="13"/>
                    </a:cubicBezTo>
                    <a:cubicBezTo>
                      <a:pt x="184" y="5"/>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6"/>
              <p:cNvSpPr/>
              <p:nvPr/>
            </p:nvSpPr>
            <p:spPr>
              <a:xfrm>
                <a:off x="1404500" y="2445200"/>
                <a:ext cx="21725" cy="10350"/>
              </a:xfrm>
              <a:custGeom>
                <a:avLst/>
                <a:gdLst/>
                <a:ahLst/>
                <a:cxnLst/>
                <a:rect l="l" t="t" r="r" b="b"/>
                <a:pathLst>
                  <a:path w="869" h="414" extrusionOk="0">
                    <a:moveTo>
                      <a:pt x="194" y="0"/>
                    </a:moveTo>
                    <a:cubicBezTo>
                      <a:pt x="134" y="0"/>
                      <a:pt x="92" y="31"/>
                      <a:pt x="68" y="80"/>
                    </a:cubicBezTo>
                    <a:cubicBezTo>
                      <a:pt x="1" y="180"/>
                      <a:pt x="68" y="247"/>
                      <a:pt x="134" y="280"/>
                    </a:cubicBezTo>
                    <a:cubicBezTo>
                      <a:pt x="301" y="380"/>
                      <a:pt x="501" y="414"/>
                      <a:pt x="701" y="414"/>
                    </a:cubicBezTo>
                    <a:cubicBezTo>
                      <a:pt x="801" y="414"/>
                      <a:pt x="868" y="347"/>
                      <a:pt x="868" y="247"/>
                    </a:cubicBezTo>
                    <a:cubicBezTo>
                      <a:pt x="868" y="180"/>
                      <a:pt x="801" y="114"/>
                      <a:pt x="701" y="114"/>
                    </a:cubicBezTo>
                    <a:cubicBezTo>
                      <a:pt x="568" y="114"/>
                      <a:pt x="401" y="80"/>
                      <a:pt x="268" y="14"/>
                    </a:cubicBezTo>
                    <a:cubicBezTo>
                      <a:pt x="241" y="5"/>
                      <a:pt x="216" y="0"/>
                      <a:pt x="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6"/>
              <p:cNvSpPr/>
              <p:nvPr/>
            </p:nvSpPr>
            <p:spPr>
              <a:xfrm>
                <a:off x="1455375" y="2433025"/>
                <a:ext cx="25875" cy="8350"/>
              </a:xfrm>
              <a:custGeom>
                <a:avLst/>
                <a:gdLst/>
                <a:ahLst/>
                <a:cxnLst/>
                <a:rect l="l" t="t" r="r" b="b"/>
                <a:pathLst>
                  <a:path w="1035" h="334" extrusionOk="0">
                    <a:moveTo>
                      <a:pt x="167" y="0"/>
                    </a:moveTo>
                    <a:cubicBezTo>
                      <a:pt x="67" y="0"/>
                      <a:pt x="1" y="67"/>
                      <a:pt x="1" y="167"/>
                    </a:cubicBezTo>
                    <a:cubicBezTo>
                      <a:pt x="1" y="267"/>
                      <a:pt x="67" y="334"/>
                      <a:pt x="167" y="334"/>
                    </a:cubicBezTo>
                    <a:lnTo>
                      <a:pt x="901" y="334"/>
                    </a:lnTo>
                    <a:cubicBezTo>
                      <a:pt x="968" y="334"/>
                      <a:pt x="1035" y="267"/>
                      <a:pt x="1035" y="167"/>
                    </a:cubicBezTo>
                    <a:cubicBezTo>
                      <a:pt x="1035" y="67"/>
                      <a:pt x="968"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6"/>
              <p:cNvSpPr/>
              <p:nvPr/>
            </p:nvSpPr>
            <p:spPr>
              <a:xfrm>
                <a:off x="1456200" y="2442200"/>
                <a:ext cx="22550" cy="10025"/>
              </a:xfrm>
              <a:custGeom>
                <a:avLst/>
                <a:gdLst/>
                <a:ahLst/>
                <a:cxnLst/>
                <a:rect l="l" t="t" r="r" b="b"/>
                <a:pathLst>
                  <a:path w="902" h="401" extrusionOk="0">
                    <a:moveTo>
                      <a:pt x="668" y="0"/>
                    </a:moveTo>
                    <a:cubicBezTo>
                      <a:pt x="501" y="67"/>
                      <a:pt x="335" y="100"/>
                      <a:pt x="168" y="100"/>
                    </a:cubicBezTo>
                    <a:cubicBezTo>
                      <a:pt x="68" y="100"/>
                      <a:pt x="1" y="167"/>
                      <a:pt x="1" y="267"/>
                    </a:cubicBezTo>
                    <a:cubicBezTo>
                      <a:pt x="1" y="334"/>
                      <a:pt x="68" y="400"/>
                      <a:pt x="168" y="400"/>
                    </a:cubicBezTo>
                    <a:cubicBezTo>
                      <a:pt x="368" y="400"/>
                      <a:pt x="568" y="367"/>
                      <a:pt x="768" y="300"/>
                    </a:cubicBezTo>
                    <a:cubicBezTo>
                      <a:pt x="868" y="267"/>
                      <a:pt x="902" y="200"/>
                      <a:pt x="868" y="100"/>
                    </a:cubicBezTo>
                    <a:cubicBezTo>
                      <a:pt x="835" y="33"/>
                      <a:pt x="768" y="0"/>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6"/>
              <p:cNvSpPr/>
              <p:nvPr/>
            </p:nvSpPr>
            <p:spPr>
              <a:xfrm>
                <a:off x="1067600" y="3113300"/>
                <a:ext cx="42550" cy="134500"/>
              </a:xfrm>
              <a:custGeom>
                <a:avLst/>
                <a:gdLst/>
                <a:ahLst/>
                <a:cxnLst/>
                <a:rect l="l" t="t" r="r" b="b"/>
                <a:pathLst>
                  <a:path w="1702" h="5380" extrusionOk="0">
                    <a:moveTo>
                      <a:pt x="834" y="309"/>
                    </a:moveTo>
                    <a:cubicBezTo>
                      <a:pt x="968" y="309"/>
                      <a:pt x="1068" y="342"/>
                      <a:pt x="1101" y="409"/>
                    </a:cubicBezTo>
                    <a:cubicBezTo>
                      <a:pt x="1235" y="509"/>
                      <a:pt x="1235" y="642"/>
                      <a:pt x="1201" y="843"/>
                    </a:cubicBezTo>
                    <a:cubicBezTo>
                      <a:pt x="1201" y="909"/>
                      <a:pt x="1201" y="943"/>
                      <a:pt x="1201" y="976"/>
                    </a:cubicBezTo>
                    <a:cubicBezTo>
                      <a:pt x="1168" y="1677"/>
                      <a:pt x="1235" y="2344"/>
                      <a:pt x="1268" y="3011"/>
                    </a:cubicBezTo>
                    <a:cubicBezTo>
                      <a:pt x="1301" y="3311"/>
                      <a:pt x="1335" y="3578"/>
                      <a:pt x="1335" y="3878"/>
                    </a:cubicBezTo>
                    <a:cubicBezTo>
                      <a:pt x="1335" y="4112"/>
                      <a:pt x="1368" y="4345"/>
                      <a:pt x="1301" y="4579"/>
                    </a:cubicBezTo>
                    <a:cubicBezTo>
                      <a:pt x="1268" y="4779"/>
                      <a:pt x="1135" y="4946"/>
                      <a:pt x="968" y="5046"/>
                    </a:cubicBezTo>
                    <a:cubicBezTo>
                      <a:pt x="928" y="5053"/>
                      <a:pt x="887" y="5058"/>
                      <a:pt x="846" y="5058"/>
                    </a:cubicBezTo>
                    <a:cubicBezTo>
                      <a:pt x="714" y="5058"/>
                      <a:pt x="585" y="5014"/>
                      <a:pt x="534" y="4912"/>
                    </a:cubicBezTo>
                    <a:cubicBezTo>
                      <a:pt x="501" y="4845"/>
                      <a:pt x="468" y="4745"/>
                      <a:pt x="468" y="4679"/>
                    </a:cubicBezTo>
                    <a:cubicBezTo>
                      <a:pt x="367" y="3478"/>
                      <a:pt x="334" y="2277"/>
                      <a:pt x="334" y="1076"/>
                    </a:cubicBezTo>
                    <a:cubicBezTo>
                      <a:pt x="334" y="843"/>
                      <a:pt x="367" y="642"/>
                      <a:pt x="468" y="509"/>
                    </a:cubicBezTo>
                    <a:cubicBezTo>
                      <a:pt x="534" y="409"/>
                      <a:pt x="668" y="342"/>
                      <a:pt x="768" y="309"/>
                    </a:cubicBezTo>
                    <a:close/>
                    <a:moveTo>
                      <a:pt x="873" y="0"/>
                    </a:moveTo>
                    <a:cubicBezTo>
                      <a:pt x="837" y="0"/>
                      <a:pt x="802" y="3"/>
                      <a:pt x="768" y="9"/>
                    </a:cubicBezTo>
                    <a:cubicBezTo>
                      <a:pt x="534" y="42"/>
                      <a:pt x="334" y="142"/>
                      <a:pt x="201" y="309"/>
                    </a:cubicBezTo>
                    <a:cubicBezTo>
                      <a:pt x="67" y="542"/>
                      <a:pt x="34" y="776"/>
                      <a:pt x="34" y="1043"/>
                    </a:cubicBezTo>
                    <a:cubicBezTo>
                      <a:pt x="1" y="2277"/>
                      <a:pt x="67" y="3511"/>
                      <a:pt x="167" y="4712"/>
                    </a:cubicBezTo>
                    <a:cubicBezTo>
                      <a:pt x="167" y="4812"/>
                      <a:pt x="201" y="4912"/>
                      <a:pt x="234" y="5046"/>
                    </a:cubicBezTo>
                    <a:cubicBezTo>
                      <a:pt x="367" y="5246"/>
                      <a:pt x="568" y="5379"/>
                      <a:pt x="834" y="5379"/>
                    </a:cubicBezTo>
                    <a:cubicBezTo>
                      <a:pt x="901" y="5379"/>
                      <a:pt x="1001" y="5346"/>
                      <a:pt x="1101" y="5312"/>
                    </a:cubicBezTo>
                    <a:cubicBezTo>
                      <a:pt x="1335" y="5212"/>
                      <a:pt x="1535" y="4946"/>
                      <a:pt x="1635" y="4645"/>
                    </a:cubicBezTo>
                    <a:cubicBezTo>
                      <a:pt x="1702" y="4378"/>
                      <a:pt x="1668" y="4112"/>
                      <a:pt x="1668" y="3845"/>
                    </a:cubicBezTo>
                    <a:cubicBezTo>
                      <a:pt x="1635" y="3578"/>
                      <a:pt x="1635" y="3278"/>
                      <a:pt x="1602" y="3011"/>
                    </a:cubicBezTo>
                    <a:cubicBezTo>
                      <a:pt x="1568" y="2344"/>
                      <a:pt x="1502" y="1643"/>
                      <a:pt x="1535" y="1009"/>
                    </a:cubicBezTo>
                    <a:cubicBezTo>
                      <a:pt x="1535" y="976"/>
                      <a:pt x="1535" y="909"/>
                      <a:pt x="1535" y="876"/>
                    </a:cubicBezTo>
                    <a:cubicBezTo>
                      <a:pt x="1568" y="642"/>
                      <a:pt x="1568" y="409"/>
                      <a:pt x="1335" y="175"/>
                    </a:cubicBezTo>
                    <a:cubicBezTo>
                      <a:pt x="1224" y="65"/>
                      <a:pt x="1045"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6"/>
              <p:cNvSpPr/>
              <p:nvPr/>
            </p:nvSpPr>
            <p:spPr>
              <a:xfrm>
                <a:off x="1069275" y="3197725"/>
                <a:ext cx="39200" cy="20875"/>
              </a:xfrm>
              <a:custGeom>
                <a:avLst/>
                <a:gdLst/>
                <a:ahLst/>
                <a:cxnLst/>
                <a:rect l="l" t="t" r="r" b="b"/>
                <a:pathLst>
                  <a:path w="1568" h="835" extrusionOk="0">
                    <a:moveTo>
                      <a:pt x="1435" y="1"/>
                    </a:moveTo>
                    <a:cubicBezTo>
                      <a:pt x="1335" y="1"/>
                      <a:pt x="1268" y="67"/>
                      <a:pt x="1268" y="134"/>
                    </a:cubicBezTo>
                    <a:cubicBezTo>
                      <a:pt x="1234" y="268"/>
                      <a:pt x="1168" y="368"/>
                      <a:pt x="1101" y="434"/>
                    </a:cubicBezTo>
                    <a:cubicBezTo>
                      <a:pt x="1001" y="501"/>
                      <a:pt x="901" y="534"/>
                      <a:pt x="834" y="534"/>
                    </a:cubicBezTo>
                    <a:cubicBezTo>
                      <a:pt x="634" y="501"/>
                      <a:pt x="367" y="401"/>
                      <a:pt x="334" y="134"/>
                    </a:cubicBezTo>
                    <a:cubicBezTo>
                      <a:pt x="307" y="80"/>
                      <a:pt x="257" y="25"/>
                      <a:pt x="185" y="25"/>
                    </a:cubicBezTo>
                    <a:cubicBezTo>
                      <a:pt x="169" y="25"/>
                      <a:pt x="152" y="28"/>
                      <a:pt x="134" y="34"/>
                    </a:cubicBezTo>
                    <a:cubicBezTo>
                      <a:pt x="67" y="67"/>
                      <a:pt x="0" y="134"/>
                      <a:pt x="34" y="234"/>
                    </a:cubicBezTo>
                    <a:cubicBezTo>
                      <a:pt x="100" y="568"/>
                      <a:pt x="401" y="801"/>
                      <a:pt x="801" y="835"/>
                    </a:cubicBezTo>
                    <a:lnTo>
                      <a:pt x="868" y="835"/>
                    </a:lnTo>
                    <a:cubicBezTo>
                      <a:pt x="1001" y="835"/>
                      <a:pt x="1168" y="801"/>
                      <a:pt x="1268" y="701"/>
                    </a:cubicBezTo>
                    <a:cubicBezTo>
                      <a:pt x="1435" y="568"/>
                      <a:pt x="1535" y="368"/>
                      <a:pt x="1568" y="168"/>
                    </a:cubicBezTo>
                    <a:cubicBezTo>
                      <a:pt x="1568" y="101"/>
                      <a:pt x="1501" y="34"/>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6"/>
              <p:cNvSpPr/>
              <p:nvPr/>
            </p:nvSpPr>
            <p:spPr>
              <a:xfrm>
                <a:off x="1139325" y="3113300"/>
                <a:ext cx="41725" cy="134500"/>
              </a:xfrm>
              <a:custGeom>
                <a:avLst/>
                <a:gdLst/>
                <a:ahLst/>
                <a:cxnLst/>
                <a:rect l="l" t="t" r="r" b="b"/>
                <a:pathLst>
                  <a:path w="1669" h="5380" extrusionOk="0">
                    <a:moveTo>
                      <a:pt x="834" y="309"/>
                    </a:moveTo>
                    <a:cubicBezTo>
                      <a:pt x="968" y="309"/>
                      <a:pt x="1068" y="342"/>
                      <a:pt x="1134" y="409"/>
                    </a:cubicBezTo>
                    <a:cubicBezTo>
                      <a:pt x="1234" y="509"/>
                      <a:pt x="1234" y="642"/>
                      <a:pt x="1234" y="876"/>
                    </a:cubicBezTo>
                    <a:cubicBezTo>
                      <a:pt x="1201" y="909"/>
                      <a:pt x="1201" y="943"/>
                      <a:pt x="1201" y="976"/>
                    </a:cubicBezTo>
                    <a:cubicBezTo>
                      <a:pt x="1168" y="1677"/>
                      <a:pt x="1234" y="2344"/>
                      <a:pt x="1301" y="3011"/>
                    </a:cubicBezTo>
                    <a:cubicBezTo>
                      <a:pt x="1301" y="3311"/>
                      <a:pt x="1335" y="3578"/>
                      <a:pt x="1335" y="3878"/>
                    </a:cubicBezTo>
                    <a:cubicBezTo>
                      <a:pt x="1368" y="4112"/>
                      <a:pt x="1368" y="4345"/>
                      <a:pt x="1301" y="4579"/>
                    </a:cubicBezTo>
                    <a:cubicBezTo>
                      <a:pt x="1268" y="4779"/>
                      <a:pt x="1134" y="4946"/>
                      <a:pt x="968" y="5046"/>
                    </a:cubicBezTo>
                    <a:cubicBezTo>
                      <a:pt x="928" y="5053"/>
                      <a:pt x="887" y="5058"/>
                      <a:pt x="846" y="5058"/>
                    </a:cubicBezTo>
                    <a:cubicBezTo>
                      <a:pt x="714" y="5058"/>
                      <a:pt x="585" y="5014"/>
                      <a:pt x="534" y="4912"/>
                    </a:cubicBezTo>
                    <a:cubicBezTo>
                      <a:pt x="501" y="4845"/>
                      <a:pt x="501" y="4745"/>
                      <a:pt x="467" y="4679"/>
                    </a:cubicBezTo>
                    <a:cubicBezTo>
                      <a:pt x="367" y="3478"/>
                      <a:pt x="334" y="2277"/>
                      <a:pt x="334" y="1076"/>
                    </a:cubicBezTo>
                    <a:cubicBezTo>
                      <a:pt x="367" y="843"/>
                      <a:pt x="367" y="642"/>
                      <a:pt x="467" y="509"/>
                    </a:cubicBezTo>
                    <a:cubicBezTo>
                      <a:pt x="534" y="409"/>
                      <a:pt x="667" y="342"/>
                      <a:pt x="801" y="309"/>
                    </a:cubicBezTo>
                    <a:close/>
                    <a:moveTo>
                      <a:pt x="851" y="0"/>
                    </a:moveTo>
                    <a:cubicBezTo>
                      <a:pt x="813" y="0"/>
                      <a:pt x="774" y="3"/>
                      <a:pt x="734" y="9"/>
                    </a:cubicBezTo>
                    <a:cubicBezTo>
                      <a:pt x="534" y="42"/>
                      <a:pt x="334" y="142"/>
                      <a:pt x="200" y="309"/>
                    </a:cubicBezTo>
                    <a:cubicBezTo>
                      <a:pt x="67" y="542"/>
                      <a:pt x="34" y="776"/>
                      <a:pt x="34" y="1043"/>
                    </a:cubicBezTo>
                    <a:cubicBezTo>
                      <a:pt x="0" y="2277"/>
                      <a:pt x="67" y="3511"/>
                      <a:pt x="167" y="4712"/>
                    </a:cubicBezTo>
                    <a:cubicBezTo>
                      <a:pt x="167" y="4812"/>
                      <a:pt x="200" y="4912"/>
                      <a:pt x="234" y="5046"/>
                    </a:cubicBezTo>
                    <a:cubicBezTo>
                      <a:pt x="334" y="5246"/>
                      <a:pt x="567" y="5379"/>
                      <a:pt x="834" y="5379"/>
                    </a:cubicBezTo>
                    <a:cubicBezTo>
                      <a:pt x="901" y="5379"/>
                      <a:pt x="1001" y="5346"/>
                      <a:pt x="1101" y="5312"/>
                    </a:cubicBezTo>
                    <a:cubicBezTo>
                      <a:pt x="1335" y="5212"/>
                      <a:pt x="1535" y="4946"/>
                      <a:pt x="1601" y="4645"/>
                    </a:cubicBezTo>
                    <a:cubicBezTo>
                      <a:pt x="1668" y="4378"/>
                      <a:pt x="1668" y="4112"/>
                      <a:pt x="1668" y="3845"/>
                    </a:cubicBezTo>
                    <a:cubicBezTo>
                      <a:pt x="1635" y="3578"/>
                      <a:pt x="1601" y="3278"/>
                      <a:pt x="1601" y="3011"/>
                    </a:cubicBezTo>
                    <a:cubicBezTo>
                      <a:pt x="1535" y="2344"/>
                      <a:pt x="1501" y="1643"/>
                      <a:pt x="1535" y="1009"/>
                    </a:cubicBezTo>
                    <a:lnTo>
                      <a:pt x="1535" y="876"/>
                    </a:lnTo>
                    <a:cubicBezTo>
                      <a:pt x="1535" y="642"/>
                      <a:pt x="1568" y="409"/>
                      <a:pt x="1335" y="175"/>
                    </a:cubicBezTo>
                    <a:cubicBezTo>
                      <a:pt x="1196" y="65"/>
                      <a:pt x="1035" y="0"/>
                      <a:pt x="8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6"/>
              <p:cNvSpPr/>
              <p:nvPr/>
            </p:nvSpPr>
            <p:spPr>
              <a:xfrm>
                <a:off x="1140975" y="3197725"/>
                <a:ext cx="39225" cy="20875"/>
              </a:xfrm>
              <a:custGeom>
                <a:avLst/>
                <a:gdLst/>
                <a:ahLst/>
                <a:cxnLst/>
                <a:rect l="l" t="t" r="r" b="b"/>
                <a:pathLst>
                  <a:path w="1569" h="835" extrusionOk="0">
                    <a:moveTo>
                      <a:pt x="1435" y="1"/>
                    </a:moveTo>
                    <a:cubicBezTo>
                      <a:pt x="1335" y="1"/>
                      <a:pt x="1269" y="67"/>
                      <a:pt x="1269" y="134"/>
                    </a:cubicBezTo>
                    <a:cubicBezTo>
                      <a:pt x="1269" y="268"/>
                      <a:pt x="1202" y="368"/>
                      <a:pt x="1102" y="434"/>
                    </a:cubicBezTo>
                    <a:cubicBezTo>
                      <a:pt x="1002" y="501"/>
                      <a:pt x="935" y="534"/>
                      <a:pt x="835" y="534"/>
                    </a:cubicBezTo>
                    <a:cubicBezTo>
                      <a:pt x="635" y="501"/>
                      <a:pt x="401" y="401"/>
                      <a:pt x="335" y="134"/>
                    </a:cubicBezTo>
                    <a:cubicBezTo>
                      <a:pt x="307" y="80"/>
                      <a:pt x="258" y="25"/>
                      <a:pt x="186" y="25"/>
                    </a:cubicBezTo>
                    <a:cubicBezTo>
                      <a:pt x="170" y="25"/>
                      <a:pt x="153" y="28"/>
                      <a:pt x="134" y="34"/>
                    </a:cubicBezTo>
                    <a:cubicBezTo>
                      <a:pt x="68" y="67"/>
                      <a:pt x="1" y="134"/>
                      <a:pt x="34" y="234"/>
                    </a:cubicBezTo>
                    <a:cubicBezTo>
                      <a:pt x="101" y="568"/>
                      <a:pt x="401" y="801"/>
                      <a:pt x="802" y="835"/>
                    </a:cubicBezTo>
                    <a:lnTo>
                      <a:pt x="868" y="835"/>
                    </a:lnTo>
                    <a:cubicBezTo>
                      <a:pt x="1002" y="835"/>
                      <a:pt x="1168" y="801"/>
                      <a:pt x="1302" y="701"/>
                    </a:cubicBezTo>
                    <a:cubicBezTo>
                      <a:pt x="1435" y="568"/>
                      <a:pt x="1569" y="368"/>
                      <a:pt x="1569" y="168"/>
                    </a:cubicBezTo>
                    <a:cubicBezTo>
                      <a:pt x="1569" y="101"/>
                      <a:pt x="1535" y="34"/>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6"/>
              <p:cNvSpPr/>
              <p:nvPr/>
            </p:nvSpPr>
            <p:spPr>
              <a:xfrm>
                <a:off x="1086775" y="2865800"/>
                <a:ext cx="55900" cy="65100"/>
              </a:xfrm>
              <a:custGeom>
                <a:avLst/>
                <a:gdLst/>
                <a:ahLst/>
                <a:cxnLst/>
                <a:rect l="l" t="t" r="r" b="b"/>
                <a:pathLst>
                  <a:path w="2236" h="2604" extrusionOk="0">
                    <a:moveTo>
                      <a:pt x="1135" y="335"/>
                    </a:moveTo>
                    <a:cubicBezTo>
                      <a:pt x="1235" y="402"/>
                      <a:pt x="1435" y="669"/>
                      <a:pt x="1602" y="1069"/>
                    </a:cubicBezTo>
                    <a:cubicBezTo>
                      <a:pt x="1769" y="1503"/>
                      <a:pt x="1802" y="1903"/>
                      <a:pt x="1669" y="2070"/>
                    </a:cubicBezTo>
                    <a:cubicBezTo>
                      <a:pt x="1602" y="2170"/>
                      <a:pt x="1468" y="2270"/>
                      <a:pt x="1302" y="2270"/>
                    </a:cubicBezTo>
                    <a:cubicBezTo>
                      <a:pt x="1247" y="2278"/>
                      <a:pt x="1190" y="2282"/>
                      <a:pt x="1132" y="2282"/>
                    </a:cubicBezTo>
                    <a:cubicBezTo>
                      <a:pt x="948" y="2282"/>
                      <a:pt x="762" y="2238"/>
                      <a:pt x="635" y="2136"/>
                    </a:cubicBezTo>
                    <a:cubicBezTo>
                      <a:pt x="501" y="2036"/>
                      <a:pt x="468" y="1903"/>
                      <a:pt x="468" y="1736"/>
                    </a:cubicBezTo>
                    <a:cubicBezTo>
                      <a:pt x="468" y="1202"/>
                      <a:pt x="968" y="502"/>
                      <a:pt x="1135" y="335"/>
                    </a:cubicBezTo>
                    <a:close/>
                    <a:moveTo>
                      <a:pt x="1120" y="1"/>
                    </a:moveTo>
                    <a:cubicBezTo>
                      <a:pt x="851" y="1"/>
                      <a:pt x="399" y="840"/>
                      <a:pt x="301" y="1069"/>
                    </a:cubicBezTo>
                    <a:cubicBezTo>
                      <a:pt x="1" y="1836"/>
                      <a:pt x="201" y="2203"/>
                      <a:pt x="434" y="2370"/>
                    </a:cubicBezTo>
                    <a:cubicBezTo>
                      <a:pt x="635" y="2537"/>
                      <a:pt x="901" y="2603"/>
                      <a:pt x="1168" y="2603"/>
                    </a:cubicBezTo>
                    <a:lnTo>
                      <a:pt x="1335" y="2603"/>
                    </a:lnTo>
                    <a:cubicBezTo>
                      <a:pt x="1569" y="2570"/>
                      <a:pt x="1802" y="2437"/>
                      <a:pt x="1902" y="2270"/>
                    </a:cubicBezTo>
                    <a:cubicBezTo>
                      <a:pt x="2236" y="1870"/>
                      <a:pt x="1969" y="1169"/>
                      <a:pt x="1869" y="869"/>
                    </a:cubicBezTo>
                    <a:cubicBezTo>
                      <a:pt x="1702" y="502"/>
                      <a:pt x="1402" y="35"/>
                      <a:pt x="1135" y="2"/>
                    </a:cubicBezTo>
                    <a:cubicBezTo>
                      <a:pt x="1130" y="1"/>
                      <a:pt x="1125" y="1"/>
                      <a:pt x="1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6"/>
              <p:cNvSpPr/>
              <p:nvPr/>
            </p:nvSpPr>
            <p:spPr>
              <a:xfrm>
                <a:off x="1095125" y="2922525"/>
                <a:ext cx="26700" cy="229375"/>
              </a:xfrm>
              <a:custGeom>
                <a:avLst/>
                <a:gdLst/>
                <a:ahLst/>
                <a:cxnLst/>
                <a:rect l="l" t="t" r="r" b="b"/>
                <a:pathLst>
                  <a:path w="1068" h="9175" extrusionOk="0">
                    <a:moveTo>
                      <a:pt x="634" y="1"/>
                    </a:moveTo>
                    <a:cubicBezTo>
                      <a:pt x="534" y="1"/>
                      <a:pt x="467" y="68"/>
                      <a:pt x="467" y="168"/>
                    </a:cubicBezTo>
                    <a:cubicBezTo>
                      <a:pt x="0" y="6772"/>
                      <a:pt x="100" y="7239"/>
                      <a:pt x="301" y="7440"/>
                    </a:cubicBezTo>
                    <a:cubicBezTo>
                      <a:pt x="401" y="7506"/>
                      <a:pt x="534" y="7506"/>
                      <a:pt x="601" y="7506"/>
                    </a:cubicBezTo>
                    <a:cubicBezTo>
                      <a:pt x="601" y="7473"/>
                      <a:pt x="634" y="7473"/>
                      <a:pt x="634" y="7473"/>
                    </a:cubicBezTo>
                    <a:lnTo>
                      <a:pt x="634" y="7473"/>
                    </a:lnTo>
                    <a:cubicBezTo>
                      <a:pt x="701" y="7706"/>
                      <a:pt x="734" y="8640"/>
                      <a:pt x="501" y="8841"/>
                    </a:cubicBezTo>
                    <a:cubicBezTo>
                      <a:pt x="501" y="8860"/>
                      <a:pt x="490" y="8879"/>
                      <a:pt x="454" y="8879"/>
                    </a:cubicBezTo>
                    <a:cubicBezTo>
                      <a:pt x="429" y="8879"/>
                      <a:pt x="390" y="8869"/>
                      <a:pt x="334" y="8841"/>
                    </a:cubicBezTo>
                    <a:cubicBezTo>
                      <a:pt x="308" y="8815"/>
                      <a:pt x="278" y="8804"/>
                      <a:pt x="248" y="8804"/>
                    </a:cubicBezTo>
                    <a:cubicBezTo>
                      <a:pt x="200" y="8804"/>
                      <a:pt x="154" y="8833"/>
                      <a:pt x="134" y="8874"/>
                    </a:cubicBezTo>
                    <a:cubicBezTo>
                      <a:pt x="67" y="8941"/>
                      <a:pt x="100" y="9041"/>
                      <a:pt x="167" y="9107"/>
                    </a:cubicBezTo>
                    <a:cubicBezTo>
                      <a:pt x="267" y="9141"/>
                      <a:pt x="367" y="9174"/>
                      <a:pt x="467" y="9174"/>
                    </a:cubicBezTo>
                    <a:cubicBezTo>
                      <a:pt x="601" y="9174"/>
                      <a:pt x="701" y="9107"/>
                      <a:pt x="801" y="9007"/>
                    </a:cubicBezTo>
                    <a:cubicBezTo>
                      <a:pt x="1068" y="8607"/>
                      <a:pt x="1034" y="7406"/>
                      <a:pt x="868" y="7239"/>
                    </a:cubicBezTo>
                    <a:cubicBezTo>
                      <a:pt x="788" y="7179"/>
                      <a:pt x="707" y="7167"/>
                      <a:pt x="642" y="7167"/>
                    </a:cubicBezTo>
                    <a:cubicBezTo>
                      <a:pt x="598" y="7167"/>
                      <a:pt x="561" y="7173"/>
                      <a:pt x="534" y="7173"/>
                    </a:cubicBezTo>
                    <a:cubicBezTo>
                      <a:pt x="534" y="7173"/>
                      <a:pt x="534" y="7173"/>
                      <a:pt x="534" y="7206"/>
                    </a:cubicBezTo>
                    <a:cubicBezTo>
                      <a:pt x="334" y="6872"/>
                      <a:pt x="534" y="3470"/>
                      <a:pt x="768" y="168"/>
                    </a:cubicBezTo>
                    <a:cubicBezTo>
                      <a:pt x="801" y="101"/>
                      <a:pt x="734" y="1"/>
                      <a:pt x="6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6"/>
              <p:cNvSpPr/>
              <p:nvPr/>
            </p:nvSpPr>
            <p:spPr>
              <a:xfrm>
                <a:off x="1118475" y="2921700"/>
                <a:ext cx="31700" cy="228525"/>
              </a:xfrm>
              <a:custGeom>
                <a:avLst/>
                <a:gdLst/>
                <a:ahLst/>
                <a:cxnLst/>
                <a:rect l="l" t="t" r="r" b="b"/>
                <a:pathLst>
                  <a:path w="1268" h="9141" extrusionOk="0">
                    <a:moveTo>
                      <a:pt x="167" y="1"/>
                    </a:moveTo>
                    <a:cubicBezTo>
                      <a:pt x="67" y="34"/>
                      <a:pt x="0" y="101"/>
                      <a:pt x="0" y="167"/>
                    </a:cubicBezTo>
                    <a:cubicBezTo>
                      <a:pt x="234" y="3503"/>
                      <a:pt x="567" y="5204"/>
                      <a:pt x="734" y="6105"/>
                    </a:cubicBezTo>
                    <a:cubicBezTo>
                      <a:pt x="901" y="7039"/>
                      <a:pt x="901" y="7072"/>
                      <a:pt x="701" y="7172"/>
                    </a:cubicBezTo>
                    <a:cubicBezTo>
                      <a:pt x="301" y="7406"/>
                      <a:pt x="301" y="8340"/>
                      <a:pt x="501" y="8807"/>
                    </a:cubicBezTo>
                    <a:cubicBezTo>
                      <a:pt x="634" y="9074"/>
                      <a:pt x="801" y="9140"/>
                      <a:pt x="934" y="9140"/>
                    </a:cubicBezTo>
                    <a:cubicBezTo>
                      <a:pt x="1001" y="9140"/>
                      <a:pt x="1034" y="9140"/>
                      <a:pt x="1068" y="9107"/>
                    </a:cubicBezTo>
                    <a:cubicBezTo>
                      <a:pt x="1168" y="9107"/>
                      <a:pt x="1201" y="9007"/>
                      <a:pt x="1168" y="8907"/>
                    </a:cubicBezTo>
                    <a:cubicBezTo>
                      <a:pt x="1134" y="8840"/>
                      <a:pt x="1068" y="8807"/>
                      <a:pt x="968" y="8807"/>
                    </a:cubicBezTo>
                    <a:cubicBezTo>
                      <a:pt x="959" y="8811"/>
                      <a:pt x="949" y="8813"/>
                      <a:pt x="940" y="8813"/>
                    </a:cubicBezTo>
                    <a:cubicBezTo>
                      <a:pt x="883" y="8813"/>
                      <a:pt x="830" y="8731"/>
                      <a:pt x="801" y="8673"/>
                    </a:cubicBezTo>
                    <a:cubicBezTo>
                      <a:pt x="634" y="8273"/>
                      <a:pt x="667" y="7539"/>
                      <a:pt x="834" y="7439"/>
                    </a:cubicBezTo>
                    <a:cubicBezTo>
                      <a:pt x="1268" y="7206"/>
                      <a:pt x="1201" y="6939"/>
                      <a:pt x="1034" y="6072"/>
                    </a:cubicBezTo>
                    <a:cubicBezTo>
                      <a:pt x="868" y="5171"/>
                      <a:pt x="534" y="3470"/>
                      <a:pt x="334" y="167"/>
                    </a:cubicBezTo>
                    <a:cubicBezTo>
                      <a:pt x="334"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6"/>
              <p:cNvSpPr/>
              <p:nvPr/>
            </p:nvSpPr>
            <p:spPr>
              <a:xfrm>
                <a:off x="1100125" y="3198225"/>
                <a:ext cx="50050" cy="21225"/>
              </a:xfrm>
              <a:custGeom>
                <a:avLst/>
                <a:gdLst/>
                <a:ahLst/>
                <a:cxnLst/>
                <a:rect l="l" t="t" r="r" b="b"/>
                <a:pathLst>
                  <a:path w="2002" h="849" extrusionOk="0">
                    <a:moveTo>
                      <a:pt x="1801" y="1"/>
                    </a:moveTo>
                    <a:cubicBezTo>
                      <a:pt x="1759" y="1"/>
                      <a:pt x="1720" y="26"/>
                      <a:pt x="1702" y="81"/>
                    </a:cubicBezTo>
                    <a:cubicBezTo>
                      <a:pt x="1502" y="348"/>
                      <a:pt x="1301" y="514"/>
                      <a:pt x="1068" y="548"/>
                    </a:cubicBezTo>
                    <a:cubicBezTo>
                      <a:pt x="868" y="548"/>
                      <a:pt x="601" y="448"/>
                      <a:pt x="301" y="181"/>
                    </a:cubicBezTo>
                    <a:cubicBezTo>
                      <a:pt x="267" y="148"/>
                      <a:pt x="226" y="131"/>
                      <a:pt x="184" y="131"/>
                    </a:cubicBezTo>
                    <a:cubicBezTo>
                      <a:pt x="142" y="131"/>
                      <a:pt x="101" y="148"/>
                      <a:pt x="67" y="181"/>
                    </a:cubicBezTo>
                    <a:cubicBezTo>
                      <a:pt x="0" y="248"/>
                      <a:pt x="0" y="348"/>
                      <a:pt x="67" y="414"/>
                    </a:cubicBezTo>
                    <a:cubicBezTo>
                      <a:pt x="434" y="715"/>
                      <a:pt x="734" y="848"/>
                      <a:pt x="1001" y="848"/>
                    </a:cubicBezTo>
                    <a:lnTo>
                      <a:pt x="1101" y="848"/>
                    </a:lnTo>
                    <a:cubicBezTo>
                      <a:pt x="1401" y="815"/>
                      <a:pt x="1702" y="615"/>
                      <a:pt x="1935" y="248"/>
                    </a:cubicBezTo>
                    <a:cubicBezTo>
                      <a:pt x="2002" y="181"/>
                      <a:pt x="1969" y="81"/>
                      <a:pt x="1902" y="47"/>
                    </a:cubicBezTo>
                    <a:cubicBezTo>
                      <a:pt x="1872" y="17"/>
                      <a:pt x="1835" y="1"/>
                      <a:pt x="1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6"/>
              <p:cNvSpPr/>
              <p:nvPr/>
            </p:nvSpPr>
            <p:spPr>
              <a:xfrm>
                <a:off x="1065100" y="2865500"/>
                <a:ext cx="97600" cy="105425"/>
              </a:xfrm>
              <a:custGeom>
                <a:avLst/>
                <a:gdLst/>
                <a:ahLst/>
                <a:cxnLst/>
                <a:rect l="l" t="t" r="r" b="b"/>
                <a:pathLst>
                  <a:path w="3904" h="4217" extrusionOk="0">
                    <a:moveTo>
                      <a:pt x="2095" y="0"/>
                    </a:moveTo>
                    <a:cubicBezTo>
                      <a:pt x="1814" y="0"/>
                      <a:pt x="1519" y="120"/>
                      <a:pt x="1235" y="347"/>
                    </a:cubicBezTo>
                    <a:cubicBezTo>
                      <a:pt x="401" y="1048"/>
                      <a:pt x="0" y="2082"/>
                      <a:pt x="301" y="3016"/>
                    </a:cubicBezTo>
                    <a:cubicBezTo>
                      <a:pt x="501" y="3683"/>
                      <a:pt x="1035" y="4117"/>
                      <a:pt x="1702" y="4217"/>
                    </a:cubicBezTo>
                    <a:cubicBezTo>
                      <a:pt x="1802" y="4217"/>
                      <a:pt x="1868" y="4150"/>
                      <a:pt x="1868" y="4083"/>
                    </a:cubicBezTo>
                    <a:cubicBezTo>
                      <a:pt x="1868" y="3983"/>
                      <a:pt x="1802" y="3916"/>
                      <a:pt x="1735" y="3883"/>
                    </a:cubicBezTo>
                    <a:cubicBezTo>
                      <a:pt x="1168" y="3850"/>
                      <a:pt x="768" y="3483"/>
                      <a:pt x="601" y="2916"/>
                    </a:cubicBezTo>
                    <a:cubicBezTo>
                      <a:pt x="401" y="2315"/>
                      <a:pt x="534" y="1348"/>
                      <a:pt x="1435" y="581"/>
                    </a:cubicBezTo>
                    <a:cubicBezTo>
                      <a:pt x="1672" y="403"/>
                      <a:pt x="1898" y="307"/>
                      <a:pt x="2111" y="307"/>
                    </a:cubicBezTo>
                    <a:cubicBezTo>
                      <a:pt x="2258" y="307"/>
                      <a:pt x="2400" y="352"/>
                      <a:pt x="2536" y="447"/>
                    </a:cubicBezTo>
                    <a:cubicBezTo>
                      <a:pt x="3169" y="914"/>
                      <a:pt x="3570" y="2315"/>
                      <a:pt x="3303" y="3183"/>
                    </a:cubicBezTo>
                    <a:cubicBezTo>
                      <a:pt x="3136" y="3616"/>
                      <a:pt x="2869" y="3850"/>
                      <a:pt x="2436" y="3850"/>
                    </a:cubicBezTo>
                    <a:cubicBezTo>
                      <a:pt x="2418" y="3844"/>
                      <a:pt x="2401" y="3841"/>
                      <a:pt x="2386" y="3841"/>
                    </a:cubicBezTo>
                    <a:cubicBezTo>
                      <a:pt x="2314" y="3841"/>
                      <a:pt x="2269" y="3901"/>
                      <a:pt x="2269" y="3983"/>
                    </a:cubicBezTo>
                    <a:cubicBezTo>
                      <a:pt x="2269" y="4083"/>
                      <a:pt x="2335" y="4150"/>
                      <a:pt x="2436" y="4150"/>
                    </a:cubicBezTo>
                    <a:cubicBezTo>
                      <a:pt x="2969" y="4150"/>
                      <a:pt x="3403" y="3850"/>
                      <a:pt x="3570" y="3283"/>
                    </a:cubicBezTo>
                    <a:cubicBezTo>
                      <a:pt x="3903" y="2249"/>
                      <a:pt x="3470" y="747"/>
                      <a:pt x="2702" y="214"/>
                    </a:cubicBezTo>
                    <a:cubicBezTo>
                      <a:pt x="2515" y="70"/>
                      <a:pt x="2309" y="0"/>
                      <a:pt x="2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6"/>
              <p:cNvSpPr/>
              <p:nvPr/>
            </p:nvSpPr>
            <p:spPr>
              <a:xfrm>
                <a:off x="1765600" y="3113300"/>
                <a:ext cx="41725" cy="134500"/>
              </a:xfrm>
              <a:custGeom>
                <a:avLst/>
                <a:gdLst/>
                <a:ahLst/>
                <a:cxnLst/>
                <a:rect l="l" t="t" r="r" b="b"/>
                <a:pathLst>
                  <a:path w="1669" h="5380" extrusionOk="0">
                    <a:moveTo>
                      <a:pt x="868" y="309"/>
                    </a:moveTo>
                    <a:cubicBezTo>
                      <a:pt x="868" y="309"/>
                      <a:pt x="901" y="309"/>
                      <a:pt x="901" y="342"/>
                    </a:cubicBezTo>
                    <a:cubicBezTo>
                      <a:pt x="1035" y="342"/>
                      <a:pt x="1168" y="409"/>
                      <a:pt x="1235" y="509"/>
                    </a:cubicBezTo>
                    <a:cubicBezTo>
                      <a:pt x="1335" y="642"/>
                      <a:pt x="1335" y="843"/>
                      <a:pt x="1335" y="1076"/>
                    </a:cubicBezTo>
                    <a:cubicBezTo>
                      <a:pt x="1368" y="2277"/>
                      <a:pt x="1335" y="3478"/>
                      <a:pt x="1201" y="4679"/>
                    </a:cubicBezTo>
                    <a:cubicBezTo>
                      <a:pt x="1201" y="4745"/>
                      <a:pt x="1201" y="4845"/>
                      <a:pt x="1168" y="4912"/>
                    </a:cubicBezTo>
                    <a:cubicBezTo>
                      <a:pt x="1119" y="5010"/>
                      <a:pt x="981" y="5072"/>
                      <a:pt x="858" y="5072"/>
                    </a:cubicBezTo>
                    <a:cubicBezTo>
                      <a:pt x="813" y="5072"/>
                      <a:pt x="770" y="5063"/>
                      <a:pt x="734" y="5046"/>
                    </a:cubicBezTo>
                    <a:cubicBezTo>
                      <a:pt x="568" y="4979"/>
                      <a:pt x="434" y="4779"/>
                      <a:pt x="367" y="4579"/>
                    </a:cubicBezTo>
                    <a:cubicBezTo>
                      <a:pt x="334" y="4345"/>
                      <a:pt x="334" y="4112"/>
                      <a:pt x="367" y="3878"/>
                    </a:cubicBezTo>
                    <a:cubicBezTo>
                      <a:pt x="367" y="3578"/>
                      <a:pt x="401" y="3311"/>
                      <a:pt x="401" y="3011"/>
                    </a:cubicBezTo>
                    <a:cubicBezTo>
                      <a:pt x="467" y="2344"/>
                      <a:pt x="501" y="1677"/>
                      <a:pt x="501" y="1009"/>
                    </a:cubicBezTo>
                    <a:cubicBezTo>
                      <a:pt x="501" y="943"/>
                      <a:pt x="467" y="909"/>
                      <a:pt x="467" y="876"/>
                    </a:cubicBezTo>
                    <a:cubicBezTo>
                      <a:pt x="467" y="642"/>
                      <a:pt x="467" y="542"/>
                      <a:pt x="568" y="409"/>
                    </a:cubicBezTo>
                    <a:cubicBezTo>
                      <a:pt x="634" y="342"/>
                      <a:pt x="734" y="309"/>
                      <a:pt x="868" y="309"/>
                    </a:cubicBezTo>
                    <a:close/>
                    <a:moveTo>
                      <a:pt x="829" y="0"/>
                    </a:moveTo>
                    <a:cubicBezTo>
                      <a:pt x="657" y="0"/>
                      <a:pt x="478" y="65"/>
                      <a:pt x="367" y="175"/>
                    </a:cubicBezTo>
                    <a:cubicBezTo>
                      <a:pt x="134" y="409"/>
                      <a:pt x="134" y="642"/>
                      <a:pt x="167" y="876"/>
                    </a:cubicBezTo>
                    <a:lnTo>
                      <a:pt x="167" y="1009"/>
                    </a:lnTo>
                    <a:cubicBezTo>
                      <a:pt x="201" y="1643"/>
                      <a:pt x="134" y="2344"/>
                      <a:pt x="101" y="3011"/>
                    </a:cubicBezTo>
                    <a:cubicBezTo>
                      <a:pt x="67" y="3278"/>
                      <a:pt x="67" y="3578"/>
                      <a:pt x="34" y="3845"/>
                    </a:cubicBezTo>
                    <a:cubicBezTo>
                      <a:pt x="34" y="4112"/>
                      <a:pt x="0" y="4378"/>
                      <a:pt x="67" y="4645"/>
                    </a:cubicBezTo>
                    <a:cubicBezTo>
                      <a:pt x="167" y="4946"/>
                      <a:pt x="367" y="5212"/>
                      <a:pt x="601" y="5312"/>
                    </a:cubicBezTo>
                    <a:cubicBezTo>
                      <a:pt x="701" y="5346"/>
                      <a:pt x="801" y="5379"/>
                      <a:pt x="868" y="5379"/>
                    </a:cubicBezTo>
                    <a:cubicBezTo>
                      <a:pt x="1135" y="5379"/>
                      <a:pt x="1335" y="5246"/>
                      <a:pt x="1435" y="5046"/>
                    </a:cubicBezTo>
                    <a:cubicBezTo>
                      <a:pt x="1502" y="4912"/>
                      <a:pt x="1502" y="4812"/>
                      <a:pt x="1535" y="4712"/>
                    </a:cubicBezTo>
                    <a:cubicBezTo>
                      <a:pt x="1635" y="3511"/>
                      <a:pt x="1668" y="2277"/>
                      <a:pt x="1668" y="1076"/>
                    </a:cubicBezTo>
                    <a:cubicBezTo>
                      <a:pt x="1668" y="776"/>
                      <a:pt x="1635" y="542"/>
                      <a:pt x="1468" y="309"/>
                    </a:cubicBezTo>
                    <a:cubicBezTo>
                      <a:pt x="1368" y="142"/>
                      <a:pt x="1168" y="42"/>
                      <a:pt x="934" y="9"/>
                    </a:cubicBezTo>
                    <a:cubicBezTo>
                      <a:pt x="900" y="3"/>
                      <a:pt x="865" y="0"/>
                      <a:pt x="8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6"/>
              <p:cNvSpPr/>
              <p:nvPr/>
            </p:nvSpPr>
            <p:spPr>
              <a:xfrm>
                <a:off x="1766425" y="3197725"/>
                <a:ext cx="40050" cy="20875"/>
              </a:xfrm>
              <a:custGeom>
                <a:avLst/>
                <a:gdLst/>
                <a:ahLst/>
                <a:cxnLst/>
                <a:rect l="l" t="t" r="r" b="b"/>
                <a:pathLst>
                  <a:path w="1602" h="835" extrusionOk="0">
                    <a:moveTo>
                      <a:pt x="168" y="1"/>
                    </a:moveTo>
                    <a:cubicBezTo>
                      <a:pt x="68" y="1"/>
                      <a:pt x="1" y="101"/>
                      <a:pt x="34" y="168"/>
                    </a:cubicBezTo>
                    <a:cubicBezTo>
                      <a:pt x="34" y="368"/>
                      <a:pt x="134" y="568"/>
                      <a:pt x="301" y="701"/>
                    </a:cubicBezTo>
                    <a:cubicBezTo>
                      <a:pt x="434" y="801"/>
                      <a:pt x="601" y="835"/>
                      <a:pt x="735" y="835"/>
                    </a:cubicBezTo>
                    <a:lnTo>
                      <a:pt x="801" y="835"/>
                    </a:lnTo>
                    <a:cubicBezTo>
                      <a:pt x="1202" y="801"/>
                      <a:pt x="1502" y="534"/>
                      <a:pt x="1569" y="201"/>
                    </a:cubicBezTo>
                    <a:cubicBezTo>
                      <a:pt x="1602" y="134"/>
                      <a:pt x="1535" y="34"/>
                      <a:pt x="1469" y="34"/>
                    </a:cubicBezTo>
                    <a:cubicBezTo>
                      <a:pt x="1450" y="28"/>
                      <a:pt x="1433" y="25"/>
                      <a:pt x="1417" y="25"/>
                    </a:cubicBezTo>
                    <a:cubicBezTo>
                      <a:pt x="1345" y="25"/>
                      <a:pt x="1296" y="80"/>
                      <a:pt x="1268" y="134"/>
                    </a:cubicBezTo>
                    <a:cubicBezTo>
                      <a:pt x="1202" y="401"/>
                      <a:pt x="968" y="501"/>
                      <a:pt x="768" y="534"/>
                    </a:cubicBezTo>
                    <a:cubicBezTo>
                      <a:pt x="668" y="534"/>
                      <a:pt x="601" y="501"/>
                      <a:pt x="501" y="434"/>
                    </a:cubicBezTo>
                    <a:cubicBezTo>
                      <a:pt x="401" y="368"/>
                      <a:pt x="334" y="268"/>
                      <a:pt x="334" y="134"/>
                    </a:cubicBezTo>
                    <a:cubicBezTo>
                      <a:pt x="334" y="67"/>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6"/>
              <p:cNvSpPr/>
              <p:nvPr/>
            </p:nvSpPr>
            <p:spPr>
              <a:xfrm>
                <a:off x="1693875" y="3113300"/>
                <a:ext cx="42550" cy="134500"/>
              </a:xfrm>
              <a:custGeom>
                <a:avLst/>
                <a:gdLst/>
                <a:ahLst/>
                <a:cxnLst/>
                <a:rect l="l" t="t" r="r" b="b"/>
                <a:pathLst>
                  <a:path w="1702" h="5380" extrusionOk="0">
                    <a:moveTo>
                      <a:pt x="868" y="309"/>
                    </a:moveTo>
                    <a:cubicBezTo>
                      <a:pt x="868" y="309"/>
                      <a:pt x="901" y="309"/>
                      <a:pt x="901" y="342"/>
                    </a:cubicBezTo>
                    <a:cubicBezTo>
                      <a:pt x="1035" y="342"/>
                      <a:pt x="1168" y="409"/>
                      <a:pt x="1235" y="509"/>
                    </a:cubicBezTo>
                    <a:cubicBezTo>
                      <a:pt x="1335" y="642"/>
                      <a:pt x="1335" y="843"/>
                      <a:pt x="1335" y="1076"/>
                    </a:cubicBezTo>
                    <a:cubicBezTo>
                      <a:pt x="1368" y="2277"/>
                      <a:pt x="1335" y="3478"/>
                      <a:pt x="1202" y="4679"/>
                    </a:cubicBezTo>
                    <a:cubicBezTo>
                      <a:pt x="1202" y="4745"/>
                      <a:pt x="1202" y="4845"/>
                      <a:pt x="1168" y="4912"/>
                    </a:cubicBezTo>
                    <a:cubicBezTo>
                      <a:pt x="1119" y="5010"/>
                      <a:pt x="981" y="5072"/>
                      <a:pt x="858" y="5072"/>
                    </a:cubicBezTo>
                    <a:cubicBezTo>
                      <a:pt x="813" y="5072"/>
                      <a:pt x="770" y="5063"/>
                      <a:pt x="735" y="5046"/>
                    </a:cubicBezTo>
                    <a:cubicBezTo>
                      <a:pt x="568" y="4979"/>
                      <a:pt x="434" y="4779"/>
                      <a:pt x="368" y="4579"/>
                    </a:cubicBezTo>
                    <a:cubicBezTo>
                      <a:pt x="334" y="4345"/>
                      <a:pt x="334" y="4112"/>
                      <a:pt x="368" y="3878"/>
                    </a:cubicBezTo>
                    <a:cubicBezTo>
                      <a:pt x="368" y="3578"/>
                      <a:pt x="401" y="3311"/>
                      <a:pt x="401" y="3011"/>
                    </a:cubicBezTo>
                    <a:cubicBezTo>
                      <a:pt x="468" y="2344"/>
                      <a:pt x="501" y="1677"/>
                      <a:pt x="501" y="1009"/>
                    </a:cubicBezTo>
                    <a:cubicBezTo>
                      <a:pt x="501" y="943"/>
                      <a:pt x="468" y="909"/>
                      <a:pt x="468" y="876"/>
                    </a:cubicBezTo>
                    <a:cubicBezTo>
                      <a:pt x="468" y="642"/>
                      <a:pt x="468" y="542"/>
                      <a:pt x="568" y="409"/>
                    </a:cubicBezTo>
                    <a:cubicBezTo>
                      <a:pt x="635" y="342"/>
                      <a:pt x="735" y="309"/>
                      <a:pt x="868" y="309"/>
                    </a:cubicBezTo>
                    <a:close/>
                    <a:moveTo>
                      <a:pt x="829" y="0"/>
                    </a:moveTo>
                    <a:cubicBezTo>
                      <a:pt x="657" y="0"/>
                      <a:pt x="478" y="65"/>
                      <a:pt x="368" y="175"/>
                    </a:cubicBezTo>
                    <a:cubicBezTo>
                      <a:pt x="134" y="409"/>
                      <a:pt x="134" y="642"/>
                      <a:pt x="168" y="876"/>
                    </a:cubicBezTo>
                    <a:cubicBezTo>
                      <a:pt x="168" y="909"/>
                      <a:pt x="168" y="976"/>
                      <a:pt x="168" y="1009"/>
                    </a:cubicBezTo>
                    <a:cubicBezTo>
                      <a:pt x="201" y="1643"/>
                      <a:pt x="168" y="2344"/>
                      <a:pt x="101" y="3011"/>
                    </a:cubicBezTo>
                    <a:cubicBezTo>
                      <a:pt x="67" y="3278"/>
                      <a:pt x="67" y="3578"/>
                      <a:pt x="34" y="3845"/>
                    </a:cubicBezTo>
                    <a:cubicBezTo>
                      <a:pt x="34" y="4112"/>
                      <a:pt x="1" y="4378"/>
                      <a:pt x="67" y="4645"/>
                    </a:cubicBezTo>
                    <a:cubicBezTo>
                      <a:pt x="168" y="4946"/>
                      <a:pt x="368" y="5212"/>
                      <a:pt x="601" y="5312"/>
                    </a:cubicBezTo>
                    <a:cubicBezTo>
                      <a:pt x="701" y="5346"/>
                      <a:pt x="801" y="5379"/>
                      <a:pt x="868" y="5379"/>
                    </a:cubicBezTo>
                    <a:cubicBezTo>
                      <a:pt x="1135" y="5379"/>
                      <a:pt x="1335" y="5246"/>
                      <a:pt x="1468" y="5046"/>
                    </a:cubicBezTo>
                    <a:cubicBezTo>
                      <a:pt x="1502" y="4912"/>
                      <a:pt x="1535" y="4812"/>
                      <a:pt x="1535" y="4712"/>
                    </a:cubicBezTo>
                    <a:cubicBezTo>
                      <a:pt x="1635" y="3511"/>
                      <a:pt x="1702" y="2277"/>
                      <a:pt x="1669" y="1076"/>
                    </a:cubicBezTo>
                    <a:cubicBezTo>
                      <a:pt x="1669" y="776"/>
                      <a:pt x="1635" y="542"/>
                      <a:pt x="1502" y="309"/>
                    </a:cubicBezTo>
                    <a:cubicBezTo>
                      <a:pt x="1368" y="142"/>
                      <a:pt x="1168" y="42"/>
                      <a:pt x="935" y="9"/>
                    </a:cubicBezTo>
                    <a:cubicBezTo>
                      <a:pt x="900" y="3"/>
                      <a:pt x="865" y="0"/>
                      <a:pt x="8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6"/>
              <p:cNvSpPr/>
              <p:nvPr/>
            </p:nvSpPr>
            <p:spPr>
              <a:xfrm>
                <a:off x="1695550" y="3197725"/>
                <a:ext cx="39225" cy="20875"/>
              </a:xfrm>
              <a:custGeom>
                <a:avLst/>
                <a:gdLst/>
                <a:ahLst/>
                <a:cxnLst/>
                <a:rect l="l" t="t" r="r" b="b"/>
                <a:pathLst>
                  <a:path w="1569" h="835" extrusionOk="0">
                    <a:moveTo>
                      <a:pt x="134" y="1"/>
                    </a:moveTo>
                    <a:cubicBezTo>
                      <a:pt x="34" y="1"/>
                      <a:pt x="0" y="101"/>
                      <a:pt x="0" y="168"/>
                    </a:cubicBezTo>
                    <a:cubicBezTo>
                      <a:pt x="0" y="368"/>
                      <a:pt x="134" y="568"/>
                      <a:pt x="267" y="668"/>
                    </a:cubicBezTo>
                    <a:cubicBezTo>
                      <a:pt x="401" y="801"/>
                      <a:pt x="568" y="835"/>
                      <a:pt x="701" y="835"/>
                    </a:cubicBezTo>
                    <a:lnTo>
                      <a:pt x="768" y="835"/>
                    </a:lnTo>
                    <a:cubicBezTo>
                      <a:pt x="1168" y="768"/>
                      <a:pt x="1468" y="534"/>
                      <a:pt x="1535" y="201"/>
                    </a:cubicBezTo>
                    <a:cubicBezTo>
                      <a:pt x="1568" y="134"/>
                      <a:pt x="1502" y="34"/>
                      <a:pt x="1435" y="34"/>
                    </a:cubicBezTo>
                    <a:cubicBezTo>
                      <a:pt x="1416" y="28"/>
                      <a:pt x="1399" y="25"/>
                      <a:pt x="1383" y="25"/>
                    </a:cubicBezTo>
                    <a:cubicBezTo>
                      <a:pt x="1311" y="25"/>
                      <a:pt x="1262" y="80"/>
                      <a:pt x="1235" y="134"/>
                    </a:cubicBezTo>
                    <a:cubicBezTo>
                      <a:pt x="1168" y="368"/>
                      <a:pt x="934" y="501"/>
                      <a:pt x="734" y="534"/>
                    </a:cubicBezTo>
                    <a:cubicBezTo>
                      <a:pt x="634" y="534"/>
                      <a:pt x="568" y="501"/>
                      <a:pt x="467" y="434"/>
                    </a:cubicBezTo>
                    <a:cubicBezTo>
                      <a:pt x="367" y="368"/>
                      <a:pt x="301" y="234"/>
                      <a:pt x="301" y="134"/>
                    </a:cubicBezTo>
                    <a:cubicBezTo>
                      <a:pt x="301" y="67"/>
                      <a:pt x="234" y="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6"/>
              <p:cNvSpPr/>
              <p:nvPr/>
            </p:nvSpPr>
            <p:spPr>
              <a:xfrm>
                <a:off x="1733075" y="2865825"/>
                <a:ext cx="55900" cy="65075"/>
              </a:xfrm>
              <a:custGeom>
                <a:avLst/>
                <a:gdLst/>
                <a:ahLst/>
                <a:cxnLst/>
                <a:rect l="l" t="t" r="r" b="b"/>
                <a:pathLst>
                  <a:path w="2236" h="2603" extrusionOk="0">
                    <a:moveTo>
                      <a:pt x="1101" y="334"/>
                    </a:moveTo>
                    <a:cubicBezTo>
                      <a:pt x="1268" y="501"/>
                      <a:pt x="1768" y="1201"/>
                      <a:pt x="1768" y="1735"/>
                    </a:cubicBezTo>
                    <a:cubicBezTo>
                      <a:pt x="1768" y="1902"/>
                      <a:pt x="1735" y="2035"/>
                      <a:pt x="1602" y="2135"/>
                    </a:cubicBezTo>
                    <a:cubicBezTo>
                      <a:pt x="1474" y="2237"/>
                      <a:pt x="1288" y="2281"/>
                      <a:pt x="1104" y="2281"/>
                    </a:cubicBezTo>
                    <a:cubicBezTo>
                      <a:pt x="1047" y="2281"/>
                      <a:pt x="990" y="2277"/>
                      <a:pt x="935" y="2269"/>
                    </a:cubicBezTo>
                    <a:cubicBezTo>
                      <a:pt x="768" y="2269"/>
                      <a:pt x="634" y="2202"/>
                      <a:pt x="568" y="2102"/>
                    </a:cubicBezTo>
                    <a:cubicBezTo>
                      <a:pt x="434" y="1902"/>
                      <a:pt x="468" y="1502"/>
                      <a:pt x="634" y="1068"/>
                    </a:cubicBezTo>
                    <a:cubicBezTo>
                      <a:pt x="801" y="668"/>
                      <a:pt x="1001" y="401"/>
                      <a:pt x="1101" y="334"/>
                    </a:cubicBezTo>
                    <a:close/>
                    <a:moveTo>
                      <a:pt x="1101" y="1"/>
                    </a:moveTo>
                    <a:cubicBezTo>
                      <a:pt x="834" y="34"/>
                      <a:pt x="534" y="501"/>
                      <a:pt x="367" y="868"/>
                    </a:cubicBezTo>
                    <a:cubicBezTo>
                      <a:pt x="267" y="1168"/>
                      <a:pt x="1" y="1835"/>
                      <a:pt x="301" y="2269"/>
                    </a:cubicBezTo>
                    <a:cubicBezTo>
                      <a:pt x="434" y="2436"/>
                      <a:pt x="634" y="2536"/>
                      <a:pt x="901" y="2602"/>
                    </a:cubicBezTo>
                    <a:lnTo>
                      <a:pt x="1068" y="2602"/>
                    </a:lnTo>
                    <a:cubicBezTo>
                      <a:pt x="1335" y="2602"/>
                      <a:pt x="1602" y="2536"/>
                      <a:pt x="1802" y="2369"/>
                    </a:cubicBezTo>
                    <a:cubicBezTo>
                      <a:pt x="2035" y="2202"/>
                      <a:pt x="2235" y="1835"/>
                      <a:pt x="1935" y="1068"/>
                    </a:cubicBezTo>
                    <a:cubicBezTo>
                      <a:pt x="1835" y="835"/>
                      <a:pt x="1402" y="1"/>
                      <a:pt x="1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6"/>
              <p:cNvSpPr/>
              <p:nvPr/>
            </p:nvSpPr>
            <p:spPr>
              <a:xfrm>
                <a:off x="1753925" y="2922525"/>
                <a:ext cx="26700" cy="229375"/>
              </a:xfrm>
              <a:custGeom>
                <a:avLst/>
                <a:gdLst/>
                <a:ahLst/>
                <a:cxnLst/>
                <a:rect l="l" t="t" r="r" b="b"/>
                <a:pathLst>
                  <a:path w="1068" h="9175" extrusionOk="0">
                    <a:moveTo>
                      <a:pt x="434" y="1"/>
                    </a:moveTo>
                    <a:cubicBezTo>
                      <a:pt x="334" y="1"/>
                      <a:pt x="267" y="68"/>
                      <a:pt x="301" y="168"/>
                    </a:cubicBezTo>
                    <a:cubicBezTo>
                      <a:pt x="534" y="3503"/>
                      <a:pt x="734" y="6939"/>
                      <a:pt x="568" y="7173"/>
                    </a:cubicBezTo>
                    <a:lnTo>
                      <a:pt x="534" y="7173"/>
                    </a:lnTo>
                    <a:cubicBezTo>
                      <a:pt x="494" y="7173"/>
                      <a:pt x="454" y="7167"/>
                      <a:pt x="412" y="7167"/>
                    </a:cubicBezTo>
                    <a:cubicBezTo>
                      <a:pt x="349" y="7167"/>
                      <a:pt x="281" y="7179"/>
                      <a:pt x="201" y="7239"/>
                    </a:cubicBezTo>
                    <a:cubicBezTo>
                      <a:pt x="34" y="7406"/>
                      <a:pt x="0" y="8607"/>
                      <a:pt x="267" y="8974"/>
                    </a:cubicBezTo>
                    <a:cubicBezTo>
                      <a:pt x="367" y="9107"/>
                      <a:pt x="467" y="9174"/>
                      <a:pt x="601" y="9174"/>
                    </a:cubicBezTo>
                    <a:cubicBezTo>
                      <a:pt x="701" y="9174"/>
                      <a:pt x="801" y="9141"/>
                      <a:pt x="901" y="9074"/>
                    </a:cubicBezTo>
                    <a:cubicBezTo>
                      <a:pt x="968" y="9041"/>
                      <a:pt x="968" y="8941"/>
                      <a:pt x="934" y="8874"/>
                    </a:cubicBezTo>
                    <a:cubicBezTo>
                      <a:pt x="910" y="8825"/>
                      <a:pt x="850" y="8794"/>
                      <a:pt x="793" y="8794"/>
                    </a:cubicBezTo>
                    <a:cubicBezTo>
                      <a:pt x="772" y="8794"/>
                      <a:pt x="752" y="8798"/>
                      <a:pt x="734" y="8807"/>
                    </a:cubicBezTo>
                    <a:cubicBezTo>
                      <a:pt x="668" y="8841"/>
                      <a:pt x="626" y="8849"/>
                      <a:pt x="601" y="8849"/>
                    </a:cubicBezTo>
                    <a:cubicBezTo>
                      <a:pt x="576" y="8849"/>
                      <a:pt x="568" y="8841"/>
                      <a:pt x="568" y="8841"/>
                    </a:cubicBezTo>
                    <a:cubicBezTo>
                      <a:pt x="334" y="8640"/>
                      <a:pt x="367" y="7706"/>
                      <a:pt x="434" y="7473"/>
                    </a:cubicBezTo>
                    <a:lnTo>
                      <a:pt x="467" y="7473"/>
                    </a:lnTo>
                    <a:cubicBezTo>
                      <a:pt x="492" y="7485"/>
                      <a:pt x="525" y="7493"/>
                      <a:pt x="563" y="7493"/>
                    </a:cubicBezTo>
                    <a:cubicBezTo>
                      <a:pt x="627" y="7493"/>
                      <a:pt x="704" y="7470"/>
                      <a:pt x="768" y="7406"/>
                    </a:cubicBezTo>
                    <a:cubicBezTo>
                      <a:pt x="968" y="7206"/>
                      <a:pt x="1068" y="6772"/>
                      <a:pt x="601" y="134"/>
                    </a:cubicBezTo>
                    <a:cubicBezTo>
                      <a:pt x="601" y="68"/>
                      <a:pt x="53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6"/>
              <p:cNvSpPr/>
              <p:nvPr/>
            </p:nvSpPr>
            <p:spPr>
              <a:xfrm>
                <a:off x="1725575" y="2921700"/>
                <a:ext cx="30875" cy="228525"/>
              </a:xfrm>
              <a:custGeom>
                <a:avLst/>
                <a:gdLst/>
                <a:ahLst/>
                <a:cxnLst/>
                <a:rect l="l" t="t" r="r" b="b"/>
                <a:pathLst>
                  <a:path w="1235" h="9141" extrusionOk="0">
                    <a:moveTo>
                      <a:pt x="1101" y="1"/>
                    </a:moveTo>
                    <a:cubicBezTo>
                      <a:pt x="1001" y="1"/>
                      <a:pt x="934" y="67"/>
                      <a:pt x="934" y="167"/>
                    </a:cubicBezTo>
                    <a:cubicBezTo>
                      <a:pt x="734" y="3470"/>
                      <a:pt x="401" y="5138"/>
                      <a:pt x="234" y="6072"/>
                    </a:cubicBezTo>
                    <a:cubicBezTo>
                      <a:pt x="34" y="6939"/>
                      <a:pt x="0" y="7206"/>
                      <a:pt x="434" y="7439"/>
                    </a:cubicBezTo>
                    <a:cubicBezTo>
                      <a:pt x="601" y="7539"/>
                      <a:pt x="634" y="8273"/>
                      <a:pt x="467" y="8673"/>
                    </a:cubicBezTo>
                    <a:cubicBezTo>
                      <a:pt x="434" y="8740"/>
                      <a:pt x="367" y="8840"/>
                      <a:pt x="301" y="8840"/>
                    </a:cubicBezTo>
                    <a:cubicBezTo>
                      <a:pt x="275" y="8832"/>
                      <a:pt x="253" y="8828"/>
                      <a:pt x="232" y="8828"/>
                    </a:cubicBezTo>
                    <a:cubicBezTo>
                      <a:pt x="169" y="8828"/>
                      <a:pt x="125" y="8865"/>
                      <a:pt x="100" y="8940"/>
                    </a:cubicBezTo>
                    <a:cubicBezTo>
                      <a:pt x="67" y="9007"/>
                      <a:pt x="100" y="9107"/>
                      <a:pt x="200" y="9140"/>
                    </a:cubicBezTo>
                    <a:lnTo>
                      <a:pt x="334" y="9140"/>
                    </a:lnTo>
                    <a:cubicBezTo>
                      <a:pt x="434" y="9140"/>
                      <a:pt x="634" y="9074"/>
                      <a:pt x="734" y="8807"/>
                    </a:cubicBezTo>
                    <a:cubicBezTo>
                      <a:pt x="934" y="8340"/>
                      <a:pt x="968" y="7406"/>
                      <a:pt x="567" y="7172"/>
                    </a:cubicBezTo>
                    <a:cubicBezTo>
                      <a:pt x="367" y="7072"/>
                      <a:pt x="367" y="7039"/>
                      <a:pt x="534" y="6138"/>
                    </a:cubicBezTo>
                    <a:cubicBezTo>
                      <a:pt x="701" y="5204"/>
                      <a:pt x="1034" y="3503"/>
                      <a:pt x="1235" y="167"/>
                    </a:cubicBezTo>
                    <a:cubicBezTo>
                      <a:pt x="1235" y="101"/>
                      <a:pt x="1201" y="34"/>
                      <a:pt x="1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6"/>
              <p:cNvSpPr/>
              <p:nvPr/>
            </p:nvSpPr>
            <p:spPr>
              <a:xfrm>
                <a:off x="1725575" y="3198500"/>
                <a:ext cx="50050" cy="20950"/>
              </a:xfrm>
              <a:custGeom>
                <a:avLst/>
                <a:gdLst/>
                <a:ahLst/>
                <a:cxnLst/>
                <a:rect l="l" t="t" r="r" b="b"/>
                <a:pathLst>
                  <a:path w="2002" h="838" extrusionOk="0">
                    <a:moveTo>
                      <a:pt x="186" y="0"/>
                    </a:moveTo>
                    <a:cubicBezTo>
                      <a:pt x="156" y="0"/>
                      <a:pt x="126" y="11"/>
                      <a:pt x="100" y="36"/>
                    </a:cubicBezTo>
                    <a:cubicBezTo>
                      <a:pt x="34" y="70"/>
                      <a:pt x="0" y="170"/>
                      <a:pt x="67" y="237"/>
                    </a:cubicBezTo>
                    <a:cubicBezTo>
                      <a:pt x="301" y="604"/>
                      <a:pt x="567" y="804"/>
                      <a:pt x="868" y="837"/>
                    </a:cubicBezTo>
                    <a:lnTo>
                      <a:pt x="1001" y="837"/>
                    </a:lnTo>
                    <a:cubicBezTo>
                      <a:pt x="1268" y="837"/>
                      <a:pt x="1568" y="704"/>
                      <a:pt x="1902" y="403"/>
                    </a:cubicBezTo>
                    <a:cubicBezTo>
                      <a:pt x="1968" y="337"/>
                      <a:pt x="2002" y="237"/>
                      <a:pt x="1935" y="170"/>
                    </a:cubicBezTo>
                    <a:cubicBezTo>
                      <a:pt x="1902" y="137"/>
                      <a:pt x="1860" y="120"/>
                      <a:pt x="1818" y="120"/>
                    </a:cubicBezTo>
                    <a:cubicBezTo>
                      <a:pt x="1777" y="120"/>
                      <a:pt x="1735" y="137"/>
                      <a:pt x="1702" y="170"/>
                    </a:cubicBezTo>
                    <a:cubicBezTo>
                      <a:pt x="1401" y="437"/>
                      <a:pt x="1134" y="537"/>
                      <a:pt x="901" y="537"/>
                    </a:cubicBezTo>
                    <a:cubicBezTo>
                      <a:pt x="701" y="503"/>
                      <a:pt x="501" y="337"/>
                      <a:pt x="301" y="70"/>
                    </a:cubicBezTo>
                    <a:cubicBezTo>
                      <a:pt x="280" y="29"/>
                      <a:pt x="234"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6"/>
              <p:cNvSpPr/>
              <p:nvPr/>
            </p:nvSpPr>
            <p:spPr>
              <a:xfrm>
                <a:off x="1713050" y="2865850"/>
                <a:ext cx="96775" cy="105075"/>
              </a:xfrm>
              <a:custGeom>
                <a:avLst/>
                <a:gdLst/>
                <a:ahLst/>
                <a:cxnLst/>
                <a:rect l="l" t="t" r="r" b="b"/>
                <a:pathLst>
                  <a:path w="3871" h="4203" extrusionOk="0">
                    <a:moveTo>
                      <a:pt x="1821" y="0"/>
                    </a:moveTo>
                    <a:cubicBezTo>
                      <a:pt x="1603" y="0"/>
                      <a:pt x="1393" y="68"/>
                      <a:pt x="1202" y="200"/>
                    </a:cubicBezTo>
                    <a:cubicBezTo>
                      <a:pt x="435" y="733"/>
                      <a:pt x="1" y="2235"/>
                      <a:pt x="301" y="3269"/>
                    </a:cubicBezTo>
                    <a:cubicBezTo>
                      <a:pt x="492" y="3810"/>
                      <a:pt x="865" y="4138"/>
                      <a:pt x="1392" y="4138"/>
                    </a:cubicBezTo>
                    <a:cubicBezTo>
                      <a:pt x="1417" y="4138"/>
                      <a:pt x="1443" y="4137"/>
                      <a:pt x="1469" y="4136"/>
                    </a:cubicBezTo>
                    <a:cubicBezTo>
                      <a:pt x="1569" y="4136"/>
                      <a:pt x="1635" y="4069"/>
                      <a:pt x="1635" y="3969"/>
                    </a:cubicBezTo>
                    <a:cubicBezTo>
                      <a:pt x="1635" y="3902"/>
                      <a:pt x="1569" y="3836"/>
                      <a:pt x="1469" y="3836"/>
                    </a:cubicBezTo>
                    <a:cubicBezTo>
                      <a:pt x="1068" y="3836"/>
                      <a:pt x="768" y="3602"/>
                      <a:pt x="601" y="3169"/>
                    </a:cubicBezTo>
                    <a:cubicBezTo>
                      <a:pt x="335" y="2301"/>
                      <a:pt x="735" y="900"/>
                      <a:pt x="1369" y="433"/>
                    </a:cubicBezTo>
                    <a:cubicBezTo>
                      <a:pt x="1507" y="350"/>
                      <a:pt x="1652" y="307"/>
                      <a:pt x="1802" y="307"/>
                    </a:cubicBezTo>
                    <a:cubicBezTo>
                      <a:pt x="2013" y="307"/>
                      <a:pt x="2236" y="391"/>
                      <a:pt x="2469" y="567"/>
                    </a:cubicBezTo>
                    <a:cubicBezTo>
                      <a:pt x="3370" y="1334"/>
                      <a:pt x="3503" y="2301"/>
                      <a:pt x="3303" y="2902"/>
                    </a:cubicBezTo>
                    <a:cubicBezTo>
                      <a:pt x="3137" y="3469"/>
                      <a:pt x="2736" y="3836"/>
                      <a:pt x="2169" y="3869"/>
                    </a:cubicBezTo>
                    <a:cubicBezTo>
                      <a:pt x="2102" y="3902"/>
                      <a:pt x="2036" y="3969"/>
                      <a:pt x="2036" y="4069"/>
                    </a:cubicBezTo>
                    <a:cubicBezTo>
                      <a:pt x="2036" y="4136"/>
                      <a:pt x="2102" y="4203"/>
                      <a:pt x="2203" y="4203"/>
                    </a:cubicBezTo>
                    <a:cubicBezTo>
                      <a:pt x="2870" y="4136"/>
                      <a:pt x="3403" y="3669"/>
                      <a:pt x="3604" y="3002"/>
                    </a:cubicBezTo>
                    <a:cubicBezTo>
                      <a:pt x="3870" y="2068"/>
                      <a:pt x="3503" y="1034"/>
                      <a:pt x="2670" y="333"/>
                    </a:cubicBezTo>
                    <a:cubicBezTo>
                      <a:pt x="2389" y="109"/>
                      <a:pt x="2099" y="0"/>
                      <a:pt x="18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6"/>
              <p:cNvSpPr/>
              <p:nvPr/>
            </p:nvSpPr>
            <p:spPr>
              <a:xfrm>
                <a:off x="926675" y="2915450"/>
                <a:ext cx="42550" cy="168050"/>
              </a:xfrm>
              <a:custGeom>
                <a:avLst/>
                <a:gdLst/>
                <a:ahLst/>
                <a:cxnLst/>
                <a:rect l="l" t="t" r="r" b="b"/>
                <a:pathLst>
                  <a:path w="1702" h="6722" extrusionOk="0">
                    <a:moveTo>
                      <a:pt x="1184" y="0"/>
                    </a:moveTo>
                    <a:cubicBezTo>
                      <a:pt x="1143" y="0"/>
                      <a:pt x="1101" y="17"/>
                      <a:pt x="1068" y="50"/>
                    </a:cubicBezTo>
                    <a:cubicBezTo>
                      <a:pt x="1034" y="117"/>
                      <a:pt x="1034" y="217"/>
                      <a:pt x="1101" y="284"/>
                    </a:cubicBezTo>
                    <a:cubicBezTo>
                      <a:pt x="1301" y="451"/>
                      <a:pt x="1401" y="751"/>
                      <a:pt x="1368" y="1051"/>
                    </a:cubicBezTo>
                    <a:cubicBezTo>
                      <a:pt x="1268" y="2752"/>
                      <a:pt x="967" y="4487"/>
                      <a:pt x="500" y="6155"/>
                    </a:cubicBezTo>
                    <a:cubicBezTo>
                      <a:pt x="400" y="5888"/>
                      <a:pt x="367" y="5588"/>
                      <a:pt x="367" y="5321"/>
                    </a:cubicBezTo>
                    <a:cubicBezTo>
                      <a:pt x="334" y="4720"/>
                      <a:pt x="367" y="4053"/>
                      <a:pt x="400" y="3386"/>
                    </a:cubicBezTo>
                    <a:cubicBezTo>
                      <a:pt x="400" y="3086"/>
                      <a:pt x="434" y="2786"/>
                      <a:pt x="434" y="2485"/>
                    </a:cubicBezTo>
                    <a:cubicBezTo>
                      <a:pt x="434" y="2385"/>
                      <a:pt x="367" y="2319"/>
                      <a:pt x="300" y="2319"/>
                    </a:cubicBezTo>
                    <a:cubicBezTo>
                      <a:pt x="200" y="2319"/>
                      <a:pt x="134" y="2385"/>
                      <a:pt x="134" y="2485"/>
                    </a:cubicBezTo>
                    <a:cubicBezTo>
                      <a:pt x="134" y="2752"/>
                      <a:pt x="100" y="3053"/>
                      <a:pt x="100" y="3386"/>
                    </a:cubicBezTo>
                    <a:cubicBezTo>
                      <a:pt x="33" y="4020"/>
                      <a:pt x="0" y="4720"/>
                      <a:pt x="33" y="5354"/>
                    </a:cubicBezTo>
                    <a:cubicBezTo>
                      <a:pt x="67" y="5788"/>
                      <a:pt x="134" y="6288"/>
                      <a:pt x="400" y="6655"/>
                    </a:cubicBezTo>
                    <a:cubicBezTo>
                      <a:pt x="434" y="6722"/>
                      <a:pt x="500" y="6722"/>
                      <a:pt x="534" y="6722"/>
                    </a:cubicBezTo>
                    <a:lnTo>
                      <a:pt x="567" y="6722"/>
                    </a:lnTo>
                    <a:cubicBezTo>
                      <a:pt x="634" y="6722"/>
                      <a:pt x="667" y="6655"/>
                      <a:pt x="701" y="6622"/>
                    </a:cubicBezTo>
                    <a:cubicBezTo>
                      <a:pt x="1234" y="4820"/>
                      <a:pt x="1568" y="2919"/>
                      <a:pt x="1701" y="1051"/>
                    </a:cubicBezTo>
                    <a:cubicBezTo>
                      <a:pt x="1701" y="651"/>
                      <a:pt x="1568" y="251"/>
                      <a:pt x="1301" y="50"/>
                    </a:cubicBezTo>
                    <a:cubicBezTo>
                      <a:pt x="1268" y="17"/>
                      <a:pt x="1226" y="0"/>
                      <a:pt x="1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6"/>
              <p:cNvSpPr/>
              <p:nvPr/>
            </p:nvSpPr>
            <p:spPr>
              <a:xfrm>
                <a:off x="652300" y="2823200"/>
                <a:ext cx="40050" cy="221950"/>
              </a:xfrm>
              <a:custGeom>
                <a:avLst/>
                <a:gdLst/>
                <a:ahLst/>
                <a:cxnLst/>
                <a:rect l="l" t="t" r="r" b="b"/>
                <a:pathLst>
                  <a:path w="1602" h="8878" extrusionOk="0">
                    <a:moveTo>
                      <a:pt x="434" y="305"/>
                    </a:moveTo>
                    <a:cubicBezTo>
                      <a:pt x="468" y="305"/>
                      <a:pt x="468" y="338"/>
                      <a:pt x="501" y="405"/>
                    </a:cubicBezTo>
                    <a:cubicBezTo>
                      <a:pt x="1302" y="1739"/>
                      <a:pt x="1268" y="3307"/>
                      <a:pt x="1268" y="4841"/>
                    </a:cubicBezTo>
                    <a:cubicBezTo>
                      <a:pt x="1268" y="5141"/>
                      <a:pt x="1268" y="5408"/>
                      <a:pt x="1268" y="5675"/>
                    </a:cubicBezTo>
                    <a:cubicBezTo>
                      <a:pt x="1268" y="6309"/>
                      <a:pt x="1302" y="6943"/>
                      <a:pt x="1168" y="7543"/>
                    </a:cubicBezTo>
                    <a:cubicBezTo>
                      <a:pt x="1068" y="7910"/>
                      <a:pt x="935" y="8210"/>
                      <a:pt x="768" y="8410"/>
                    </a:cubicBezTo>
                    <a:cubicBezTo>
                      <a:pt x="468" y="7243"/>
                      <a:pt x="501" y="6042"/>
                      <a:pt x="501" y="4841"/>
                    </a:cubicBezTo>
                    <a:cubicBezTo>
                      <a:pt x="501" y="4107"/>
                      <a:pt x="534" y="3340"/>
                      <a:pt x="468" y="2573"/>
                    </a:cubicBezTo>
                    <a:cubicBezTo>
                      <a:pt x="468" y="2439"/>
                      <a:pt x="434" y="2273"/>
                      <a:pt x="434" y="2106"/>
                    </a:cubicBezTo>
                    <a:cubicBezTo>
                      <a:pt x="368" y="1539"/>
                      <a:pt x="301" y="938"/>
                      <a:pt x="401" y="405"/>
                    </a:cubicBezTo>
                    <a:cubicBezTo>
                      <a:pt x="401" y="338"/>
                      <a:pt x="434" y="338"/>
                      <a:pt x="434" y="305"/>
                    </a:cubicBezTo>
                    <a:close/>
                    <a:moveTo>
                      <a:pt x="435" y="0"/>
                    </a:moveTo>
                    <a:cubicBezTo>
                      <a:pt x="414" y="0"/>
                      <a:pt x="391" y="1"/>
                      <a:pt x="368" y="4"/>
                    </a:cubicBezTo>
                    <a:cubicBezTo>
                      <a:pt x="167" y="4"/>
                      <a:pt x="134" y="238"/>
                      <a:pt x="101" y="338"/>
                    </a:cubicBezTo>
                    <a:cubicBezTo>
                      <a:pt x="1" y="938"/>
                      <a:pt x="67" y="1539"/>
                      <a:pt x="101" y="2139"/>
                    </a:cubicBezTo>
                    <a:cubicBezTo>
                      <a:pt x="134" y="2306"/>
                      <a:pt x="134" y="2473"/>
                      <a:pt x="167" y="2606"/>
                    </a:cubicBezTo>
                    <a:cubicBezTo>
                      <a:pt x="201" y="3340"/>
                      <a:pt x="201" y="4107"/>
                      <a:pt x="201" y="4841"/>
                    </a:cubicBezTo>
                    <a:cubicBezTo>
                      <a:pt x="167" y="6142"/>
                      <a:pt x="167" y="7476"/>
                      <a:pt x="534" y="8744"/>
                    </a:cubicBezTo>
                    <a:cubicBezTo>
                      <a:pt x="534" y="8811"/>
                      <a:pt x="568" y="8844"/>
                      <a:pt x="634" y="8877"/>
                    </a:cubicBezTo>
                    <a:lnTo>
                      <a:pt x="668" y="8877"/>
                    </a:lnTo>
                    <a:cubicBezTo>
                      <a:pt x="701" y="8877"/>
                      <a:pt x="734" y="8844"/>
                      <a:pt x="768" y="8844"/>
                    </a:cubicBezTo>
                    <a:cubicBezTo>
                      <a:pt x="1101" y="8577"/>
                      <a:pt x="1335" y="8177"/>
                      <a:pt x="1468" y="7610"/>
                    </a:cubicBezTo>
                    <a:cubicBezTo>
                      <a:pt x="1602" y="6976"/>
                      <a:pt x="1602" y="6309"/>
                      <a:pt x="1602" y="5675"/>
                    </a:cubicBezTo>
                    <a:cubicBezTo>
                      <a:pt x="1602" y="5408"/>
                      <a:pt x="1602" y="5141"/>
                      <a:pt x="1602" y="4875"/>
                    </a:cubicBezTo>
                    <a:cubicBezTo>
                      <a:pt x="1602" y="3273"/>
                      <a:pt x="1602" y="1639"/>
                      <a:pt x="768" y="238"/>
                    </a:cubicBezTo>
                    <a:cubicBezTo>
                      <a:pt x="737" y="147"/>
                      <a:pt x="652" y="0"/>
                      <a:pt x="4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6"/>
              <p:cNvSpPr/>
              <p:nvPr/>
            </p:nvSpPr>
            <p:spPr>
              <a:xfrm>
                <a:off x="382950" y="2830475"/>
                <a:ext cx="40050" cy="185475"/>
              </a:xfrm>
              <a:custGeom>
                <a:avLst/>
                <a:gdLst/>
                <a:ahLst/>
                <a:cxnLst/>
                <a:rect l="l" t="t" r="r" b="b"/>
                <a:pathLst>
                  <a:path w="1602" h="7419" extrusionOk="0">
                    <a:moveTo>
                      <a:pt x="834" y="314"/>
                    </a:moveTo>
                    <a:cubicBezTo>
                      <a:pt x="901" y="414"/>
                      <a:pt x="1001" y="614"/>
                      <a:pt x="1068" y="747"/>
                    </a:cubicBezTo>
                    <a:lnTo>
                      <a:pt x="1101" y="881"/>
                    </a:lnTo>
                    <a:cubicBezTo>
                      <a:pt x="1168" y="1081"/>
                      <a:pt x="1201" y="1281"/>
                      <a:pt x="1201" y="1548"/>
                    </a:cubicBezTo>
                    <a:cubicBezTo>
                      <a:pt x="1301" y="3349"/>
                      <a:pt x="1268" y="5251"/>
                      <a:pt x="534" y="6919"/>
                    </a:cubicBezTo>
                    <a:cubicBezTo>
                      <a:pt x="334" y="6485"/>
                      <a:pt x="334" y="5985"/>
                      <a:pt x="334" y="5484"/>
                    </a:cubicBezTo>
                    <a:cubicBezTo>
                      <a:pt x="334" y="4550"/>
                      <a:pt x="367" y="3650"/>
                      <a:pt x="401" y="2716"/>
                    </a:cubicBezTo>
                    <a:cubicBezTo>
                      <a:pt x="434" y="2549"/>
                      <a:pt x="434" y="2349"/>
                      <a:pt x="434" y="2115"/>
                    </a:cubicBezTo>
                    <a:cubicBezTo>
                      <a:pt x="434" y="1648"/>
                      <a:pt x="434" y="1148"/>
                      <a:pt x="534" y="714"/>
                    </a:cubicBezTo>
                    <a:cubicBezTo>
                      <a:pt x="567" y="581"/>
                      <a:pt x="634" y="481"/>
                      <a:pt x="667" y="381"/>
                    </a:cubicBezTo>
                    <a:cubicBezTo>
                      <a:pt x="701" y="347"/>
                      <a:pt x="734" y="314"/>
                      <a:pt x="767" y="314"/>
                    </a:cubicBezTo>
                    <a:close/>
                    <a:moveTo>
                      <a:pt x="786" y="0"/>
                    </a:moveTo>
                    <a:cubicBezTo>
                      <a:pt x="757" y="0"/>
                      <a:pt x="728" y="5"/>
                      <a:pt x="701" y="14"/>
                    </a:cubicBezTo>
                    <a:cubicBezTo>
                      <a:pt x="567" y="47"/>
                      <a:pt x="467" y="114"/>
                      <a:pt x="401" y="214"/>
                    </a:cubicBezTo>
                    <a:cubicBezTo>
                      <a:pt x="334" y="347"/>
                      <a:pt x="267" y="481"/>
                      <a:pt x="234" y="647"/>
                    </a:cubicBezTo>
                    <a:cubicBezTo>
                      <a:pt x="134" y="1081"/>
                      <a:pt x="134" y="1615"/>
                      <a:pt x="100" y="2115"/>
                    </a:cubicBezTo>
                    <a:cubicBezTo>
                      <a:pt x="100" y="2315"/>
                      <a:pt x="100" y="2515"/>
                      <a:pt x="100" y="2682"/>
                    </a:cubicBezTo>
                    <a:cubicBezTo>
                      <a:pt x="34" y="3616"/>
                      <a:pt x="0" y="4550"/>
                      <a:pt x="0" y="5451"/>
                    </a:cubicBezTo>
                    <a:cubicBezTo>
                      <a:pt x="0" y="6118"/>
                      <a:pt x="34" y="6785"/>
                      <a:pt x="401" y="7319"/>
                    </a:cubicBezTo>
                    <a:cubicBezTo>
                      <a:pt x="401" y="7386"/>
                      <a:pt x="467" y="7419"/>
                      <a:pt x="534" y="7419"/>
                    </a:cubicBezTo>
                    <a:cubicBezTo>
                      <a:pt x="534" y="7419"/>
                      <a:pt x="534" y="7419"/>
                      <a:pt x="534" y="7386"/>
                    </a:cubicBezTo>
                    <a:cubicBezTo>
                      <a:pt x="601" y="7386"/>
                      <a:pt x="634" y="7352"/>
                      <a:pt x="667" y="7319"/>
                    </a:cubicBezTo>
                    <a:cubicBezTo>
                      <a:pt x="1568" y="5518"/>
                      <a:pt x="1601" y="3483"/>
                      <a:pt x="1535" y="1548"/>
                    </a:cubicBezTo>
                    <a:cubicBezTo>
                      <a:pt x="1501" y="1315"/>
                      <a:pt x="1501" y="1014"/>
                      <a:pt x="1401" y="714"/>
                    </a:cubicBezTo>
                    <a:lnTo>
                      <a:pt x="1335" y="614"/>
                    </a:lnTo>
                    <a:cubicBezTo>
                      <a:pt x="1268" y="447"/>
                      <a:pt x="1168" y="180"/>
                      <a:pt x="1001" y="80"/>
                    </a:cubicBezTo>
                    <a:cubicBezTo>
                      <a:pt x="952" y="31"/>
                      <a:pt x="868" y="0"/>
                      <a:pt x="7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6"/>
              <p:cNvSpPr/>
              <p:nvPr/>
            </p:nvSpPr>
            <p:spPr>
              <a:xfrm>
                <a:off x="1913200" y="2908875"/>
                <a:ext cx="40900" cy="175475"/>
              </a:xfrm>
              <a:custGeom>
                <a:avLst/>
                <a:gdLst/>
                <a:ahLst/>
                <a:cxnLst/>
                <a:rect l="l" t="t" r="r" b="b"/>
                <a:pathLst>
                  <a:path w="1636" h="7019" extrusionOk="0">
                    <a:moveTo>
                      <a:pt x="509" y="0"/>
                    </a:moveTo>
                    <a:cubicBezTo>
                      <a:pt x="452" y="0"/>
                      <a:pt x="392" y="31"/>
                      <a:pt x="368" y="80"/>
                    </a:cubicBezTo>
                    <a:cubicBezTo>
                      <a:pt x="134" y="480"/>
                      <a:pt x="1" y="1081"/>
                      <a:pt x="1" y="1681"/>
                    </a:cubicBezTo>
                    <a:cubicBezTo>
                      <a:pt x="34" y="3249"/>
                      <a:pt x="301" y="4817"/>
                      <a:pt x="534" y="6351"/>
                    </a:cubicBezTo>
                    <a:cubicBezTo>
                      <a:pt x="534" y="6551"/>
                      <a:pt x="601" y="6851"/>
                      <a:pt x="868" y="7018"/>
                    </a:cubicBezTo>
                    <a:lnTo>
                      <a:pt x="935" y="7018"/>
                    </a:lnTo>
                    <a:cubicBezTo>
                      <a:pt x="968" y="7018"/>
                      <a:pt x="1001" y="7018"/>
                      <a:pt x="1035" y="6985"/>
                    </a:cubicBezTo>
                    <a:cubicBezTo>
                      <a:pt x="1235" y="6818"/>
                      <a:pt x="1302" y="6585"/>
                      <a:pt x="1335" y="6384"/>
                    </a:cubicBezTo>
                    <a:cubicBezTo>
                      <a:pt x="1635" y="5117"/>
                      <a:pt x="1635" y="3749"/>
                      <a:pt x="1402" y="2115"/>
                    </a:cubicBezTo>
                    <a:cubicBezTo>
                      <a:pt x="1402" y="2048"/>
                      <a:pt x="1302" y="1981"/>
                      <a:pt x="1235" y="1981"/>
                    </a:cubicBezTo>
                    <a:cubicBezTo>
                      <a:pt x="1135" y="2015"/>
                      <a:pt x="1068" y="2081"/>
                      <a:pt x="1101" y="2148"/>
                    </a:cubicBezTo>
                    <a:cubicBezTo>
                      <a:pt x="1335" y="3749"/>
                      <a:pt x="1335" y="5083"/>
                      <a:pt x="1035" y="6318"/>
                    </a:cubicBezTo>
                    <a:cubicBezTo>
                      <a:pt x="1001" y="6418"/>
                      <a:pt x="968" y="6551"/>
                      <a:pt x="935" y="6618"/>
                    </a:cubicBezTo>
                    <a:cubicBezTo>
                      <a:pt x="868" y="6551"/>
                      <a:pt x="868" y="6451"/>
                      <a:pt x="835" y="6318"/>
                    </a:cubicBezTo>
                    <a:cubicBezTo>
                      <a:pt x="601" y="4783"/>
                      <a:pt x="334" y="3215"/>
                      <a:pt x="334" y="1681"/>
                    </a:cubicBezTo>
                    <a:cubicBezTo>
                      <a:pt x="334" y="1147"/>
                      <a:pt x="434" y="580"/>
                      <a:pt x="634" y="213"/>
                    </a:cubicBezTo>
                    <a:cubicBezTo>
                      <a:pt x="701" y="147"/>
                      <a:pt x="668" y="47"/>
                      <a:pt x="568" y="13"/>
                    </a:cubicBezTo>
                    <a:cubicBezTo>
                      <a:pt x="550" y="4"/>
                      <a:pt x="530" y="0"/>
                      <a:pt x="5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6"/>
              <p:cNvSpPr/>
              <p:nvPr/>
            </p:nvSpPr>
            <p:spPr>
              <a:xfrm>
                <a:off x="2182575" y="2833300"/>
                <a:ext cx="45875" cy="215175"/>
              </a:xfrm>
              <a:custGeom>
                <a:avLst/>
                <a:gdLst/>
                <a:ahLst/>
                <a:cxnLst/>
                <a:rect l="l" t="t" r="r" b="b"/>
                <a:pathLst>
                  <a:path w="1835" h="8607" extrusionOk="0">
                    <a:moveTo>
                      <a:pt x="1334" y="301"/>
                    </a:moveTo>
                    <a:cubicBezTo>
                      <a:pt x="1334" y="301"/>
                      <a:pt x="1368" y="334"/>
                      <a:pt x="1368" y="368"/>
                    </a:cubicBezTo>
                    <a:cubicBezTo>
                      <a:pt x="1501" y="568"/>
                      <a:pt x="1501" y="1068"/>
                      <a:pt x="1468" y="1402"/>
                    </a:cubicBezTo>
                    <a:cubicBezTo>
                      <a:pt x="1468" y="1502"/>
                      <a:pt x="1468" y="1568"/>
                      <a:pt x="1468" y="1669"/>
                    </a:cubicBezTo>
                    <a:cubicBezTo>
                      <a:pt x="1468" y="2336"/>
                      <a:pt x="1434" y="3036"/>
                      <a:pt x="1401" y="3703"/>
                    </a:cubicBezTo>
                    <a:lnTo>
                      <a:pt x="1301" y="5972"/>
                    </a:lnTo>
                    <a:cubicBezTo>
                      <a:pt x="1268" y="6705"/>
                      <a:pt x="1234" y="7473"/>
                      <a:pt x="1101" y="8207"/>
                    </a:cubicBezTo>
                    <a:cubicBezTo>
                      <a:pt x="1101" y="8240"/>
                      <a:pt x="1067" y="8240"/>
                      <a:pt x="1067" y="8273"/>
                    </a:cubicBezTo>
                    <a:cubicBezTo>
                      <a:pt x="1067" y="8273"/>
                      <a:pt x="1067" y="8240"/>
                      <a:pt x="1067" y="8240"/>
                    </a:cubicBezTo>
                    <a:cubicBezTo>
                      <a:pt x="701" y="7206"/>
                      <a:pt x="334" y="6072"/>
                      <a:pt x="300" y="4904"/>
                    </a:cubicBezTo>
                    <a:cubicBezTo>
                      <a:pt x="300" y="4437"/>
                      <a:pt x="367" y="3970"/>
                      <a:pt x="434" y="3470"/>
                    </a:cubicBezTo>
                    <a:cubicBezTo>
                      <a:pt x="534" y="2636"/>
                      <a:pt x="634" y="1735"/>
                      <a:pt x="1001" y="935"/>
                    </a:cubicBezTo>
                    <a:lnTo>
                      <a:pt x="1001" y="901"/>
                    </a:lnTo>
                    <a:cubicBezTo>
                      <a:pt x="1234" y="401"/>
                      <a:pt x="1334" y="334"/>
                      <a:pt x="1334" y="301"/>
                    </a:cubicBezTo>
                    <a:close/>
                    <a:moveTo>
                      <a:pt x="1334" y="1"/>
                    </a:moveTo>
                    <a:cubicBezTo>
                      <a:pt x="1067" y="1"/>
                      <a:pt x="867" y="401"/>
                      <a:pt x="734" y="768"/>
                    </a:cubicBezTo>
                    <a:lnTo>
                      <a:pt x="701" y="801"/>
                    </a:lnTo>
                    <a:cubicBezTo>
                      <a:pt x="334" y="1669"/>
                      <a:pt x="234" y="2569"/>
                      <a:pt x="100" y="3436"/>
                    </a:cubicBezTo>
                    <a:cubicBezTo>
                      <a:pt x="67" y="3937"/>
                      <a:pt x="0" y="4437"/>
                      <a:pt x="0" y="4938"/>
                    </a:cubicBezTo>
                    <a:cubicBezTo>
                      <a:pt x="0" y="6138"/>
                      <a:pt x="367" y="7273"/>
                      <a:pt x="767" y="8340"/>
                    </a:cubicBezTo>
                    <a:cubicBezTo>
                      <a:pt x="801" y="8407"/>
                      <a:pt x="834" y="8573"/>
                      <a:pt x="1001" y="8607"/>
                    </a:cubicBezTo>
                    <a:lnTo>
                      <a:pt x="1067" y="8607"/>
                    </a:lnTo>
                    <a:cubicBezTo>
                      <a:pt x="1134" y="8607"/>
                      <a:pt x="1168" y="8607"/>
                      <a:pt x="1234" y="8573"/>
                    </a:cubicBezTo>
                    <a:cubicBezTo>
                      <a:pt x="1334" y="8507"/>
                      <a:pt x="1401" y="8340"/>
                      <a:pt x="1401" y="8273"/>
                    </a:cubicBezTo>
                    <a:cubicBezTo>
                      <a:pt x="1534" y="7506"/>
                      <a:pt x="1568" y="6739"/>
                      <a:pt x="1601" y="6005"/>
                    </a:cubicBezTo>
                    <a:lnTo>
                      <a:pt x="1701" y="3703"/>
                    </a:lnTo>
                    <a:cubicBezTo>
                      <a:pt x="1735" y="3036"/>
                      <a:pt x="1768" y="2336"/>
                      <a:pt x="1768" y="1669"/>
                    </a:cubicBezTo>
                    <a:cubicBezTo>
                      <a:pt x="1768" y="1568"/>
                      <a:pt x="1768" y="1502"/>
                      <a:pt x="1801" y="1402"/>
                    </a:cubicBezTo>
                    <a:cubicBezTo>
                      <a:pt x="1801" y="1001"/>
                      <a:pt x="1835" y="501"/>
                      <a:pt x="1635" y="201"/>
                    </a:cubicBezTo>
                    <a:cubicBezTo>
                      <a:pt x="1534" y="34"/>
                      <a:pt x="1434" y="1"/>
                      <a:pt x="1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6"/>
              <p:cNvSpPr/>
              <p:nvPr/>
            </p:nvSpPr>
            <p:spPr>
              <a:xfrm>
                <a:off x="2454425" y="2847475"/>
                <a:ext cx="36725" cy="176825"/>
              </a:xfrm>
              <a:custGeom>
                <a:avLst/>
                <a:gdLst/>
                <a:ahLst/>
                <a:cxnLst/>
                <a:rect l="l" t="t" r="r" b="b"/>
                <a:pathLst>
                  <a:path w="1469" h="7073" extrusionOk="0">
                    <a:moveTo>
                      <a:pt x="868" y="334"/>
                    </a:moveTo>
                    <a:cubicBezTo>
                      <a:pt x="1001" y="468"/>
                      <a:pt x="1201" y="968"/>
                      <a:pt x="1135" y="2836"/>
                    </a:cubicBezTo>
                    <a:lnTo>
                      <a:pt x="1068" y="4804"/>
                    </a:lnTo>
                    <a:cubicBezTo>
                      <a:pt x="1035" y="5371"/>
                      <a:pt x="1035" y="5938"/>
                      <a:pt x="901" y="6505"/>
                    </a:cubicBezTo>
                    <a:cubicBezTo>
                      <a:pt x="701" y="6038"/>
                      <a:pt x="601" y="5505"/>
                      <a:pt x="534" y="5004"/>
                    </a:cubicBezTo>
                    <a:cubicBezTo>
                      <a:pt x="401" y="4204"/>
                      <a:pt x="334" y="3403"/>
                      <a:pt x="334" y="2603"/>
                    </a:cubicBezTo>
                    <a:cubicBezTo>
                      <a:pt x="301" y="2169"/>
                      <a:pt x="301" y="1669"/>
                      <a:pt x="434" y="1168"/>
                    </a:cubicBezTo>
                    <a:cubicBezTo>
                      <a:pt x="634" y="334"/>
                      <a:pt x="801" y="334"/>
                      <a:pt x="801" y="334"/>
                    </a:cubicBezTo>
                    <a:close/>
                    <a:moveTo>
                      <a:pt x="801" y="1"/>
                    </a:moveTo>
                    <a:cubicBezTo>
                      <a:pt x="501" y="34"/>
                      <a:pt x="301" y="368"/>
                      <a:pt x="101" y="1102"/>
                    </a:cubicBezTo>
                    <a:cubicBezTo>
                      <a:pt x="0" y="1635"/>
                      <a:pt x="0" y="2169"/>
                      <a:pt x="0" y="2636"/>
                    </a:cubicBezTo>
                    <a:cubicBezTo>
                      <a:pt x="34" y="3437"/>
                      <a:pt x="101" y="4237"/>
                      <a:pt x="201" y="5038"/>
                    </a:cubicBezTo>
                    <a:cubicBezTo>
                      <a:pt x="301" y="5705"/>
                      <a:pt x="434" y="6405"/>
                      <a:pt x="834" y="7006"/>
                    </a:cubicBezTo>
                    <a:cubicBezTo>
                      <a:pt x="868" y="7072"/>
                      <a:pt x="901" y="7072"/>
                      <a:pt x="968" y="7072"/>
                    </a:cubicBezTo>
                    <a:cubicBezTo>
                      <a:pt x="1035" y="7072"/>
                      <a:pt x="1068" y="7039"/>
                      <a:pt x="1101" y="6972"/>
                    </a:cubicBezTo>
                    <a:cubicBezTo>
                      <a:pt x="1335" y="6272"/>
                      <a:pt x="1368" y="5538"/>
                      <a:pt x="1368" y="4804"/>
                    </a:cubicBezTo>
                    <a:lnTo>
                      <a:pt x="1435" y="2869"/>
                    </a:lnTo>
                    <a:cubicBezTo>
                      <a:pt x="1468" y="1302"/>
                      <a:pt x="1368" y="434"/>
                      <a:pt x="1101" y="134"/>
                    </a:cubicBezTo>
                    <a:cubicBezTo>
                      <a:pt x="1001" y="67"/>
                      <a:pt x="901" y="34"/>
                      <a:pt x="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6"/>
              <p:cNvSpPr/>
              <p:nvPr/>
            </p:nvSpPr>
            <p:spPr>
              <a:xfrm>
                <a:off x="953350" y="2798050"/>
                <a:ext cx="970725" cy="328000"/>
              </a:xfrm>
              <a:custGeom>
                <a:avLst/>
                <a:gdLst/>
                <a:ahLst/>
                <a:cxnLst/>
                <a:rect l="l" t="t" r="r" b="b"/>
                <a:pathLst>
                  <a:path w="38829" h="13120" extrusionOk="0">
                    <a:moveTo>
                      <a:pt x="6785" y="1"/>
                    </a:moveTo>
                    <a:cubicBezTo>
                      <a:pt x="5064" y="1"/>
                      <a:pt x="2884" y="129"/>
                      <a:pt x="134" y="377"/>
                    </a:cubicBezTo>
                    <a:cubicBezTo>
                      <a:pt x="67" y="410"/>
                      <a:pt x="1" y="477"/>
                      <a:pt x="1" y="577"/>
                    </a:cubicBezTo>
                    <a:cubicBezTo>
                      <a:pt x="1" y="643"/>
                      <a:pt x="101" y="710"/>
                      <a:pt x="167" y="710"/>
                    </a:cubicBezTo>
                    <a:cubicBezTo>
                      <a:pt x="2988" y="440"/>
                      <a:pt x="5197" y="303"/>
                      <a:pt x="6917" y="303"/>
                    </a:cubicBezTo>
                    <a:cubicBezTo>
                      <a:pt x="9652" y="303"/>
                      <a:pt x="11151" y="648"/>
                      <a:pt x="11909" y="1344"/>
                    </a:cubicBezTo>
                    <a:cubicBezTo>
                      <a:pt x="12743" y="2145"/>
                      <a:pt x="12743" y="3379"/>
                      <a:pt x="12710" y="5113"/>
                    </a:cubicBezTo>
                    <a:cubicBezTo>
                      <a:pt x="12710" y="6014"/>
                      <a:pt x="12676" y="7048"/>
                      <a:pt x="12776" y="8216"/>
                    </a:cubicBezTo>
                    <a:cubicBezTo>
                      <a:pt x="13210" y="12785"/>
                      <a:pt x="15779" y="13119"/>
                      <a:pt x="18647" y="13119"/>
                    </a:cubicBezTo>
                    <a:lnTo>
                      <a:pt x="20682" y="13119"/>
                    </a:lnTo>
                    <a:cubicBezTo>
                      <a:pt x="25986" y="13119"/>
                      <a:pt x="26086" y="8916"/>
                      <a:pt x="26153" y="5547"/>
                    </a:cubicBezTo>
                    <a:cubicBezTo>
                      <a:pt x="26219" y="2945"/>
                      <a:pt x="26286" y="677"/>
                      <a:pt x="28488" y="677"/>
                    </a:cubicBezTo>
                    <a:cubicBezTo>
                      <a:pt x="29255" y="677"/>
                      <a:pt x="30022" y="643"/>
                      <a:pt x="30756" y="643"/>
                    </a:cubicBezTo>
                    <a:cubicBezTo>
                      <a:pt x="31739" y="618"/>
                      <a:pt x="32737" y="593"/>
                      <a:pt x="33736" y="593"/>
                    </a:cubicBezTo>
                    <a:cubicBezTo>
                      <a:pt x="35381" y="593"/>
                      <a:pt x="37030" y="661"/>
                      <a:pt x="38628" y="910"/>
                    </a:cubicBezTo>
                    <a:cubicBezTo>
                      <a:pt x="38695" y="910"/>
                      <a:pt x="38795" y="877"/>
                      <a:pt x="38795" y="777"/>
                    </a:cubicBezTo>
                    <a:cubicBezTo>
                      <a:pt x="38828" y="710"/>
                      <a:pt x="38762" y="610"/>
                      <a:pt x="38662" y="610"/>
                    </a:cubicBezTo>
                    <a:cubicBezTo>
                      <a:pt x="36927" y="343"/>
                      <a:pt x="35148" y="284"/>
                      <a:pt x="33384" y="284"/>
                    </a:cubicBezTo>
                    <a:cubicBezTo>
                      <a:pt x="32502" y="284"/>
                      <a:pt x="31623" y="299"/>
                      <a:pt x="30756" y="310"/>
                    </a:cubicBezTo>
                    <a:cubicBezTo>
                      <a:pt x="29989" y="343"/>
                      <a:pt x="29255" y="343"/>
                      <a:pt x="28488" y="377"/>
                    </a:cubicBezTo>
                    <a:cubicBezTo>
                      <a:pt x="25986" y="377"/>
                      <a:pt x="25919" y="2878"/>
                      <a:pt x="25852" y="5547"/>
                    </a:cubicBezTo>
                    <a:cubicBezTo>
                      <a:pt x="25786" y="8949"/>
                      <a:pt x="25686" y="12785"/>
                      <a:pt x="20682" y="12785"/>
                    </a:cubicBezTo>
                    <a:lnTo>
                      <a:pt x="19381" y="12785"/>
                    </a:lnTo>
                    <a:cubicBezTo>
                      <a:pt x="19117" y="12788"/>
                      <a:pt x="18856" y="12791"/>
                      <a:pt x="18599" y="12791"/>
                    </a:cubicBezTo>
                    <a:cubicBezTo>
                      <a:pt x="15801" y="12791"/>
                      <a:pt x="13477" y="12459"/>
                      <a:pt x="13110" y="8182"/>
                    </a:cubicBezTo>
                    <a:cubicBezTo>
                      <a:pt x="13010" y="7048"/>
                      <a:pt x="13010" y="6014"/>
                      <a:pt x="13010" y="5113"/>
                    </a:cubicBezTo>
                    <a:cubicBezTo>
                      <a:pt x="13043" y="3312"/>
                      <a:pt x="13077" y="2011"/>
                      <a:pt x="12143" y="1144"/>
                    </a:cubicBezTo>
                    <a:cubicBezTo>
                      <a:pt x="11304" y="368"/>
                      <a:pt x="9700" y="1"/>
                      <a:pt x="67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6"/>
              <p:cNvSpPr/>
              <p:nvPr/>
            </p:nvSpPr>
            <p:spPr>
              <a:xfrm>
                <a:off x="1290250" y="3055125"/>
                <a:ext cx="299425" cy="270225"/>
              </a:xfrm>
              <a:custGeom>
                <a:avLst/>
                <a:gdLst/>
                <a:ahLst/>
                <a:cxnLst/>
                <a:rect l="l" t="t" r="r" b="b"/>
                <a:pathLst>
                  <a:path w="11977" h="10809" extrusionOk="0">
                    <a:moveTo>
                      <a:pt x="11809" y="1"/>
                    </a:moveTo>
                    <a:cubicBezTo>
                      <a:pt x="11743" y="1"/>
                      <a:pt x="11676" y="67"/>
                      <a:pt x="11676" y="167"/>
                    </a:cubicBezTo>
                    <a:cubicBezTo>
                      <a:pt x="11609" y="5705"/>
                      <a:pt x="9975" y="9507"/>
                      <a:pt x="7273" y="10341"/>
                    </a:cubicBezTo>
                    <a:cubicBezTo>
                      <a:pt x="6943" y="10441"/>
                      <a:pt x="6607" y="10489"/>
                      <a:pt x="6271" y="10489"/>
                    </a:cubicBezTo>
                    <a:cubicBezTo>
                      <a:pt x="4803" y="10489"/>
                      <a:pt x="3315" y="9568"/>
                      <a:pt x="2202" y="7940"/>
                    </a:cubicBezTo>
                    <a:cubicBezTo>
                      <a:pt x="368" y="5204"/>
                      <a:pt x="334" y="3036"/>
                      <a:pt x="334" y="1468"/>
                    </a:cubicBezTo>
                    <a:cubicBezTo>
                      <a:pt x="334" y="1135"/>
                      <a:pt x="334" y="835"/>
                      <a:pt x="301" y="568"/>
                    </a:cubicBezTo>
                    <a:cubicBezTo>
                      <a:pt x="301" y="501"/>
                      <a:pt x="201" y="434"/>
                      <a:pt x="134" y="434"/>
                    </a:cubicBezTo>
                    <a:cubicBezTo>
                      <a:pt x="68" y="434"/>
                      <a:pt x="1" y="501"/>
                      <a:pt x="1" y="601"/>
                    </a:cubicBezTo>
                    <a:cubicBezTo>
                      <a:pt x="1" y="868"/>
                      <a:pt x="34" y="1168"/>
                      <a:pt x="34" y="1468"/>
                    </a:cubicBezTo>
                    <a:cubicBezTo>
                      <a:pt x="34" y="3103"/>
                      <a:pt x="34" y="5304"/>
                      <a:pt x="1936" y="8106"/>
                    </a:cubicBezTo>
                    <a:cubicBezTo>
                      <a:pt x="3103" y="9841"/>
                      <a:pt x="4704" y="10808"/>
                      <a:pt x="6272" y="10808"/>
                    </a:cubicBezTo>
                    <a:cubicBezTo>
                      <a:pt x="6639" y="10808"/>
                      <a:pt x="7006" y="10742"/>
                      <a:pt x="7373" y="10642"/>
                    </a:cubicBezTo>
                    <a:cubicBezTo>
                      <a:pt x="10208" y="9774"/>
                      <a:pt x="11909" y="5872"/>
                      <a:pt x="11976" y="167"/>
                    </a:cubicBezTo>
                    <a:cubicBezTo>
                      <a:pt x="11976" y="67"/>
                      <a:pt x="11909" y="1"/>
                      <a:pt x="118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6"/>
              <p:cNvSpPr/>
              <p:nvPr/>
            </p:nvSpPr>
            <p:spPr>
              <a:xfrm>
                <a:off x="1367825" y="3131850"/>
                <a:ext cx="23375" cy="145125"/>
              </a:xfrm>
              <a:custGeom>
                <a:avLst/>
                <a:gdLst/>
                <a:ahLst/>
                <a:cxnLst/>
                <a:rect l="l" t="t" r="r" b="b"/>
                <a:pathLst>
                  <a:path w="935" h="5805" extrusionOk="0">
                    <a:moveTo>
                      <a:pt x="534" y="1"/>
                    </a:moveTo>
                    <a:cubicBezTo>
                      <a:pt x="467" y="1"/>
                      <a:pt x="367" y="34"/>
                      <a:pt x="367" y="134"/>
                    </a:cubicBezTo>
                    <a:cubicBezTo>
                      <a:pt x="0" y="1969"/>
                      <a:pt x="100" y="3903"/>
                      <a:pt x="601" y="5705"/>
                    </a:cubicBezTo>
                    <a:cubicBezTo>
                      <a:pt x="634" y="5771"/>
                      <a:pt x="701" y="5805"/>
                      <a:pt x="767" y="5805"/>
                    </a:cubicBezTo>
                    <a:lnTo>
                      <a:pt x="801" y="5805"/>
                    </a:lnTo>
                    <a:cubicBezTo>
                      <a:pt x="901" y="5771"/>
                      <a:pt x="934" y="5705"/>
                      <a:pt x="934" y="5605"/>
                    </a:cubicBezTo>
                    <a:cubicBezTo>
                      <a:pt x="434" y="3837"/>
                      <a:pt x="334" y="1969"/>
                      <a:pt x="667" y="167"/>
                    </a:cubicBezTo>
                    <a:cubicBezTo>
                      <a:pt x="667" y="101"/>
                      <a:pt x="634" y="34"/>
                      <a:pt x="5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6"/>
              <p:cNvSpPr/>
              <p:nvPr/>
            </p:nvSpPr>
            <p:spPr>
              <a:xfrm>
                <a:off x="1483725" y="3130175"/>
                <a:ext cx="32550" cy="160975"/>
              </a:xfrm>
              <a:custGeom>
                <a:avLst/>
                <a:gdLst/>
                <a:ahLst/>
                <a:cxnLst/>
                <a:rect l="l" t="t" r="r" b="b"/>
                <a:pathLst>
                  <a:path w="1302" h="6439" extrusionOk="0">
                    <a:moveTo>
                      <a:pt x="835" y="1"/>
                    </a:moveTo>
                    <a:cubicBezTo>
                      <a:pt x="735" y="34"/>
                      <a:pt x="668" y="101"/>
                      <a:pt x="701" y="201"/>
                    </a:cubicBezTo>
                    <a:cubicBezTo>
                      <a:pt x="968" y="2202"/>
                      <a:pt x="735" y="4304"/>
                      <a:pt x="34" y="6205"/>
                    </a:cubicBezTo>
                    <a:cubicBezTo>
                      <a:pt x="1" y="6305"/>
                      <a:pt x="34" y="6405"/>
                      <a:pt x="101" y="6405"/>
                    </a:cubicBezTo>
                    <a:cubicBezTo>
                      <a:pt x="134" y="6439"/>
                      <a:pt x="134" y="6439"/>
                      <a:pt x="168" y="6439"/>
                    </a:cubicBezTo>
                    <a:cubicBezTo>
                      <a:pt x="234" y="6439"/>
                      <a:pt x="301" y="6405"/>
                      <a:pt x="301" y="6339"/>
                    </a:cubicBezTo>
                    <a:cubicBezTo>
                      <a:pt x="1068" y="4371"/>
                      <a:pt x="1302" y="2236"/>
                      <a:pt x="1001" y="134"/>
                    </a:cubicBezTo>
                    <a:cubicBezTo>
                      <a:pt x="1001" y="68"/>
                      <a:pt x="901" y="1"/>
                      <a:pt x="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6"/>
              <p:cNvSpPr/>
              <p:nvPr/>
            </p:nvSpPr>
            <p:spPr>
              <a:xfrm>
                <a:off x="941675" y="2044925"/>
                <a:ext cx="992400" cy="735875"/>
              </a:xfrm>
              <a:custGeom>
                <a:avLst/>
                <a:gdLst/>
                <a:ahLst/>
                <a:cxnLst/>
                <a:rect l="l" t="t" r="r" b="b"/>
                <a:pathLst>
                  <a:path w="39696" h="29435" extrusionOk="0">
                    <a:moveTo>
                      <a:pt x="20204" y="0"/>
                    </a:moveTo>
                    <a:cubicBezTo>
                      <a:pt x="20063" y="0"/>
                      <a:pt x="19923" y="4"/>
                      <a:pt x="19781" y="13"/>
                    </a:cubicBezTo>
                    <a:cubicBezTo>
                      <a:pt x="17613" y="113"/>
                      <a:pt x="15678" y="1214"/>
                      <a:pt x="14478" y="3015"/>
                    </a:cubicBezTo>
                    <a:cubicBezTo>
                      <a:pt x="12176" y="6451"/>
                      <a:pt x="12510" y="11455"/>
                      <a:pt x="12776" y="15124"/>
                    </a:cubicBezTo>
                    <a:cubicBezTo>
                      <a:pt x="13010" y="18360"/>
                      <a:pt x="13110" y="21662"/>
                      <a:pt x="13077" y="24931"/>
                    </a:cubicBezTo>
                    <a:cubicBezTo>
                      <a:pt x="13077" y="25631"/>
                      <a:pt x="13043" y="26299"/>
                      <a:pt x="12776" y="26832"/>
                    </a:cubicBezTo>
                    <a:cubicBezTo>
                      <a:pt x="12343" y="27666"/>
                      <a:pt x="11275" y="27800"/>
                      <a:pt x="10341" y="27933"/>
                    </a:cubicBezTo>
                    <a:lnTo>
                      <a:pt x="10108" y="28000"/>
                    </a:lnTo>
                    <a:cubicBezTo>
                      <a:pt x="6839" y="28467"/>
                      <a:pt x="3503" y="28800"/>
                      <a:pt x="167" y="28934"/>
                    </a:cubicBezTo>
                    <a:cubicBezTo>
                      <a:pt x="67" y="28934"/>
                      <a:pt x="1" y="29034"/>
                      <a:pt x="1" y="29101"/>
                    </a:cubicBezTo>
                    <a:cubicBezTo>
                      <a:pt x="34" y="29201"/>
                      <a:pt x="101" y="29267"/>
                      <a:pt x="167" y="29267"/>
                    </a:cubicBezTo>
                    <a:cubicBezTo>
                      <a:pt x="3503" y="29101"/>
                      <a:pt x="6872" y="28800"/>
                      <a:pt x="10141" y="28300"/>
                    </a:cubicBezTo>
                    <a:lnTo>
                      <a:pt x="10408" y="28267"/>
                    </a:lnTo>
                    <a:cubicBezTo>
                      <a:pt x="11342" y="28133"/>
                      <a:pt x="12543" y="27933"/>
                      <a:pt x="13043" y="26966"/>
                    </a:cubicBezTo>
                    <a:cubicBezTo>
                      <a:pt x="13377" y="26365"/>
                      <a:pt x="13377" y="25698"/>
                      <a:pt x="13410" y="24931"/>
                    </a:cubicBezTo>
                    <a:cubicBezTo>
                      <a:pt x="13444" y="21662"/>
                      <a:pt x="13343" y="18360"/>
                      <a:pt x="13110" y="15124"/>
                    </a:cubicBezTo>
                    <a:cubicBezTo>
                      <a:pt x="12843" y="11488"/>
                      <a:pt x="12476" y="6551"/>
                      <a:pt x="14744" y="3215"/>
                    </a:cubicBezTo>
                    <a:cubicBezTo>
                      <a:pt x="15879" y="1481"/>
                      <a:pt x="17747" y="447"/>
                      <a:pt x="19815" y="313"/>
                    </a:cubicBezTo>
                    <a:cubicBezTo>
                      <a:pt x="19926" y="308"/>
                      <a:pt x="20037" y="305"/>
                      <a:pt x="20147" y="305"/>
                    </a:cubicBezTo>
                    <a:cubicBezTo>
                      <a:pt x="22089" y="305"/>
                      <a:pt x="23889" y="1133"/>
                      <a:pt x="25152" y="2648"/>
                    </a:cubicBezTo>
                    <a:cubicBezTo>
                      <a:pt x="25586" y="3149"/>
                      <a:pt x="25986" y="3782"/>
                      <a:pt x="26319" y="4483"/>
                    </a:cubicBezTo>
                    <a:cubicBezTo>
                      <a:pt x="27353" y="6718"/>
                      <a:pt x="27220" y="9153"/>
                      <a:pt x="27087" y="11488"/>
                    </a:cubicBezTo>
                    <a:cubicBezTo>
                      <a:pt x="27053" y="12088"/>
                      <a:pt x="27020" y="12689"/>
                      <a:pt x="26987" y="13289"/>
                    </a:cubicBezTo>
                    <a:lnTo>
                      <a:pt x="26720" y="23396"/>
                    </a:lnTo>
                    <a:cubicBezTo>
                      <a:pt x="26720" y="23597"/>
                      <a:pt x="26686" y="23863"/>
                      <a:pt x="26653" y="24164"/>
                    </a:cubicBezTo>
                    <a:cubicBezTo>
                      <a:pt x="26553" y="25465"/>
                      <a:pt x="26386" y="27233"/>
                      <a:pt x="27520" y="27900"/>
                    </a:cubicBezTo>
                    <a:cubicBezTo>
                      <a:pt x="28087" y="28233"/>
                      <a:pt x="28721" y="28300"/>
                      <a:pt x="29322" y="28367"/>
                    </a:cubicBezTo>
                    <a:cubicBezTo>
                      <a:pt x="30989" y="28533"/>
                      <a:pt x="32691" y="28734"/>
                      <a:pt x="34425" y="28900"/>
                    </a:cubicBezTo>
                    <a:cubicBezTo>
                      <a:pt x="36126" y="29067"/>
                      <a:pt x="37861" y="29234"/>
                      <a:pt x="39529" y="29434"/>
                    </a:cubicBezTo>
                    <a:cubicBezTo>
                      <a:pt x="39629" y="29434"/>
                      <a:pt x="39696" y="29367"/>
                      <a:pt x="39696" y="29267"/>
                    </a:cubicBezTo>
                    <a:cubicBezTo>
                      <a:pt x="39696" y="29201"/>
                      <a:pt x="39629" y="29101"/>
                      <a:pt x="39562" y="29101"/>
                    </a:cubicBezTo>
                    <a:cubicBezTo>
                      <a:pt x="37894" y="28934"/>
                      <a:pt x="36160" y="28734"/>
                      <a:pt x="34459" y="28567"/>
                    </a:cubicBezTo>
                    <a:cubicBezTo>
                      <a:pt x="32757" y="28400"/>
                      <a:pt x="31023" y="28233"/>
                      <a:pt x="29355" y="28066"/>
                    </a:cubicBezTo>
                    <a:cubicBezTo>
                      <a:pt x="28821" y="28000"/>
                      <a:pt x="28187" y="27933"/>
                      <a:pt x="27687" y="27633"/>
                    </a:cubicBezTo>
                    <a:cubicBezTo>
                      <a:pt x="26720" y="27032"/>
                      <a:pt x="26886" y="25398"/>
                      <a:pt x="26987" y="24197"/>
                    </a:cubicBezTo>
                    <a:cubicBezTo>
                      <a:pt x="26987" y="23897"/>
                      <a:pt x="27020" y="23630"/>
                      <a:pt x="27020" y="23396"/>
                    </a:cubicBezTo>
                    <a:lnTo>
                      <a:pt x="27320" y="13289"/>
                    </a:lnTo>
                    <a:cubicBezTo>
                      <a:pt x="27320" y="12689"/>
                      <a:pt x="27353" y="12088"/>
                      <a:pt x="27387" y="11521"/>
                    </a:cubicBezTo>
                    <a:cubicBezTo>
                      <a:pt x="27520" y="9120"/>
                      <a:pt x="27687" y="6651"/>
                      <a:pt x="26620" y="4350"/>
                    </a:cubicBezTo>
                    <a:cubicBezTo>
                      <a:pt x="26253" y="3616"/>
                      <a:pt x="25852" y="2949"/>
                      <a:pt x="25419" y="2415"/>
                    </a:cubicBezTo>
                    <a:cubicBezTo>
                      <a:pt x="24109" y="887"/>
                      <a:pt x="22216" y="0"/>
                      <a:pt x="20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6"/>
              <p:cNvSpPr/>
              <p:nvPr/>
            </p:nvSpPr>
            <p:spPr>
              <a:xfrm>
                <a:off x="1226050" y="2749575"/>
                <a:ext cx="19200" cy="60400"/>
              </a:xfrm>
              <a:custGeom>
                <a:avLst/>
                <a:gdLst/>
                <a:ahLst/>
                <a:cxnLst/>
                <a:rect l="l" t="t" r="r" b="b"/>
                <a:pathLst>
                  <a:path w="768" h="2416" extrusionOk="0">
                    <a:moveTo>
                      <a:pt x="575" y="1"/>
                    </a:moveTo>
                    <a:cubicBezTo>
                      <a:pt x="519" y="1"/>
                      <a:pt x="458" y="32"/>
                      <a:pt x="434" y="81"/>
                    </a:cubicBezTo>
                    <a:cubicBezTo>
                      <a:pt x="67" y="748"/>
                      <a:pt x="0" y="1582"/>
                      <a:pt x="301" y="2316"/>
                    </a:cubicBezTo>
                    <a:cubicBezTo>
                      <a:pt x="301" y="2382"/>
                      <a:pt x="367" y="2416"/>
                      <a:pt x="434" y="2416"/>
                    </a:cubicBezTo>
                    <a:lnTo>
                      <a:pt x="501" y="2416"/>
                    </a:lnTo>
                    <a:cubicBezTo>
                      <a:pt x="567" y="2382"/>
                      <a:pt x="601" y="2282"/>
                      <a:pt x="567" y="2215"/>
                    </a:cubicBezTo>
                    <a:cubicBezTo>
                      <a:pt x="334" y="1582"/>
                      <a:pt x="401" y="814"/>
                      <a:pt x="701" y="214"/>
                    </a:cubicBezTo>
                    <a:cubicBezTo>
                      <a:pt x="768" y="147"/>
                      <a:pt x="734" y="47"/>
                      <a:pt x="634" y="14"/>
                    </a:cubicBezTo>
                    <a:cubicBezTo>
                      <a:pt x="616" y="5"/>
                      <a:pt x="596"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6"/>
              <p:cNvSpPr/>
              <p:nvPr/>
            </p:nvSpPr>
            <p:spPr>
              <a:xfrm>
                <a:off x="1636350" y="2758250"/>
                <a:ext cx="12525" cy="49225"/>
              </a:xfrm>
              <a:custGeom>
                <a:avLst/>
                <a:gdLst/>
                <a:ahLst/>
                <a:cxnLst/>
                <a:rect l="l" t="t" r="r" b="b"/>
                <a:pathLst>
                  <a:path w="501" h="1969" extrusionOk="0">
                    <a:moveTo>
                      <a:pt x="167" y="0"/>
                    </a:moveTo>
                    <a:cubicBezTo>
                      <a:pt x="67" y="34"/>
                      <a:pt x="33" y="134"/>
                      <a:pt x="33" y="201"/>
                    </a:cubicBezTo>
                    <a:cubicBezTo>
                      <a:pt x="167" y="701"/>
                      <a:pt x="167" y="1268"/>
                      <a:pt x="33" y="1735"/>
                    </a:cubicBezTo>
                    <a:cubicBezTo>
                      <a:pt x="0" y="1835"/>
                      <a:pt x="33" y="1935"/>
                      <a:pt x="134" y="1935"/>
                    </a:cubicBezTo>
                    <a:cubicBezTo>
                      <a:pt x="134" y="1935"/>
                      <a:pt x="167" y="1969"/>
                      <a:pt x="167" y="1969"/>
                    </a:cubicBezTo>
                    <a:cubicBezTo>
                      <a:pt x="234" y="1969"/>
                      <a:pt x="300" y="1902"/>
                      <a:pt x="334" y="1835"/>
                    </a:cubicBezTo>
                    <a:cubicBezTo>
                      <a:pt x="500" y="1268"/>
                      <a:pt x="500" y="701"/>
                      <a:pt x="367" y="134"/>
                    </a:cubicBezTo>
                    <a:cubicBezTo>
                      <a:pt x="334" y="34"/>
                      <a:pt x="234"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6"/>
              <p:cNvSpPr/>
              <p:nvPr/>
            </p:nvSpPr>
            <p:spPr>
              <a:xfrm>
                <a:off x="1337800" y="2697375"/>
                <a:ext cx="204325" cy="77575"/>
              </a:xfrm>
              <a:custGeom>
                <a:avLst/>
                <a:gdLst/>
                <a:ahLst/>
                <a:cxnLst/>
                <a:rect l="l" t="t" r="r" b="b"/>
                <a:pathLst>
                  <a:path w="8173" h="3103" extrusionOk="0">
                    <a:moveTo>
                      <a:pt x="8039" y="0"/>
                    </a:moveTo>
                    <a:cubicBezTo>
                      <a:pt x="7939" y="0"/>
                      <a:pt x="7873" y="34"/>
                      <a:pt x="7839" y="134"/>
                    </a:cubicBezTo>
                    <a:cubicBezTo>
                      <a:pt x="7406" y="1602"/>
                      <a:pt x="5938" y="2736"/>
                      <a:pt x="4303" y="2802"/>
                    </a:cubicBezTo>
                    <a:cubicBezTo>
                      <a:pt x="4249" y="2805"/>
                      <a:pt x="4195" y="2806"/>
                      <a:pt x="4141" y="2806"/>
                    </a:cubicBezTo>
                    <a:cubicBezTo>
                      <a:pt x="2688" y="2806"/>
                      <a:pt x="1169" y="1953"/>
                      <a:pt x="300" y="634"/>
                    </a:cubicBezTo>
                    <a:cubicBezTo>
                      <a:pt x="261" y="595"/>
                      <a:pt x="211" y="579"/>
                      <a:pt x="162" y="579"/>
                    </a:cubicBezTo>
                    <a:cubicBezTo>
                      <a:pt x="128" y="579"/>
                      <a:pt x="95" y="587"/>
                      <a:pt x="67" y="601"/>
                    </a:cubicBezTo>
                    <a:cubicBezTo>
                      <a:pt x="0" y="668"/>
                      <a:pt x="0" y="768"/>
                      <a:pt x="34" y="834"/>
                    </a:cubicBezTo>
                    <a:cubicBezTo>
                      <a:pt x="968" y="2235"/>
                      <a:pt x="2569" y="3103"/>
                      <a:pt x="4137" y="3103"/>
                    </a:cubicBezTo>
                    <a:lnTo>
                      <a:pt x="4337" y="3103"/>
                    </a:lnTo>
                    <a:cubicBezTo>
                      <a:pt x="6071" y="3036"/>
                      <a:pt x="7672" y="1802"/>
                      <a:pt x="8139" y="201"/>
                    </a:cubicBezTo>
                    <a:cubicBezTo>
                      <a:pt x="8173" y="134"/>
                      <a:pt x="8106" y="34"/>
                      <a:pt x="8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6"/>
              <p:cNvSpPr/>
              <p:nvPr/>
            </p:nvSpPr>
            <p:spPr>
              <a:xfrm>
                <a:off x="1275250" y="2165825"/>
                <a:ext cx="85075" cy="459850"/>
              </a:xfrm>
              <a:custGeom>
                <a:avLst/>
                <a:gdLst/>
                <a:ahLst/>
                <a:cxnLst/>
                <a:rect l="l" t="t" r="r" b="b"/>
                <a:pathLst>
                  <a:path w="3403" h="18394" extrusionOk="0">
                    <a:moveTo>
                      <a:pt x="3196" y="1"/>
                    </a:moveTo>
                    <a:cubicBezTo>
                      <a:pt x="3174" y="1"/>
                      <a:pt x="3154" y="5"/>
                      <a:pt x="3136" y="14"/>
                    </a:cubicBezTo>
                    <a:cubicBezTo>
                      <a:pt x="0" y="1915"/>
                      <a:pt x="901" y="16192"/>
                      <a:pt x="1168" y="18260"/>
                    </a:cubicBezTo>
                    <a:cubicBezTo>
                      <a:pt x="1168" y="18327"/>
                      <a:pt x="1235" y="18394"/>
                      <a:pt x="1335" y="18394"/>
                    </a:cubicBezTo>
                    <a:cubicBezTo>
                      <a:pt x="1435" y="18394"/>
                      <a:pt x="1502" y="18327"/>
                      <a:pt x="1468" y="18227"/>
                    </a:cubicBezTo>
                    <a:cubicBezTo>
                      <a:pt x="1068" y="14891"/>
                      <a:pt x="534" y="1982"/>
                      <a:pt x="3303" y="314"/>
                    </a:cubicBezTo>
                    <a:cubicBezTo>
                      <a:pt x="3370" y="247"/>
                      <a:pt x="3403" y="147"/>
                      <a:pt x="3370" y="81"/>
                    </a:cubicBezTo>
                    <a:cubicBezTo>
                      <a:pt x="3321" y="32"/>
                      <a:pt x="3254" y="1"/>
                      <a:pt x="3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6"/>
              <p:cNvSpPr/>
              <p:nvPr/>
            </p:nvSpPr>
            <p:spPr>
              <a:xfrm>
                <a:off x="1529600" y="2165750"/>
                <a:ext cx="64225" cy="448250"/>
              </a:xfrm>
              <a:custGeom>
                <a:avLst/>
                <a:gdLst/>
                <a:ahLst/>
                <a:cxnLst/>
                <a:rect l="l" t="t" r="r" b="b"/>
                <a:pathLst>
                  <a:path w="2569" h="17930" extrusionOk="0">
                    <a:moveTo>
                      <a:pt x="155" y="0"/>
                    </a:moveTo>
                    <a:cubicBezTo>
                      <a:pt x="117" y="0"/>
                      <a:pt x="84" y="17"/>
                      <a:pt x="67" y="50"/>
                    </a:cubicBezTo>
                    <a:cubicBezTo>
                      <a:pt x="0" y="117"/>
                      <a:pt x="0" y="217"/>
                      <a:pt x="67" y="284"/>
                    </a:cubicBezTo>
                    <a:cubicBezTo>
                      <a:pt x="2235" y="2052"/>
                      <a:pt x="1602" y="10624"/>
                      <a:pt x="1235" y="15228"/>
                    </a:cubicBezTo>
                    <a:cubicBezTo>
                      <a:pt x="1168" y="16262"/>
                      <a:pt x="1101" y="17162"/>
                      <a:pt x="1068" y="17763"/>
                    </a:cubicBezTo>
                    <a:cubicBezTo>
                      <a:pt x="1068" y="17863"/>
                      <a:pt x="1135" y="17930"/>
                      <a:pt x="1235" y="17930"/>
                    </a:cubicBezTo>
                    <a:cubicBezTo>
                      <a:pt x="1301" y="17930"/>
                      <a:pt x="1401" y="17863"/>
                      <a:pt x="1401" y="17763"/>
                    </a:cubicBezTo>
                    <a:cubicBezTo>
                      <a:pt x="1401" y="17162"/>
                      <a:pt x="1468" y="16262"/>
                      <a:pt x="1568" y="15261"/>
                    </a:cubicBezTo>
                    <a:cubicBezTo>
                      <a:pt x="1935" y="10258"/>
                      <a:pt x="2569" y="1918"/>
                      <a:pt x="267" y="50"/>
                    </a:cubicBezTo>
                    <a:cubicBezTo>
                      <a:pt x="234" y="17"/>
                      <a:pt x="192"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6"/>
              <p:cNvSpPr/>
              <p:nvPr/>
            </p:nvSpPr>
            <p:spPr>
              <a:xfrm>
                <a:off x="1302775" y="2087900"/>
                <a:ext cx="62575" cy="63275"/>
              </a:xfrm>
              <a:custGeom>
                <a:avLst/>
                <a:gdLst/>
                <a:ahLst/>
                <a:cxnLst/>
                <a:rect l="l" t="t" r="r" b="b"/>
                <a:pathLst>
                  <a:path w="2503" h="2531" extrusionOk="0">
                    <a:moveTo>
                      <a:pt x="2135" y="362"/>
                    </a:moveTo>
                    <a:cubicBezTo>
                      <a:pt x="2035" y="629"/>
                      <a:pt x="1868" y="996"/>
                      <a:pt x="1668" y="1196"/>
                    </a:cubicBezTo>
                    <a:cubicBezTo>
                      <a:pt x="1601" y="1263"/>
                      <a:pt x="1501" y="1296"/>
                      <a:pt x="1368" y="1363"/>
                    </a:cubicBezTo>
                    <a:cubicBezTo>
                      <a:pt x="1134" y="1496"/>
                      <a:pt x="901" y="1663"/>
                      <a:pt x="667" y="1830"/>
                    </a:cubicBezTo>
                    <a:cubicBezTo>
                      <a:pt x="601" y="1897"/>
                      <a:pt x="534" y="1930"/>
                      <a:pt x="467" y="1997"/>
                    </a:cubicBezTo>
                    <a:cubicBezTo>
                      <a:pt x="534" y="1763"/>
                      <a:pt x="667" y="1563"/>
                      <a:pt x="834" y="1396"/>
                    </a:cubicBezTo>
                    <a:cubicBezTo>
                      <a:pt x="1134" y="963"/>
                      <a:pt x="1601" y="629"/>
                      <a:pt x="2135" y="362"/>
                    </a:cubicBezTo>
                    <a:close/>
                    <a:moveTo>
                      <a:pt x="2236" y="0"/>
                    </a:moveTo>
                    <a:cubicBezTo>
                      <a:pt x="2162" y="0"/>
                      <a:pt x="2091" y="39"/>
                      <a:pt x="2068" y="62"/>
                    </a:cubicBezTo>
                    <a:cubicBezTo>
                      <a:pt x="1435" y="362"/>
                      <a:pt x="934" y="729"/>
                      <a:pt x="567" y="1196"/>
                    </a:cubicBezTo>
                    <a:cubicBezTo>
                      <a:pt x="300" y="1530"/>
                      <a:pt x="100" y="1930"/>
                      <a:pt x="0" y="2330"/>
                    </a:cubicBezTo>
                    <a:cubicBezTo>
                      <a:pt x="0" y="2397"/>
                      <a:pt x="34" y="2464"/>
                      <a:pt x="67" y="2497"/>
                    </a:cubicBezTo>
                    <a:cubicBezTo>
                      <a:pt x="100" y="2497"/>
                      <a:pt x="134" y="2530"/>
                      <a:pt x="167" y="2530"/>
                    </a:cubicBezTo>
                    <a:cubicBezTo>
                      <a:pt x="200" y="2530"/>
                      <a:pt x="234" y="2497"/>
                      <a:pt x="234" y="2497"/>
                    </a:cubicBezTo>
                    <a:cubicBezTo>
                      <a:pt x="467" y="2364"/>
                      <a:pt x="667" y="2230"/>
                      <a:pt x="868" y="2097"/>
                    </a:cubicBezTo>
                    <a:cubicBezTo>
                      <a:pt x="1101" y="1930"/>
                      <a:pt x="1301" y="1763"/>
                      <a:pt x="1568" y="1630"/>
                    </a:cubicBezTo>
                    <a:cubicBezTo>
                      <a:pt x="1668" y="1563"/>
                      <a:pt x="1768" y="1496"/>
                      <a:pt x="1868" y="1430"/>
                    </a:cubicBezTo>
                    <a:cubicBezTo>
                      <a:pt x="2135" y="1163"/>
                      <a:pt x="2402" y="696"/>
                      <a:pt x="2469" y="362"/>
                    </a:cubicBezTo>
                    <a:cubicBezTo>
                      <a:pt x="2502" y="329"/>
                      <a:pt x="2502" y="229"/>
                      <a:pt x="2469" y="129"/>
                    </a:cubicBezTo>
                    <a:cubicBezTo>
                      <a:pt x="2435" y="62"/>
                      <a:pt x="2402" y="29"/>
                      <a:pt x="2335" y="29"/>
                    </a:cubicBezTo>
                    <a:cubicBezTo>
                      <a:pt x="2304" y="8"/>
                      <a:pt x="2270" y="0"/>
                      <a:pt x="22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6"/>
              <p:cNvSpPr/>
              <p:nvPr/>
            </p:nvSpPr>
            <p:spPr>
              <a:xfrm>
                <a:off x="1356150" y="2074325"/>
                <a:ext cx="87575" cy="49325"/>
              </a:xfrm>
              <a:custGeom>
                <a:avLst/>
                <a:gdLst/>
                <a:ahLst/>
                <a:cxnLst/>
                <a:rect l="l" t="t" r="r" b="b"/>
                <a:pathLst>
                  <a:path w="3503" h="1973" extrusionOk="0">
                    <a:moveTo>
                      <a:pt x="3036" y="305"/>
                    </a:moveTo>
                    <a:cubicBezTo>
                      <a:pt x="3036" y="305"/>
                      <a:pt x="3036" y="338"/>
                      <a:pt x="3036" y="338"/>
                    </a:cubicBezTo>
                    <a:cubicBezTo>
                      <a:pt x="3136" y="872"/>
                      <a:pt x="3002" y="1005"/>
                      <a:pt x="2502" y="1172"/>
                    </a:cubicBezTo>
                    <a:cubicBezTo>
                      <a:pt x="1935" y="1339"/>
                      <a:pt x="1368" y="1506"/>
                      <a:pt x="767" y="1606"/>
                    </a:cubicBezTo>
                    <a:cubicBezTo>
                      <a:pt x="673" y="1629"/>
                      <a:pt x="579" y="1653"/>
                      <a:pt x="484" y="1653"/>
                    </a:cubicBezTo>
                    <a:cubicBezTo>
                      <a:pt x="445" y="1653"/>
                      <a:pt x="406" y="1649"/>
                      <a:pt x="367" y="1639"/>
                    </a:cubicBezTo>
                    <a:cubicBezTo>
                      <a:pt x="467" y="1406"/>
                      <a:pt x="667" y="905"/>
                      <a:pt x="967" y="738"/>
                    </a:cubicBezTo>
                    <a:cubicBezTo>
                      <a:pt x="1034" y="705"/>
                      <a:pt x="1134" y="672"/>
                      <a:pt x="1234" y="672"/>
                    </a:cubicBezTo>
                    <a:lnTo>
                      <a:pt x="2936" y="338"/>
                    </a:lnTo>
                    <a:cubicBezTo>
                      <a:pt x="3002" y="305"/>
                      <a:pt x="3036" y="305"/>
                      <a:pt x="3036" y="305"/>
                    </a:cubicBezTo>
                    <a:close/>
                    <a:moveTo>
                      <a:pt x="2973" y="1"/>
                    </a:moveTo>
                    <a:cubicBezTo>
                      <a:pt x="2928" y="1"/>
                      <a:pt x="2891" y="5"/>
                      <a:pt x="2869" y="5"/>
                    </a:cubicBezTo>
                    <a:lnTo>
                      <a:pt x="1168" y="338"/>
                    </a:lnTo>
                    <a:cubicBezTo>
                      <a:pt x="1068" y="372"/>
                      <a:pt x="934" y="405"/>
                      <a:pt x="801" y="472"/>
                    </a:cubicBezTo>
                    <a:cubicBezTo>
                      <a:pt x="400" y="705"/>
                      <a:pt x="167" y="1239"/>
                      <a:pt x="33" y="1639"/>
                    </a:cubicBezTo>
                    <a:cubicBezTo>
                      <a:pt x="33" y="1639"/>
                      <a:pt x="0" y="1739"/>
                      <a:pt x="33" y="1806"/>
                    </a:cubicBezTo>
                    <a:cubicBezTo>
                      <a:pt x="67" y="1873"/>
                      <a:pt x="134" y="1939"/>
                      <a:pt x="234" y="1939"/>
                    </a:cubicBezTo>
                    <a:cubicBezTo>
                      <a:pt x="300" y="1973"/>
                      <a:pt x="334" y="1973"/>
                      <a:pt x="400" y="1973"/>
                    </a:cubicBezTo>
                    <a:cubicBezTo>
                      <a:pt x="534" y="1973"/>
                      <a:pt x="667" y="1939"/>
                      <a:pt x="834" y="1906"/>
                    </a:cubicBezTo>
                    <a:cubicBezTo>
                      <a:pt x="1434" y="1806"/>
                      <a:pt x="2035" y="1639"/>
                      <a:pt x="2602" y="1439"/>
                    </a:cubicBezTo>
                    <a:cubicBezTo>
                      <a:pt x="3169" y="1272"/>
                      <a:pt x="3503" y="1005"/>
                      <a:pt x="3336" y="271"/>
                    </a:cubicBezTo>
                    <a:cubicBezTo>
                      <a:pt x="3336" y="238"/>
                      <a:pt x="3336" y="171"/>
                      <a:pt x="3269" y="105"/>
                    </a:cubicBezTo>
                    <a:cubicBezTo>
                      <a:pt x="3180" y="16"/>
                      <a:pt x="3062" y="1"/>
                      <a:pt x="29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6"/>
              <p:cNvSpPr/>
              <p:nvPr/>
            </p:nvSpPr>
            <p:spPr>
              <a:xfrm>
                <a:off x="1446200" y="2077025"/>
                <a:ext cx="89250" cy="49975"/>
              </a:xfrm>
              <a:custGeom>
                <a:avLst/>
                <a:gdLst/>
                <a:ahLst/>
                <a:cxnLst/>
                <a:rect l="l" t="t" r="r" b="b"/>
                <a:pathLst>
                  <a:path w="3570" h="1999" extrusionOk="0">
                    <a:moveTo>
                      <a:pt x="578" y="308"/>
                    </a:moveTo>
                    <a:cubicBezTo>
                      <a:pt x="679" y="308"/>
                      <a:pt x="834" y="325"/>
                      <a:pt x="1068" y="364"/>
                    </a:cubicBezTo>
                    <a:cubicBezTo>
                      <a:pt x="1468" y="430"/>
                      <a:pt x="1835" y="497"/>
                      <a:pt x="2169" y="597"/>
                    </a:cubicBezTo>
                    <a:cubicBezTo>
                      <a:pt x="2302" y="630"/>
                      <a:pt x="2436" y="664"/>
                      <a:pt x="2536" y="697"/>
                    </a:cubicBezTo>
                    <a:cubicBezTo>
                      <a:pt x="2736" y="764"/>
                      <a:pt x="2903" y="1097"/>
                      <a:pt x="3070" y="1364"/>
                    </a:cubicBezTo>
                    <a:cubicBezTo>
                      <a:pt x="3103" y="1464"/>
                      <a:pt x="3136" y="1564"/>
                      <a:pt x="3203" y="1631"/>
                    </a:cubicBezTo>
                    <a:cubicBezTo>
                      <a:pt x="2736" y="1398"/>
                      <a:pt x="2202" y="1331"/>
                      <a:pt x="1702" y="1231"/>
                    </a:cubicBezTo>
                    <a:cubicBezTo>
                      <a:pt x="1335" y="1164"/>
                      <a:pt x="935" y="1097"/>
                      <a:pt x="601" y="964"/>
                    </a:cubicBezTo>
                    <a:cubicBezTo>
                      <a:pt x="534" y="964"/>
                      <a:pt x="468" y="931"/>
                      <a:pt x="434" y="897"/>
                    </a:cubicBezTo>
                    <a:cubicBezTo>
                      <a:pt x="368" y="764"/>
                      <a:pt x="368" y="497"/>
                      <a:pt x="434" y="330"/>
                    </a:cubicBezTo>
                    <a:cubicBezTo>
                      <a:pt x="462" y="316"/>
                      <a:pt x="507" y="308"/>
                      <a:pt x="578" y="308"/>
                    </a:cubicBezTo>
                    <a:close/>
                    <a:moveTo>
                      <a:pt x="558" y="0"/>
                    </a:moveTo>
                    <a:cubicBezTo>
                      <a:pt x="286" y="0"/>
                      <a:pt x="212" y="74"/>
                      <a:pt x="167" y="163"/>
                    </a:cubicBezTo>
                    <a:cubicBezTo>
                      <a:pt x="67" y="364"/>
                      <a:pt x="1" y="797"/>
                      <a:pt x="201" y="1064"/>
                    </a:cubicBezTo>
                    <a:cubicBezTo>
                      <a:pt x="268" y="1164"/>
                      <a:pt x="401" y="1231"/>
                      <a:pt x="501" y="1264"/>
                    </a:cubicBezTo>
                    <a:cubicBezTo>
                      <a:pt x="868" y="1398"/>
                      <a:pt x="1268" y="1464"/>
                      <a:pt x="1635" y="1531"/>
                    </a:cubicBezTo>
                    <a:cubicBezTo>
                      <a:pt x="2169" y="1631"/>
                      <a:pt x="2636" y="1731"/>
                      <a:pt x="3103" y="1931"/>
                    </a:cubicBezTo>
                    <a:cubicBezTo>
                      <a:pt x="3136" y="1965"/>
                      <a:pt x="3203" y="1998"/>
                      <a:pt x="3270" y="1998"/>
                    </a:cubicBezTo>
                    <a:cubicBezTo>
                      <a:pt x="3336" y="1998"/>
                      <a:pt x="3370" y="1965"/>
                      <a:pt x="3403" y="1965"/>
                    </a:cubicBezTo>
                    <a:cubicBezTo>
                      <a:pt x="3470" y="1931"/>
                      <a:pt x="3503" y="1865"/>
                      <a:pt x="3537" y="1798"/>
                    </a:cubicBezTo>
                    <a:cubicBezTo>
                      <a:pt x="3570" y="1665"/>
                      <a:pt x="3503" y="1531"/>
                      <a:pt x="3470" y="1464"/>
                    </a:cubicBezTo>
                    <a:cubicBezTo>
                      <a:pt x="3436" y="1398"/>
                      <a:pt x="3370" y="1298"/>
                      <a:pt x="3336" y="1231"/>
                    </a:cubicBezTo>
                    <a:cubicBezTo>
                      <a:pt x="3170" y="897"/>
                      <a:pt x="2969" y="497"/>
                      <a:pt x="2636" y="397"/>
                    </a:cubicBezTo>
                    <a:cubicBezTo>
                      <a:pt x="2502" y="364"/>
                      <a:pt x="2369" y="330"/>
                      <a:pt x="2236" y="297"/>
                    </a:cubicBezTo>
                    <a:cubicBezTo>
                      <a:pt x="1902" y="197"/>
                      <a:pt x="1535" y="130"/>
                      <a:pt x="1135" y="63"/>
                    </a:cubicBezTo>
                    <a:cubicBezTo>
                      <a:pt x="879" y="19"/>
                      <a:pt x="694" y="0"/>
                      <a:pt x="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6"/>
              <p:cNvSpPr/>
              <p:nvPr/>
            </p:nvSpPr>
            <p:spPr>
              <a:xfrm>
                <a:off x="1530425" y="2097475"/>
                <a:ext cx="60900" cy="58700"/>
              </a:xfrm>
              <a:custGeom>
                <a:avLst/>
                <a:gdLst/>
                <a:ahLst/>
                <a:cxnLst/>
                <a:rect l="l" t="t" r="r" b="b"/>
                <a:pathLst>
                  <a:path w="2436" h="2348" extrusionOk="0">
                    <a:moveTo>
                      <a:pt x="434" y="346"/>
                    </a:moveTo>
                    <a:cubicBezTo>
                      <a:pt x="568" y="380"/>
                      <a:pt x="735" y="513"/>
                      <a:pt x="901" y="613"/>
                    </a:cubicBezTo>
                    <a:cubicBezTo>
                      <a:pt x="1368" y="980"/>
                      <a:pt x="1769" y="1314"/>
                      <a:pt x="2002" y="1847"/>
                    </a:cubicBezTo>
                    <a:cubicBezTo>
                      <a:pt x="2036" y="1847"/>
                      <a:pt x="2036" y="1847"/>
                      <a:pt x="2036" y="1881"/>
                    </a:cubicBezTo>
                    <a:lnTo>
                      <a:pt x="1969" y="1847"/>
                    </a:lnTo>
                    <a:cubicBezTo>
                      <a:pt x="1569" y="1614"/>
                      <a:pt x="1168" y="1380"/>
                      <a:pt x="835" y="1080"/>
                    </a:cubicBezTo>
                    <a:cubicBezTo>
                      <a:pt x="668" y="913"/>
                      <a:pt x="568" y="646"/>
                      <a:pt x="434" y="380"/>
                    </a:cubicBezTo>
                    <a:cubicBezTo>
                      <a:pt x="434" y="380"/>
                      <a:pt x="434" y="346"/>
                      <a:pt x="434" y="346"/>
                    </a:cubicBezTo>
                    <a:close/>
                    <a:moveTo>
                      <a:pt x="264" y="1"/>
                    </a:moveTo>
                    <a:cubicBezTo>
                      <a:pt x="221" y="1"/>
                      <a:pt x="178" y="5"/>
                      <a:pt x="134" y="13"/>
                    </a:cubicBezTo>
                    <a:cubicBezTo>
                      <a:pt x="101" y="13"/>
                      <a:pt x="67" y="46"/>
                      <a:pt x="34" y="79"/>
                    </a:cubicBezTo>
                    <a:cubicBezTo>
                      <a:pt x="1" y="146"/>
                      <a:pt x="1" y="179"/>
                      <a:pt x="34" y="246"/>
                    </a:cubicBezTo>
                    <a:cubicBezTo>
                      <a:pt x="67" y="313"/>
                      <a:pt x="101" y="413"/>
                      <a:pt x="168" y="513"/>
                    </a:cubicBezTo>
                    <a:cubicBezTo>
                      <a:pt x="268" y="780"/>
                      <a:pt x="401" y="1113"/>
                      <a:pt x="635" y="1314"/>
                    </a:cubicBezTo>
                    <a:cubicBezTo>
                      <a:pt x="968" y="1647"/>
                      <a:pt x="1402" y="1881"/>
                      <a:pt x="1802" y="2114"/>
                    </a:cubicBezTo>
                    <a:lnTo>
                      <a:pt x="2069" y="2248"/>
                    </a:lnTo>
                    <a:lnTo>
                      <a:pt x="2169" y="2314"/>
                    </a:lnTo>
                    <a:cubicBezTo>
                      <a:pt x="2169" y="2314"/>
                      <a:pt x="2202" y="2348"/>
                      <a:pt x="2236" y="2348"/>
                    </a:cubicBezTo>
                    <a:cubicBezTo>
                      <a:pt x="2269" y="2348"/>
                      <a:pt x="2269" y="2348"/>
                      <a:pt x="2302" y="2314"/>
                    </a:cubicBezTo>
                    <a:cubicBezTo>
                      <a:pt x="2369" y="2314"/>
                      <a:pt x="2402" y="2248"/>
                      <a:pt x="2402" y="2214"/>
                    </a:cubicBezTo>
                    <a:cubicBezTo>
                      <a:pt x="2436" y="2014"/>
                      <a:pt x="2369" y="1847"/>
                      <a:pt x="2302" y="1714"/>
                    </a:cubicBezTo>
                    <a:cubicBezTo>
                      <a:pt x="2036" y="1147"/>
                      <a:pt x="1569" y="746"/>
                      <a:pt x="1102" y="380"/>
                    </a:cubicBezTo>
                    <a:cubicBezTo>
                      <a:pt x="866" y="203"/>
                      <a:pt x="580" y="1"/>
                      <a:pt x="2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6"/>
              <p:cNvSpPr/>
              <p:nvPr/>
            </p:nvSpPr>
            <p:spPr>
              <a:xfrm>
                <a:off x="1173500" y="3188775"/>
                <a:ext cx="140975" cy="11475"/>
              </a:xfrm>
              <a:custGeom>
                <a:avLst/>
                <a:gdLst/>
                <a:ahLst/>
                <a:cxnLst/>
                <a:rect l="l" t="t" r="r" b="b"/>
                <a:pathLst>
                  <a:path w="5639" h="459" extrusionOk="0">
                    <a:moveTo>
                      <a:pt x="2271" y="0"/>
                    </a:moveTo>
                    <a:cubicBezTo>
                      <a:pt x="1568" y="0"/>
                      <a:pt x="865" y="19"/>
                      <a:pt x="168" y="59"/>
                    </a:cubicBezTo>
                    <a:cubicBezTo>
                      <a:pt x="68" y="59"/>
                      <a:pt x="1" y="125"/>
                      <a:pt x="1" y="225"/>
                    </a:cubicBezTo>
                    <a:cubicBezTo>
                      <a:pt x="1" y="292"/>
                      <a:pt x="68" y="359"/>
                      <a:pt x="168" y="359"/>
                    </a:cubicBezTo>
                    <a:cubicBezTo>
                      <a:pt x="853" y="333"/>
                      <a:pt x="1538" y="317"/>
                      <a:pt x="2222" y="317"/>
                    </a:cubicBezTo>
                    <a:cubicBezTo>
                      <a:pt x="3305" y="317"/>
                      <a:pt x="4388" y="357"/>
                      <a:pt x="5471" y="459"/>
                    </a:cubicBezTo>
                    <a:cubicBezTo>
                      <a:pt x="5572" y="459"/>
                      <a:pt x="5638" y="392"/>
                      <a:pt x="5638" y="292"/>
                    </a:cubicBezTo>
                    <a:cubicBezTo>
                      <a:pt x="5638" y="225"/>
                      <a:pt x="5605" y="125"/>
                      <a:pt x="5505" y="125"/>
                    </a:cubicBezTo>
                    <a:cubicBezTo>
                      <a:pt x="4434" y="44"/>
                      <a:pt x="3351" y="0"/>
                      <a:pt x="2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6"/>
              <p:cNvSpPr/>
              <p:nvPr/>
            </p:nvSpPr>
            <p:spPr>
              <a:xfrm>
                <a:off x="882475" y="3192725"/>
                <a:ext cx="466175" cy="74250"/>
              </a:xfrm>
              <a:custGeom>
                <a:avLst/>
                <a:gdLst/>
                <a:ahLst/>
                <a:cxnLst/>
                <a:rect l="l" t="t" r="r" b="b"/>
                <a:pathLst>
                  <a:path w="18647" h="2970" extrusionOk="0">
                    <a:moveTo>
                      <a:pt x="7639" y="1"/>
                    </a:moveTo>
                    <a:cubicBezTo>
                      <a:pt x="5204" y="1"/>
                      <a:pt x="2769" y="101"/>
                      <a:pt x="400" y="301"/>
                    </a:cubicBezTo>
                    <a:cubicBezTo>
                      <a:pt x="334" y="301"/>
                      <a:pt x="134" y="301"/>
                      <a:pt x="67" y="468"/>
                    </a:cubicBezTo>
                    <a:cubicBezTo>
                      <a:pt x="0" y="568"/>
                      <a:pt x="34" y="701"/>
                      <a:pt x="67" y="734"/>
                    </a:cubicBezTo>
                    <a:lnTo>
                      <a:pt x="267" y="1535"/>
                    </a:lnTo>
                    <a:cubicBezTo>
                      <a:pt x="300" y="1602"/>
                      <a:pt x="334" y="1735"/>
                      <a:pt x="400" y="1802"/>
                    </a:cubicBezTo>
                    <a:cubicBezTo>
                      <a:pt x="501" y="1869"/>
                      <a:pt x="601" y="1869"/>
                      <a:pt x="667" y="1869"/>
                    </a:cubicBezTo>
                    <a:cubicBezTo>
                      <a:pt x="6572" y="2402"/>
                      <a:pt x="12576" y="2769"/>
                      <a:pt x="18480" y="2969"/>
                    </a:cubicBezTo>
                    <a:lnTo>
                      <a:pt x="18513" y="2969"/>
                    </a:lnTo>
                    <a:cubicBezTo>
                      <a:pt x="18580" y="2969"/>
                      <a:pt x="18647" y="2903"/>
                      <a:pt x="18647" y="2803"/>
                    </a:cubicBezTo>
                    <a:cubicBezTo>
                      <a:pt x="18647" y="2736"/>
                      <a:pt x="18580" y="2669"/>
                      <a:pt x="18513" y="2669"/>
                    </a:cubicBezTo>
                    <a:cubicBezTo>
                      <a:pt x="12576" y="2469"/>
                      <a:pt x="6605" y="2102"/>
                      <a:pt x="701" y="1568"/>
                    </a:cubicBezTo>
                    <a:lnTo>
                      <a:pt x="601" y="1568"/>
                    </a:lnTo>
                    <a:cubicBezTo>
                      <a:pt x="601" y="1535"/>
                      <a:pt x="601" y="1502"/>
                      <a:pt x="567" y="1468"/>
                    </a:cubicBezTo>
                    <a:lnTo>
                      <a:pt x="367" y="668"/>
                    </a:lnTo>
                    <a:cubicBezTo>
                      <a:pt x="334" y="634"/>
                      <a:pt x="334" y="634"/>
                      <a:pt x="334" y="634"/>
                    </a:cubicBezTo>
                    <a:cubicBezTo>
                      <a:pt x="334" y="634"/>
                      <a:pt x="367" y="601"/>
                      <a:pt x="400" y="601"/>
                    </a:cubicBezTo>
                    <a:cubicBezTo>
                      <a:pt x="2769" y="434"/>
                      <a:pt x="5204" y="334"/>
                      <a:pt x="7639" y="334"/>
                    </a:cubicBezTo>
                    <a:cubicBezTo>
                      <a:pt x="7706" y="334"/>
                      <a:pt x="7772" y="267"/>
                      <a:pt x="7772" y="167"/>
                    </a:cubicBezTo>
                    <a:cubicBezTo>
                      <a:pt x="7772" y="67"/>
                      <a:pt x="7706" y="1"/>
                      <a:pt x="7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6"/>
              <p:cNvSpPr/>
              <p:nvPr/>
            </p:nvSpPr>
            <p:spPr>
              <a:xfrm>
                <a:off x="927500" y="3223575"/>
                <a:ext cx="151800" cy="9200"/>
              </a:xfrm>
              <a:custGeom>
                <a:avLst/>
                <a:gdLst/>
                <a:ahLst/>
                <a:cxnLst/>
                <a:rect l="l" t="t" r="r" b="b"/>
                <a:pathLst>
                  <a:path w="6072" h="368" extrusionOk="0">
                    <a:moveTo>
                      <a:pt x="167" y="1"/>
                    </a:moveTo>
                    <a:cubicBezTo>
                      <a:pt x="67" y="1"/>
                      <a:pt x="0" y="68"/>
                      <a:pt x="0" y="168"/>
                    </a:cubicBezTo>
                    <a:cubicBezTo>
                      <a:pt x="0" y="234"/>
                      <a:pt x="67" y="301"/>
                      <a:pt x="134" y="301"/>
                    </a:cubicBezTo>
                    <a:cubicBezTo>
                      <a:pt x="1268" y="368"/>
                      <a:pt x="2069" y="368"/>
                      <a:pt x="2802" y="368"/>
                    </a:cubicBezTo>
                    <a:cubicBezTo>
                      <a:pt x="3603" y="368"/>
                      <a:pt x="4370" y="368"/>
                      <a:pt x="5438" y="334"/>
                    </a:cubicBezTo>
                    <a:lnTo>
                      <a:pt x="5938" y="301"/>
                    </a:lnTo>
                    <a:cubicBezTo>
                      <a:pt x="6005" y="301"/>
                      <a:pt x="6072" y="234"/>
                      <a:pt x="6072" y="168"/>
                    </a:cubicBezTo>
                    <a:cubicBezTo>
                      <a:pt x="6072" y="68"/>
                      <a:pt x="6005" y="1"/>
                      <a:pt x="5905" y="1"/>
                    </a:cubicBezTo>
                    <a:lnTo>
                      <a:pt x="5404" y="1"/>
                    </a:lnTo>
                    <a:cubicBezTo>
                      <a:pt x="4306" y="37"/>
                      <a:pt x="3530" y="64"/>
                      <a:pt x="2672" y="64"/>
                    </a:cubicBezTo>
                    <a:cubicBezTo>
                      <a:pt x="1967" y="64"/>
                      <a:pt x="1206" y="46"/>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1100950" y="3222750"/>
                <a:ext cx="50075" cy="9200"/>
              </a:xfrm>
              <a:custGeom>
                <a:avLst/>
                <a:gdLst/>
                <a:ahLst/>
                <a:cxnLst/>
                <a:rect l="l" t="t" r="r" b="b"/>
                <a:pathLst>
                  <a:path w="2003" h="368" extrusionOk="0">
                    <a:moveTo>
                      <a:pt x="168" y="0"/>
                    </a:moveTo>
                    <a:cubicBezTo>
                      <a:pt x="68" y="0"/>
                      <a:pt x="1" y="67"/>
                      <a:pt x="1" y="167"/>
                    </a:cubicBezTo>
                    <a:cubicBezTo>
                      <a:pt x="1" y="234"/>
                      <a:pt x="68" y="301"/>
                      <a:pt x="134" y="334"/>
                    </a:cubicBezTo>
                    <a:lnTo>
                      <a:pt x="1002" y="334"/>
                    </a:lnTo>
                    <a:cubicBezTo>
                      <a:pt x="1302" y="334"/>
                      <a:pt x="1602" y="334"/>
                      <a:pt x="1835" y="367"/>
                    </a:cubicBezTo>
                    <a:cubicBezTo>
                      <a:pt x="1936" y="367"/>
                      <a:pt x="2002" y="301"/>
                      <a:pt x="2002" y="201"/>
                    </a:cubicBezTo>
                    <a:cubicBezTo>
                      <a:pt x="2002" y="101"/>
                      <a:pt x="1936" y="34"/>
                      <a:pt x="1869" y="34"/>
                    </a:cubicBezTo>
                    <a:lnTo>
                      <a:pt x="1002" y="34"/>
                    </a:lnTo>
                    <a:cubicBezTo>
                      <a:pt x="701" y="0"/>
                      <a:pt x="40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1172675" y="3221075"/>
                <a:ext cx="159300" cy="15875"/>
              </a:xfrm>
              <a:custGeom>
                <a:avLst/>
                <a:gdLst/>
                <a:ahLst/>
                <a:cxnLst/>
                <a:rect l="l" t="t" r="r" b="b"/>
                <a:pathLst>
                  <a:path w="6372" h="635" extrusionOk="0">
                    <a:moveTo>
                      <a:pt x="167" y="1"/>
                    </a:moveTo>
                    <a:cubicBezTo>
                      <a:pt x="101" y="1"/>
                      <a:pt x="1" y="67"/>
                      <a:pt x="1" y="134"/>
                    </a:cubicBezTo>
                    <a:cubicBezTo>
                      <a:pt x="1" y="234"/>
                      <a:pt x="67" y="301"/>
                      <a:pt x="167" y="301"/>
                    </a:cubicBezTo>
                    <a:cubicBezTo>
                      <a:pt x="2469" y="501"/>
                      <a:pt x="4204" y="601"/>
                      <a:pt x="6205" y="635"/>
                    </a:cubicBezTo>
                    <a:cubicBezTo>
                      <a:pt x="6305" y="635"/>
                      <a:pt x="6372" y="568"/>
                      <a:pt x="6372" y="501"/>
                    </a:cubicBezTo>
                    <a:cubicBezTo>
                      <a:pt x="6372" y="401"/>
                      <a:pt x="6305" y="334"/>
                      <a:pt x="6205" y="334"/>
                    </a:cubicBezTo>
                    <a:cubicBezTo>
                      <a:pt x="4237" y="268"/>
                      <a:pt x="2469" y="168"/>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886625" y="3205225"/>
                <a:ext cx="191000" cy="18375"/>
              </a:xfrm>
              <a:custGeom>
                <a:avLst/>
                <a:gdLst/>
                <a:ahLst/>
                <a:cxnLst/>
                <a:rect l="l" t="t" r="r" b="b"/>
                <a:pathLst>
                  <a:path w="7640" h="735" extrusionOk="0">
                    <a:moveTo>
                      <a:pt x="7473" y="1"/>
                    </a:moveTo>
                    <a:cubicBezTo>
                      <a:pt x="6606" y="34"/>
                      <a:pt x="5505" y="101"/>
                      <a:pt x="4337" y="201"/>
                    </a:cubicBezTo>
                    <a:cubicBezTo>
                      <a:pt x="2836" y="301"/>
                      <a:pt x="1302" y="401"/>
                      <a:pt x="134" y="401"/>
                    </a:cubicBezTo>
                    <a:cubicBezTo>
                      <a:pt x="68" y="401"/>
                      <a:pt x="1" y="468"/>
                      <a:pt x="1" y="568"/>
                    </a:cubicBezTo>
                    <a:cubicBezTo>
                      <a:pt x="1" y="668"/>
                      <a:pt x="68" y="735"/>
                      <a:pt x="134" y="735"/>
                    </a:cubicBezTo>
                    <a:cubicBezTo>
                      <a:pt x="1302" y="735"/>
                      <a:pt x="2870" y="635"/>
                      <a:pt x="4337" y="501"/>
                    </a:cubicBezTo>
                    <a:cubicBezTo>
                      <a:pt x="5505" y="435"/>
                      <a:pt x="6606" y="335"/>
                      <a:pt x="7506" y="335"/>
                    </a:cubicBezTo>
                    <a:cubicBezTo>
                      <a:pt x="7573" y="301"/>
                      <a:pt x="7640" y="234"/>
                      <a:pt x="7640" y="168"/>
                    </a:cubicBezTo>
                    <a:cubicBezTo>
                      <a:pt x="7640" y="68"/>
                      <a:pt x="7573" y="1"/>
                      <a:pt x="7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1172675" y="3202525"/>
                <a:ext cx="149300" cy="14400"/>
              </a:xfrm>
              <a:custGeom>
                <a:avLst/>
                <a:gdLst/>
                <a:ahLst/>
                <a:cxnLst/>
                <a:rect l="l" t="t" r="r" b="b"/>
                <a:pathLst>
                  <a:path w="5972" h="576" extrusionOk="0">
                    <a:moveTo>
                      <a:pt x="129" y="0"/>
                    </a:moveTo>
                    <a:cubicBezTo>
                      <a:pt x="68" y="0"/>
                      <a:pt x="1" y="60"/>
                      <a:pt x="1" y="142"/>
                    </a:cubicBezTo>
                    <a:cubicBezTo>
                      <a:pt x="1" y="209"/>
                      <a:pt x="67" y="309"/>
                      <a:pt x="134" y="309"/>
                    </a:cubicBezTo>
                    <a:cubicBezTo>
                      <a:pt x="1768" y="476"/>
                      <a:pt x="4003" y="576"/>
                      <a:pt x="5805" y="576"/>
                    </a:cubicBezTo>
                    <a:cubicBezTo>
                      <a:pt x="5905" y="576"/>
                      <a:pt x="5971" y="509"/>
                      <a:pt x="5971" y="409"/>
                    </a:cubicBezTo>
                    <a:cubicBezTo>
                      <a:pt x="5971" y="342"/>
                      <a:pt x="5905" y="276"/>
                      <a:pt x="5805" y="276"/>
                    </a:cubicBezTo>
                    <a:cubicBezTo>
                      <a:pt x="4003" y="276"/>
                      <a:pt x="1802" y="142"/>
                      <a:pt x="167" y="9"/>
                    </a:cubicBezTo>
                    <a:cubicBezTo>
                      <a:pt x="155" y="3"/>
                      <a:pt x="143" y="0"/>
                      <a:pt x="1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1723900" y="3225750"/>
                <a:ext cx="51725" cy="8700"/>
              </a:xfrm>
              <a:custGeom>
                <a:avLst/>
                <a:gdLst/>
                <a:ahLst/>
                <a:cxnLst/>
                <a:rect l="l" t="t" r="r" b="b"/>
                <a:pathLst>
                  <a:path w="2069" h="348" extrusionOk="0">
                    <a:moveTo>
                      <a:pt x="1466" y="0"/>
                    </a:moveTo>
                    <a:cubicBezTo>
                      <a:pt x="1017" y="0"/>
                      <a:pt x="450" y="24"/>
                      <a:pt x="167" y="47"/>
                    </a:cubicBezTo>
                    <a:cubicBezTo>
                      <a:pt x="67" y="47"/>
                      <a:pt x="1" y="114"/>
                      <a:pt x="34" y="214"/>
                    </a:cubicBezTo>
                    <a:cubicBezTo>
                      <a:pt x="34" y="281"/>
                      <a:pt x="101" y="347"/>
                      <a:pt x="167" y="347"/>
                    </a:cubicBezTo>
                    <a:lnTo>
                      <a:pt x="201" y="347"/>
                    </a:lnTo>
                    <a:cubicBezTo>
                      <a:pt x="484" y="324"/>
                      <a:pt x="1034" y="300"/>
                      <a:pt x="1461" y="300"/>
                    </a:cubicBezTo>
                    <a:cubicBezTo>
                      <a:pt x="1638" y="300"/>
                      <a:pt x="1794" y="304"/>
                      <a:pt x="1902" y="314"/>
                    </a:cubicBezTo>
                    <a:cubicBezTo>
                      <a:pt x="2002" y="314"/>
                      <a:pt x="2069" y="247"/>
                      <a:pt x="2069" y="181"/>
                    </a:cubicBezTo>
                    <a:cubicBezTo>
                      <a:pt x="2069" y="81"/>
                      <a:pt x="2035" y="14"/>
                      <a:pt x="1935" y="14"/>
                    </a:cubicBezTo>
                    <a:cubicBezTo>
                      <a:pt x="1818" y="4"/>
                      <a:pt x="1652" y="0"/>
                      <a:pt x="14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186625" y="2652950"/>
                <a:ext cx="956525" cy="222900"/>
              </a:xfrm>
              <a:custGeom>
                <a:avLst/>
                <a:gdLst/>
                <a:ahLst/>
                <a:cxnLst/>
                <a:rect l="l" t="t" r="r" b="b"/>
                <a:pathLst>
                  <a:path w="38261" h="8916" extrusionOk="0">
                    <a:moveTo>
                      <a:pt x="649" y="1"/>
                    </a:moveTo>
                    <a:cubicBezTo>
                      <a:pt x="579" y="1"/>
                      <a:pt x="534" y="55"/>
                      <a:pt x="534" y="110"/>
                    </a:cubicBezTo>
                    <a:cubicBezTo>
                      <a:pt x="0" y="1310"/>
                      <a:pt x="67" y="2678"/>
                      <a:pt x="100" y="3912"/>
                    </a:cubicBezTo>
                    <a:cubicBezTo>
                      <a:pt x="134" y="4780"/>
                      <a:pt x="167" y="5780"/>
                      <a:pt x="634" y="6648"/>
                    </a:cubicBezTo>
                    <a:cubicBezTo>
                      <a:pt x="1269" y="7806"/>
                      <a:pt x="2428" y="7961"/>
                      <a:pt x="3584" y="7961"/>
                    </a:cubicBezTo>
                    <a:cubicBezTo>
                      <a:pt x="3825" y="7961"/>
                      <a:pt x="4067" y="7954"/>
                      <a:pt x="4303" y="7949"/>
                    </a:cubicBezTo>
                    <a:lnTo>
                      <a:pt x="5171" y="7949"/>
                    </a:lnTo>
                    <a:cubicBezTo>
                      <a:pt x="7172" y="8015"/>
                      <a:pt x="9174" y="8082"/>
                      <a:pt x="11175" y="8182"/>
                    </a:cubicBezTo>
                    <a:cubicBezTo>
                      <a:pt x="15178" y="8349"/>
                      <a:pt x="19181" y="8616"/>
                      <a:pt x="23050" y="8916"/>
                    </a:cubicBezTo>
                    <a:cubicBezTo>
                      <a:pt x="23150" y="8916"/>
                      <a:pt x="23217" y="8849"/>
                      <a:pt x="23217" y="8782"/>
                    </a:cubicBezTo>
                    <a:cubicBezTo>
                      <a:pt x="23250" y="8682"/>
                      <a:pt x="23184" y="8616"/>
                      <a:pt x="23083" y="8616"/>
                    </a:cubicBezTo>
                    <a:cubicBezTo>
                      <a:pt x="19214" y="8315"/>
                      <a:pt x="15211" y="8049"/>
                      <a:pt x="11208" y="7882"/>
                    </a:cubicBezTo>
                    <a:cubicBezTo>
                      <a:pt x="9207" y="7782"/>
                      <a:pt x="7172" y="7715"/>
                      <a:pt x="5204" y="7648"/>
                    </a:cubicBezTo>
                    <a:lnTo>
                      <a:pt x="4303" y="7648"/>
                    </a:lnTo>
                    <a:cubicBezTo>
                      <a:pt x="4087" y="7654"/>
                      <a:pt x="3870" y="7659"/>
                      <a:pt x="3655" y="7659"/>
                    </a:cubicBezTo>
                    <a:cubicBezTo>
                      <a:pt x="2544" y="7659"/>
                      <a:pt x="1493" y="7515"/>
                      <a:pt x="934" y="6481"/>
                    </a:cubicBezTo>
                    <a:cubicBezTo>
                      <a:pt x="501" y="5714"/>
                      <a:pt x="467" y="4746"/>
                      <a:pt x="434" y="3879"/>
                    </a:cubicBezTo>
                    <a:cubicBezTo>
                      <a:pt x="401" y="2945"/>
                      <a:pt x="334" y="1877"/>
                      <a:pt x="601" y="910"/>
                    </a:cubicBezTo>
                    <a:lnTo>
                      <a:pt x="1001" y="5347"/>
                    </a:lnTo>
                    <a:cubicBezTo>
                      <a:pt x="1034" y="5580"/>
                      <a:pt x="1068" y="5914"/>
                      <a:pt x="1268" y="6181"/>
                    </a:cubicBezTo>
                    <a:cubicBezTo>
                      <a:pt x="1568" y="6548"/>
                      <a:pt x="2035" y="6581"/>
                      <a:pt x="2469" y="6581"/>
                    </a:cubicBezTo>
                    <a:cubicBezTo>
                      <a:pt x="5272" y="6661"/>
                      <a:pt x="8091" y="6700"/>
                      <a:pt x="10922" y="6700"/>
                    </a:cubicBezTo>
                    <a:cubicBezTo>
                      <a:pt x="19910" y="6700"/>
                      <a:pt x="29012" y="6300"/>
                      <a:pt x="38094" y="5513"/>
                    </a:cubicBezTo>
                    <a:cubicBezTo>
                      <a:pt x="38194" y="5513"/>
                      <a:pt x="38261" y="5413"/>
                      <a:pt x="38261" y="5347"/>
                    </a:cubicBezTo>
                    <a:cubicBezTo>
                      <a:pt x="38228" y="5247"/>
                      <a:pt x="38161" y="5180"/>
                      <a:pt x="38061" y="5180"/>
                    </a:cubicBezTo>
                    <a:cubicBezTo>
                      <a:pt x="28806" y="5981"/>
                      <a:pt x="19531" y="6382"/>
                      <a:pt x="10391" y="6382"/>
                    </a:cubicBezTo>
                    <a:cubicBezTo>
                      <a:pt x="7738" y="6382"/>
                      <a:pt x="5096" y="6348"/>
                      <a:pt x="2469" y="6281"/>
                    </a:cubicBezTo>
                    <a:cubicBezTo>
                      <a:pt x="2135" y="6281"/>
                      <a:pt x="1735" y="6247"/>
                      <a:pt x="1501" y="5980"/>
                    </a:cubicBezTo>
                    <a:cubicBezTo>
                      <a:pt x="1368" y="5814"/>
                      <a:pt x="1335" y="5580"/>
                      <a:pt x="1335" y="5313"/>
                    </a:cubicBezTo>
                    <a:lnTo>
                      <a:pt x="834" y="143"/>
                    </a:lnTo>
                    <a:cubicBezTo>
                      <a:pt x="801" y="76"/>
                      <a:pt x="768" y="9"/>
                      <a:pt x="701" y="9"/>
                    </a:cubicBezTo>
                    <a:cubicBezTo>
                      <a:pt x="682" y="3"/>
                      <a:pt x="665" y="1"/>
                      <a:pt x="6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412975" y="2867325"/>
                <a:ext cx="250200" cy="16875"/>
              </a:xfrm>
              <a:custGeom>
                <a:avLst/>
                <a:gdLst/>
                <a:ahLst/>
                <a:cxnLst/>
                <a:rect l="l" t="t" r="r" b="b"/>
                <a:pathLst>
                  <a:path w="10008" h="675" extrusionOk="0">
                    <a:moveTo>
                      <a:pt x="138" y="1"/>
                    </a:moveTo>
                    <a:cubicBezTo>
                      <a:pt x="75" y="1"/>
                      <a:pt x="0" y="83"/>
                      <a:pt x="0" y="141"/>
                    </a:cubicBezTo>
                    <a:cubicBezTo>
                      <a:pt x="0" y="241"/>
                      <a:pt x="67" y="308"/>
                      <a:pt x="167" y="308"/>
                    </a:cubicBezTo>
                    <a:lnTo>
                      <a:pt x="1034" y="341"/>
                    </a:lnTo>
                    <a:cubicBezTo>
                      <a:pt x="3736" y="508"/>
                      <a:pt x="7439" y="674"/>
                      <a:pt x="9807" y="674"/>
                    </a:cubicBezTo>
                    <a:lnTo>
                      <a:pt x="9874" y="674"/>
                    </a:lnTo>
                    <a:cubicBezTo>
                      <a:pt x="9941" y="674"/>
                      <a:pt x="10007" y="608"/>
                      <a:pt x="10007" y="541"/>
                    </a:cubicBezTo>
                    <a:cubicBezTo>
                      <a:pt x="10007" y="441"/>
                      <a:pt x="9941" y="374"/>
                      <a:pt x="9874" y="374"/>
                    </a:cubicBezTo>
                    <a:cubicBezTo>
                      <a:pt x="7505" y="374"/>
                      <a:pt x="3769" y="174"/>
                      <a:pt x="1068" y="41"/>
                    </a:cubicBezTo>
                    <a:lnTo>
                      <a:pt x="167" y="7"/>
                    </a:lnTo>
                    <a:cubicBezTo>
                      <a:pt x="158" y="3"/>
                      <a:pt x="148" y="1"/>
                      <a:pt x="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681500" y="2875700"/>
                <a:ext cx="83400" cy="16825"/>
              </a:xfrm>
              <a:custGeom>
                <a:avLst/>
                <a:gdLst/>
                <a:ahLst/>
                <a:cxnLst/>
                <a:rect l="l" t="t" r="r" b="b"/>
                <a:pathLst>
                  <a:path w="3336" h="673" extrusionOk="0">
                    <a:moveTo>
                      <a:pt x="426" y="1"/>
                    </a:moveTo>
                    <a:cubicBezTo>
                      <a:pt x="326" y="1"/>
                      <a:pt x="229" y="2"/>
                      <a:pt x="134" y="6"/>
                    </a:cubicBezTo>
                    <a:cubicBezTo>
                      <a:pt x="67" y="39"/>
                      <a:pt x="0" y="106"/>
                      <a:pt x="0" y="173"/>
                    </a:cubicBezTo>
                    <a:cubicBezTo>
                      <a:pt x="0" y="273"/>
                      <a:pt x="67" y="339"/>
                      <a:pt x="167" y="339"/>
                    </a:cubicBezTo>
                    <a:cubicBezTo>
                      <a:pt x="318" y="328"/>
                      <a:pt x="477" y="322"/>
                      <a:pt x="642" y="322"/>
                    </a:cubicBezTo>
                    <a:cubicBezTo>
                      <a:pt x="1424" y="322"/>
                      <a:pt x="2337" y="447"/>
                      <a:pt x="3136" y="640"/>
                    </a:cubicBezTo>
                    <a:cubicBezTo>
                      <a:pt x="3136" y="673"/>
                      <a:pt x="3136" y="673"/>
                      <a:pt x="3169" y="673"/>
                    </a:cubicBezTo>
                    <a:cubicBezTo>
                      <a:pt x="3236" y="673"/>
                      <a:pt x="3302" y="606"/>
                      <a:pt x="3302" y="540"/>
                    </a:cubicBezTo>
                    <a:cubicBezTo>
                      <a:pt x="3336" y="440"/>
                      <a:pt x="3269" y="373"/>
                      <a:pt x="3202" y="339"/>
                    </a:cubicBezTo>
                    <a:cubicBezTo>
                      <a:pt x="2304" y="130"/>
                      <a:pt x="1298" y="1"/>
                      <a:pt x="4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6"/>
              <p:cNvSpPr/>
              <p:nvPr/>
            </p:nvSpPr>
            <p:spPr>
              <a:xfrm>
                <a:off x="956675" y="2905650"/>
                <a:ext cx="120125" cy="26925"/>
              </a:xfrm>
              <a:custGeom>
                <a:avLst/>
                <a:gdLst/>
                <a:ahLst/>
                <a:cxnLst/>
                <a:rect l="l" t="t" r="r" b="b"/>
                <a:pathLst>
                  <a:path w="4805" h="1077" extrusionOk="0">
                    <a:moveTo>
                      <a:pt x="130" y="0"/>
                    </a:moveTo>
                    <a:cubicBezTo>
                      <a:pt x="69" y="0"/>
                      <a:pt x="1" y="60"/>
                      <a:pt x="1" y="142"/>
                    </a:cubicBezTo>
                    <a:cubicBezTo>
                      <a:pt x="1" y="209"/>
                      <a:pt x="34" y="309"/>
                      <a:pt x="134" y="309"/>
                    </a:cubicBezTo>
                    <a:cubicBezTo>
                      <a:pt x="1635" y="542"/>
                      <a:pt x="3137" y="776"/>
                      <a:pt x="4604" y="1076"/>
                    </a:cubicBezTo>
                    <a:lnTo>
                      <a:pt x="4638" y="1076"/>
                    </a:lnTo>
                    <a:cubicBezTo>
                      <a:pt x="4704" y="1076"/>
                      <a:pt x="4771" y="1009"/>
                      <a:pt x="4804" y="943"/>
                    </a:cubicBezTo>
                    <a:cubicBezTo>
                      <a:pt x="4804" y="876"/>
                      <a:pt x="4738" y="776"/>
                      <a:pt x="4671" y="776"/>
                    </a:cubicBezTo>
                    <a:cubicBezTo>
                      <a:pt x="3170" y="476"/>
                      <a:pt x="1669" y="209"/>
                      <a:pt x="168" y="9"/>
                    </a:cubicBezTo>
                    <a:cubicBezTo>
                      <a:pt x="156" y="3"/>
                      <a:pt x="143"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6"/>
              <p:cNvSpPr/>
              <p:nvPr/>
            </p:nvSpPr>
            <p:spPr>
              <a:xfrm>
                <a:off x="1147650" y="2938875"/>
                <a:ext cx="131800" cy="37900"/>
              </a:xfrm>
              <a:custGeom>
                <a:avLst/>
                <a:gdLst/>
                <a:ahLst/>
                <a:cxnLst/>
                <a:rect l="l" t="t" r="r" b="b"/>
                <a:pathLst>
                  <a:path w="5272" h="1516" extrusionOk="0">
                    <a:moveTo>
                      <a:pt x="175" y="1"/>
                    </a:moveTo>
                    <a:cubicBezTo>
                      <a:pt x="119" y="1"/>
                      <a:pt x="59" y="32"/>
                      <a:pt x="34" y="81"/>
                    </a:cubicBezTo>
                    <a:cubicBezTo>
                      <a:pt x="1" y="181"/>
                      <a:pt x="34" y="281"/>
                      <a:pt x="101" y="314"/>
                    </a:cubicBezTo>
                    <a:cubicBezTo>
                      <a:pt x="768" y="581"/>
                      <a:pt x="1535" y="681"/>
                      <a:pt x="2236" y="781"/>
                    </a:cubicBezTo>
                    <a:cubicBezTo>
                      <a:pt x="3370" y="915"/>
                      <a:pt x="4237" y="1148"/>
                      <a:pt x="5038" y="1482"/>
                    </a:cubicBezTo>
                    <a:cubicBezTo>
                      <a:pt x="5071" y="1482"/>
                      <a:pt x="5071" y="1515"/>
                      <a:pt x="5104" y="1515"/>
                    </a:cubicBezTo>
                    <a:cubicBezTo>
                      <a:pt x="5138" y="1515"/>
                      <a:pt x="5205" y="1448"/>
                      <a:pt x="5238" y="1415"/>
                    </a:cubicBezTo>
                    <a:cubicBezTo>
                      <a:pt x="5271" y="1315"/>
                      <a:pt x="5238" y="1248"/>
                      <a:pt x="5171" y="1215"/>
                    </a:cubicBezTo>
                    <a:cubicBezTo>
                      <a:pt x="4337" y="848"/>
                      <a:pt x="3437" y="614"/>
                      <a:pt x="2269" y="448"/>
                    </a:cubicBezTo>
                    <a:cubicBezTo>
                      <a:pt x="1602" y="381"/>
                      <a:pt x="868" y="281"/>
                      <a:pt x="234" y="14"/>
                    </a:cubicBezTo>
                    <a:cubicBezTo>
                      <a:pt x="216" y="5"/>
                      <a:pt x="196" y="1"/>
                      <a:pt x="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6"/>
              <p:cNvSpPr/>
              <p:nvPr/>
            </p:nvSpPr>
            <p:spPr>
              <a:xfrm>
                <a:off x="957525" y="2920025"/>
                <a:ext cx="120950" cy="26725"/>
              </a:xfrm>
              <a:custGeom>
                <a:avLst/>
                <a:gdLst/>
                <a:ahLst/>
                <a:cxnLst/>
                <a:rect l="l" t="t" r="r" b="b"/>
                <a:pathLst>
                  <a:path w="4838" h="1069" extrusionOk="0">
                    <a:moveTo>
                      <a:pt x="200" y="1"/>
                    </a:moveTo>
                    <a:cubicBezTo>
                      <a:pt x="100" y="1"/>
                      <a:pt x="34" y="34"/>
                      <a:pt x="34" y="134"/>
                    </a:cubicBezTo>
                    <a:cubicBezTo>
                      <a:pt x="0" y="201"/>
                      <a:pt x="67" y="301"/>
                      <a:pt x="167" y="301"/>
                    </a:cubicBezTo>
                    <a:lnTo>
                      <a:pt x="4670" y="1068"/>
                    </a:lnTo>
                    <a:cubicBezTo>
                      <a:pt x="4770" y="1068"/>
                      <a:pt x="4837" y="1002"/>
                      <a:pt x="4837" y="935"/>
                    </a:cubicBezTo>
                    <a:cubicBezTo>
                      <a:pt x="4837" y="868"/>
                      <a:pt x="4804" y="768"/>
                      <a:pt x="4704" y="768"/>
                    </a:cubicBez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6"/>
              <p:cNvSpPr/>
              <p:nvPr/>
            </p:nvSpPr>
            <p:spPr>
              <a:xfrm>
                <a:off x="1140975" y="2953175"/>
                <a:ext cx="139300" cy="36925"/>
              </a:xfrm>
              <a:custGeom>
                <a:avLst/>
                <a:gdLst/>
                <a:ahLst/>
                <a:cxnLst/>
                <a:rect l="l" t="t" r="r" b="b"/>
                <a:pathLst>
                  <a:path w="5572" h="1477" extrusionOk="0">
                    <a:moveTo>
                      <a:pt x="162" y="0"/>
                    </a:moveTo>
                    <a:cubicBezTo>
                      <a:pt x="100" y="0"/>
                      <a:pt x="28" y="55"/>
                      <a:pt x="1" y="109"/>
                    </a:cubicBezTo>
                    <a:cubicBezTo>
                      <a:pt x="1" y="209"/>
                      <a:pt x="34" y="276"/>
                      <a:pt x="134" y="309"/>
                    </a:cubicBezTo>
                    <a:cubicBezTo>
                      <a:pt x="1802" y="743"/>
                      <a:pt x="3637" y="1177"/>
                      <a:pt x="5338" y="1477"/>
                    </a:cubicBezTo>
                    <a:lnTo>
                      <a:pt x="5371" y="1477"/>
                    </a:lnTo>
                    <a:cubicBezTo>
                      <a:pt x="5472" y="1477"/>
                      <a:pt x="5538" y="1443"/>
                      <a:pt x="5538" y="1343"/>
                    </a:cubicBezTo>
                    <a:cubicBezTo>
                      <a:pt x="5572" y="1277"/>
                      <a:pt x="5505" y="1177"/>
                      <a:pt x="5405" y="1177"/>
                    </a:cubicBezTo>
                    <a:cubicBezTo>
                      <a:pt x="3704" y="876"/>
                      <a:pt x="1902" y="443"/>
                      <a:pt x="201" y="9"/>
                    </a:cubicBezTo>
                    <a:cubicBezTo>
                      <a:pt x="189" y="3"/>
                      <a:pt x="175" y="0"/>
                      <a:pt x="1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6"/>
              <p:cNvSpPr/>
              <p:nvPr/>
            </p:nvSpPr>
            <p:spPr>
              <a:xfrm>
                <a:off x="257850" y="2859775"/>
                <a:ext cx="133450" cy="99475"/>
              </a:xfrm>
              <a:custGeom>
                <a:avLst/>
                <a:gdLst/>
                <a:ahLst/>
                <a:cxnLst/>
                <a:rect l="l" t="t" r="r" b="b"/>
                <a:pathLst>
                  <a:path w="5338" h="3979" extrusionOk="0">
                    <a:moveTo>
                      <a:pt x="631" y="0"/>
                    </a:moveTo>
                    <a:cubicBezTo>
                      <a:pt x="578" y="0"/>
                      <a:pt x="528" y="55"/>
                      <a:pt x="501" y="109"/>
                    </a:cubicBezTo>
                    <a:cubicBezTo>
                      <a:pt x="434" y="509"/>
                      <a:pt x="334" y="910"/>
                      <a:pt x="268" y="1310"/>
                    </a:cubicBezTo>
                    <a:cubicBezTo>
                      <a:pt x="167" y="1744"/>
                      <a:pt x="101" y="2144"/>
                      <a:pt x="1" y="2544"/>
                    </a:cubicBezTo>
                    <a:cubicBezTo>
                      <a:pt x="1" y="2578"/>
                      <a:pt x="1" y="2644"/>
                      <a:pt x="34" y="2678"/>
                    </a:cubicBezTo>
                    <a:cubicBezTo>
                      <a:pt x="67" y="2711"/>
                      <a:pt x="101" y="2711"/>
                      <a:pt x="134" y="2744"/>
                    </a:cubicBezTo>
                    <a:cubicBezTo>
                      <a:pt x="330" y="2783"/>
                      <a:pt x="525" y="2800"/>
                      <a:pt x="720" y="2800"/>
                    </a:cubicBezTo>
                    <a:cubicBezTo>
                      <a:pt x="859" y="2800"/>
                      <a:pt x="997" y="2792"/>
                      <a:pt x="1135" y="2778"/>
                    </a:cubicBezTo>
                    <a:cubicBezTo>
                      <a:pt x="1135" y="2978"/>
                      <a:pt x="1168" y="3178"/>
                      <a:pt x="1202" y="3378"/>
                    </a:cubicBezTo>
                    <a:cubicBezTo>
                      <a:pt x="1202" y="3445"/>
                      <a:pt x="1268" y="3512"/>
                      <a:pt x="1335" y="3512"/>
                    </a:cubicBezTo>
                    <a:cubicBezTo>
                      <a:pt x="2603" y="3645"/>
                      <a:pt x="3937" y="3812"/>
                      <a:pt x="5138" y="3979"/>
                    </a:cubicBezTo>
                    <a:lnTo>
                      <a:pt x="5171" y="3979"/>
                    </a:lnTo>
                    <a:cubicBezTo>
                      <a:pt x="5238" y="3979"/>
                      <a:pt x="5304" y="3912"/>
                      <a:pt x="5338" y="3845"/>
                    </a:cubicBezTo>
                    <a:cubicBezTo>
                      <a:pt x="5338" y="3745"/>
                      <a:pt x="5271" y="3678"/>
                      <a:pt x="5204" y="3678"/>
                    </a:cubicBezTo>
                    <a:cubicBezTo>
                      <a:pt x="4004" y="3512"/>
                      <a:pt x="2703" y="3345"/>
                      <a:pt x="1468" y="3211"/>
                    </a:cubicBezTo>
                    <a:cubicBezTo>
                      <a:pt x="1468" y="3011"/>
                      <a:pt x="1435" y="2811"/>
                      <a:pt x="1468" y="2611"/>
                    </a:cubicBezTo>
                    <a:cubicBezTo>
                      <a:pt x="1468" y="2578"/>
                      <a:pt x="1468" y="2511"/>
                      <a:pt x="1435" y="2478"/>
                    </a:cubicBezTo>
                    <a:cubicBezTo>
                      <a:pt x="1402" y="2444"/>
                      <a:pt x="1335" y="2444"/>
                      <a:pt x="1302" y="2444"/>
                    </a:cubicBezTo>
                    <a:cubicBezTo>
                      <a:pt x="1135" y="2461"/>
                      <a:pt x="976" y="2469"/>
                      <a:pt x="818" y="2469"/>
                    </a:cubicBezTo>
                    <a:cubicBezTo>
                      <a:pt x="660" y="2469"/>
                      <a:pt x="501" y="2461"/>
                      <a:pt x="334" y="2444"/>
                    </a:cubicBezTo>
                    <a:cubicBezTo>
                      <a:pt x="434" y="2111"/>
                      <a:pt x="501" y="1744"/>
                      <a:pt x="568" y="1377"/>
                    </a:cubicBezTo>
                    <a:cubicBezTo>
                      <a:pt x="634" y="976"/>
                      <a:pt x="735" y="576"/>
                      <a:pt x="801" y="176"/>
                    </a:cubicBezTo>
                    <a:cubicBezTo>
                      <a:pt x="835" y="109"/>
                      <a:pt x="768" y="9"/>
                      <a:pt x="668" y="9"/>
                    </a:cubicBezTo>
                    <a:cubicBezTo>
                      <a:pt x="656" y="3"/>
                      <a:pt x="643" y="0"/>
                      <a:pt x="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
              <p:cNvSpPr/>
              <p:nvPr/>
            </p:nvSpPr>
            <p:spPr>
              <a:xfrm>
                <a:off x="410475" y="2953400"/>
                <a:ext cx="254350" cy="38375"/>
              </a:xfrm>
              <a:custGeom>
                <a:avLst/>
                <a:gdLst/>
                <a:ahLst/>
                <a:cxnLst/>
                <a:rect l="l" t="t" r="r" b="b"/>
                <a:pathLst>
                  <a:path w="10174" h="1535" extrusionOk="0">
                    <a:moveTo>
                      <a:pt x="167" y="0"/>
                    </a:moveTo>
                    <a:cubicBezTo>
                      <a:pt x="100" y="0"/>
                      <a:pt x="0" y="67"/>
                      <a:pt x="0" y="134"/>
                    </a:cubicBezTo>
                    <a:cubicBezTo>
                      <a:pt x="0" y="234"/>
                      <a:pt x="67" y="300"/>
                      <a:pt x="133" y="334"/>
                    </a:cubicBezTo>
                    <a:cubicBezTo>
                      <a:pt x="767" y="400"/>
                      <a:pt x="1635" y="534"/>
                      <a:pt x="2635" y="667"/>
                    </a:cubicBezTo>
                    <a:cubicBezTo>
                      <a:pt x="5204" y="1001"/>
                      <a:pt x="8406" y="1434"/>
                      <a:pt x="10007" y="1535"/>
                    </a:cubicBezTo>
                    <a:lnTo>
                      <a:pt x="10041" y="1535"/>
                    </a:lnTo>
                    <a:cubicBezTo>
                      <a:pt x="10107" y="1535"/>
                      <a:pt x="10174" y="1501"/>
                      <a:pt x="10174" y="1401"/>
                    </a:cubicBezTo>
                    <a:cubicBezTo>
                      <a:pt x="10174" y="1301"/>
                      <a:pt x="10141" y="1234"/>
                      <a:pt x="10041" y="1234"/>
                    </a:cubicBezTo>
                    <a:cubicBezTo>
                      <a:pt x="8439" y="1101"/>
                      <a:pt x="5237" y="701"/>
                      <a:pt x="2669" y="334"/>
                    </a:cubicBezTo>
                    <a:cubicBezTo>
                      <a:pt x="1701" y="200"/>
                      <a:pt x="801" y="10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683150" y="2960900"/>
                <a:ext cx="105950" cy="44225"/>
              </a:xfrm>
              <a:custGeom>
                <a:avLst/>
                <a:gdLst/>
                <a:ahLst/>
                <a:cxnLst/>
                <a:rect l="l" t="t" r="r" b="b"/>
                <a:pathLst>
                  <a:path w="4238" h="1769" extrusionOk="0">
                    <a:moveTo>
                      <a:pt x="4070" y="0"/>
                    </a:moveTo>
                    <a:cubicBezTo>
                      <a:pt x="3970" y="0"/>
                      <a:pt x="3904" y="67"/>
                      <a:pt x="3904" y="167"/>
                    </a:cubicBezTo>
                    <a:cubicBezTo>
                      <a:pt x="3904" y="367"/>
                      <a:pt x="3904" y="601"/>
                      <a:pt x="3904" y="868"/>
                    </a:cubicBezTo>
                    <a:cubicBezTo>
                      <a:pt x="3904" y="1068"/>
                      <a:pt x="3904" y="1268"/>
                      <a:pt x="3904" y="1468"/>
                    </a:cubicBezTo>
                    <a:cubicBezTo>
                      <a:pt x="3136" y="1435"/>
                      <a:pt x="2436" y="1335"/>
                      <a:pt x="1702" y="1235"/>
                    </a:cubicBezTo>
                    <a:cubicBezTo>
                      <a:pt x="1202" y="1134"/>
                      <a:pt x="735" y="1068"/>
                      <a:pt x="201" y="1034"/>
                    </a:cubicBezTo>
                    <a:cubicBezTo>
                      <a:pt x="101" y="1034"/>
                      <a:pt x="34" y="1068"/>
                      <a:pt x="34" y="1168"/>
                    </a:cubicBezTo>
                    <a:cubicBezTo>
                      <a:pt x="1" y="1235"/>
                      <a:pt x="68" y="1335"/>
                      <a:pt x="168" y="1335"/>
                    </a:cubicBezTo>
                    <a:cubicBezTo>
                      <a:pt x="701" y="1401"/>
                      <a:pt x="1168" y="1468"/>
                      <a:pt x="1635" y="1535"/>
                    </a:cubicBezTo>
                    <a:cubicBezTo>
                      <a:pt x="2436" y="1635"/>
                      <a:pt x="3170" y="1768"/>
                      <a:pt x="4004" y="1768"/>
                    </a:cubicBezTo>
                    <a:cubicBezTo>
                      <a:pt x="4037" y="1768"/>
                      <a:pt x="4104" y="1768"/>
                      <a:pt x="4137" y="1735"/>
                    </a:cubicBezTo>
                    <a:cubicBezTo>
                      <a:pt x="4204" y="1702"/>
                      <a:pt x="4237" y="1635"/>
                      <a:pt x="4204" y="1568"/>
                    </a:cubicBezTo>
                    <a:cubicBezTo>
                      <a:pt x="4204" y="1335"/>
                      <a:pt x="4204" y="1101"/>
                      <a:pt x="4204" y="868"/>
                    </a:cubicBezTo>
                    <a:cubicBezTo>
                      <a:pt x="4237" y="601"/>
                      <a:pt x="4237" y="367"/>
                      <a:pt x="4204" y="167"/>
                    </a:cubicBezTo>
                    <a:cubicBezTo>
                      <a:pt x="4204" y="67"/>
                      <a:pt x="4137" y="0"/>
                      <a:pt x="4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282050" y="2904200"/>
                <a:ext cx="110100" cy="17525"/>
              </a:xfrm>
              <a:custGeom>
                <a:avLst/>
                <a:gdLst/>
                <a:ahLst/>
                <a:cxnLst/>
                <a:rect l="l" t="t" r="r" b="b"/>
                <a:pathLst>
                  <a:path w="4404" h="701" extrusionOk="0">
                    <a:moveTo>
                      <a:pt x="200" y="0"/>
                    </a:moveTo>
                    <a:cubicBezTo>
                      <a:pt x="100" y="0"/>
                      <a:pt x="33" y="33"/>
                      <a:pt x="0" y="133"/>
                    </a:cubicBezTo>
                    <a:cubicBezTo>
                      <a:pt x="0" y="234"/>
                      <a:pt x="67" y="300"/>
                      <a:pt x="167" y="300"/>
                    </a:cubicBezTo>
                    <a:cubicBezTo>
                      <a:pt x="1468" y="400"/>
                      <a:pt x="2902" y="567"/>
                      <a:pt x="4236" y="701"/>
                    </a:cubicBezTo>
                    <a:cubicBezTo>
                      <a:pt x="4336" y="701"/>
                      <a:pt x="4403" y="634"/>
                      <a:pt x="4403" y="567"/>
                    </a:cubicBezTo>
                    <a:cubicBezTo>
                      <a:pt x="4403" y="467"/>
                      <a:pt x="4370" y="400"/>
                      <a:pt x="4270" y="400"/>
                    </a:cubicBezTo>
                    <a:cubicBezTo>
                      <a:pt x="2969" y="234"/>
                      <a:pt x="1501" y="10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412975" y="2916475"/>
                <a:ext cx="251850" cy="28600"/>
              </a:xfrm>
              <a:custGeom>
                <a:avLst/>
                <a:gdLst/>
                <a:ahLst/>
                <a:cxnLst/>
                <a:rect l="l" t="t" r="r" b="b"/>
                <a:pathLst>
                  <a:path w="10074" h="1144" extrusionOk="0">
                    <a:moveTo>
                      <a:pt x="162" y="1"/>
                    </a:moveTo>
                    <a:cubicBezTo>
                      <a:pt x="101" y="1"/>
                      <a:pt x="33" y="60"/>
                      <a:pt x="33" y="143"/>
                    </a:cubicBezTo>
                    <a:cubicBezTo>
                      <a:pt x="0" y="210"/>
                      <a:pt x="67" y="310"/>
                      <a:pt x="167" y="310"/>
                    </a:cubicBezTo>
                    <a:cubicBezTo>
                      <a:pt x="434" y="343"/>
                      <a:pt x="734" y="410"/>
                      <a:pt x="1034" y="443"/>
                    </a:cubicBezTo>
                    <a:cubicBezTo>
                      <a:pt x="1368" y="476"/>
                      <a:pt x="1701" y="543"/>
                      <a:pt x="2002" y="576"/>
                    </a:cubicBezTo>
                    <a:cubicBezTo>
                      <a:pt x="3403" y="777"/>
                      <a:pt x="4904" y="843"/>
                      <a:pt x="6371" y="910"/>
                    </a:cubicBezTo>
                    <a:cubicBezTo>
                      <a:pt x="7606" y="977"/>
                      <a:pt x="8806" y="1010"/>
                      <a:pt x="9907" y="1144"/>
                    </a:cubicBezTo>
                    <a:cubicBezTo>
                      <a:pt x="10007" y="1144"/>
                      <a:pt x="10074" y="1077"/>
                      <a:pt x="10074" y="1010"/>
                    </a:cubicBezTo>
                    <a:cubicBezTo>
                      <a:pt x="10074" y="910"/>
                      <a:pt x="10041" y="843"/>
                      <a:pt x="9941" y="843"/>
                    </a:cubicBezTo>
                    <a:cubicBezTo>
                      <a:pt x="8840" y="710"/>
                      <a:pt x="7639" y="643"/>
                      <a:pt x="6371" y="610"/>
                    </a:cubicBezTo>
                    <a:cubicBezTo>
                      <a:pt x="4937" y="543"/>
                      <a:pt x="3436" y="476"/>
                      <a:pt x="2035" y="276"/>
                    </a:cubicBezTo>
                    <a:cubicBezTo>
                      <a:pt x="1735" y="210"/>
                      <a:pt x="1401" y="176"/>
                      <a:pt x="1101" y="143"/>
                    </a:cubicBezTo>
                    <a:cubicBezTo>
                      <a:pt x="801" y="76"/>
                      <a:pt x="500" y="43"/>
                      <a:pt x="200" y="9"/>
                    </a:cubicBezTo>
                    <a:cubicBezTo>
                      <a:pt x="188" y="3"/>
                      <a:pt x="176" y="1"/>
                      <a:pt x="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684000" y="2940875"/>
                <a:ext cx="98425" cy="15875"/>
              </a:xfrm>
              <a:custGeom>
                <a:avLst/>
                <a:gdLst/>
                <a:ahLst/>
                <a:cxnLst/>
                <a:rect l="l" t="t" r="r" b="b"/>
                <a:pathLst>
                  <a:path w="3937" h="635" extrusionOk="0">
                    <a:moveTo>
                      <a:pt x="200" y="1"/>
                    </a:moveTo>
                    <a:cubicBezTo>
                      <a:pt x="100" y="1"/>
                      <a:pt x="34" y="67"/>
                      <a:pt x="34" y="134"/>
                    </a:cubicBezTo>
                    <a:cubicBezTo>
                      <a:pt x="0" y="234"/>
                      <a:pt x="67" y="301"/>
                      <a:pt x="167" y="301"/>
                    </a:cubicBezTo>
                    <a:lnTo>
                      <a:pt x="601" y="368"/>
                    </a:lnTo>
                    <a:cubicBezTo>
                      <a:pt x="1668" y="501"/>
                      <a:pt x="2702" y="601"/>
                      <a:pt x="3770" y="635"/>
                    </a:cubicBezTo>
                    <a:lnTo>
                      <a:pt x="3803" y="635"/>
                    </a:lnTo>
                    <a:cubicBezTo>
                      <a:pt x="3870" y="635"/>
                      <a:pt x="3936" y="568"/>
                      <a:pt x="3936" y="468"/>
                    </a:cubicBezTo>
                    <a:cubicBezTo>
                      <a:pt x="3936" y="401"/>
                      <a:pt x="3870" y="334"/>
                      <a:pt x="3803" y="301"/>
                    </a:cubicBezTo>
                    <a:cubicBezTo>
                      <a:pt x="2735" y="268"/>
                      <a:pt x="1701" y="168"/>
                      <a:pt x="634" y="67"/>
                    </a:cubicBez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267850" y="2869175"/>
                <a:ext cx="125950" cy="18350"/>
              </a:xfrm>
              <a:custGeom>
                <a:avLst/>
                <a:gdLst/>
                <a:ahLst/>
                <a:cxnLst/>
                <a:rect l="l" t="t" r="r" b="b"/>
                <a:pathLst>
                  <a:path w="5038" h="734" extrusionOk="0">
                    <a:moveTo>
                      <a:pt x="201" y="0"/>
                    </a:moveTo>
                    <a:cubicBezTo>
                      <a:pt x="101" y="0"/>
                      <a:pt x="34" y="67"/>
                      <a:pt x="1" y="133"/>
                    </a:cubicBezTo>
                    <a:cubicBezTo>
                      <a:pt x="1" y="234"/>
                      <a:pt x="68" y="300"/>
                      <a:pt x="168" y="334"/>
                    </a:cubicBezTo>
                    <a:cubicBezTo>
                      <a:pt x="1669" y="500"/>
                      <a:pt x="3270" y="600"/>
                      <a:pt x="4871" y="734"/>
                    </a:cubicBezTo>
                    <a:cubicBezTo>
                      <a:pt x="4971" y="734"/>
                      <a:pt x="5038" y="667"/>
                      <a:pt x="5038" y="567"/>
                    </a:cubicBezTo>
                    <a:cubicBezTo>
                      <a:pt x="5038" y="500"/>
                      <a:pt x="4971" y="400"/>
                      <a:pt x="4871" y="400"/>
                    </a:cubicBezTo>
                    <a:cubicBezTo>
                      <a:pt x="3270" y="300"/>
                      <a:pt x="1702" y="167"/>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a:off x="413800" y="2877500"/>
                <a:ext cx="250200" cy="20050"/>
              </a:xfrm>
              <a:custGeom>
                <a:avLst/>
                <a:gdLst/>
                <a:ahLst/>
                <a:cxnLst/>
                <a:rect l="l" t="t" r="r" b="b"/>
                <a:pathLst>
                  <a:path w="10008" h="802" extrusionOk="0">
                    <a:moveTo>
                      <a:pt x="167" y="1"/>
                    </a:moveTo>
                    <a:cubicBezTo>
                      <a:pt x="101" y="1"/>
                      <a:pt x="0" y="67"/>
                      <a:pt x="0" y="134"/>
                    </a:cubicBezTo>
                    <a:cubicBezTo>
                      <a:pt x="0" y="234"/>
                      <a:pt x="67" y="301"/>
                      <a:pt x="134" y="301"/>
                    </a:cubicBezTo>
                    <a:cubicBezTo>
                      <a:pt x="1735" y="434"/>
                      <a:pt x="3403" y="501"/>
                      <a:pt x="5004" y="568"/>
                    </a:cubicBezTo>
                    <a:cubicBezTo>
                      <a:pt x="6605" y="634"/>
                      <a:pt x="8273" y="701"/>
                      <a:pt x="9841" y="801"/>
                    </a:cubicBezTo>
                    <a:lnTo>
                      <a:pt x="9874" y="801"/>
                    </a:lnTo>
                    <a:cubicBezTo>
                      <a:pt x="9941" y="801"/>
                      <a:pt x="10008" y="734"/>
                      <a:pt x="10008" y="668"/>
                    </a:cubicBezTo>
                    <a:cubicBezTo>
                      <a:pt x="10008" y="568"/>
                      <a:pt x="9974" y="501"/>
                      <a:pt x="9874" y="501"/>
                    </a:cubicBezTo>
                    <a:cubicBezTo>
                      <a:pt x="8306" y="368"/>
                      <a:pt x="6639" y="301"/>
                      <a:pt x="5004" y="234"/>
                    </a:cubicBezTo>
                    <a:cubicBezTo>
                      <a:pt x="3403" y="167"/>
                      <a:pt x="1768" y="10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6"/>
              <p:cNvSpPr/>
              <p:nvPr/>
            </p:nvSpPr>
            <p:spPr>
              <a:xfrm>
                <a:off x="682325" y="2889175"/>
                <a:ext cx="83425" cy="11700"/>
              </a:xfrm>
              <a:custGeom>
                <a:avLst/>
                <a:gdLst/>
                <a:ahLst/>
                <a:cxnLst/>
                <a:rect l="l" t="t" r="r" b="b"/>
                <a:pathLst>
                  <a:path w="3337" h="468" extrusionOk="0">
                    <a:moveTo>
                      <a:pt x="167" y="1"/>
                    </a:moveTo>
                    <a:cubicBezTo>
                      <a:pt x="101" y="1"/>
                      <a:pt x="34" y="67"/>
                      <a:pt x="34" y="134"/>
                    </a:cubicBezTo>
                    <a:cubicBezTo>
                      <a:pt x="0" y="234"/>
                      <a:pt x="67" y="301"/>
                      <a:pt x="167" y="301"/>
                    </a:cubicBezTo>
                    <a:cubicBezTo>
                      <a:pt x="1235" y="334"/>
                      <a:pt x="2235" y="401"/>
                      <a:pt x="3169" y="468"/>
                    </a:cubicBezTo>
                    <a:cubicBezTo>
                      <a:pt x="3269" y="468"/>
                      <a:pt x="3336" y="401"/>
                      <a:pt x="3336" y="334"/>
                    </a:cubicBezTo>
                    <a:cubicBezTo>
                      <a:pt x="3336" y="267"/>
                      <a:pt x="3303" y="167"/>
                      <a:pt x="3203" y="167"/>
                    </a:cubicBezTo>
                    <a:cubicBezTo>
                      <a:pt x="2269" y="67"/>
                      <a:pt x="1268" y="34"/>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6"/>
              <p:cNvSpPr/>
              <p:nvPr/>
            </p:nvSpPr>
            <p:spPr>
              <a:xfrm>
                <a:off x="-125750" y="2843000"/>
                <a:ext cx="400300" cy="42025"/>
              </a:xfrm>
              <a:custGeom>
                <a:avLst/>
                <a:gdLst/>
                <a:ahLst/>
                <a:cxnLst/>
                <a:rect l="l" t="t" r="r" b="b"/>
                <a:pathLst>
                  <a:path w="16012" h="1681" extrusionOk="0">
                    <a:moveTo>
                      <a:pt x="146" y="0"/>
                    </a:moveTo>
                    <a:cubicBezTo>
                      <a:pt x="90" y="0"/>
                      <a:pt x="34" y="38"/>
                      <a:pt x="34" y="113"/>
                    </a:cubicBezTo>
                    <a:cubicBezTo>
                      <a:pt x="0" y="180"/>
                      <a:pt x="67" y="280"/>
                      <a:pt x="134" y="313"/>
                    </a:cubicBezTo>
                    <a:cubicBezTo>
                      <a:pt x="968" y="513"/>
                      <a:pt x="1968" y="580"/>
                      <a:pt x="2836" y="647"/>
                    </a:cubicBezTo>
                    <a:lnTo>
                      <a:pt x="2969" y="680"/>
                    </a:lnTo>
                    <a:cubicBezTo>
                      <a:pt x="5104" y="814"/>
                      <a:pt x="7272" y="1014"/>
                      <a:pt x="9407" y="1180"/>
                    </a:cubicBezTo>
                    <a:cubicBezTo>
                      <a:pt x="11509" y="1347"/>
                      <a:pt x="13710" y="1547"/>
                      <a:pt x="15845" y="1681"/>
                    </a:cubicBezTo>
                    <a:cubicBezTo>
                      <a:pt x="15945" y="1681"/>
                      <a:pt x="16012" y="1647"/>
                      <a:pt x="16012" y="1547"/>
                    </a:cubicBezTo>
                    <a:cubicBezTo>
                      <a:pt x="16012" y="1447"/>
                      <a:pt x="15945" y="1381"/>
                      <a:pt x="15878" y="1381"/>
                    </a:cubicBezTo>
                    <a:cubicBezTo>
                      <a:pt x="13744" y="1214"/>
                      <a:pt x="11542" y="1047"/>
                      <a:pt x="9440" y="880"/>
                    </a:cubicBezTo>
                    <a:cubicBezTo>
                      <a:pt x="7306" y="680"/>
                      <a:pt x="5104" y="513"/>
                      <a:pt x="3003" y="347"/>
                    </a:cubicBezTo>
                    <a:lnTo>
                      <a:pt x="2836" y="347"/>
                    </a:lnTo>
                    <a:cubicBezTo>
                      <a:pt x="2002" y="280"/>
                      <a:pt x="1034" y="213"/>
                      <a:pt x="201" y="13"/>
                    </a:cubicBezTo>
                    <a:cubicBezTo>
                      <a:pt x="184" y="5"/>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960025" y="2972350"/>
                <a:ext cx="145950" cy="31925"/>
              </a:xfrm>
              <a:custGeom>
                <a:avLst/>
                <a:gdLst/>
                <a:ahLst/>
                <a:cxnLst/>
                <a:rect l="l" t="t" r="r" b="b"/>
                <a:pathLst>
                  <a:path w="5838" h="1277" extrusionOk="0">
                    <a:moveTo>
                      <a:pt x="149" y="0"/>
                    </a:moveTo>
                    <a:cubicBezTo>
                      <a:pt x="77" y="0"/>
                      <a:pt x="28" y="55"/>
                      <a:pt x="0" y="109"/>
                    </a:cubicBezTo>
                    <a:cubicBezTo>
                      <a:pt x="0" y="209"/>
                      <a:pt x="67" y="276"/>
                      <a:pt x="134" y="310"/>
                    </a:cubicBezTo>
                    <a:lnTo>
                      <a:pt x="5638" y="1277"/>
                    </a:lnTo>
                    <a:lnTo>
                      <a:pt x="5671" y="1277"/>
                    </a:lnTo>
                    <a:cubicBezTo>
                      <a:pt x="5738" y="1277"/>
                      <a:pt x="5805" y="1210"/>
                      <a:pt x="5838" y="1143"/>
                    </a:cubicBezTo>
                    <a:cubicBezTo>
                      <a:pt x="5838" y="1077"/>
                      <a:pt x="5771" y="977"/>
                      <a:pt x="5705" y="977"/>
                    </a:cubicBezTo>
                    <a:lnTo>
                      <a:pt x="201" y="9"/>
                    </a:lnTo>
                    <a:cubicBezTo>
                      <a:pt x="182" y="3"/>
                      <a:pt x="165" y="0"/>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1125975" y="3003200"/>
                <a:ext cx="160150" cy="37775"/>
              </a:xfrm>
              <a:custGeom>
                <a:avLst/>
                <a:gdLst/>
                <a:ahLst/>
                <a:cxnLst/>
                <a:rect l="l" t="t" r="r" b="b"/>
                <a:pathLst>
                  <a:path w="6406" h="1511" extrusionOk="0">
                    <a:moveTo>
                      <a:pt x="149" y="1"/>
                    </a:moveTo>
                    <a:cubicBezTo>
                      <a:pt x="77" y="1"/>
                      <a:pt x="28" y="55"/>
                      <a:pt x="1" y="110"/>
                    </a:cubicBezTo>
                    <a:cubicBezTo>
                      <a:pt x="1" y="210"/>
                      <a:pt x="67" y="276"/>
                      <a:pt x="134" y="310"/>
                    </a:cubicBezTo>
                    <a:cubicBezTo>
                      <a:pt x="1135" y="510"/>
                      <a:pt x="2169" y="710"/>
                      <a:pt x="3203" y="910"/>
                    </a:cubicBezTo>
                    <a:cubicBezTo>
                      <a:pt x="4204" y="1110"/>
                      <a:pt x="5238" y="1310"/>
                      <a:pt x="6238" y="1511"/>
                    </a:cubicBezTo>
                    <a:cubicBezTo>
                      <a:pt x="6338" y="1511"/>
                      <a:pt x="6405" y="1477"/>
                      <a:pt x="6405" y="1411"/>
                    </a:cubicBezTo>
                    <a:cubicBezTo>
                      <a:pt x="6405" y="1310"/>
                      <a:pt x="6372" y="1244"/>
                      <a:pt x="6272" y="1210"/>
                    </a:cubicBezTo>
                    <a:cubicBezTo>
                      <a:pt x="5304" y="1010"/>
                      <a:pt x="4270" y="810"/>
                      <a:pt x="3270" y="610"/>
                    </a:cubicBezTo>
                    <a:cubicBezTo>
                      <a:pt x="2235" y="410"/>
                      <a:pt x="1201" y="176"/>
                      <a:pt x="201" y="10"/>
                    </a:cubicBezTo>
                    <a:cubicBezTo>
                      <a:pt x="182" y="3"/>
                      <a:pt x="165" y="1"/>
                      <a:pt x="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952525" y="3009275"/>
                <a:ext cx="151800" cy="55875"/>
              </a:xfrm>
              <a:custGeom>
                <a:avLst/>
                <a:gdLst/>
                <a:ahLst/>
                <a:cxnLst/>
                <a:rect l="l" t="t" r="r" b="b"/>
                <a:pathLst>
                  <a:path w="6072" h="2235" extrusionOk="0">
                    <a:moveTo>
                      <a:pt x="167" y="0"/>
                    </a:moveTo>
                    <a:cubicBezTo>
                      <a:pt x="67" y="0"/>
                      <a:pt x="0" y="67"/>
                      <a:pt x="0" y="167"/>
                    </a:cubicBezTo>
                    <a:cubicBezTo>
                      <a:pt x="0" y="234"/>
                      <a:pt x="67" y="300"/>
                      <a:pt x="167" y="300"/>
                    </a:cubicBezTo>
                    <a:cubicBezTo>
                      <a:pt x="234" y="300"/>
                      <a:pt x="267" y="334"/>
                      <a:pt x="334" y="334"/>
                    </a:cubicBezTo>
                    <a:lnTo>
                      <a:pt x="300" y="1001"/>
                    </a:lnTo>
                    <a:cubicBezTo>
                      <a:pt x="300" y="1101"/>
                      <a:pt x="367" y="1168"/>
                      <a:pt x="467" y="1168"/>
                    </a:cubicBezTo>
                    <a:cubicBezTo>
                      <a:pt x="2268" y="1401"/>
                      <a:pt x="4103" y="1768"/>
                      <a:pt x="5871" y="2235"/>
                    </a:cubicBezTo>
                    <a:lnTo>
                      <a:pt x="5904" y="2235"/>
                    </a:lnTo>
                    <a:cubicBezTo>
                      <a:pt x="5971" y="2235"/>
                      <a:pt x="6038" y="2202"/>
                      <a:pt x="6071" y="2102"/>
                    </a:cubicBezTo>
                    <a:cubicBezTo>
                      <a:pt x="6071" y="2035"/>
                      <a:pt x="6038" y="1935"/>
                      <a:pt x="5938" y="1935"/>
                    </a:cubicBezTo>
                    <a:cubicBezTo>
                      <a:pt x="4203" y="1468"/>
                      <a:pt x="2402" y="1101"/>
                      <a:pt x="634" y="867"/>
                    </a:cubicBezTo>
                    <a:lnTo>
                      <a:pt x="634" y="234"/>
                    </a:lnTo>
                    <a:cubicBezTo>
                      <a:pt x="634" y="200"/>
                      <a:pt x="601" y="133"/>
                      <a:pt x="567" y="100"/>
                    </a:cubicBezTo>
                    <a:cubicBezTo>
                      <a:pt x="434" y="33"/>
                      <a:pt x="300"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1135150" y="3033450"/>
                <a:ext cx="151800" cy="56725"/>
              </a:xfrm>
              <a:custGeom>
                <a:avLst/>
                <a:gdLst/>
                <a:ahLst/>
                <a:cxnLst/>
                <a:rect l="l" t="t" r="r" b="b"/>
                <a:pathLst>
                  <a:path w="6072" h="2269" extrusionOk="0">
                    <a:moveTo>
                      <a:pt x="5905" y="0"/>
                    </a:moveTo>
                    <a:cubicBezTo>
                      <a:pt x="5838" y="0"/>
                      <a:pt x="5738" y="34"/>
                      <a:pt x="5738" y="134"/>
                    </a:cubicBezTo>
                    <a:cubicBezTo>
                      <a:pt x="5705" y="267"/>
                      <a:pt x="5671" y="434"/>
                      <a:pt x="5638" y="601"/>
                    </a:cubicBezTo>
                    <a:cubicBezTo>
                      <a:pt x="5604" y="701"/>
                      <a:pt x="5571" y="834"/>
                      <a:pt x="5571" y="934"/>
                    </a:cubicBezTo>
                    <a:cubicBezTo>
                      <a:pt x="5438" y="901"/>
                      <a:pt x="5304" y="834"/>
                      <a:pt x="5204" y="734"/>
                    </a:cubicBezTo>
                    <a:cubicBezTo>
                      <a:pt x="5171" y="701"/>
                      <a:pt x="5137" y="701"/>
                      <a:pt x="5071" y="701"/>
                    </a:cubicBezTo>
                    <a:cubicBezTo>
                      <a:pt x="5037" y="701"/>
                      <a:pt x="4971" y="734"/>
                      <a:pt x="4971" y="801"/>
                    </a:cubicBezTo>
                    <a:cubicBezTo>
                      <a:pt x="4804" y="1168"/>
                      <a:pt x="4737" y="1535"/>
                      <a:pt x="4737" y="1935"/>
                    </a:cubicBezTo>
                    <a:cubicBezTo>
                      <a:pt x="3269" y="1735"/>
                      <a:pt x="1702" y="1501"/>
                      <a:pt x="201" y="1168"/>
                    </a:cubicBezTo>
                    <a:cubicBezTo>
                      <a:pt x="182" y="1162"/>
                      <a:pt x="165" y="1159"/>
                      <a:pt x="149" y="1159"/>
                    </a:cubicBezTo>
                    <a:cubicBezTo>
                      <a:pt x="77" y="1159"/>
                      <a:pt x="28" y="1213"/>
                      <a:pt x="0" y="1268"/>
                    </a:cubicBezTo>
                    <a:cubicBezTo>
                      <a:pt x="0" y="1368"/>
                      <a:pt x="34" y="1435"/>
                      <a:pt x="134" y="1468"/>
                    </a:cubicBezTo>
                    <a:cubicBezTo>
                      <a:pt x="1702" y="1802"/>
                      <a:pt x="3336" y="2069"/>
                      <a:pt x="4871" y="2269"/>
                    </a:cubicBezTo>
                    <a:cubicBezTo>
                      <a:pt x="4937" y="2269"/>
                      <a:pt x="4971" y="2269"/>
                      <a:pt x="4971" y="2235"/>
                    </a:cubicBezTo>
                    <a:cubicBezTo>
                      <a:pt x="5037" y="2202"/>
                      <a:pt x="5037" y="2169"/>
                      <a:pt x="5037" y="2102"/>
                    </a:cubicBezTo>
                    <a:cubicBezTo>
                      <a:pt x="5037" y="1768"/>
                      <a:pt x="5071" y="1435"/>
                      <a:pt x="5171" y="1101"/>
                    </a:cubicBezTo>
                    <a:cubicBezTo>
                      <a:pt x="5338" y="1201"/>
                      <a:pt x="5504" y="1268"/>
                      <a:pt x="5671" y="1268"/>
                    </a:cubicBezTo>
                    <a:cubicBezTo>
                      <a:pt x="5738" y="1268"/>
                      <a:pt x="5805" y="1235"/>
                      <a:pt x="5838" y="1135"/>
                    </a:cubicBezTo>
                    <a:cubicBezTo>
                      <a:pt x="5871" y="1001"/>
                      <a:pt x="5905" y="834"/>
                      <a:pt x="5938" y="668"/>
                    </a:cubicBezTo>
                    <a:cubicBezTo>
                      <a:pt x="5971" y="501"/>
                      <a:pt x="6005" y="334"/>
                      <a:pt x="6038" y="167"/>
                    </a:cubicBezTo>
                    <a:cubicBezTo>
                      <a:pt x="6071" y="100"/>
                      <a:pt x="6005" y="0"/>
                      <a:pt x="5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956675" y="2979250"/>
                <a:ext cx="151800" cy="34200"/>
              </a:xfrm>
              <a:custGeom>
                <a:avLst/>
                <a:gdLst/>
                <a:ahLst/>
                <a:cxnLst/>
                <a:rect l="l" t="t" r="r" b="b"/>
                <a:pathLst>
                  <a:path w="6072" h="1368" extrusionOk="0">
                    <a:moveTo>
                      <a:pt x="201" y="0"/>
                    </a:moveTo>
                    <a:cubicBezTo>
                      <a:pt x="134" y="0"/>
                      <a:pt x="34" y="34"/>
                      <a:pt x="34" y="134"/>
                    </a:cubicBezTo>
                    <a:cubicBezTo>
                      <a:pt x="1" y="200"/>
                      <a:pt x="68" y="300"/>
                      <a:pt x="168" y="300"/>
                    </a:cubicBezTo>
                    <a:cubicBezTo>
                      <a:pt x="2069" y="601"/>
                      <a:pt x="3971" y="934"/>
                      <a:pt x="5872" y="1368"/>
                    </a:cubicBezTo>
                    <a:lnTo>
                      <a:pt x="5905" y="1368"/>
                    </a:lnTo>
                    <a:cubicBezTo>
                      <a:pt x="5972" y="1368"/>
                      <a:pt x="6039" y="1301"/>
                      <a:pt x="6039" y="1234"/>
                    </a:cubicBezTo>
                    <a:cubicBezTo>
                      <a:pt x="6072" y="1134"/>
                      <a:pt x="6005" y="1068"/>
                      <a:pt x="5939" y="1034"/>
                    </a:cubicBezTo>
                    <a:cubicBezTo>
                      <a:pt x="4037" y="634"/>
                      <a:pt x="2102" y="30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1126800" y="3011450"/>
                <a:ext cx="157650" cy="41200"/>
              </a:xfrm>
              <a:custGeom>
                <a:avLst/>
                <a:gdLst/>
                <a:ahLst/>
                <a:cxnLst/>
                <a:rect l="l" t="t" r="r" b="b"/>
                <a:pathLst>
                  <a:path w="6306" h="1648" extrusionOk="0">
                    <a:moveTo>
                      <a:pt x="147" y="1"/>
                    </a:moveTo>
                    <a:cubicBezTo>
                      <a:pt x="91" y="1"/>
                      <a:pt x="34" y="38"/>
                      <a:pt x="34" y="113"/>
                    </a:cubicBezTo>
                    <a:cubicBezTo>
                      <a:pt x="1" y="180"/>
                      <a:pt x="68" y="280"/>
                      <a:pt x="134" y="313"/>
                    </a:cubicBezTo>
                    <a:lnTo>
                      <a:pt x="468" y="380"/>
                    </a:lnTo>
                    <a:cubicBezTo>
                      <a:pt x="2336" y="847"/>
                      <a:pt x="4237" y="1314"/>
                      <a:pt x="6105" y="1648"/>
                    </a:cubicBezTo>
                    <a:lnTo>
                      <a:pt x="6139" y="1648"/>
                    </a:lnTo>
                    <a:cubicBezTo>
                      <a:pt x="6205" y="1648"/>
                      <a:pt x="6272" y="1581"/>
                      <a:pt x="6272" y="1514"/>
                    </a:cubicBezTo>
                    <a:cubicBezTo>
                      <a:pt x="6305" y="1414"/>
                      <a:pt x="6239" y="1347"/>
                      <a:pt x="6139" y="1314"/>
                    </a:cubicBezTo>
                    <a:cubicBezTo>
                      <a:pt x="4304" y="1014"/>
                      <a:pt x="2403" y="547"/>
                      <a:pt x="568" y="80"/>
                    </a:cubicBezTo>
                    <a:lnTo>
                      <a:pt x="201" y="13"/>
                    </a:lnTo>
                    <a:cubicBezTo>
                      <a:pt x="184" y="5"/>
                      <a:pt x="166" y="1"/>
                      <a:pt x="1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1165175" y="2906450"/>
                <a:ext cx="114275" cy="17775"/>
              </a:xfrm>
              <a:custGeom>
                <a:avLst/>
                <a:gdLst/>
                <a:ahLst/>
                <a:cxnLst/>
                <a:rect l="l" t="t" r="r" b="b"/>
                <a:pathLst>
                  <a:path w="4571" h="711" extrusionOk="0">
                    <a:moveTo>
                      <a:pt x="714" y="0"/>
                    </a:moveTo>
                    <a:cubicBezTo>
                      <a:pt x="467" y="0"/>
                      <a:pt x="265" y="4"/>
                      <a:pt x="134" y="10"/>
                    </a:cubicBezTo>
                    <a:cubicBezTo>
                      <a:pt x="67" y="43"/>
                      <a:pt x="0" y="110"/>
                      <a:pt x="0" y="177"/>
                    </a:cubicBezTo>
                    <a:cubicBezTo>
                      <a:pt x="0" y="277"/>
                      <a:pt x="100" y="344"/>
                      <a:pt x="167" y="344"/>
                    </a:cubicBezTo>
                    <a:cubicBezTo>
                      <a:pt x="344" y="331"/>
                      <a:pt x="591" y="324"/>
                      <a:pt x="878" y="324"/>
                    </a:cubicBezTo>
                    <a:cubicBezTo>
                      <a:pt x="2055" y="324"/>
                      <a:pt x="3901" y="436"/>
                      <a:pt x="4303" y="677"/>
                    </a:cubicBezTo>
                    <a:cubicBezTo>
                      <a:pt x="4337" y="711"/>
                      <a:pt x="4370" y="711"/>
                      <a:pt x="4403" y="711"/>
                    </a:cubicBezTo>
                    <a:cubicBezTo>
                      <a:pt x="4437" y="711"/>
                      <a:pt x="4504" y="677"/>
                      <a:pt x="4537" y="644"/>
                    </a:cubicBezTo>
                    <a:cubicBezTo>
                      <a:pt x="4570" y="544"/>
                      <a:pt x="4570" y="477"/>
                      <a:pt x="4470" y="410"/>
                    </a:cubicBezTo>
                    <a:cubicBezTo>
                      <a:pt x="3949" y="81"/>
                      <a:pt x="1852" y="0"/>
                      <a:pt x="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1200200" y="2920875"/>
                <a:ext cx="79250" cy="33375"/>
              </a:xfrm>
              <a:custGeom>
                <a:avLst/>
                <a:gdLst/>
                <a:ahLst/>
                <a:cxnLst/>
                <a:rect l="l" t="t" r="r" b="b"/>
                <a:pathLst>
                  <a:path w="3170" h="1335" extrusionOk="0">
                    <a:moveTo>
                      <a:pt x="200" y="0"/>
                    </a:moveTo>
                    <a:cubicBezTo>
                      <a:pt x="134" y="0"/>
                      <a:pt x="34" y="34"/>
                      <a:pt x="34" y="134"/>
                    </a:cubicBezTo>
                    <a:cubicBezTo>
                      <a:pt x="0" y="200"/>
                      <a:pt x="67" y="300"/>
                      <a:pt x="134" y="300"/>
                    </a:cubicBezTo>
                    <a:cubicBezTo>
                      <a:pt x="1068" y="501"/>
                      <a:pt x="2068" y="834"/>
                      <a:pt x="2902" y="1301"/>
                    </a:cubicBezTo>
                    <a:cubicBezTo>
                      <a:pt x="2936" y="1334"/>
                      <a:pt x="2969" y="1334"/>
                      <a:pt x="2969" y="1334"/>
                    </a:cubicBezTo>
                    <a:cubicBezTo>
                      <a:pt x="3036" y="1334"/>
                      <a:pt x="3103" y="1301"/>
                      <a:pt x="3136" y="1268"/>
                    </a:cubicBezTo>
                    <a:cubicBezTo>
                      <a:pt x="3169" y="1168"/>
                      <a:pt x="3136" y="1068"/>
                      <a:pt x="3069" y="1034"/>
                    </a:cubicBezTo>
                    <a:cubicBezTo>
                      <a:pt x="2202" y="567"/>
                      <a:pt x="1168" y="20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34350" y="2820800"/>
                <a:ext cx="727225" cy="20875"/>
              </a:xfrm>
              <a:custGeom>
                <a:avLst/>
                <a:gdLst/>
                <a:ahLst/>
                <a:cxnLst/>
                <a:rect l="l" t="t" r="r" b="b"/>
                <a:pathLst>
                  <a:path w="29089" h="835" extrusionOk="0">
                    <a:moveTo>
                      <a:pt x="28922" y="0"/>
                    </a:moveTo>
                    <a:cubicBezTo>
                      <a:pt x="26453" y="34"/>
                      <a:pt x="23985" y="100"/>
                      <a:pt x="21516" y="167"/>
                    </a:cubicBezTo>
                    <a:cubicBezTo>
                      <a:pt x="19048" y="234"/>
                      <a:pt x="16613" y="301"/>
                      <a:pt x="14144" y="367"/>
                    </a:cubicBezTo>
                    <a:cubicBezTo>
                      <a:pt x="10913" y="438"/>
                      <a:pt x="7598" y="509"/>
                      <a:pt x="4283" y="509"/>
                    </a:cubicBezTo>
                    <a:cubicBezTo>
                      <a:pt x="2909" y="509"/>
                      <a:pt x="1536" y="497"/>
                      <a:pt x="168" y="467"/>
                    </a:cubicBezTo>
                    <a:cubicBezTo>
                      <a:pt x="101" y="467"/>
                      <a:pt x="1" y="534"/>
                      <a:pt x="1" y="601"/>
                    </a:cubicBezTo>
                    <a:cubicBezTo>
                      <a:pt x="1" y="701"/>
                      <a:pt x="68" y="768"/>
                      <a:pt x="168" y="768"/>
                    </a:cubicBezTo>
                    <a:cubicBezTo>
                      <a:pt x="1569" y="801"/>
                      <a:pt x="2970" y="834"/>
                      <a:pt x="4371" y="834"/>
                    </a:cubicBezTo>
                    <a:cubicBezTo>
                      <a:pt x="7640" y="834"/>
                      <a:pt x="10942" y="768"/>
                      <a:pt x="14144" y="667"/>
                    </a:cubicBezTo>
                    <a:cubicBezTo>
                      <a:pt x="16613" y="634"/>
                      <a:pt x="19081" y="567"/>
                      <a:pt x="21550" y="501"/>
                    </a:cubicBezTo>
                    <a:cubicBezTo>
                      <a:pt x="24018" y="434"/>
                      <a:pt x="26453" y="367"/>
                      <a:pt x="28922" y="301"/>
                    </a:cubicBezTo>
                    <a:cubicBezTo>
                      <a:pt x="29022" y="301"/>
                      <a:pt x="29088" y="234"/>
                      <a:pt x="29088" y="134"/>
                    </a:cubicBezTo>
                    <a:cubicBezTo>
                      <a:pt x="29088" y="67"/>
                      <a:pt x="29022" y="0"/>
                      <a:pt x="28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2107500" y="2653175"/>
                <a:ext cx="964050" cy="220175"/>
              </a:xfrm>
              <a:custGeom>
                <a:avLst/>
                <a:gdLst/>
                <a:ahLst/>
                <a:cxnLst/>
                <a:rect l="l" t="t" r="r" b="b"/>
                <a:pathLst>
                  <a:path w="38562" h="8807" extrusionOk="0">
                    <a:moveTo>
                      <a:pt x="37861" y="0"/>
                    </a:moveTo>
                    <a:cubicBezTo>
                      <a:pt x="37795" y="0"/>
                      <a:pt x="37761" y="67"/>
                      <a:pt x="37728" y="134"/>
                    </a:cubicBezTo>
                    <a:lnTo>
                      <a:pt x="37227" y="5304"/>
                    </a:lnTo>
                    <a:cubicBezTo>
                      <a:pt x="37227" y="5538"/>
                      <a:pt x="37194" y="5805"/>
                      <a:pt x="37027" y="5971"/>
                    </a:cubicBezTo>
                    <a:cubicBezTo>
                      <a:pt x="36827" y="6238"/>
                      <a:pt x="36427" y="6272"/>
                      <a:pt x="36093" y="6272"/>
                    </a:cubicBezTo>
                    <a:cubicBezTo>
                      <a:pt x="33526" y="6339"/>
                      <a:pt x="30928" y="6373"/>
                      <a:pt x="28304" y="6373"/>
                    </a:cubicBezTo>
                    <a:cubicBezTo>
                      <a:pt x="19201" y="6373"/>
                      <a:pt x="9782" y="5966"/>
                      <a:pt x="201" y="5137"/>
                    </a:cubicBezTo>
                    <a:cubicBezTo>
                      <a:pt x="183" y="5132"/>
                      <a:pt x="167" y="5129"/>
                      <a:pt x="151" y="5129"/>
                    </a:cubicBezTo>
                    <a:cubicBezTo>
                      <a:pt x="79" y="5129"/>
                      <a:pt x="34" y="5189"/>
                      <a:pt x="34" y="5271"/>
                    </a:cubicBezTo>
                    <a:cubicBezTo>
                      <a:pt x="1" y="5371"/>
                      <a:pt x="68" y="5438"/>
                      <a:pt x="168" y="5438"/>
                    </a:cubicBezTo>
                    <a:cubicBezTo>
                      <a:pt x="9675" y="6260"/>
                      <a:pt x="19044" y="6686"/>
                      <a:pt x="28092" y="6686"/>
                    </a:cubicBezTo>
                    <a:cubicBezTo>
                      <a:pt x="30789" y="6686"/>
                      <a:pt x="33458" y="6648"/>
                      <a:pt x="36093" y="6572"/>
                    </a:cubicBezTo>
                    <a:cubicBezTo>
                      <a:pt x="36527" y="6572"/>
                      <a:pt x="36994" y="6539"/>
                      <a:pt x="37294" y="6172"/>
                    </a:cubicBezTo>
                    <a:cubicBezTo>
                      <a:pt x="37494" y="5905"/>
                      <a:pt x="37528" y="5604"/>
                      <a:pt x="37561" y="5338"/>
                    </a:cubicBezTo>
                    <a:lnTo>
                      <a:pt x="37961" y="901"/>
                    </a:lnTo>
                    <a:cubicBezTo>
                      <a:pt x="38228" y="1868"/>
                      <a:pt x="38161" y="2936"/>
                      <a:pt x="38128" y="3870"/>
                    </a:cubicBezTo>
                    <a:cubicBezTo>
                      <a:pt x="38095" y="4737"/>
                      <a:pt x="38061" y="5705"/>
                      <a:pt x="37628" y="6472"/>
                    </a:cubicBezTo>
                    <a:cubicBezTo>
                      <a:pt x="37069" y="7506"/>
                      <a:pt x="36018" y="7650"/>
                      <a:pt x="34908" y="7650"/>
                    </a:cubicBezTo>
                    <a:cubicBezTo>
                      <a:pt x="34692" y="7650"/>
                      <a:pt x="34475" y="7645"/>
                      <a:pt x="34259" y="7639"/>
                    </a:cubicBezTo>
                    <a:lnTo>
                      <a:pt x="33358" y="7639"/>
                    </a:lnTo>
                    <a:cubicBezTo>
                      <a:pt x="31390" y="7673"/>
                      <a:pt x="29355" y="7773"/>
                      <a:pt x="27354" y="7873"/>
                    </a:cubicBezTo>
                    <a:cubicBezTo>
                      <a:pt x="26386" y="7906"/>
                      <a:pt x="25386" y="7940"/>
                      <a:pt x="24352" y="7973"/>
                    </a:cubicBezTo>
                    <a:cubicBezTo>
                      <a:pt x="21249" y="8106"/>
                      <a:pt x="18047" y="8240"/>
                      <a:pt x="15112" y="8473"/>
                    </a:cubicBezTo>
                    <a:cubicBezTo>
                      <a:pt x="15012" y="8473"/>
                      <a:pt x="14945" y="8573"/>
                      <a:pt x="14945" y="8640"/>
                    </a:cubicBezTo>
                    <a:cubicBezTo>
                      <a:pt x="14945" y="8740"/>
                      <a:pt x="15045" y="8807"/>
                      <a:pt x="15112" y="8807"/>
                    </a:cubicBezTo>
                    <a:lnTo>
                      <a:pt x="15145" y="8807"/>
                    </a:lnTo>
                    <a:cubicBezTo>
                      <a:pt x="18080" y="8573"/>
                      <a:pt x="21283" y="8440"/>
                      <a:pt x="24385" y="8306"/>
                    </a:cubicBezTo>
                    <a:cubicBezTo>
                      <a:pt x="25386" y="8273"/>
                      <a:pt x="26386" y="8206"/>
                      <a:pt x="27387" y="8173"/>
                    </a:cubicBezTo>
                    <a:cubicBezTo>
                      <a:pt x="29355" y="8073"/>
                      <a:pt x="31390" y="8006"/>
                      <a:pt x="33391" y="7940"/>
                    </a:cubicBezTo>
                    <a:cubicBezTo>
                      <a:pt x="33658" y="7940"/>
                      <a:pt x="33958" y="7940"/>
                      <a:pt x="34259" y="7973"/>
                    </a:cubicBezTo>
                    <a:cubicBezTo>
                      <a:pt x="34467" y="7978"/>
                      <a:pt x="34680" y="7983"/>
                      <a:pt x="34893" y="7983"/>
                    </a:cubicBezTo>
                    <a:cubicBezTo>
                      <a:pt x="36076" y="7983"/>
                      <a:pt x="37278" y="7826"/>
                      <a:pt x="37928" y="6639"/>
                    </a:cubicBezTo>
                    <a:cubicBezTo>
                      <a:pt x="38395" y="5771"/>
                      <a:pt x="38428" y="4771"/>
                      <a:pt x="38462" y="3903"/>
                    </a:cubicBezTo>
                    <a:cubicBezTo>
                      <a:pt x="38495" y="2669"/>
                      <a:pt x="38562" y="1301"/>
                      <a:pt x="38028" y="101"/>
                    </a:cubicBezTo>
                    <a:cubicBezTo>
                      <a:pt x="37995" y="34"/>
                      <a:pt x="37928" y="0"/>
                      <a:pt x="37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2219250" y="2867500"/>
                <a:ext cx="246875" cy="16700"/>
              </a:xfrm>
              <a:custGeom>
                <a:avLst/>
                <a:gdLst/>
                <a:ahLst/>
                <a:cxnLst/>
                <a:rect l="l" t="t" r="r" b="b"/>
                <a:pathLst>
                  <a:path w="9875" h="668" extrusionOk="0">
                    <a:moveTo>
                      <a:pt x="9441" y="0"/>
                    </a:moveTo>
                    <a:cubicBezTo>
                      <a:pt x="6772" y="134"/>
                      <a:pt x="2769" y="367"/>
                      <a:pt x="234" y="367"/>
                    </a:cubicBezTo>
                    <a:lnTo>
                      <a:pt x="168" y="367"/>
                    </a:lnTo>
                    <a:cubicBezTo>
                      <a:pt x="67" y="367"/>
                      <a:pt x="1" y="434"/>
                      <a:pt x="1" y="501"/>
                    </a:cubicBezTo>
                    <a:cubicBezTo>
                      <a:pt x="1" y="601"/>
                      <a:pt x="67" y="667"/>
                      <a:pt x="168" y="667"/>
                    </a:cubicBezTo>
                    <a:lnTo>
                      <a:pt x="234" y="667"/>
                    </a:lnTo>
                    <a:cubicBezTo>
                      <a:pt x="2769" y="667"/>
                      <a:pt x="6806" y="467"/>
                      <a:pt x="9474" y="334"/>
                    </a:cubicBezTo>
                    <a:lnTo>
                      <a:pt x="9741" y="301"/>
                    </a:lnTo>
                    <a:cubicBezTo>
                      <a:pt x="9808" y="301"/>
                      <a:pt x="9874" y="234"/>
                      <a:pt x="9874" y="134"/>
                    </a:cubicBezTo>
                    <a:cubicBezTo>
                      <a:pt x="9874" y="67"/>
                      <a:pt x="9808" y="0"/>
                      <a:pt x="9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2115850" y="2876250"/>
                <a:ext cx="84250" cy="16275"/>
              </a:xfrm>
              <a:custGeom>
                <a:avLst/>
                <a:gdLst/>
                <a:ahLst/>
                <a:cxnLst/>
                <a:rect l="l" t="t" r="r" b="b"/>
                <a:pathLst>
                  <a:path w="3370" h="651" extrusionOk="0">
                    <a:moveTo>
                      <a:pt x="2706" y="0"/>
                    </a:moveTo>
                    <a:cubicBezTo>
                      <a:pt x="1883" y="0"/>
                      <a:pt x="963" y="130"/>
                      <a:pt x="134" y="351"/>
                    </a:cubicBezTo>
                    <a:cubicBezTo>
                      <a:pt x="67" y="351"/>
                      <a:pt x="0" y="451"/>
                      <a:pt x="34" y="551"/>
                    </a:cubicBezTo>
                    <a:cubicBezTo>
                      <a:pt x="34" y="618"/>
                      <a:pt x="101" y="651"/>
                      <a:pt x="167" y="651"/>
                    </a:cubicBezTo>
                    <a:lnTo>
                      <a:pt x="234" y="651"/>
                    </a:lnTo>
                    <a:cubicBezTo>
                      <a:pt x="1103" y="441"/>
                      <a:pt x="2079" y="312"/>
                      <a:pt x="2921" y="312"/>
                    </a:cubicBezTo>
                    <a:cubicBezTo>
                      <a:pt x="3017" y="312"/>
                      <a:pt x="3111" y="314"/>
                      <a:pt x="3203" y="317"/>
                    </a:cubicBezTo>
                    <a:cubicBezTo>
                      <a:pt x="3269" y="317"/>
                      <a:pt x="3336" y="251"/>
                      <a:pt x="3336" y="184"/>
                    </a:cubicBezTo>
                    <a:cubicBezTo>
                      <a:pt x="3370" y="84"/>
                      <a:pt x="3303" y="17"/>
                      <a:pt x="3203" y="17"/>
                    </a:cubicBezTo>
                    <a:cubicBezTo>
                      <a:pt x="3042" y="6"/>
                      <a:pt x="2876" y="0"/>
                      <a:pt x="2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1797300" y="2904200"/>
                <a:ext cx="131775" cy="26700"/>
              </a:xfrm>
              <a:custGeom>
                <a:avLst/>
                <a:gdLst/>
                <a:ahLst/>
                <a:cxnLst/>
                <a:rect l="l" t="t" r="r" b="b"/>
                <a:pathLst>
                  <a:path w="5271" h="1068" extrusionOk="0">
                    <a:moveTo>
                      <a:pt x="5070" y="0"/>
                    </a:moveTo>
                    <a:cubicBezTo>
                      <a:pt x="4603" y="67"/>
                      <a:pt x="4103" y="167"/>
                      <a:pt x="3603" y="234"/>
                    </a:cubicBezTo>
                    <a:cubicBezTo>
                      <a:pt x="2402" y="400"/>
                      <a:pt x="1168" y="567"/>
                      <a:pt x="133" y="767"/>
                    </a:cubicBezTo>
                    <a:cubicBezTo>
                      <a:pt x="67" y="767"/>
                      <a:pt x="0" y="867"/>
                      <a:pt x="0" y="934"/>
                    </a:cubicBezTo>
                    <a:cubicBezTo>
                      <a:pt x="33" y="1001"/>
                      <a:pt x="100" y="1067"/>
                      <a:pt x="167" y="1067"/>
                    </a:cubicBezTo>
                    <a:lnTo>
                      <a:pt x="200" y="1067"/>
                    </a:lnTo>
                    <a:cubicBezTo>
                      <a:pt x="1234" y="867"/>
                      <a:pt x="2435" y="701"/>
                      <a:pt x="3636" y="534"/>
                    </a:cubicBezTo>
                    <a:cubicBezTo>
                      <a:pt x="4170" y="467"/>
                      <a:pt x="4670" y="400"/>
                      <a:pt x="5137" y="334"/>
                    </a:cubicBezTo>
                    <a:cubicBezTo>
                      <a:pt x="5204" y="300"/>
                      <a:pt x="5270" y="234"/>
                      <a:pt x="5270" y="133"/>
                    </a:cubicBezTo>
                    <a:cubicBezTo>
                      <a:pt x="5237" y="67"/>
                      <a:pt x="5170" y="0"/>
                      <a:pt x="5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1597975" y="2939825"/>
                <a:ext cx="130125" cy="36100"/>
              </a:xfrm>
              <a:custGeom>
                <a:avLst/>
                <a:gdLst/>
                <a:ahLst/>
                <a:cxnLst/>
                <a:rect l="l" t="t" r="r" b="b"/>
                <a:pathLst>
                  <a:path w="5205" h="1444" extrusionOk="0">
                    <a:moveTo>
                      <a:pt x="5073" y="1"/>
                    </a:moveTo>
                    <a:cubicBezTo>
                      <a:pt x="5061" y="1"/>
                      <a:pt x="5049" y="3"/>
                      <a:pt x="5038" y="9"/>
                    </a:cubicBezTo>
                    <a:cubicBezTo>
                      <a:pt x="4971" y="9"/>
                      <a:pt x="1202" y="643"/>
                      <a:pt x="101" y="1144"/>
                    </a:cubicBezTo>
                    <a:cubicBezTo>
                      <a:pt x="34" y="1177"/>
                      <a:pt x="1" y="1277"/>
                      <a:pt x="34" y="1344"/>
                    </a:cubicBezTo>
                    <a:cubicBezTo>
                      <a:pt x="67" y="1410"/>
                      <a:pt x="134" y="1444"/>
                      <a:pt x="167" y="1444"/>
                    </a:cubicBezTo>
                    <a:cubicBezTo>
                      <a:pt x="201" y="1444"/>
                      <a:pt x="234" y="1444"/>
                      <a:pt x="234" y="1410"/>
                    </a:cubicBezTo>
                    <a:cubicBezTo>
                      <a:pt x="1235" y="977"/>
                      <a:pt x="4837" y="343"/>
                      <a:pt x="5071" y="310"/>
                    </a:cubicBezTo>
                    <a:cubicBezTo>
                      <a:pt x="5138" y="310"/>
                      <a:pt x="5204" y="210"/>
                      <a:pt x="5204" y="143"/>
                    </a:cubicBezTo>
                    <a:cubicBezTo>
                      <a:pt x="5177" y="60"/>
                      <a:pt x="5127" y="1"/>
                      <a:pt x="50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1793950" y="2919200"/>
                <a:ext cx="131800" cy="28375"/>
              </a:xfrm>
              <a:custGeom>
                <a:avLst/>
                <a:gdLst/>
                <a:ahLst/>
                <a:cxnLst/>
                <a:rect l="l" t="t" r="r" b="b"/>
                <a:pathLst>
                  <a:path w="5272" h="1135" extrusionOk="0">
                    <a:moveTo>
                      <a:pt x="5071" y="0"/>
                    </a:moveTo>
                    <a:lnTo>
                      <a:pt x="134" y="834"/>
                    </a:lnTo>
                    <a:cubicBezTo>
                      <a:pt x="34" y="834"/>
                      <a:pt x="1" y="934"/>
                      <a:pt x="1" y="1001"/>
                    </a:cubicBezTo>
                    <a:cubicBezTo>
                      <a:pt x="1" y="1101"/>
                      <a:pt x="101" y="1135"/>
                      <a:pt x="167" y="1135"/>
                    </a:cubicBezTo>
                    <a:lnTo>
                      <a:pt x="201" y="1135"/>
                    </a:lnTo>
                    <a:lnTo>
                      <a:pt x="5138" y="301"/>
                    </a:lnTo>
                    <a:cubicBezTo>
                      <a:pt x="5204" y="301"/>
                      <a:pt x="5271" y="201"/>
                      <a:pt x="5271" y="134"/>
                    </a:cubicBezTo>
                    <a:cubicBezTo>
                      <a:pt x="5238" y="34"/>
                      <a:pt x="5171" y="0"/>
                      <a:pt x="5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6"/>
              <p:cNvSpPr/>
              <p:nvPr/>
            </p:nvSpPr>
            <p:spPr>
              <a:xfrm>
                <a:off x="1597150" y="2953900"/>
                <a:ext cx="138450" cy="37050"/>
              </a:xfrm>
              <a:custGeom>
                <a:avLst/>
                <a:gdLst/>
                <a:ahLst/>
                <a:cxnLst/>
                <a:rect l="l" t="t" r="r" b="b"/>
                <a:pathLst>
                  <a:path w="5538" h="1482" extrusionOk="0">
                    <a:moveTo>
                      <a:pt x="5378" y="1"/>
                    </a:moveTo>
                    <a:cubicBezTo>
                      <a:pt x="5354" y="1"/>
                      <a:pt x="5329" y="5"/>
                      <a:pt x="5304" y="13"/>
                    </a:cubicBezTo>
                    <a:cubicBezTo>
                      <a:pt x="3636" y="414"/>
                      <a:pt x="1868" y="847"/>
                      <a:pt x="134" y="1181"/>
                    </a:cubicBezTo>
                    <a:cubicBezTo>
                      <a:pt x="67" y="1181"/>
                      <a:pt x="0" y="1281"/>
                      <a:pt x="34" y="1348"/>
                    </a:cubicBezTo>
                    <a:cubicBezTo>
                      <a:pt x="34" y="1414"/>
                      <a:pt x="100" y="1481"/>
                      <a:pt x="167" y="1481"/>
                    </a:cubicBezTo>
                    <a:lnTo>
                      <a:pt x="200" y="1481"/>
                    </a:lnTo>
                    <a:cubicBezTo>
                      <a:pt x="1935" y="1148"/>
                      <a:pt x="3703" y="714"/>
                      <a:pt x="5404" y="314"/>
                    </a:cubicBezTo>
                    <a:cubicBezTo>
                      <a:pt x="5471" y="280"/>
                      <a:pt x="5538" y="180"/>
                      <a:pt x="5504" y="114"/>
                    </a:cubicBezTo>
                    <a:cubicBezTo>
                      <a:pt x="5504" y="38"/>
                      <a:pt x="5448" y="1"/>
                      <a:pt x="5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6"/>
              <p:cNvSpPr/>
              <p:nvPr/>
            </p:nvSpPr>
            <p:spPr>
              <a:xfrm>
                <a:off x="2481100" y="2857500"/>
                <a:ext cx="145975" cy="101750"/>
              </a:xfrm>
              <a:custGeom>
                <a:avLst/>
                <a:gdLst/>
                <a:ahLst/>
                <a:cxnLst/>
                <a:rect l="l" t="t" r="r" b="b"/>
                <a:pathLst>
                  <a:path w="5839" h="4070" extrusionOk="0">
                    <a:moveTo>
                      <a:pt x="5138" y="0"/>
                    </a:moveTo>
                    <a:cubicBezTo>
                      <a:pt x="5038" y="33"/>
                      <a:pt x="4971" y="100"/>
                      <a:pt x="5004" y="200"/>
                    </a:cubicBezTo>
                    <a:cubicBezTo>
                      <a:pt x="5105" y="567"/>
                      <a:pt x="5171" y="1001"/>
                      <a:pt x="5271" y="1434"/>
                    </a:cubicBezTo>
                    <a:cubicBezTo>
                      <a:pt x="5338" y="1835"/>
                      <a:pt x="5405" y="2202"/>
                      <a:pt x="5471" y="2535"/>
                    </a:cubicBezTo>
                    <a:cubicBezTo>
                      <a:pt x="5321" y="2569"/>
                      <a:pt x="5163" y="2585"/>
                      <a:pt x="5004" y="2585"/>
                    </a:cubicBezTo>
                    <a:cubicBezTo>
                      <a:pt x="4846" y="2585"/>
                      <a:pt x="4688" y="2569"/>
                      <a:pt x="4537" y="2535"/>
                    </a:cubicBezTo>
                    <a:cubicBezTo>
                      <a:pt x="4504" y="2535"/>
                      <a:pt x="4437" y="2535"/>
                      <a:pt x="4404" y="2569"/>
                    </a:cubicBezTo>
                    <a:cubicBezTo>
                      <a:pt x="4371" y="2602"/>
                      <a:pt x="4371" y="2669"/>
                      <a:pt x="4371" y="2702"/>
                    </a:cubicBezTo>
                    <a:cubicBezTo>
                      <a:pt x="4371" y="2902"/>
                      <a:pt x="4371" y="3102"/>
                      <a:pt x="4337" y="3302"/>
                    </a:cubicBezTo>
                    <a:cubicBezTo>
                      <a:pt x="3937" y="3336"/>
                      <a:pt x="3470" y="3402"/>
                      <a:pt x="2970" y="3436"/>
                    </a:cubicBezTo>
                    <a:cubicBezTo>
                      <a:pt x="1969" y="3536"/>
                      <a:pt x="935" y="3636"/>
                      <a:pt x="134" y="3769"/>
                    </a:cubicBezTo>
                    <a:cubicBezTo>
                      <a:pt x="68" y="3769"/>
                      <a:pt x="1" y="3869"/>
                      <a:pt x="1" y="3936"/>
                    </a:cubicBezTo>
                    <a:cubicBezTo>
                      <a:pt x="34" y="4003"/>
                      <a:pt x="101" y="4070"/>
                      <a:pt x="168" y="4070"/>
                    </a:cubicBezTo>
                    <a:lnTo>
                      <a:pt x="201" y="4070"/>
                    </a:lnTo>
                    <a:cubicBezTo>
                      <a:pt x="968" y="3970"/>
                      <a:pt x="2002" y="3869"/>
                      <a:pt x="3003" y="3769"/>
                    </a:cubicBezTo>
                    <a:cubicBezTo>
                      <a:pt x="3537" y="3703"/>
                      <a:pt x="4070" y="3636"/>
                      <a:pt x="4504" y="3603"/>
                    </a:cubicBezTo>
                    <a:cubicBezTo>
                      <a:pt x="4571" y="3603"/>
                      <a:pt x="4638" y="3536"/>
                      <a:pt x="4638" y="3469"/>
                    </a:cubicBezTo>
                    <a:cubicBezTo>
                      <a:pt x="4671" y="3269"/>
                      <a:pt x="4704" y="3069"/>
                      <a:pt x="4671" y="2869"/>
                    </a:cubicBezTo>
                    <a:lnTo>
                      <a:pt x="4671" y="2869"/>
                    </a:lnTo>
                    <a:cubicBezTo>
                      <a:pt x="4823" y="2883"/>
                      <a:pt x="4969" y="2891"/>
                      <a:pt x="5112" y="2891"/>
                    </a:cubicBezTo>
                    <a:cubicBezTo>
                      <a:pt x="5314" y="2891"/>
                      <a:pt x="5510" y="2874"/>
                      <a:pt x="5705" y="2835"/>
                    </a:cubicBezTo>
                    <a:cubicBezTo>
                      <a:pt x="5738" y="2835"/>
                      <a:pt x="5772" y="2802"/>
                      <a:pt x="5805" y="2769"/>
                    </a:cubicBezTo>
                    <a:cubicBezTo>
                      <a:pt x="5805" y="2735"/>
                      <a:pt x="5838" y="2669"/>
                      <a:pt x="5805" y="2635"/>
                    </a:cubicBezTo>
                    <a:cubicBezTo>
                      <a:pt x="5738" y="2268"/>
                      <a:pt x="5638" y="1835"/>
                      <a:pt x="5572" y="1401"/>
                    </a:cubicBezTo>
                    <a:cubicBezTo>
                      <a:pt x="5471" y="934"/>
                      <a:pt x="5405" y="500"/>
                      <a:pt x="5305" y="133"/>
                    </a:cubicBezTo>
                    <a:cubicBezTo>
                      <a:pt x="5305" y="33"/>
                      <a:pt x="5205"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6"/>
              <p:cNvSpPr/>
              <p:nvPr/>
            </p:nvSpPr>
            <p:spPr>
              <a:xfrm>
                <a:off x="2214250" y="2954850"/>
                <a:ext cx="251875" cy="36925"/>
              </a:xfrm>
              <a:custGeom>
                <a:avLst/>
                <a:gdLst/>
                <a:ahLst/>
                <a:cxnLst/>
                <a:rect l="l" t="t" r="r" b="b"/>
                <a:pathLst>
                  <a:path w="10075" h="1477" extrusionOk="0">
                    <a:moveTo>
                      <a:pt x="9924" y="0"/>
                    </a:moveTo>
                    <a:cubicBezTo>
                      <a:pt x="9909" y="0"/>
                      <a:pt x="9892" y="3"/>
                      <a:pt x="9874" y="9"/>
                    </a:cubicBezTo>
                    <a:cubicBezTo>
                      <a:pt x="9307" y="76"/>
                      <a:pt x="8540" y="176"/>
                      <a:pt x="7673" y="276"/>
                    </a:cubicBezTo>
                    <a:cubicBezTo>
                      <a:pt x="5204" y="609"/>
                      <a:pt x="1835" y="1043"/>
                      <a:pt x="167" y="1176"/>
                    </a:cubicBezTo>
                    <a:cubicBezTo>
                      <a:pt x="67" y="1176"/>
                      <a:pt x="1" y="1243"/>
                      <a:pt x="1" y="1343"/>
                    </a:cubicBezTo>
                    <a:cubicBezTo>
                      <a:pt x="1" y="1443"/>
                      <a:pt x="67" y="1477"/>
                      <a:pt x="167" y="1477"/>
                    </a:cubicBezTo>
                    <a:cubicBezTo>
                      <a:pt x="1869" y="1376"/>
                      <a:pt x="5238" y="909"/>
                      <a:pt x="7706" y="609"/>
                    </a:cubicBezTo>
                    <a:cubicBezTo>
                      <a:pt x="8573" y="476"/>
                      <a:pt x="9341" y="376"/>
                      <a:pt x="9908" y="309"/>
                    </a:cubicBezTo>
                    <a:cubicBezTo>
                      <a:pt x="10008" y="309"/>
                      <a:pt x="10074" y="209"/>
                      <a:pt x="10041" y="142"/>
                    </a:cubicBezTo>
                    <a:cubicBezTo>
                      <a:pt x="10041" y="60"/>
                      <a:pt x="9996" y="0"/>
                      <a:pt x="99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2095825" y="2965075"/>
                <a:ext cx="98450" cy="40050"/>
              </a:xfrm>
              <a:custGeom>
                <a:avLst/>
                <a:gdLst/>
                <a:ahLst/>
                <a:cxnLst/>
                <a:rect l="l" t="t" r="r" b="b"/>
                <a:pathLst>
                  <a:path w="3938" h="1602" extrusionOk="0">
                    <a:moveTo>
                      <a:pt x="168" y="0"/>
                    </a:moveTo>
                    <a:cubicBezTo>
                      <a:pt x="101" y="0"/>
                      <a:pt x="1" y="67"/>
                      <a:pt x="1" y="167"/>
                    </a:cubicBezTo>
                    <a:cubicBezTo>
                      <a:pt x="1" y="367"/>
                      <a:pt x="1" y="567"/>
                      <a:pt x="1" y="767"/>
                    </a:cubicBezTo>
                    <a:cubicBezTo>
                      <a:pt x="1" y="967"/>
                      <a:pt x="1" y="1168"/>
                      <a:pt x="1" y="1368"/>
                    </a:cubicBezTo>
                    <a:cubicBezTo>
                      <a:pt x="1" y="1401"/>
                      <a:pt x="1" y="1501"/>
                      <a:pt x="68" y="1568"/>
                    </a:cubicBezTo>
                    <a:cubicBezTo>
                      <a:pt x="134" y="1601"/>
                      <a:pt x="201" y="1601"/>
                      <a:pt x="234" y="1601"/>
                    </a:cubicBezTo>
                    <a:cubicBezTo>
                      <a:pt x="1035" y="1601"/>
                      <a:pt x="1702" y="1501"/>
                      <a:pt x="2403" y="1401"/>
                    </a:cubicBezTo>
                    <a:cubicBezTo>
                      <a:pt x="2836" y="1301"/>
                      <a:pt x="3270" y="1234"/>
                      <a:pt x="3804" y="1201"/>
                    </a:cubicBezTo>
                    <a:cubicBezTo>
                      <a:pt x="3904" y="1168"/>
                      <a:pt x="3937" y="1101"/>
                      <a:pt x="3937" y="1034"/>
                    </a:cubicBezTo>
                    <a:cubicBezTo>
                      <a:pt x="3937" y="934"/>
                      <a:pt x="3870" y="867"/>
                      <a:pt x="3770" y="867"/>
                    </a:cubicBezTo>
                    <a:cubicBezTo>
                      <a:pt x="3237" y="934"/>
                      <a:pt x="2770" y="1001"/>
                      <a:pt x="2336" y="1068"/>
                    </a:cubicBezTo>
                    <a:cubicBezTo>
                      <a:pt x="1669" y="1168"/>
                      <a:pt x="1068" y="1268"/>
                      <a:pt x="334" y="1301"/>
                    </a:cubicBezTo>
                    <a:cubicBezTo>
                      <a:pt x="334" y="1101"/>
                      <a:pt x="334" y="934"/>
                      <a:pt x="334" y="767"/>
                    </a:cubicBezTo>
                    <a:cubicBezTo>
                      <a:pt x="334" y="567"/>
                      <a:pt x="301" y="367"/>
                      <a:pt x="334" y="167"/>
                    </a:cubicBezTo>
                    <a:cubicBezTo>
                      <a:pt x="334" y="100"/>
                      <a:pt x="234"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2482775" y="2903975"/>
                <a:ext cx="120125" cy="17750"/>
              </a:xfrm>
              <a:custGeom>
                <a:avLst/>
                <a:gdLst/>
                <a:ahLst/>
                <a:cxnLst/>
                <a:rect l="l" t="t" r="r" b="b"/>
                <a:pathLst>
                  <a:path w="4805" h="710" extrusionOk="0">
                    <a:moveTo>
                      <a:pt x="4654" y="0"/>
                    </a:moveTo>
                    <a:cubicBezTo>
                      <a:pt x="4638" y="0"/>
                      <a:pt x="4622" y="3"/>
                      <a:pt x="4604" y="9"/>
                    </a:cubicBezTo>
                    <a:lnTo>
                      <a:pt x="3737" y="76"/>
                    </a:lnTo>
                    <a:cubicBezTo>
                      <a:pt x="2536" y="176"/>
                      <a:pt x="1201" y="276"/>
                      <a:pt x="134" y="409"/>
                    </a:cubicBezTo>
                    <a:cubicBezTo>
                      <a:pt x="67" y="409"/>
                      <a:pt x="1" y="476"/>
                      <a:pt x="1" y="576"/>
                    </a:cubicBezTo>
                    <a:cubicBezTo>
                      <a:pt x="1" y="643"/>
                      <a:pt x="67" y="710"/>
                      <a:pt x="167" y="710"/>
                    </a:cubicBezTo>
                    <a:cubicBezTo>
                      <a:pt x="1201" y="609"/>
                      <a:pt x="2569" y="476"/>
                      <a:pt x="3770" y="376"/>
                    </a:cubicBezTo>
                    <a:lnTo>
                      <a:pt x="4637" y="309"/>
                    </a:lnTo>
                    <a:cubicBezTo>
                      <a:pt x="4737" y="309"/>
                      <a:pt x="4804" y="209"/>
                      <a:pt x="4771" y="142"/>
                    </a:cubicBezTo>
                    <a:cubicBezTo>
                      <a:pt x="4771" y="60"/>
                      <a:pt x="4725" y="0"/>
                      <a:pt x="4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6"/>
              <p:cNvSpPr/>
              <p:nvPr/>
            </p:nvSpPr>
            <p:spPr>
              <a:xfrm>
                <a:off x="2216750" y="2917525"/>
                <a:ext cx="246050" cy="27550"/>
              </a:xfrm>
              <a:custGeom>
                <a:avLst/>
                <a:gdLst/>
                <a:ahLst/>
                <a:cxnLst/>
                <a:rect l="l" t="t" r="r" b="b"/>
                <a:pathLst>
                  <a:path w="9842" h="1102" extrusionOk="0">
                    <a:moveTo>
                      <a:pt x="9641" y="1"/>
                    </a:moveTo>
                    <a:cubicBezTo>
                      <a:pt x="9374" y="67"/>
                      <a:pt x="9141" y="101"/>
                      <a:pt x="8907" y="101"/>
                    </a:cubicBezTo>
                    <a:cubicBezTo>
                      <a:pt x="8674" y="134"/>
                      <a:pt x="8440" y="168"/>
                      <a:pt x="8140" y="234"/>
                    </a:cubicBezTo>
                    <a:cubicBezTo>
                      <a:pt x="6772" y="434"/>
                      <a:pt x="5238" y="501"/>
                      <a:pt x="3737" y="568"/>
                    </a:cubicBezTo>
                    <a:cubicBezTo>
                      <a:pt x="2469" y="601"/>
                      <a:pt x="1268" y="668"/>
                      <a:pt x="134" y="801"/>
                    </a:cubicBezTo>
                    <a:cubicBezTo>
                      <a:pt x="67" y="801"/>
                      <a:pt x="1" y="868"/>
                      <a:pt x="1" y="968"/>
                    </a:cubicBezTo>
                    <a:cubicBezTo>
                      <a:pt x="1" y="1035"/>
                      <a:pt x="67" y="1102"/>
                      <a:pt x="167" y="1102"/>
                    </a:cubicBezTo>
                    <a:cubicBezTo>
                      <a:pt x="1268" y="968"/>
                      <a:pt x="2469" y="935"/>
                      <a:pt x="3770" y="868"/>
                    </a:cubicBezTo>
                    <a:cubicBezTo>
                      <a:pt x="5238" y="801"/>
                      <a:pt x="6806" y="735"/>
                      <a:pt x="8173" y="534"/>
                    </a:cubicBezTo>
                    <a:cubicBezTo>
                      <a:pt x="8507" y="501"/>
                      <a:pt x="8740" y="468"/>
                      <a:pt x="8974" y="434"/>
                    </a:cubicBezTo>
                    <a:cubicBezTo>
                      <a:pt x="9174" y="401"/>
                      <a:pt x="9407" y="368"/>
                      <a:pt x="9708" y="334"/>
                    </a:cubicBezTo>
                    <a:cubicBezTo>
                      <a:pt x="9774" y="301"/>
                      <a:pt x="9841" y="234"/>
                      <a:pt x="9841" y="134"/>
                    </a:cubicBezTo>
                    <a:cubicBezTo>
                      <a:pt x="9808" y="67"/>
                      <a:pt x="9741" y="1"/>
                      <a:pt x="9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6"/>
              <p:cNvSpPr/>
              <p:nvPr/>
            </p:nvSpPr>
            <p:spPr>
              <a:xfrm>
                <a:off x="2104175" y="2941725"/>
                <a:ext cx="86750" cy="15025"/>
              </a:xfrm>
              <a:custGeom>
                <a:avLst/>
                <a:gdLst/>
                <a:ahLst/>
                <a:cxnLst/>
                <a:rect l="l" t="t" r="r" b="b"/>
                <a:pathLst>
                  <a:path w="3470" h="601" extrusionOk="0">
                    <a:moveTo>
                      <a:pt x="3269" y="0"/>
                    </a:moveTo>
                    <a:lnTo>
                      <a:pt x="2636" y="67"/>
                    </a:lnTo>
                    <a:cubicBezTo>
                      <a:pt x="1768" y="167"/>
                      <a:pt x="1135" y="234"/>
                      <a:pt x="134" y="267"/>
                    </a:cubicBezTo>
                    <a:cubicBezTo>
                      <a:pt x="67" y="267"/>
                      <a:pt x="0" y="334"/>
                      <a:pt x="0" y="434"/>
                    </a:cubicBezTo>
                    <a:cubicBezTo>
                      <a:pt x="0" y="500"/>
                      <a:pt x="67" y="601"/>
                      <a:pt x="167" y="601"/>
                    </a:cubicBezTo>
                    <a:cubicBezTo>
                      <a:pt x="1168" y="534"/>
                      <a:pt x="1802" y="467"/>
                      <a:pt x="2669" y="367"/>
                    </a:cubicBezTo>
                    <a:lnTo>
                      <a:pt x="3303" y="300"/>
                    </a:lnTo>
                    <a:cubicBezTo>
                      <a:pt x="3403" y="300"/>
                      <a:pt x="3470" y="234"/>
                      <a:pt x="3436" y="134"/>
                    </a:cubicBezTo>
                    <a:cubicBezTo>
                      <a:pt x="3436" y="67"/>
                      <a:pt x="3370" y="0"/>
                      <a:pt x="3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
              <p:cNvSpPr/>
              <p:nvPr/>
            </p:nvSpPr>
            <p:spPr>
              <a:xfrm>
                <a:off x="2481950" y="2869175"/>
                <a:ext cx="135125" cy="16700"/>
              </a:xfrm>
              <a:custGeom>
                <a:avLst/>
                <a:gdLst/>
                <a:ahLst/>
                <a:cxnLst/>
                <a:rect l="l" t="t" r="r" b="b"/>
                <a:pathLst>
                  <a:path w="5405" h="668" extrusionOk="0">
                    <a:moveTo>
                      <a:pt x="5204" y="0"/>
                    </a:moveTo>
                    <a:cubicBezTo>
                      <a:pt x="4203" y="133"/>
                      <a:pt x="3002" y="200"/>
                      <a:pt x="1868" y="234"/>
                    </a:cubicBezTo>
                    <a:cubicBezTo>
                      <a:pt x="1268" y="267"/>
                      <a:pt x="667" y="300"/>
                      <a:pt x="167" y="334"/>
                    </a:cubicBezTo>
                    <a:cubicBezTo>
                      <a:pt x="67" y="334"/>
                      <a:pt x="0" y="434"/>
                      <a:pt x="0" y="500"/>
                    </a:cubicBezTo>
                    <a:cubicBezTo>
                      <a:pt x="34" y="600"/>
                      <a:pt x="67" y="667"/>
                      <a:pt x="167" y="667"/>
                    </a:cubicBezTo>
                    <a:cubicBezTo>
                      <a:pt x="701" y="634"/>
                      <a:pt x="1268" y="600"/>
                      <a:pt x="1868" y="567"/>
                    </a:cubicBezTo>
                    <a:cubicBezTo>
                      <a:pt x="3036" y="500"/>
                      <a:pt x="4203" y="434"/>
                      <a:pt x="5237" y="334"/>
                    </a:cubicBezTo>
                    <a:cubicBezTo>
                      <a:pt x="5337" y="300"/>
                      <a:pt x="5404" y="234"/>
                      <a:pt x="5371" y="133"/>
                    </a:cubicBezTo>
                    <a:cubicBezTo>
                      <a:pt x="5371" y="67"/>
                      <a:pt x="5304" y="0"/>
                      <a:pt x="5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
              <p:cNvSpPr/>
              <p:nvPr/>
            </p:nvSpPr>
            <p:spPr>
              <a:xfrm>
                <a:off x="2219250" y="2877500"/>
                <a:ext cx="245200" cy="20050"/>
              </a:xfrm>
              <a:custGeom>
                <a:avLst/>
                <a:gdLst/>
                <a:ahLst/>
                <a:cxnLst/>
                <a:rect l="l" t="t" r="r" b="b"/>
                <a:pathLst>
                  <a:path w="9808" h="802" extrusionOk="0">
                    <a:moveTo>
                      <a:pt x="9641" y="1"/>
                    </a:moveTo>
                    <a:cubicBezTo>
                      <a:pt x="8040" y="134"/>
                      <a:pt x="6439" y="201"/>
                      <a:pt x="4904" y="234"/>
                    </a:cubicBezTo>
                    <a:cubicBezTo>
                      <a:pt x="3336" y="301"/>
                      <a:pt x="1735" y="368"/>
                      <a:pt x="134" y="501"/>
                    </a:cubicBezTo>
                    <a:cubicBezTo>
                      <a:pt x="67" y="501"/>
                      <a:pt x="1" y="568"/>
                      <a:pt x="1" y="668"/>
                    </a:cubicBezTo>
                    <a:cubicBezTo>
                      <a:pt x="1" y="734"/>
                      <a:pt x="67" y="801"/>
                      <a:pt x="168" y="801"/>
                    </a:cubicBezTo>
                    <a:cubicBezTo>
                      <a:pt x="1735" y="701"/>
                      <a:pt x="3370" y="634"/>
                      <a:pt x="4904" y="568"/>
                    </a:cubicBezTo>
                    <a:cubicBezTo>
                      <a:pt x="6472" y="501"/>
                      <a:pt x="8073" y="434"/>
                      <a:pt x="9641" y="301"/>
                    </a:cubicBezTo>
                    <a:cubicBezTo>
                      <a:pt x="9741" y="301"/>
                      <a:pt x="9808" y="234"/>
                      <a:pt x="9808" y="134"/>
                    </a:cubicBezTo>
                    <a:cubicBezTo>
                      <a:pt x="9774" y="67"/>
                      <a:pt x="9708" y="1"/>
                      <a:pt x="9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2116675" y="2889175"/>
                <a:ext cx="80925" cy="11700"/>
              </a:xfrm>
              <a:custGeom>
                <a:avLst/>
                <a:gdLst/>
                <a:ahLst/>
                <a:cxnLst/>
                <a:rect l="l" t="t" r="r" b="b"/>
                <a:pathLst>
                  <a:path w="3237" h="468" extrusionOk="0">
                    <a:moveTo>
                      <a:pt x="3070" y="1"/>
                    </a:moveTo>
                    <a:cubicBezTo>
                      <a:pt x="2002" y="34"/>
                      <a:pt x="1068" y="101"/>
                      <a:pt x="134" y="167"/>
                    </a:cubicBezTo>
                    <a:cubicBezTo>
                      <a:pt x="34" y="167"/>
                      <a:pt x="1" y="267"/>
                      <a:pt x="1" y="334"/>
                    </a:cubicBezTo>
                    <a:cubicBezTo>
                      <a:pt x="1" y="434"/>
                      <a:pt x="68" y="468"/>
                      <a:pt x="134" y="468"/>
                    </a:cubicBezTo>
                    <a:lnTo>
                      <a:pt x="168" y="468"/>
                    </a:lnTo>
                    <a:cubicBezTo>
                      <a:pt x="1102" y="401"/>
                      <a:pt x="2002" y="334"/>
                      <a:pt x="3070" y="301"/>
                    </a:cubicBezTo>
                    <a:cubicBezTo>
                      <a:pt x="3136" y="301"/>
                      <a:pt x="3236" y="234"/>
                      <a:pt x="3203" y="167"/>
                    </a:cubicBezTo>
                    <a:cubicBezTo>
                      <a:pt x="3203" y="67"/>
                      <a:pt x="3136" y="1"/>
                      <a:pt x="30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2610375" y="2843000"/>
                <a:ext cx="400300" cy="42025"/>
              </a:xfrm>
              <a:custGeom>
                <a:avLst/>
                <a:gdLst/>
                <a:ahLst/>
                <a:cxnLst/>
                <a:rect l="l" t="t" r="r" b="b"/>
                <a:pathLst>
                  <a:path w="16012" h="1681" extrusionOk="0">
                    <a:moveTo>
                      <a:pt x="15852" y="0"/>
                    </a:moveTo>
                    <a:cubicBezTo>
                      <a:pt x="15828" y="0"/>
                      <a:pt x="15803" y="5"/>
                      <a:pt x="15778" y="13"/>
                    </a:cubicBezTo>
                    <a:cubicBezTo>
                      <a:pt x="14978" y="213"/>
                      <a:pt x="14010" y="280"/>
                      <a:pt x="13176" y="347"/>
                    </a:cubicBezTo>
                    <a:lnTo>
                      <a:pt x="13010" y="347"/>
                    </a:lnTo>
                    <a:cubicBezTo>
                      <a:pt x="10875" y="513"/>
                      <a:pt x="8706" y="680"/>
                      <a:pt x="6572" y="880"/>
                    </a:cubicBezTo>
                    <a:cubicBezTo>
                      <a:pt x="4470" y="1047"/>
                      <a:pt x="2269" y="1214"/>
                      <a:pt x="134" y="1381"/>
                    </a:cubicBezTo>
                    <a:cubicBezTo>
                      <a:pt x="67" y="1381"/>
                      <a:pt x="0" y="1447"/>
                      <a:pt x="0" y="1547"/>
                    </a:cubicBezTo>
                    <a:cubicBezTo>
                      <a:pt x="0" y="1647"/>
                      <a:pt x="67" y="1681"/>
                      <a:pt x="167" y="1681"/>
                    </a:cubicBezTo>
                    <a:cubicBezTo>
                      <a:pt x="2302" y="1547"/>
                      <a:pt x="4470" y="1347"/>
                      <a:pt x="6605" y="1180"/>
                    </a:cubicBezTo>
                    <a:cubicBezTo>
                      <a:pt x="8740" y="1014"/>
                      <a:pt x="10908" y="814"/>
                      <a:pt x="13043" y="680"/>
                    </a:cubicBezTo>
                    <a:lnTo>
                      <a:pt x="13176" y="647"/>
                    </a:lnTo>
                    <a:cubicBezTo>
                      <a:pt x="14044" y="580"/>
                      <a:pt x="15044" y="513"/>
                      <a:pt x="15878" y="313"/>
                    </a:cubicBezTo>
                    <a:cubicBezTo>
                      <a:pt x="15945" y="280"/>
                      <a:pt x="16012" y="180"/>
                      <a:pt x="15978" y="113"/>
                    </a:cubicBezTo>
                    <a:cubicBezTo>
                      <a:pt x="15978" y="38"/>
                      <a:pt x="15922" y="0"/>
                      <a:pt x="15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1766425" y="2971725"/>
                <a:ext cx="155975" cy="33400"/>
              </a:xfrm>
              <a:custGeom>
                <a:avLst/>
                <a:gdLst/>
                <a:ahLst/>
                <a:cxnLst/>
                <a:rect l="l" t="t" r="r" b="b"/>
                <a:pathLst>
                  <a:path w="6239" h="1336" extrusionOk="0">
                    <a:moveTo>
                      <a:pt x="6038" y="1"/>
                    </a:moveTo>
                    <a:lnTo>
                      <a:pt x="134" y="1035"/>
                    </a:lnTo>
                    <a:cubicBezTo>
                      <a:pt x="68" y="1068"/>
                      <a:pt x="1" y="1135"/>
                      <a:pt x="1" y="1235"/>
                    </a:cubicBezTo>
                    <a:cubicBezTo>
                      <a:pt x="34" y="1302"/>
                      <a:pt x="101" y="1335"/>
                      <a:pt x="168" y="1335"/>
                    </a:cubicBezTo>
                    <a:lnTo>
                      <a:pt x="201" y="1335"/>
                    </a:lnTo>
                    <a:lnTo>
                      <a:pt x="6105" y="301"/>
                    </a:lnTo>
                    <a:cubicBezTo>
                      <a:pt x="6205" y="301"/>
                      <a:pt x="6239" y="201"/>
                      <a:pt x="6239" y="134"/>
                    </a:cubicBezTo>
                    <a:cubicBezTo>
                      <a:pt x="6205" y="34"/>
                      <a:pt x="6139" y="1"/>
                      <a:pt x="6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1592150" y="3004050"/>
                <a:ext cx="157625" cy="39425"/>
              </a:xfrm>
              <a:custGeom>
                <a:avLst/>
                <a:gdLst/>
                <a:ahLst/>
                <a:cxnLst/>
                <a:rect l="l" t="t" r="r" b="b"/>
                <a:pathLst>
                  <a:path w="6305" h="1577" extrusionOk="0">
                    <a:moveTo>
                      <a:pt x="6144" y="0"/>
                    </a:moveTo>
                    <a:cubicBezTo>
                      <a:pt x="6130" y="0"/>
                      <a:pt x="6117" y="3"/>
                      <a:pt x="6105" y="9"/>
                    </a:cubicBezTo>
                    <a:cubicBezTo>
                      <a:pt x="5104" y="176"/>
                      <a:pt x="4103" y="409"/>
                      <a:pt x="3102" y="643"/>
                    </a:cubicBezTo>
                    <a:cubicBezTo>
                      <a:pt x="2135" y="843"/>
                      <a:pt x="1134" y="1076"/>
                      <a:pt x="134" y="1276"/>
                    </a:cubicBezTo>
                    <a:cubicBezTo>
                      <a:pt x="67" y="1276"/>
                      <a:pt x="0" y="1377"/>
                      <a:pt x="0" y="1443"/>
                    </a:cubicBezTo>
                    <a:cubicBezTo>
                      <a:pt x="34" y="1510"/>
                      <a:pt x="100" y="1577"/>
                      <a:pt x="167" y="1577"/>
                    </a:cubicBezTo>
                    <a:lnTo>
                      <a:pt x="200" y="1577"/>
                    </a:lnTo>
                    <a:cubicBezTo>
                      <a:pt x="1201" y="1377"/>
                      <a:pt x="2202" y="1143"/>
                      <a:pt x="3169" y="943"/>
                    </a:cubicBezTo>
                    <a:cubicBezTo>
                      <a:pt x="4170" y="709"/>
                      <a:pt x="5171" y="509"/>
                      <a:pt x="6171" y="309"/>
                    </a:cubicBezTo>
                    <a:cubicBezTo>
                      <a:pt x="6238" y="276"/>
                      <a:pt x="6305" y="209"/>
                      <a:pt x="6271" y="109"/>
                    </a:cubicBezTo>
                    <a:cubicBezTo>
                      <a:pt x="6271" y="54"/>
                      <a:pt x="6205" y="0"/>
                      <a:pt x="6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1768925" y="3009275"/>
                <a:ext cx="157650" cy="56725"/>
              </a:xfrm>
              <a:custGeom>
                <a:avLst/>
                <a:gdLst/>
                <a:ahLst/>
                <a:cxnLst/>
                <a:rect l="l" t="t" r="r" b="b"/>
                <a:pathLst>
                  <a:path w="6306" h="2269" extrusionOk="0">
                    <a:moveTo>
                      <a:pt x="6139" y="0"/>
                    </a:moveTo>
                    <a:cubicBezTo>
                      <a:pt x="6005" y="0"/>
                      <a:pt x="5872" y="33"/>
                      <a:pt x="5738" y="133"/>
                    </a:cubicBezTo>
                    <a:cubicBezTo>
                      <a:pt x="5705" y="133"/>
                      <a:pt x="5672" y="200"/>
                      <a:pt x="5672" y="267"/>
                    </a:cubicBezTo>
                    <a:lnTo>
                      <a:pt x="5672" y="867"/>
                    </a:lnTo>
                    <a:cubicBezTo>
                      <a:pt x="3770" y="1134"/>
                      <a:pt x="1802" y="1501"/>
                      <a:pt x="134" y="1968"/>
                    </a:cubicBezTo>
                    <a:cubicBezTo>
                      <a:pt x="34" y="1968"/>
                      <a:pt x="1" y="2068"/>
                      <a:pt x="1" y="2135"/>
                    </a:cubicBezTo>
                    <a:cubicBezTo>
                      <a:pt x="34" y="2202"/>
                      <a:pt x="101" y="2268"/>
                      <a:pt x="168" y="2268"/>
                    </a:cubicBezTo>
                    <a:lnTo>
                      <a:pt x="201" y="2268"/>
                    </a:lnTo>
                    <a:cubicBezTo>
                      <a:pt x="1902" y="1801"/>
                      <a:pt x="3904" y="1434"/>
                      <a:pt x="5838" y="1168"/>
                    </a:cubicBezTo>
                    <a:cubicBezTo>
                      <a:pt x="5938" y="1168"/>
                      <a:pt x="5972" y="1101"/>
                      <a:pt x="5972" y="1001"/>
                    </a:cubicBezTo>
                    <a:lnTo>
                      <a:pt x="5972" y="334"/>
                    </a:lnTo>
                    <a:lnTo>
                      <a:pt x="6139" y="334"/>
                    </a:lnTo>
                    <a:cubicBezTo>
                      <a:pt x="6239" y="334"/>
                      <a:pt x="6305" y="234"/>
                      <a:pt x="6305" y="167"/>
                    </a:cubicBezTo>
                    <a:cubicBezTo>
                      <a:pt x="6305" y="67"/>
                      <a:pt x="6239" y="0"/>
                      <a:pt x="61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1590475" y="3028225"/>
                <a:ext cx="150125" cy="62800"/>
              </a:xfrm>
              <a:custGeom>
                <a:avLst/>
                <a:gdLst/>
                <a:ahLst/>
                <a:cxnLst/>
                <a:rect l="l" t="t" r="r" b="b"/>
                <a:pathLst>
                  <a:path w="6005" h="2512" extrusionOk="0">
                    <a:moveTo>
                      <a:pt x="184" y="1"/>
                    </a:moveTo>
                    <a:cubicBezTo>
                      <a:pt x="168" y="1"/>
                      <a:pt x="152" y="3"/>
                      <a:pt x="134" y="9"/>
                    </a:cubicBezTo>
                    <a:cubicBezTo>
                      <a:pt x="67" y="9"/>
                      <a:pt x="0" y="109"/>
                      <a:pt x="0" y="176"/>
                    </a:cubicBezTo>
                    <a:cubicBezTo>
                      <a:pt x="34" y="343"/>
                      <a:pt x="101" y="576"/>
                      <a:pt x="167" y="776"/>
                    </a:cubicBezTo>
                    <a:cubicBezTo>
                      <a:pt x="234" y="1010"/>
                      <a:pt x="267" y="1210"/>
                      <a:pt x="301" y="1377"/>
                    </a:cubicBezTo>
                    <a:cubicBezTo>
                      <a:pt x="328" y="1431"/>
                      <a:pt x="377" y="1486"/>
                      <a:pt x="431" y="1486"/>
                    </a:cubicBezTo>
                    <a:cubicBezTo>
                      <a:pt x="443" y="1486"/>
                      <a:pt x="455" y="1483"/>
                      <a:pt x="467" y="1477"/>
                    </a:cubicBezTo>
                    <a:cubicBezTo>
                      <a:pt x="634" y="1477"/>
                      <a:pt x="801" y="1410"/>
                      <a:pt x="968" y="1310"/>
                    </a:cubicBezTo>
                    <a:cubicBezTo>
                      <a:pt x="1068" y="1644"/>
                      <a:pt x="1101" y="1977"/>
                      <a:pt x="1101" y="2344"/>
                    </a:cubicBezTo>
                    <a:cubicBezTo>
                      <a:pt x="1101" y="2378"/>
                      <a:pt x="1135" y="2411"/>
                      <a:pt x="1168" y="2444"/>
                    </a:cubicBezTo>
                    <a:cubicBezTo>
                      <a:pt x="1201" y="2478"/>
                      <a:pt x="1235" y="2478"/>
                      <a:pt x="1268" y="2478"/>
                    </a:cubicBezTo>
                    <a:cubicBezTo>
                      <a:pt x="1268" y="2478"/>
                      <a:pt x="1268" y="2478"/>
                      <a:pt x="1268" y="2511"/>
                    </a:cubicBezTo>
                    <a:cubicBezTo>
                      <a:pt x="2836" y="2278"/>
                      <a:pt x="4304" y="2044"/>
                      <a:pt x="5871" y="1710"/>
                    </a:cubicBezTo>
                    <a:cubicBezTo>
                      <a:pt x="5938" y="1677"/>
                      <a:pt x="6005" y="1610"/>
                      <a:pt x="5971" y="1510"/>
                    </a:cubicBezTo>
                    <a:cubicBezTo>
                      <a:pt x="5971" y="1456"/>
                      <a:pt x="5905" y="1401"/>
                      <a:pt x="5844" y="1401"/>
                    </a:cubicBezTo>
                    <a:cubicBezTo>
                      <a:pt x="5830" y="1401"/>
                      <a:pt x="5817" y="1404"/>
                      <a:pt x="5805" y="1410"/>
                    </a:cubicBezTo>
                    <a:cubicBezTo>
                      <a:pt x="4304" y="1744"/>
                      <a:pt x="2903" y="1944"/>
                      <a:pt x="1401" y="2144"/>
                    </a:cubicBezTo>
                    <a:cubicBezTo>
                      <a:pt x="1401" y="1777"/>
                      <a:pt x="1335" y="1377"/>
                      <a:pt x="1168" y="1010"/>
                    </a:cubicBezTo>
                    <a:cubicBezTo>
                      <a:pt x="1168" y="977"/>
                      <a:pt x="1101" y="943"/>
                      <a:pt x="1068" y="910"/>
                    </a:cubicBezTo>
                    <a:cubicBezTo>
                      <a:pt x="1001" y="910"/>
                      <a:pt x="968" y="910"/>
                      <a:pt x="934" y="943"/>
                    </a:cubicBezTo>
                    <a:cubicBezTo>
                      <a:pt x="834" y="1043"/>
                      <a:pt x="701" y="1110"/>
                      <a:pt x="568" y="1143"/>
                    </a:cubicBezTo>
                    <a:cubicBezTo>
                      <a:pt x="534" y="1010"/>
                      <a:pt x="501" y="877"/>
                      <a:pt x="467" y="710"/>
                    </a:cubicBezTo>
                    <a:cubicBezTo>
                      <a:pt x="401" y="510"/>
                      <a:pt x="334" y="276"/>
                      <a:pt x="334" y="143"/>
                    </a:cubicBezTo>
                    <a:cubicBezTo>
                      <a:pt x="307" y="60"/>
                      <a:pt x="257"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
              <p:cNvSpPr/>
              <p:nvPr/>
            </p:nvSpPr>
            <p:spPr>
              <a:xfrm>
                <a:off x="1766425" y="2979025"/>
                <a:ext cx="156800" cy="35275"/>
              </a:xfrm>
              <a:custGeom>
                <a:avLst/>
                <a:gdLst/>
                <a:ahLst/>
                <a:cxnLst/>
                <a:rect l="l" t="t" r="r" b="b"/>
                <a:pathLst>
                  <a:path w="6272" h="1411" extrusionOk="0">
                    <a:moveTo>
                      <a:pt x="6124" y="0"/>
                    </a:moveTo>
                    <a:cubicBezTo>
                      <a:pt x="6107" y="0"/>
                      <a:pt x="6090" y="3"/>
                      <a:pt x="6072" y="9"/>
                    </a:cubicBezTo>
                    <a:cubicBezTo>
                      <a:pt x="4704" y="276"/>
                      <a:pt x="3236" y="543"/>
                      <a:pt x="1802" y="810"/>
                    </a:cubicBezTo>
                    <a:cubicBezTo>
                      <a:pt x="1235" y="876"/>
                      <a:pt x="668" y="977"/>
                      <a:pt x="134" y="1077"/>
                    </a:cubicBezTo>
                    <a:cubicBezTo>
                      <a:pt x="68" y="1110"/>
                      <a:pt x="1" y="1177"/>
                      <a:pt x="1" y="1277"/>
                    </a:cubicBezTo>
                    <a:cubicBezTo>
                      <a:pt x="34" y="1343"/>
                      <a:pt x="101" y="1410"/>
                      <a:pt x="168" y="1410"/>
                    </a:cubicBezTo>
                    <a:cubicBezTo>
                      <a:pt x="735" y="1310"/>
                      <a:pt x="1268" y="1210"/>
                      <a:pt x="1835" y="1110"/>
                    </a:cubicBezTo>
                    <a:cubicBezTo>
                      <a:pt x="3270" y="843"/>
                      <a:pt x="4771" y="576"/>
                      <a:pt x="6139" y="309"/>
                    </a:cubicBezTo>
                    <a:cubicBezTo>
                      <a:pt x="6239" y="276"/>
                      <a:pt x="6272" y="209"/>
                      <a:pt x="6272" y="109"/>
                    </a:cubicBezTo>
                    <a:cubicBezTo>
                      <a:pt x="6245" y="55"/>
                      <a:pt x="6195" y="0"/>
                      <a:pt x="61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6"/>
              <p:cNvSpPr/>
              <p:nvPr/>
            </p:nvSpPr>
            <p:spPr>
              <a:xfrm>
                <a:off x="1594650" y="3012275"/>
                <a:ext cx="154300" cy="40375"/>
              </a:xfrm>
              <a:custGeom>
                <a:avLst/>
                <a:gdLst/>
                <a:ahLst/>
                <a:cxnLst/>
                <a:rect l="l" t="t" r="r" b="b"/>
                <a:pathLst>
                  <a:path w="6172" h="1615" extrusionOk="0">
                    <a:moveTo>
                      <a:pt x="6007" y="1"/>
                    </a:moveTo>
                    <a:cubicBezTo>
                      <a:pt x="5986" y="1"/>
                      <a:pt x="5963" y="5"/>
                      <a:pt x="5938" y="13"/>
                    </a:cubicBezTo>
                    <a:lnTo>
                      <a:pt x="5504" y="114"/>
                    </a:lnTo>
                    <a:cubicBezTo>
                      <a:pt x="3703" y="547"/>
                      <a:pt x="1968" y="981"/>
                      <a:pt x="167" y="1281"/>
                    </a:cubicBezTo>
                    <a:cubicBezTo>
                      <a:pt x="67" y="1314"/>
                      <a:pt x="0" y="1381"/>
                      <a:pt x="34" y="1481"/>
                    </a:cubicBezTo>
                    <a:cubicBezTo>
                      <a:pt x="34" y="1548"/>
                      <a:pt x="100" y="1615"/>
                      <a:pt x="167" y="1615"/>
                    </a:cubicBezTo>
                    <a:cubicBezTo>
                      <a:pt x="200" y="1615"/>
                      <a:pt x="200" y="1615"/>
                      <a:pt x="200" y="1581"/>
                    </a:cubicBezTo>
                    <a:cubicBezTo>
                      <a:pt x="2035" y="1281"/>
                      <a:pt x="3836" y="847"/>
                      <a:pt x="5571" y="414"/>
                    </a:cubicBezTo>
                    <a:lnTo>
                      <a:pt x="6038" y="280"/>
                    </a:lnTo>
                    <a:cubicBezTo>
                      <a:pt x="6105" y="280"/>
                      <a:pt x="6171" y="180"/>
                      <a:pt x="6138" y="114"/>
                    </a:cubicBezTo>
                    <a:cubicBezTo>
                      <a:pt x="6113" y="38"/>
                      <a:pt x="6069" y="1"/>
                      <a:pt x="6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6"/>
              <p:cNvSpPr/>
              <p:nvPr/>
            </p:nvSpPr>
            <p:spPr>
              <a:xfrm>
                <a:off x="1599650" y="2906550"/>
                <a:ext cx="114275" cy="19350"/>
              </a:xfrm>
              <a:custGeom>
                <a:avLst/>
                <a:gdLst/>
                <a:ahLst/>
                <a:cxnLst/>
                <a:rect l="l" t="t" r="r" b="b"/>
                <a:pathLst>
                  <a:path w="4571" h="774" extrusionOk="0">
                    <a:moveTo>
                      <a:pt x="4086" y="0"/>
                    </a:moveTo>
                    <a:cubicBezTo>
                      <a:pt x="3010" y="0"/>
                      <a:pt x="631" y="119"/>
                      <a:pt x="100" y="473"/>
                    </a:cubicBezTo>
                    <a:cubicBezTo>
                      <a:pt x="34" y="506"/>
                      <a:pt x="0" y="607"/>
                      <a:pt x="34" y="673"/>
                    </a:cubicBezTo>
                    <a:cubicBezTo>
                      <a:pt x="67" y="740"/>
                      <a:pt x="134" y="773"/>
                      <a:pt x="167" y="773"/>
                    </a:cubicBezTo>
                    <a:cubicBezTo>
                      <a:pt x="201" y="773"/>
                      <a:pt x="234" y="740"/>
                      <a:pt x="267" y="740"/>
                    </a:cubicBezTo>
                    <a:cubicBezTo>
                      <a:pt x="694" y="484"/>
                      <a:pt x="2793" y="325"/>
                      <a:pt x="3920" y="325"/>
                    </a:cubicBezTo>
                    <a:cubicBezTo>
                      <a:pt x="4115" y="325"/>
                      <a:pt x="4280" y="330"/>
                      <a:pt x="4404" y="340"/>
                    </a:cubicBezTo>
                    <a:cubicBezTo>
                      <a:pt x="4504" y="340"/>
                      <a:pt x="4570" y="273"/>
                      <a:pt x="4570" y="173"/>
                    </a:cubicBezTo>
                    <a:cubicBezTo>
                      <a:pt x="4570" y="106"/>
                      <a:pt x="4504" y="39"/>
                      <a:pt x="4437" y="6"/>
                    </a:cubicBezTo>
                    <a:cubicBezTo>
                      <a:pt x="4347" y="2"/>
                      <a:pt x="4228"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6"/>
              <p:cNvSpPr/>
              <p:nvPr/>
            </p:nvSpPr>
            <p:spPr>
              <a:xfrm>
                <a:off x="1598825" y="2920875"/>
                <a:ext cx="80075" cy="34200"/>
              </a:xfrm>
              <a:custGeom>
                <a:avLst/>
                <a:gdLst/>
                <a:ahLst/>
                <a:cxnLst/>
                <a:rect l="l" t="t" r="r" b="b"/>
                <a:pathLst>
                  <a:path w="3203" h="1368" extrusionOk="0">
                    <a:moveTo>
                      <a:pt x="3002" y="0"/>
                    </a:moveTo>
                    <a:cubicBezTo>
                      <a:pt x="2035" y="200"/>
                      <a:pt x="967" y="601"/>
                      <a:pt x="100" y="1068"/>
                    </a:cubicBezTo>
                    <a:cubicBezTo>
                      <a:pt x="33" y="1101"/>
                      <a:pt x="0" y="1201"/>
                      <a:pt x="33" y="1268"/>
                    </a:cubicBezTo>
                    <a:cubicBezTo>
                      <a:pt x="67" y="1334"/>
                      <a:pt x="133" y="1368"/>
                      <a:pt x="167" y="1368"/>
                    </a:cubicBezTo>
                    <a:cubicBezTo>
                      <a:pt x="200" y="1368"/>
                      <a:pt x="234" y="1334"/>
                      <a:pt x="234" y="1334"/>
                    </a:cubicBezTo>
                    <a:cubicBezTo>
                      <a:pt x="1067" y="867"/>
                      <a:pt x="2135" y="501"/>
                      <a:pt x="3069" y="300"/>
                    </a:cubicBezTo>
                    <a:cubicBezTo>
                      <a:pt x="3136" y="300"/>
                      <a:pt x="3202" y="200"/>
                      <a:pt x="3169" y="134"/>
                    </a:cubicBezTo>
                    <a:cubicBezTo>
                      <a:pt x="3169" y="34"/>
                      <a:pt x="3102" y="0"/>
                      <a:pt x="3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6"/>
              <p:cNvSpPr/>
              <p:nvPr/>
            </p:nvSpPr>
            <p:spPr>
              <a:xfrm>
                <a:off x="2115850" y="2820800"/>
                <a:ext cx="733875" cy="20875"/>
              </a:xfrm>
              <a:custGeom>
                <a:avLst/>
                <a:gdLst/>
                <a:ahLst/>
                <a:cxnLst/>
                <a:rect l="l" t="t" r="r" b="b"/>
                <a:pathLst>
                  <a:path w="29355" h="835" extrusionOk="0">
                    <a:moveTo>
                      <a:pt x="134" y="0"/>
                    </a:moveTo>
                    <a:cubicBezTo>
                      <a:pt x="67" y="0"/>
                      <a:pt x="0" y="67"/>
                      <a:pt x="0" y="167"/>
                    </a:cubicBezTo>
                    <a:cubicBezTo>
                      <a:pt x="0" y="234"/>
                      <a:pt x="67" y="301"/>
                      <a:pt x="134" y="301"/>
                    </a:cubicBezTo>
                    <a:cubicBezTo>
                      <a:pt x="2602" y="367"/>
                      <a:pt x="5137" y="434"/>
                      <a:pt x="7673" y="501"/>
                    </a:cubicBezTo>
                    <a:cubicBezTo>
                      <a:pt x="10241" y="567"/>
                      <a:pt x="12776" y="634"/>
                      <a:pt x="15245" y="667"/>
                    </a:cubicBezTo>
                    <a:cubicBezTo>
                      <a:pt x="18447" y="768"/>
                      <a:pt x="21749" y="834"/>
                      <a:pt x="25018" y="834"/>
                    </a:cubicBezTo>
                    <a:cubicBezTo>
                      <a:pt x="26419" y="834"/>
                      <a:pt x="27820" y="801"/>
                      <a:pt x="29221" y="768"/>
                    </a:cubicBezTo>
                    <a:cubicBezTo>
                      <a:pt x="29288" y="768"/>
                      <a:pt x="29355" y="701"/>
                      <a:pt x="29355" y="634"/>
                    </a:cubicBezTo>
                    <a:cubicBezTo>
                      <a:pt x="29355" y="534"/>
                      <a:pt x="29288" y="467"/>
                      <a:pt x="29221" y="467"/>
                    </a:cubicBezTo>
                    <a:cubicBezTo>
                      <a:pt x="27854" y="497"/>
                      <a:pt x="26480" y="509"/>
                      <a:pt x="25107" y="509"/>
                    </a:cubicBezTo>
                    <a:cubicBezTo>
                      <a:pt x="21791" y="509"/>
                      <a:pt x="18476" y="438"/>
                      <a:pt x="15245" y="367"/>
                    </a:cubicBezTo>
                    <a:cubicBezTo>
                      <a:pt x="12776" y="301"/>
                      <a:pt x="10241" y="234"/>
                      <a:pt x="7706" y="200"/>
                    </a:cubicBezTo>
                    <a:cubicBezTo>
                      <a:pt x="5137" y="134"/>
                      <a:pt x="2602" y="67"/>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3"/>
        <p:cNvGrpSpPr/>
        <p:nvPr/>
      </p:nvGrpSpPr>
      <p:grpSpPr>
        <a:xfrm>
          <a:off x="0" y="0"/>
          <a:ext cx="0" cy="0"/>
          <a:chOff x="0" y="0"/>
          <a:chExt cx="0" cy="0"/>
        </a:xfrm>
      </p:grpSpPr>
      <p:sp>
        <p:nvSpPr>
          <p:cNvPr id="464" name="Google Shape;464;p7"/>
          <p:cNvSpPr txBox="1">
            <a:spLocks noGrp="1"/>
          </p:cNvSpPr>
          <p:nvPr>
            <p:ph type="title"/>
          </p:nvPr>
        </p:nvSpPr>
        <p:spPr>
          <a:xfrm>
            <a:off x="4440700" y="965850"/>
            <a:ext cx="3990000" cy="1108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65" name="Google Shape;465;p7"/>
          <p:cNvSpPr txBox="1">
            <a:spLocks noGrp="1"/>
          </p:cNvSpPr>
          <p:nvPr>
            <p:ph type="body" idx="1"/>
          </p:nvPr>
        </p:nvSpPr>
        <p:spPr>
          <a:xfrm>
            <a:off x="4440700" y="2074050"/>
            <a:ext cx="3990000" cy="21036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Font typeface="Space Grotesk Medium"/>
              <a:buChar char="●"/>
              <a:defRPr/>
            </a:lvl1pPr>
            <a:lvl2pPr marL="914400" lvl="1" indent="-317500" rtl="0">
              <a:spcBef>
                <a:spcPts val="0"/>
              </a:spcBef>
              <a:spcAft>
                <a:spcPts val="0"/>
              </a:spcAft>
              <a:buSzPts val="1400"/>
              <a:buFont typeface="Space Grotesk Medium"/>
              <a:buChar char="○"/>
              <a:defRPr/>
            </a:lvl2pPr>
            <a:lvl3pPr marL="1371600" lvl="2" indent="-317500" rtl="0">
              <a:spcBef>
                <a:spcPts val="0"/>
              </a:spcBef>
              <a:spcAft>
                <a:spcPts val="0"/>
              </a:spcAft>
              <a:buSzPts val="1400"/>
              <a:buFont typeface="Space Grotesk Medium"/>
              <a:buChar char="■"/>
              <a:defRPr/>
            </a:lvl3pPr>
            <a:lvl4pPr marL="1828800" lvl="3" indent="-317500" rtl="0">
              <a:spcBef>
                <a:spcPts val="0"/>
              </a:spcBef>
              <a:spcAft>
                <a:spcPts val="0"/>
              </a:spcAft>
              <a:buSzPts val="1400"/>
              <a:buFont typeface="Space Grotesk Medium"/>
              <a:buChar char="●"/>
              <a:defRPr/>
            </a:lvl4pPr>
            <a:lvl5pPr marL="2286000" lvl="4" indent="-317500" rtl="0">
              <a:spcBef>
                <a:spcPts val="0"/>
              </a:spcBef>
              <a:spcAft>
                <a:spcPts val="0"/>
              </a:spcAft>
              <a:buSzPts val="1400"/>
              <a:buFont typeface="Space Grotesk Medium"/>
              <a:buChar char="○"/>
              <a:defRPr/>
            </a:lvl5pPr>
            <a:lvl6pPr marL="2743200" lvl="5" indent="-317500" rtl="0">
              <a:spcBef>
                <a:spcPts val="0"/>
              </a:spcBef>
              <a:spcAft>
                <a:spcPts val="0"/>
              </a:spcAft>
              <a:buSzPts val="1400"/>
              <a:buFont typeface="Space Grotesk Medium"/>
              <a:buChar char="■"/>
              <a:defRPr/>
            </a:lvl6pPr>
            <a:lvl7pPr marL="3200400" lvl="6" indent="-317500" rtl="0">
              <a:spcBef>
                <a:spcPts val="0"/>
              </a:spcBef>
              <a:spcAft>
                <a:spcPts val="0"/>
              </a:spcAft>
              <a:buSzPts val="1400"/>
              <a:buFont typeface="Space Grotesk Medium"/>
              <a:buChar char="●"/>
              <a:defRPr/>
            </a:lvl7pPr>
            <a:lvl8pPr marL="3657600" lvl="7" indent="-317500" rtl="0">
              <a:spcBef>
                <a:spcPts val="0"/>
              </a:spcBef>
              <a:spcAft>
                <a:spcPts val="0"/>
              </a:spcAft>
              <a:buSzPts val="1400"/>
              <a:buFont typeface="Space Grotesk Medium"/>
              <a:buChar char="○"/>
              <a:defRPr/>
            </a:lvl8pPr>
            <a:lvl9pPr marL="4114800" lvl="8" indent="-317500" rtl="0">
              <a:spcBef>
                <a:spcPts val="0"/>
              </a:spcBef>
              <a:spcAft>
                <a:spcPts val="0"/>
              </a:spcAft>
              <a:buSzPts val="1400"/>
              <a:buFont typeface="Space Grotesk Medium"/>
              <a:buChar char="■"/>
              <a:defRPr/>
            </a:lvl9pPr>
          </a:lstStyle>
          <a:p>
            <a:endParaRPr/>
          </a:p>
        </p:txBody>
      </p:sp>
      <p:grpSp>
        <p:nvGrpSpPr>
          <p:cNvPr id="466" name="Google Shape;466;p7"/>
          <p:cNvGrpSpPr/>
          <p:nvPr/>
        </p:nvGrpSpPr>
        <p:grpSpPr>
          <a:xfrm>
            <a:off x="8640350" y="251400"/>
            <a:ext cx="270300" cy="455650"/>
            <a:chOff x="1421025" y="1637275"/>
            <a:chExt cx="270300" cy="455650"/>
          </a:xfrm>
        </p:grpSpPr>
        <p:cxnSp>
          <p:nvCxnSpPr>
            <p:cNvPr id="467" name="Google Shape;467;p7"/>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468" name="Google Shape;468;p7"/>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469" name="Google Shape;469;p7"/>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470" name="Google Shape;470;p7"/>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1"/>
        <p:cNvGrpSpPr/>
        <p:nvPr/>
      </p:nvGrpSpPr>
      <p:grpSpPr>
        <a:xfrm>
          <a:off x="0" y="0"/>
          <a:ext cx="0" cy="0"/>
          <a:chOff x="0" y="0"/>
          <a:chExt cx="0" cy="0"/>
        </a:xfrm>
      </p:grpSpPr>
      <p:pic>
        <p:nvPicPr>
          <p:cNvPr id="472" name="Google Shape;472;p8"/>
          <p:cNvPicPr preferRelativeResize="0"/>
          <p:nvPr/>
        </p:nvPicPr>
        <p:blipFill>
          <a:blip r:embed="rId2">
            <a:alphaModFix amt="31000"/>
          </a:blip>
          <a:stretch>
            <a:fillRect/>
          </a:stretch>
        </p:blipFill>
        <p:spPr>
          <a:xfrm>
            <a:off x="50" y="18294"/>
            <a:ext cx="9144000" cy="5125212"/>
          </a:xfrm>
          <a:prstGeom prst="rect">
            <a:avLst/>
          </a:prstGeom>
          <a:noFill/>
          <a:ln>
            <a:noFill/>
          </a:ln>
        </p:spPr>
      </p:pic>
      <p:sp>
        <p:nvSpPr>
          <p:cNvPr id="473" name="Google Shape;473;p8"/>
          <p:cNvSpPr/>
          <p:nvPr/>
        </p:nvSpPr>
        <p:spPr>
          <a:xfrm>
            <a:off x="543300" y="516150"/>
            <a:ext cx="8057400" cy="4111200"/>
          </a:xfrm>
          <a:prstGeom prst="snip1Rect">
            <a:avLst>
              <a:gd name="adj" fmla="val 16667"/>
            </a:avLst>
          </a:prstGeom>
          <a:solidFill>
            <a:srgbClr val="031538">
              <a:alpha val="70060"/>
            </a:srgbClr>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474" name="Google Shape;474;p8"/>
          <p:cNvSpPr txBox="1">
            <a:spLocks noGrp="1"/>
          </p:cNvSpPr>
          <p:nvPr>
            <p:ph type="title"/>
          </p:nvPr>
        </p:nvSpPr>
        <p:spPr>
          <a:xfrm>
            <a:off x="2324000" y="1555800"/>
            <a:ext cx="4496100" cy="2031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5"/>
        <p:cNvGrpSpPr/>
        <p:nvPr/>
      </p:nvGrpSpPr>
      <p:grpSpPr>
        <a:xfrm>
          <a:off x="0" y="0"/>
          <a:ext cx="0" cy="0"/>
          <a:chOff x="0" y="0"/>
          <a:chExt cx="0" cy="0"/>
        </a:xfrm>
      </p:grpSpPr>
      <p:pic>
        <p:nvPicPr>
          <p:cNvPr id="476" name="Google Shape;476;p9"/>
          <p:cNvPicPr preferRelativeResize="0"/>
          <p:nvPr/>
        </p:nvPicPr>
        <p:blipFill>
          <a:blip r:embed="rId2">
            <a:alphaModFix amt="67000"/>
          </a:blip>
          <a:stretch>
            <a:fillRect/>
          </a:stretch>
        </p:blipFill>
        <p:spPr>
          <a:xfrm flipH="1">
            <a:off x="0" y="0"/>
            <a:ext cx="9144000" cy="5143500"/>
          </a:xfrm>
          <a:prstGeom prst="rect">
            <a:avLst/>
          </a:prstGeom>
          <a:noFill/>
          <a:ln>
            <a:noFill/>
          </a:ln>
        </p:spPr>
      </p:pic>
      <p:sp>
        <p:nvSpPr>
          <p:cNvPr id="477" name="Google Shape;477;p9"/>
          <p:cNvSpPr txBox="1">
            <a:spLocks noGrp="1"/>
          </p:cNvSpPr>
          <p:nvPr>
            <p:ph type="title"/>
          </p:nvPr>
        </p:nvSpPr>
        <p:spPr>
          <a:xfrm>
            <a:off x="3886325" y="2818500"/>
            <a:ext cx="4544400" cy="738900"/>
          </a:xfrm>
          <a:prstGeom prst="rect">
            <a:avLst/>
          </a:prstGeom>
        </p:spPr>
        <p:txBody>
          <a:bodyPr spcFirstLastPara="1" wrap="square" lIns="91425" tIns="91425" rIns="91425" bIns="91425" anchor="b" anchorCtr="0">
            <a:noAutofit/>
          </a:bodyPr>
          <a:lstStyle>
            <a:lvl1pPr lvl="0" algn="r">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78" name="Google Shape;478;p9"/>
          <p:cNvSpPr txBox="1">
            <a:spLocks noGrp="1"/>
          </p:cNvSpPr>
          <p:nvPr>
            <p:ph type="subTitle" idx="1"/>
          </p:nvPr>
        </p:nvSpPr>
        <p:spPr>
          <a:xfrm>
            <a:off x="3886325" y="3557400"/>
            <a:ext cx="4544400" cy="1046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9"/>
        <p:cNvGrpSpPr/>
        <p:nvPr/>
      </p:nvGrpSpPr>
      <p:grpSpPr>
        <a:xfrm>
          <a:off x="0" y="0"/>
          <a:ext cx="0" cy="0"/>
          <a:chOff x="0" y="0"/>
          <a:chExt cx="0" cy="0"/>
        </a:xfrm>
      </p:grpSpPr>
      <p:sp>
        <p:nvSpPr>
          <p:cNvPr id="480" name="Google Shape;480;p10"/>
          <p:cNvSpPr>
            <a:spLocks noGrp="1"/>
          </p:cNvSpPr>
          <p:nvPr>
            <p:ph type="pic" idx="2"/>
          </p:nvPr>
        </p:nvSpPr>
        <p:spPr>
          <a:xfrm flipH="1">
            <a:off x="1" y="0"/>
            <a:ext cx="9144000" cy="5143500"/>
          </a:xfrm>
          <a:prstGeom prst="rect">
            <a:avLst/>
          </a:prstGeom>
          <a:noFill/>
          <a:ln>
            <a:noFill/>
          </a:ln>
        </p:spPr>
      </p:sp>
      <p:sp>
        <p:nvSpPr>
          <p:cNvPr id="481" name="Google Shape;481;p10"/>
          <p:cNvSpPr txBox="1">
            <a:spLocks noGrp="1"/>
          </p:cNvSpPr>
          <p:nvPr>
            <p:ph type="title"/>
          </p:nvPr>
        </p:nvSpPr>
        <p:spPr>
          <a:xfrm>
            <a:off x="1474200" y="3455075"/>
            <a:ext cx="2714700" cy="738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2"/>
        <p:cNvGrpSpPr/>
        <p:nvPr/>
      </p:nvGrpSpPr>
      <p:grpSpPr>
        <a:xfrm>
          <a:off x="0" y="0"/>
          <a:ext cx="0" cy="0"/>
          <a:chOff x="0" y="0"/>
          <a:chExt cx="0" cy="0"/>
        </a:xfrm>
      </p:grpSpPr>
      <p:sp>
        <p:nvSpPr>
          <p:cNvPr id="483" name="Google Shape;483;p11"/>
          <p:cNvSpPr/>
          <p:nvPr/>
        </p:nvSpPr>
        <p:spPr>
          <a:xfrm>
            <a:off x="543300" y="516150"/>
            <a:ext cx="8057400" cy="4111200"/>
          </a:xfrm>
          <a:prstGeom prst="snip1Rect">
            <a:avLst>
              <a:gd name="adj" fmla="val 16667"/>
            </a:avLst>
          </a:prstGeom>
          <a:solidFill>
            <a:schemeClr val="accent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484" name="Google Shape;484;p11"/>
          <p:cNvSpPr txBox="1">
            <a:spLocks noGrp="1"/>
          </p:cNvSpPr>
          <p:nvPr>
            <p:ph type="title" hasCustomPrompt="1"/>
          </p:nvPr>
        </p:nvSpPr>
        <p:spPr>
          <a:xfrm>
            <a:off x="1912050" y="2551225"/>
            <a:ext cx="5319900" cy="1108200"/>
          </a:xfrm>
          <a:prstGeom prst="rect">
            <a:avLst/>
          </a:prstGeom>
          <a:ln>
            <a:noFill/>
          </a:ln>
        </p:spPr>
        <p:txBody>
          <a:bodyPr spcFirstLastPara="1" wrap="square" lIns="91425" tIns="91425" rIns="91425" bIns="91425" anchor="b" anchorCtr="0">
            <a:noAutofit/>
          </a:bodyPr>
          <a:lstStyle>
            <a:lvl1pPr lvl="0" algn="ctr">
              <a:spcBef>
                <a:spcPts val="0"/>
              </a:spcBef>
              <a:spcAft>
                <a:spcPts val="0"/>
              </a:spcAft>
              <a:buSzPts val="12000"/>
              <a:buNone/>
              <a:defRPr sz="6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5" name="Google Shape;485;p11"/>
          <p:cNvSpPr txBox="1">
            <a:spLocks noGrp="1"/>
          </p:cNvSpPr>
          <p:nvPr>
            <p:ph type="subTitle" idx="1"/>
          </p:nvPr>
        </p:nvSpPr>
        <p:spPr>
          <a:xfrm>
            <a:off x="1912050" y="3659425"/>
            <a:ext cx="5319900" cy="43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8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87"/>
        <p:cNvGrpSpPr/>
        <p:nvPr/>
      </p:nvGrpSpPr>
      <p:grpSpPr>
        <a:xfrm>
          <a:off x="0" y="0"/>
          <a:ext cx="0" cy="0"/>
          <a:chOff x="0" y="0"/>
          <a:chExt cx="0" cy="0"/>
        </a:xfrm>
      </p:grpSpPr>
      <p:sp>
        <p:nvSpPr>
          <p:cNvPr id="488" name="Google Shape;488;p13"/>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89" name="Google Shape;489;p13"/>
          <p:cNvSpPr txBox="1">
            <a:spLocks noGrp="1"/>
          </p:cNvSpPr>
          <p:nvPr>
            <p:ph type="title" idx="2"/>
          </p:nvPr>
        </p:nvSpPr>
        <p:spPr>
          <a:xfrm>
            <a:off x="713321" y="1759900"/>
            <a:ext cx="253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0" name="Google Shape;490;p13"/>
          <p:cNvSpPr txBox="1">
            <a:spLocks noGrp="1"/>
          </p:cNvSpPr>
          <p:nvPr>
            <p:ph type="subTitle" idx="1"/>
          </p:nvPr>
        </p:nvSpPr>
        <p:spPr>
          <a:xfrm>
            <a:off x="713321" y="2182382"/>
            <a:ext cx="253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1" name="Google Shape;491;p13"/>
          <p:cNvSpPr txBox="1">
            <a:spLocks noGrp="1"/>
          </p:cNvSpPr>
          <p:nvPr>
            <p:ph type="title" idx="3"/>
          </p:nvPr>
        </p:nvSpPr>
        <p:spPr>
          <a:xfrm>
            <a:off x="3306153" y="1759900"/>
            <a:ext cx="253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2" name="Google Shape;492;p13"/>
          <p:cNvSpPr txBox="1">
            <a:spLocks noGrp="1"/>
          </p:cNvSpPr>
          <p:nvPr>
            <p:ph type="subTitle" idx="4"/>
          </p:nvPr>
        </p:nvSpPr>
        <p:spPr>
          <a:xfrm>
            <a:off x="3306153" y="2182382"/>
            <a:ext cx="253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3" name="Google Shape;493;p13"/>
          <p:cNvSpPr txBox="1">
            <a:spLocks noGrp="1"/>
          </p:cNvSpPr>
          <p:nvPr>
            <p:ph type="title" idx="5"/>
          </p:nvPr>
        </p:nvSpPr>
        <p:spPr>
          <a:xfrm>
            <a:off x="713321" y="3463945"/>
            <a:ext cx="253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4" name="Google Shape;494;p13"/>
          <p:cNvSpPr txBox="1">
            <a:spLocks noGrp="1"/>
          </p:cNvSpPr>
          <p:nvPr>
            <p:ph type="subTitle" idx="6"/>
          </p:nvPr>
        </p:nvSpPr>
        <p:spPr>
          <a:xfrm>
            <a:off x="713321" y="3886427"/>
            <a:ext cx="253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5" name="Google Shape;495;p13"/>
          <p:cNvSpPr txBox="1">
            <a:spLocks noGrp="1"/>
          </p:cNvSpPr>
          <p:nvPr>
            <p:ph type="title" idx="7"/>
          </p:nvPr>
        </p:nvSpPr>
        <p:spPr>
          <a:xfrm>
            <a:off x="3306153" y="3463945"/>
            <a:ext cx="253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6" name="Google Shape;496;p13"/>
          <p:cNvSpPr txBox="1">
            <a:spLocks noGrp="1"/>
          </p:cNvSpPr>
          <p:nvPr>
            <p:ph type="subTitle" idx="8"/>
          </p:nvPr>
        </p:nvSpPr>
        <p:spPr>
          <a:xfrm>
            <a:off x="3306153" y="3886427"/>
            <a:ext cx="253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title" idx="9" hasCustomPrompt="1"/>
          </p:nvPr>
        </p:nvSpPr>
        <p:spPr>
          <a:xfrm>
            <a:off x="1542221" y="1272908"/>
            <a:ext cx="873900" cy="4572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24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498" name="Google Shape;498;p13"/>
          <p:cNvSpPr txBox="1">
            <a:spLocks noGrp="1"/>
          </p:cNvSpPr>
          <p:nvPr>
            <p:ph type="title" idx="13" hasCustomPrompt="1"/>
          </p:nvPr>
        </p:nvSpPr>
        <p:spPr>
          <a:xfrm>
            <a:off x="1542225" y="2976285"/>
            <a:ext cx="873900" cy="4584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24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499" name="Google Shape;499;p13"/>
          <p:cNvSpPr txBox="1">
            <a:spLocks noGrp="1"/>
          </p:cNvSpPr>
          <p:nvPr>
            <p:ph type="title" idx="14" hasCustomPrompt="1"/>
          </p:nvPr>
        </p:nvSpPr>
        <p:spPr>
          <a:xfrm>
            <a:off x="4133103" y="1272899"/>
            <a:ext cx="877800" cy="4572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24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500" name="Google Shape;500;p13"/>
          <p:cNvSpPr txBox="1">
            <a:spLocks noGrp="1"/>
          </p:cNvSpPr>
          <p:nvPr>
            <p:ph type="title" idx="15" hasCustomPrompt="1"/>
          </p:nvPr>
        </p:nvSpPr>
        <p:spPr>
          <a:xfrm>
            <a:off x="4133104" y="2976276"/>
            <a:ext cx="877800" cy="4584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24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501" name="Google Shape;501;p13"/>
          <p:cNvSpPr txBox="1">
            <a:spLocks noGrp="1"/>
          </p:cNvSpPr>
          <p:nvPr>
            <p:ph type="title" idx="16"/>
          </p:nvPr>
        </p:nvSpPr>
        <p:spPr>
          <a:xfrm>
            <a:off x="5898979" y="1759900"/>
            <a:ext cx="253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02" name="Google Shape;502;p13"/>
          <p:cNvSpPr txBox="1">
            <a:spLocks noGrp="1"/>
          </p:cNvSpPr>
          <p:nvPr>
            <p:ph type="subTitle" idx="17"/>
          </p:nvPr>
        </p:nvSpPr>
        <p:spPr>
          <a:xfrm>
            <a:off x="5898979" y="2182382"/>
            <a:ext cx="253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3" name="Google Shape;503;p13"/>
          <p:cNvSpPr txBox="1">
            <a:spLocks noGrp="1"/>
          </p:cNvSpPr>
          <p:nvPr>
            <p:ph type="title" idx="18"/>
          </p:nvPr>
        </p:nvSpPr>
        <p:spPr>
          <a:xfrm>
            <a:off x="5898979" y="3463945"/>
            <a:ext cx="253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04" name="Google Shape;504;p13"/>
          <p:cNvSpPr txBox="1">
            <a:spLocks noGrp="1"/>
          </p:cNvSpPr>
          <p:nvPr>
            <p:ph type="subTitle" idx="19"/>
          </p:nvPr>
        </p:nvSpPr>
        <p:spPr>
          <a:xfrm>
            <a:off x="5898979" y="3886427"/>
            <a:ext cx="253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5" name="Google Shape;505;p13"/>
          <p:cNvSpPr txBox="1">
            <a:spLocks noGrp="1"/>
          </p:cNvSpPr>
          <p:nvPr>
            <p:ph type="title" idx="20" hasCustomPrompt="1"/>
          </p:nvPr>
        </p:nvSpPr>
        <p:spPr>
          <a:xfrm>
            <a:off x="6725929" y="1272899"/>
            <a:ext cx="877800" cy="4572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24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506" name="Google Shape;506;p13"/>
          <p:cNvSpPr txBox="1">
            <a:spLocks noGrp="1"/>
          </p:cNvSpPr>
          <p:nvPr>
            <p:ph type="title" idx="21" hasCustomPrompt="1"/>
          </p:nvPr>
        </p:nvSpPr>
        <p:spPr>
          <a:xfrm>
            <a:off x="6725926" y="2976276"/>
            <a:ext cx="877800" cy="4584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24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grpSp>
        <p:nvGrpSpPr>
          <p:cNvPr id="507" name="Google Shape;507;p13"/>
          <p:cNvGrpSpPr/>
          <p:nvPr/>
        </p:nvGrpSpPr>
        <p:grpSpPr>
          <a:xfrm>
            <a:off x="-2183941" y="-948768"/>
            <a:ext cx="14297762" cy="7639929"/>
            <a:chOff x="-2183941" y="-948768"/>
            <a:chExt cx="14297762" cy="7639929"/>
          </a:xfrm>
        </p:grpSpPr>
        <p:sp>
          <p:nvSpPr>
            <p:cNvPr id="508" name="Google Shape;508;p13"/>
            <p:cNvSpPr/>
            <p:nvPr/>
          </p:nvSpPr>
          <p:spPr>
            <a:xfrm rot="867193" flipH="1">
              <a:off x="886308" y="4711067"/>
              <a:ext cx="219961" cy="190201"/>
            </a:xfrm>
            <a:prstGeom prst="triangle">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509" name="Google Shape;509;p13"/>
            <p:cNvGrpSpPr/>
            <p:nvPr/>
          </p:nvGrpSpPr>
          <p:grpSpPr>
            <a:xfrm>
              <a:off x="-2183941" y="-948768"/>
              <a:ext cx="14297762" cy="7639929"/>
              <a:chOff x="-2183941" y="-948768"/>
              <a:chExt cx="14297762" cy="7639929"/>
            </a:xfrm>
          </p:grpSpPr>
          <p:grpSp>
            <p:nvGrpSpPr>
              <p:cNvPr id="510" name="Google Shape;510;p13"/>
              <p:cNvGrpSpPr/>
              <p:nvPr/>
            </p:nvGrpSpPr>
            <p:grpSpPr>
              <a:xfrm rot="-1079097">
                <a:off x="-1822060" y="3558554"/>
                <a:ext cx="2739408" cy="2777547"/>
                <a:chOff x="1547100" y="3125075"/>
                <a:chExt cx="1804650" cy="1829775"/>
              </a:xfrm>
            </p:grpSpPr>
            <p:sp>
              <p:nvSpPr>
                <p:cNvPr id="511" name="Google Shape;511;p13"/>
                <p:cNvSpPr/>
                <p:nvPr/>
              </p:nvSpPr>
              <p:spPr>
                <a:xfrm>
                  <a:off x="2452750" y="3637275"/>
                  <a:ext cx="212675" cy="221800"/>
                </a:xfrm>
                <a:custGeom>
                  <a:avLst/>
                  <a:gdLst/>
                  <a:ahLst/>
                  <a:cxnLst/>
                  <a:rect l="l" t="t" r="r" b="b"/>
                  <a:pathLst>
                    <a:path w="8507" h="8872" extrusionOk="0">
                      <a:moveTo>
                        <a:pt x="5077" y="310"/>
                      </a:moveTo>
                      <a:cubicBezTo>
                        <a:pt x="5486" y="310"/>
                        <a:pt x="5938" y="455"/>
                        <a:pt x="6472" y="765"/>
                      </a:cubicBezTo>
                      <a:cubicBezTo>
                        <a:pt x="7373" y="1299"/>
                        <a:pt x="7906" y="1899"/>
                        <a:pt x="8040" y="2567"/>
                      </a:cubicBezTo>
                      <a:cubicBezTo>
                        <a:pt x="8207" y="3300"/>
                        <a:pt x="7940" y="4101"/>
                        <a:pt x="7273" y="5035"/>
                      </a:cubicBezTo>
                      <a:cubicBezTo>
                        <a:pt x="6474" y="6121"/>
                        <a:pt x="4269" y="8552"/>
                        <a:pt x="3205" y="8552"/>
                      </a:cubicBezTo>
                      <a:cubicBezTo>
                        <a:pt x="3157" y="8552"/>
                        <a:pt x="3112" y="8547"/>
                        <a:pt x="3070" y="8537"/>
                      </a:cubicBezTo>
                      <a:cubicBezTo>
                        <a:pt x="2202" y="8304"/>
                        <a:pt x="701" y="7136"/>
                        <a:pt x="534" y="6403"/>
                      </a:cubicBezTo>
                      <a:cubicBezTo>
                        <a:pt x="368" y="5602"/>
                        <a:pt x="2002" y="2967"/>
                        <a:pt x="2669" y="2100"/>
                      </a:cubicBezTo>
                      <a:cubicBezTo>
                        <a:pt x="3531" y="966"/>
                        <a:pt x="4208" y="310"/>
                        <a:pt x="5077" y="310"/>
                      </a:cubicBezTo>
                      <a:close/>
                      <a:moveTo>
                        <a:pt x="5085" y="1"/>
                      </a:moveTo>
                      <a:cubicBezTo>
                        <a:pt x="4100" y="1"/>
                        <a:pt x="3322" y="718"/>
                        <a:pt x="2436" y="1899"/>
                      </a:cubicBezTo>
                      <a:cubicBezTo>
                        <a:pt x="2036" y="2400"/>
                        <a:pt x="1" y="5435"/>
                        <a:pt x="234" y="6469"/>
                      </a:cubicBezTo>
                      <a:cubicBezTo>
                        <a:pt x="434" y="7403"/>
                        <a:pt x="2102" y="8604"/>
                        <a:pt x="3003" y="8838"/>
                      </a:cubicBezTo>
                      <a:cubicBezTo>
                        <a:pt x="3070" y="8838"/>
                        <a:pt x="3136" y="8871"/>
                        <a:pt x="3203" y="8871"/>
                      </a:cubicBezTo>
                      <a:cubicBezTo>
                        <a:pt x="4771" y="8871"/>
                        <a:pt x="7473" y="5268"/>
                        <a:pt x="7506" y="5235"/>
                      </a:cubicBezTo>
                      <a:cubicBezTo>
                        <a:pt x="8240" y="4234"/>
                        <a:pt x="8507" y="3300"/>
                        <a:pt x="8340" y="2500"/>
                      </a:cubicBezTo>
                      <a:cubicBezTo>
                        <a:pt x="8173" y="1733"/>
                        <a:pt x="7606" y="1065"/>
                        <a:pt x="6639" y="498"/>
                      </a:cubicBezTo>
                      <a:cubicBezTo>
                        <a:pt x="6054" y="158"/>
                        <a:pt x="5547" y="1"/>
                        <a:pt x="50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2525300" y="3711350"/>
                  <a:ext cx="98425" cy="63475"/>
                </a:xfrm>
                <a:custGeom>
                  <a:avLst/>
                  <a:gdLst/>
                  <a:ahLst/>
                  <a:cxnLst/>
                  <a:rect l="l" t="t" r="r" b="b"/>
                  <a:pathLst>
                    <a:path w="3937" h="2539" extrusionOk="0">
                      <a:moveTo>
                        <a:pt x="186" y="1"/>
                      </a:moveTo>
                      <a:cubicBezTo>
                        <a:pt x="157" y="1"/>
                        <a:pt x="126" y="12"/>
                        <a:pt x="101" y="37"/>
                      </a:cubicBezTo>
                      <a:cubicBezTo>
                        <a:pt x="34" y="71"/>
                        <a:pt x="1" y="171"/>
                        <a:pt x="34" y="237"/>
                      </a:cubicBezTo>
                      <a:cubicBezTo>
                        <a:pt x="401" y="838"/>
                        <a:pt x="968" y="1371"/>
                        <a:pt x="1669" y="1772"/>
                      </a:cubicBezTo>
                      <a:cubicBezTo>
                        <a:pt x="2236" y="2105"/>
                        <a:pt x="2903" y="2372"/>
                        <a:pt x="3703" y="2539"/>
                      </a:cubicBezTo>
                      <a:lnTo>
                        <a:pt x="3737" y="2539"/>
                      </a:lnTo>
                      <a:cubicBezTo>
                        <a:pt x="3837" y="2539"/>
                        <a:pt x="3870" y="2506"/>
                        <a:pt x="3904" y="2439"/>
                      </a:cubicBezTo>
                      <a:cubicBezTo>
                        <a:pt x="3937" y="2339"/>
                        <a:pt x="3870" y="2272"/>
                        <a:pt x="3804" y="2239"/>
                      </a:cubicBezTo>
                      <a:cubicBezTo>
                        <a:pt x="3003" y="2072"/>
                        <a:pt x="2369" y="1805"/>
                        <a:pt x="1802" y="1505"/>
                      </a:cubicBezTo>
                      <a:cubicBezTo>
                        <a:pt x="1168" y="1138"/>
                        <a:pt x="635" y="638"/>
                        <a:pt x="301" y="71"/>
                      </a:cubicBezTo>
                      <a:cubicBezTo>
                        <a:pt x="280" y="29"/>
                        <a:pt x="234" y="1"/>
                        <a:pt x="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2521150" y="3777725"/>
                  <a:ext cx="56725" cy="34625"/>
                </a:xfrm>
                <a:custGeom>
                  <a:avLst/>
                  <a:gdLst/>
                  <a:ahLst/>
                  <a:cxnLst/>
                  <a:rect l="l" t="t" r="r" b="b"/>
                  <a:pathLst>
                    <a:path w="2269" h="1385" extrusionOk="0">
                      <a:moveTo>
                        <a:pt x="150" y="1"/>
                      </a:moveTo>
                      <a:cubicBezTo>
                        <a:pt x="108" y="1"/>
                        <a:pt x="67" y="17"/>
                        <a:pt x="33" y="51"/>
                      </a:cubicBezTo>
                      <a:cubicBezTo>
                        <a:pt x="0" y="117"/>
                        <a:pt x="0" y="218"/>
                        <a:pt x="67" y="284"/>
                      </a:cubicBezTo>
                      <a:cubicBezTo>
                        <a:pt x="634" y="785"/>
                        <a:pt x="1334" y="1185"/>
                        <a:pt x="2068" y="1385"/>
                      </a:cubicBezTo>
                      <a:lnTo>
                        <a:pt x="2102" y="1385"/>
                      </a:lnTo>
                      <a:cubicBezTo>
                        <a:pt x="2168" y="1385"/>
                        <a:pt x="2235" y="1352"/>
                        <a:pt x="2235" y="1285"/>
                      </a:cubicBezTo>
                      <a:cubicBezTo>
                        <a:pt x="2268" y="1185"/>
                        <a:pt x="2235" y="1118"/>
                        <a:pt x="2135" y="1085"/>
                      </a:cubicBezTo>
                      <a:cubicBezTo>
                        <a:pt x="1434" y="885"/>
                        <a:pt x="801" y="518"/>
                        <a:pt x="267" y="51"/>
                      </a:cubicBezTo>
                      <a:cubicBezTo>
                        <a:pt x="234" y="17"/>
                        <a:pt x="192" y="1"/>
                        <a:pt x="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2544500" y="3648900"/>
                  <a:ext cx="115925" cy="89250"/>
                </a:xfrm>
                <a:custGeom>
                  <a:avLst/>
                  <a:gdLst/>
                  <a:ahLst/>
                  <a:cxnLst/>
                  <a:rect l="l" t="t" r="r" b="b"/>
                  <a:pathLst>
                    <a:path w="4637" h="3570" extrusionOk="0">
                      <a:moveTo>
                        <a:pt x="167" y="0"/>
                      </a:moveTo>
                      <a:cubicBezTo>
                        <a:pt x="67" y="0"/>
                        <a:pt x="0" y="67"/>
                        <a:pt x="0" y="167"/>
                      </a:cubicBezTo>
                      <a:cubicBezTo>
                        <a:pt x="33" y="834"/>
                        <a:pt x="267" y="1468"/>
                        <a:pt x="801" y="2001"/>
                      </a:cubicBezTo>
                      <a:cubicBezTo>
                        <a:pt x="1201" y="2435"/>
                        <a:pt x="1735" y="2802"/>
                        <a:pt x="2502" y="3169"/>
                      </a:cubicBezTo>
                      <a:cubicBezTo>
                        <a:pt x="2935" y="3369"/>
                        <a:pt x="3436" y="3569"/>
                        <a:pt x="3903" y="3569"/>
                      </a:cubicBezTo>
                      <a:cubicBezTo>
                        <a:pt x="4103" y="3569"/>
                        <a:pt x="4303" y="3536"/>
                        <a:pt x="4537" y="3436"/>
                      </a:cubicBezTo>
                      <a:cubicBezTo>
                        <a:pt x="4603" y="3402"/>
                        <a:pt x="4637" y="3302"/>
                        <a:pt x="4603" y="3236"/>
                      </a:cubicBezTo>
                      <a:cubicBezTo>
                        <a:pt x="4578" y="3161"/>
                        <a:pt x="4516" y="3123"/>
                        <a:pt x="4458" y="3123"/>
                      </a:cubicBezTo>
                      <a:cubicBezTo>
                        <a:pt x="4439" y="3123"/>
                        <a:pt x="4420" y="3127"/>
                        <a:pt x="4403" y="3136"/>
                      </a:cubicBezTo>
                      <a:cubicBezTo>
                        <a:pt x="4247" y="3214"/>
                        <a:pt x="4079" y="3246"/>
                        <a:pt x="3906" y="3246"/>
                      </a:cubicBezTo>
                      <a:cubicBezTo>
                        <a:pt x="3487" y="3246"/>
                        <a:pt x="3036" y="3057"/>
                        <a:pt x="2635" y="2869"/>
                      </a:cubicBezTo>
                      <a:cubicBezTo>
                        <a:pt x="1935" y="2535"/>
                        <a:pt x="1401" y="2202"/>
                        <a:pt x="1034" y="1801"/>
                      </a:cubicBezTo>
                      <a:cubicBezTo>
                        <a:pt x="567" y="1301"/>
                        <a:pt x="334" y="734"/>
                        <a:pt x="334" y="167"/>
                      </a:cubicBezTo>
                      <a:cubicBezTo>
                        <a:pt x="334" y="67"/>
                        <a:pt x="267"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2561175" y="3648050"/>
                  <a:ext cx="93425" cy="77575"/>
                </a:xfrm>
                <a:custGeom>
                  <a:avLst/>
                  <a:gdLst/>
                  <a:ahLst/>
                  <a:cxnLst/>
                  <a:rect l="l" t="t" r="r" b="b"/>
                  <a:pathLst>
                    <a:path w="3737" h="3103" extrusionOk="0">
                      <a:moveTo>
                        <a:pt x="567" y="334"/>
                      </a:moveTo>
                      <a:cubicBezTo>
                        <a:pt x="1134" y="334"/>
                        <a:pt x="2335" y="1235"/>
                        <a:pt x="2569" y="1435"/>
                      </a:cubicBezTo>
                      <a:cubicBezTo>
                        <a:pt x="2836" y="1702"/>
                        <a:pt x="3102" y="2035"/>
                        <a:pt x="3303" y="2336"/>
                      </a:cubicBezTo>
                      <a:cubicBezTo>
                        <a:pt x="3369" y="2502"/>
                        <a:pt x="3403" y="2636"/>
                        <a:pt x="3336" y="2736"/>
                      </a:cubicBezTo>
                      <a:cubicBezTo>
                        <a:pt x="3316" y="2775"/>
                        <a:pt x="3251" y="2791"/>
                        <a:pt x="3167" y="2791"/>
                      </a:cubicBezTo>
                      <a:cubicBezTo>
                        <a:pt x="3107" y="2791"/>
                        <a:pt x="3038" y="2783"/>
                        <a:pt x="2969" y="2769"/>
                      </a:cubicBezTo>
                      <a:cubicBezTo>
                        <a:pt x="1935" y="2469"/>
                        <a:pt x="1068" y="1869"/>
                        <a:pt x="567" y="1068"/>
                      </a:cubicBezTo>
                      <a:cubicBezTo>
                        <a:pt x="467" y="901"/>
                        <a:pt x="334" y="668"/>
                        <a:pt x="367" y="501"/>
                      </a:cubicBezTo>
                      <a:cubicBezTo>
                        <a:pt x="367" y="401"/>
                        <a:pt x="400" y="334"/>
                        <a:pt x="567" y="334"/>
                      </a:cubicBezTo>
                      <a:close/>
                      <a:moveTo>
                        <a:pt x="567" y="1"/>
                      </a:moveTo>
                      <a:cubicBezTo>
                        <a:pt x="267" y="1"/>
                        <a:pt x="100" y="167"/>
                        <a:pt x="67" y="434"/>
                      </a:cubicBezTo>
                      <a:cubicBezTo>
                        <a:pt x="0" y="735"/>
                        <a:pt x="167" y="1001"/>
                        <a:pt x="334" y="1235"/>
                      </a:cubicBezTo>
                      <a:cubicBezTo>
                        <a:pt x="834" y="2102"/>
                        <a:pt x="1768" y="2736"/>
                        <a:pt x="2902" y="3070"/>
                      </a:cubicBezTo>
                      <a:cubicBezTo>
                        <a:pt x="3002" y="3103"/>
                        <a:pt x="3069" y="3103"/>
                        <a:pt x="3169" y="3103"/>
                      </a:cubicBezTo>
                      <a:cubicBezTo>
                        <a:pt x="3336" y="3103"/>
                        <a:pt x="3503" y="3036"/>
                        <a:pt x="3603" y="2903"/>
                      </a:cubicBezTo>
                      <a:cubicBezTo>
                        <a:pt x="3736" y="2736"/>
                        <a:pt x="3736" y="2469"/>
                        <a:pt x="3569" y="2169"/>
                      </a:cubicBezTo>
                      <a:cubicBezTo>
                        <a:pt x="3369" y="1835"/>
                        <a:pt x="3102" y="1502"/>
                        <a:pt x="2769" y="1202"/>
                      </a:cubicBezTo>
                      <a:cubicBezTo>
                        <a:pt x="2569" y="1001"/>
                        <a:pt x="1268" y="34"/>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2450250" y="3805675"/>
                  <a:ext cx="78425" cy="66725"/>
                </a:xfrm>
                <a:custGeom>
                  <a:avLst/>
                  <a:gdLst/>
                  <a:ahLst/>
                  <a:cxnLst/>
                  <a:rect l="l" t="t" r="r" b="b"/>
                  <a:pathLst>
                    <a:path w="3137" h="2669" extrusionOk="0">
                      <a:moveTo>
                        <a:pt x="735" y="0"/>
                      </a:moveTo>
                      <a:cubicBezTo>
                        <a:pt x="668" y="0"/>
                        <a:pt x="568" y="34"/>
                        <a:pt x="534" y="100"/>
                      </a:cubicBezTo>
                      <a:cubicBezTo>
                        <a:pt x="501" y="234"/>
                        <a:pt x="468" y="334"/>
                        <a:pt x="434" y="434"/>
                      </a:cubicBezTo>
                      <a:cubicBezTo>
                        <a:pt x="167" y="1101"/>
                        <a:pt x="1" y="1568"/>
                        <a:pt x="501" y="2002"/>
                      </a:cubicBezTo>
                      <a:cubicBezTo>
                        <a:pt x="1101" y="2502"/>
                        <a:pt x="1502" y="2669"/>
                        <a:pt x="1835" y="2669"/>
                      </a:cubicBezTo>
                      <a:cubicBezTo>
                        <a:pt x="2136" y="2669"/>
                        <a:pt x="2402" y="2502"/>
                        <a:pt x="2736" y="2235"/>
                      </a:cubicBezTo>
                      <a:cubicBezTo>
                        <a:pt x="2836" y="2168"/>
                        <a:pt x="2936" y="2102"/>
                        <a:pt x="3036" y="2002"/>
                      </a:cubicBezTo>
                      <a:cubicBezTo>
                        <a:pt x="3136" y="1968"/>
                        <a:pt x="3136" y="1868"/>
                        <a:pt x="3103" y="1801"/>
                      </a:cubicBezTo>
                      <a:cubicBezTo>
                        <a:pt x="3062" y="1760"/>
                        <a:pt x="3008" y="1732"/>
                        <a:pt x="2957" y="1732"/>
                      </a:cubicBezTo>
                      <a:cubicBezTo>
                        <a:pt x="2925" y="1732"/>
                        <a:pt x="2895" y="1743"/>
                        <a:pt x="2869" y="1768"/>
                      </a:cubicBezTo>
                      <a:cubicBezTo>
                        <a:pt x="2769" y="1835"/>
                        <a:pt x="2669" y="1902"/>
                        <a:pt x="2569" y="2002"/>
                      </a:cubicBezTo>
                      <a:cubicBezTo>
                        <a:pt x="2268" y="2223"/>
                        <a:pt x="2065" y="2370"/>
                        <a:pt x="1824" y="2370"/>
                      </a:cubicBezTo>
                      <a:cubicBezTo>
                        <a:pt x="1557" y="2370"/>
                        <a:pt x="1244" y="2190"/>
                        <a:pt x="701" y="1735"/>
                      </a:cubicBezTo>
                      <a:cubicBezTo>
                        <a:pt x="401" y="1501"/>
                        <a:pt x="468" y="1234"/>
                        <a:pt x="701" y="567"/>
                      </a:cubicBezTo>
                      <a:cubicBezTo>
                        <a:pt x="768" y="434"/>
                        <a:pt x="801" y="334"/>
                        <a:pt x="835" y="200"/>
                      </a:cubicBezTo>
                      <a:cubicBezTo>
                        <a:pt x="868" y="134"/>
                        <a:pt x="835" y="34"/>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2456100" y="3824525"/>
                  <a:ext cx="60050" cy="41200"/>
                </a:xfrm>
                <a:custGeom>
                  <a:avLst/>
                  <a:gdLst/>
                  <a:ahLst/>
                  <a:cxnLst/>
                  <a:rect l="l" t="t" r="r" b="b"/>
                  <a:pathLst>
                    <a:path w="2402" h="1648" extrusionOk="0">
                      <a:moveTo>
                        <a:pt x="160" y="0"/>
                      </a:moveTo>
                      <a:cubicBezTo>
                        <a:pt x="138" y="0"/>
                        <a:pt x="118" y="4"/>
                        <a:pt x="100" y="13"/>
                      </a:cubicBezTo>
                      <a:cubicBezTo>
                        <a:pt x="34" y="47"/>
                        <a:pt x="0" y="147"/>
                        <a:pt x="67" y="247"/>
                      </a:cubicBezTo>
                      <a:cubicBezTo>
                        <a:pt x="467" y="947"/>
                        <a:pt x="1401" y="1548"/>
                        <a:pt x="2235" y="1648"/>
                      </a:cubicBezTo>
                      <a:cubicBezTo>
                        <a:pt x="2335" y="1648"/>
                        <a:pt x="2402" y="1581"/>
                        <a:pt x="2402" y="1514"/>
                      </a:cubicBezTo>
                      <a:cubicBezTo>
                        <a:pt x="2402" y="1414"/>
                        <a:pt x="2335" y="1348"/>
                        <a:pt x="2268" y="1348"/>
                      </a:cubicBezTo>
                      <a:cubicBezTo>
                        <a:pt x="1501" y="1248"/>
                        <a:pt x="701" y="714"/>
                        <a:pt x="334" y="80"/>
                      </a:cubicBezTo>
                      <a:cubicBezTo>
                        <a:pt x="285" y="31"/>
                        <a:pt x="218" y="0"/>
                        <a:pt x="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3"/>
                <p:cNvSpPr/>
                <p:nvPr/>
              </p:nvSpPr>
              <p:spPr>
                <a:xfrm>
                  <a:off x="2449425" y="3846225"/>
                  <a:ext cx="40050" cy="42850"/>
                </a:xfrm>
                <a:custGeom>
                  <a:avLst/>
                  <a:gdLst/>
                  <a:ahLst/>
                  <a:cxnLst/>
                  <a:rect l="l" t="t" r="r" b="b"/>
                  <a:pathLst>
                    <a:path w="1602" h="1714" extrusionOk="0">
                      <a:moveTo>
                        <a:pt x="546" y="0"/>
                      </a:moveTo>
                      <a:cubicBezTo>
                        <a:pt x="488" y="0"/>
                        <a:pt x="426" y="38"/>
                        <a:pt x="401" y="113"/>
                      </a:cubicBezTo>
                      <a:cubicBezTo>
                        <a:pt x="267" y="446"/>
                        <a:pt x="167" y="847"/>
                        <a:pt x="100" y="1214"/>
                      </a:cubicBezTo>
                      <a:lnTo>
                        <a:pt x="34" y="1447"/>
                      </a:lnTo>
                      <a:cubicBezTo>
                        <a:pt x="0" y="1614"/>
                        <a:pt x="100" y="1681"/>
                        <a:pt x="134" y="1714"/>
                      </a:cubicBezTo>
                      <a:lnTo>
                        <a:pt x="234" y="1714"/>
                      </a:lnTo>
                      <a:cubicBezTo>
                        <a:pt x="634" y="1714"/>
                        <a:pt x="1535" y="913"/>
                        <a:pt x="1535" y="880"/>
                      </a:cubicBezTo>
                      <a:cubicBezTo>
                        <a:pt x="1601" y="847"/>
                        <a:pt x="1601" y="747"/>
                        <a:pt x="1535" y="680"/>
                      </a:cubicBezTo>
                      <a:cubicBezTo>
                        <a:pt x="1501" y="646"/>
                        <a:pt x="1460" y="630"/>
                        <a:pt x="1418" y="630"/>
                      </a:cubicBezTo>
                      <a:cubicBezTo>
                        <a:pt x="1376" y="630"/>
                        <a:pt x="1335" y="646"/>
                        <a:pt x="1301" y="680"/>
                      </a:cubicBezTo>
                      <a:cubicBezTo>
                        <a:pt x="1101" y="880"/>
                        <a:pt x="634" y="1247"/>
                        <a:pt x="367" y="1347"/>
                      </a:cubicBezTo>
                      <a:lnTo>
                        <a:pt x="401" y="1280"/>
                      </a:lnTo>
                      <a:cubicBezTo>
                        <a:pt x="467" y="913"/>
                        <a:pt x="567" y="546"/>
                        <a:pt x="701" y="213"/>
                      </a:cubicBezTo>
                      <a:cubicBezTo>
                        <a:pt x="734" y="146"/>
                        <a:pt x="701" y="46"/>
                        <a:pt x="601" y="13"/>
                      </a:cubicBezTo>
                      <a:cubicBezTo>
                        <a:pt x="584" y="4"/>
                        <a:pt x="565" y="0"/>
                        <a:pt x="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3"/>
                <p:cNvSpPr/>
                <p:nvPr/>
              </p:nvSpPr>
              <p:spPr>
                <a:xfrm>
                  <a:off x="2982300" y="3872450"/>
                  <a:ext cx="213500" cy="220950"/>
                </a:xfrm>
                <a:custGeom>
                  <a:avLst/>
                  <a:gdLst/>
                  <a:ahLst/>
                  <a:cxnLst/>
                  <a:rect l="l" t="t" r="r" b="b"/>
                  <a:pathLst>
                    <a:path w="8540" h="8838" extrusionOk="0">
                      <a:moveTo>
                        <a:pt x="5104" y="298"/>
                      </a:moveTo>
                      <a:cubicBezTo>
                        <a:pt x="5504" y="298"/>
                        <a:pt x="5971" y="465"/>
                        <a:pt x="6505" y="765"/>
                      </a:cubicBezTo>
                      <a:cubicBezTo>
                        <a:pt x="7406" y="1299"/>
                        <a:pt x="7906" y="1899"/>
                        <a:pt x="8073" y="2566"/>
                      </a:cubicBezTo>
                      <a:cubicBezTo>
                        <a:pt x="8206" y="3267"/>
                        <a:pt x="7940" y="4101"/>
                        <a:pt x="7272" y="5035"/>
                      </a:cubicBezTo>
                      <a:cubicBezTo>
                        <a:pt x="6510" y="6114"/>
                        <a:pt x="4328" y="8523"/>
                        <a:pt x="3257" y="8523"/>
                      </a:cubicBezTo>
                      <a:cubicBezTo>
                        <a:pt x="3203" y="8523"/>
                        <a:pt x="3151" y="8517"/>
                        <a:pt x="3103" y="8504"/>
                      </a:cubicBezTo>
                      <a:cubicBezTo>
                        <a:pt x="2202" y="8304"/>
                        <a:pt x="701" y="7136"/>
                        <a:pt x="534" y="6402"/>
                      </a:cubicBezTo>
                      <a:cubicBezTo>
                        <a:pt x="367" y="5602"/>
                        <a:pt x="2035" y="2967"/>
                        <a:pt x="2702" y="2099"/>
                      </a:cubicBezTo>
                      <a:cubicBezTo>
                        <a:pt x="3536" y="965"/>
                        <a:pt x="4237" y="298"/>
                        <a:pt x="5104" y="298"/>
                      </a:cubicBezTo>
                      <a:close/>
                      <a:moveTo>
                        <a:pt x="5085" y="0"/>
                      </a:moveTo>
                      <a:cubicBezTo>
                        <a:pt x="4099" y="0"/>
                        <a:pt x="3322" y="718"/>
                        <a:pt x="2436" y="1899"/>
                      </a:cubicBezTo>
                      <a:cubicBezTo>
                        <a:pt x="2069" y="2399"/>
                        <a:pt x="1" y="5435"/>
                        <a:pt x="234" y="6469"/>
                      </a:cubicBezTo>
                      <a:cubicBezTo>
                        <a:pt x="468" y="7403"/>
                        <a:pt x="2135" y="8604"/>
                        <a:pt x="3036" y="8837"/>
                      </a:cubicBezTo>
                      <a:lnTo>
                        <a:pt x="3236" y="8837"/>
                      </a:lnTo>
                      <a:cubicBezTo>
                        <a:pt x="4804" y="8837"/>
                        <a:pt x="7506" y="5268"/>
                        <a:pt x="7539" y="5235"/>
                      </a:cubicBezTo>
                      <a:cubicBezTo>
                        <a:pt x="8273" y="4234"/>
                        <a:pt x="8540" y="3300"/>
                        <a:pt x="8373" y="2500"/>
                      </a:cubicBezTo>
                      <a:cubicBezTo>
                        <a:pt x="8206" y="1732"/>
                        <a:pt x="7639" y="1065"/>
                        <a:pt x="6639" y="498"/>
                      </a:cubicBezTo>
                      <a:cubicBezTo>
                        <a:pt x="6054" y="158"/>
                        <a:pt x="5547" y="0"/>
                        <a:pt x="5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3"/>
                <p:cNvSpPr/>
                <p:nvPr/>
              </p:nvSpPr>
              <p:spPr>
                <a:xfrm>
                  <a:off x="3055675" y="3946275"/>
                  <a:ext cx="97600" cy="63725"/>
                </a:xfrm>
                <a:custGeom>
                  <a:avLst/>
                  <a:gdLst/>
                  <a:ahLst/>
                  <a:cxnLst/>
                  <a:rect l="l" t="t" r="r" b="b"/>
                  <a:pathLst>
                    <a:path w="3904" h="2549" extrusionOk="0">
                      <a:moveTo>
                        <a:pt x="160" y="0"/>
                      </a:moveTo>
                      <a:cubicBezTo>
                        <a:pt x="139" y="0"/>
                        <a:pt x="119" y="5"/>
                        <a:pt x="101" y="14"/>
                      </a:cubicBezTo>
                      <a:cubicBezTo>
                        <a:pt x="1" y="80"/>
                        <a:pt x="1" y="180"/>
                        <a:pt x="34" y="247"/>
                      </a:cubicBezTo>
                      <a:cubicBezTo>
                        <a:pt x="401" y="847"/>
                        <a:pt x="935" y="1381"/>
                        <a:pt x="1635" y="1781"/>
                      </a:cubicBezTo>
                      <a:cubicBezTo>
                        <a:pt x="2203" y="2115"/>
                        <a:pt x="2870" y="2349"/>
                        <a:pt x="3704" y="2549"/>
                      </a:cubicBezTo>
                      <a:lnTo>
                        <a:pt x="3737" y="2549"/>
                      </a:lnTo>
                      <a:cubicBezTo>
                        <a:pt x="3804" y="2549"/>
                        <a:pt x="3870" y="2515"/>
                        <a:pt x="3904" y="2449"/>
                      </a:cubicBezTo>
                      <a:cubicBezTo>
                        <a:pt x="3904" y="2349"/>
                        <a:pt x="3870" y="2282"/>
                        <a:pt x="3770" y="2248"/>
                      </a:cubicBezTo>
                      <a:cubicBezTo>
                        <a:pt x="2970" y="2082"/>
                        <a:pt x="2336" y="1815"/>
                        <a:pt x="1802" y="1515"/>
                      </a:cubicBezTo>
                      <a:cubicBezTo>
                        <a:pt x="1135" y="1148"/>
                        <a:pt x="635" y="647"/>
                        <a:pt x="301" y="80"/>
                      </a:cubicBezTo>
                      <a:cubicBezTo>
                        <a:pt x="277" y="31"/>
                        <a:pt x="217" y="0"/>
                        <a:pt x="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3"/>
                <p:cNvSpPr/>
                <p:nvPr/>
              </p:nvSpPr>
              <p:spPr>
                <a:xfrm>
                  <a:off x="3050675" y="4012900"/>
                  <a:ext cx="57575" cy="34625"/>
                </a:xfrm>
                <a:custGeom>
                  <a:avLst/>
                  <a:gdLst/>
                  <a:ahLst/>
                  <a:cxnLst/>
                  <a:rect l="l" t="t" r="r" b="b"/>
                  <a:pathLst>
                    <a:path w="2303" h="1385" extrusionOk="0">
                      <a:moveTo>
                        <a:pt x="184" y="0"/>
                      </a:moveTo>
                      <a:cubicBezTo>
                        <a:pt x="143" y="0"/>
                        <a:pt x="101" y="17"/>
                        <a:pt x="68" y="50"/>
                      </a:cubicBezTo>
                      <a:cubicBezTo>
                        <a:pt x="1" y="117"/>
                        <a:pt x="34" y="217"/>
                        <a:pt x="68" y="284"/>
                      </a:cubicBezTo>
                      <a:cubicBezTo>
                        <a:pt x="668" y="784"/>
                        <a:pt x="1335" y="1185"/>
                        <a:pt x="2069" y="1385"/>
                      </a:cubicBezTo>
                      <a:lnTo>
                        <a:pt x="2136" y="1385"/>
                      </a:lnTo>
                      <a:cubicBezTo>
                        <a:pt x="2202" y="1385"/>
                        <a:pt x="2236" y="1351"/>
                        <a:pt x="2269" y="1285"/>
                      </a:cubicBezTo>
                      <a:cubicBezTo>
                        <a:pt x="2302" y="1185"/>
                        <a:pt x="2236" y="1118"/>
                        <a:pt x="2169" y="1085"/>
                      </a:cubicBezTo>
                      <a:cubicBezTo>
                        <a:pt x="1469" y="884"/>
                        <a:pt x="835" y="517"/>
                        <a:pt x="301" y="50"/>
                      </a:cubicBezTo>
                      <a:cubicBezTo>
                        <a:pt x="268" y="17"/>
                        <a:pt x="226" y="0"/>
                        <a:pt x="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3074875" y="3884050"/>
                  <a:ext cx="115100" cy="89250"/>
                </a:xfrm>
                <a:custGeom>
                  <a:avLst/>
                  <a:gdLst/>
                  <a:ahLst/>
                  <a:cxnLst/>
                  <a:rect l="l" t="t" r="r" b="b"/>
                  <a:pathLst>
                    <a:path w="4604" h="3570" extrusionOk="0">
                      <a:moveTo>
                        <a:pt x="134" y="1"/>
                      </a:moveTo>
                      <a:cubicBezTo>
                        <a:pt x="67" y="1"/>
                        <a:pt x="0" y="67"/>
                        <a:pt x="0" y="168"/>
                      </a:cubicBezTo>
                      <a:cubicBezTo>
                        <a:pt x="0" y="835"/>
                        <a:pt x="267" y="1435"/>
                        <a:pt x="767" y="2002"/>
                      </a:cubicBezTo>
                      <a:cubicBezTo>
                        <a:pt x="1201" y="2436"/>
                        <a:pt x="1735" y="2803"/>
                        <a:pt x="2469" y="3170"/>
                      </a:cubicBezTo>
                      <a:cubicBezTo>
                        <a:pt x="2936" y="3370"/>
                        <a:pt x="3403" y="3570"/>
                        <a:pt x="3903" y="3570"/>
                      </a:cubicBezTo>
                      <a:cubicBezTo>
                        <a:pt x="4103" y="3570"/>
                        <a:pt x="4303" y="3503"/>
                        <a:pt x="4503" y="3437"/>
                      </a:cubicBezTo>
                      <a:cubicBezTo>
                        <a:pt x="4570" y="3403"/>
                        <a:pt x="4603" y="3303"/>
                        <a:pt x="4570" y="3236"/>
                      </a:cubicBezTo>
                      <a:cubicBezTo>
                        <a:pt x="4545" y="3161"/>
                        <a:pt x="4483" y="3124"/>
                        <a:pt x="4425" y="3124"/>
                      </a:cubicBezTo>
                      <a:cubicBezTo>
                        <a:pt x="4405" y="3124"/>
                        <a:pt x="4387" y="3128"/>
                        <a:pt x="4370" y="3136"/>
                      </a:cubicBezTo>
                      <a:cubicBezTo>
                        <a:pt x="4214" y="3214"/>
                        <a:pt x="4046" y="3247"/>
                        <a:pt x="3873" y="3247"/>
                      </a:cubicBezTo>
                      <a:cubicBezTo>
                        <a:pt x="3454" y="3247"/>
                        <a:pt x="3003" y="3058"/>
                        <a:pt x="2602" y="2869"/>
                      </a:cubicBezTo>
                      <a:cubicBezTo>
                        <a:pt x="1902" y="2536"/>
                        <a:pt x="1401" y="2202"/>
                        <a:pt x="1001" y="1802"/>
                      </a:cubicBezTo>
                      <a:cubicBezTo>
                        <a:pt x="534" y="1302"/>
                        <a:pt x="300" y="735"/>
                        <a:pt x="300" y="134"/>
                      </a:cubicBezTo>
                      <a:cubicBezTo>
                        <a:pt x="300" y="67"/>
                        <a:pt x="234" y="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3"/>
                <p:cNvSpPr/>
                <p:nvPr/>
              </p:nvSpPr>
              <p:spPr>
                <a:xfrm>
                  <a:off x="3091550" y="3883225"/>
                  <a:ext cx="93425" cy="77575"/>
                </a:xfrm>
                <a:custGeom>
                  <a:avLst/>
                  <a:gdLst/>
                  <a:ahLst/>
                  <a:cxnLst/>
                  <a:rect l="l" t="t" r="r" b="b"/>
                  <a:pathLst>
                    <a:path w="3737" h="3103" extrusionOk="0">
                      <a:moveTo>
                        <a:pt x="567" y="334"/>
                      </a:moveTo>
                      <a:cubicBezTo>
                        <a:pt x="1101" y="334"/>
                        <a:pt x="2335" y="1201"/>
                        <a:pt x="2535" y="1435"/>
                      </a:cubicBezTo>
                      <a:cubicBezTo>
                        <a:pt x="2836" y="1702"/>
                        <a:pt x="3103" y="2002"/>
                        <a:pt x="3269" y="2335"/>
                      </a:cubicBezTo>
                      <a:cubicBezTo>
                        <a:pt x="3369" y="2502"/>
                        <a:pt x="3403" y="2636"/>
                        <a:pt x="3336" y="2702"/>
                      </a:cubicBezTo>
                      <a:cubicBezTo>
                        <a:pt x="3287" y="2751"/>
                        <a:pt x="3203" y="2782"/>
                        <a:pt x="3095" y="2782"/>
                      </a:cubicBezTo>
                      <a:cubicBezTo>
                        <a:pt x="3056" y="2782"/>
                        <a:pt x="3014" y="2778"/>
                        <a:pt x="2969" y="2769"/>
                      </a:cubicBezTo>
                      <a:cubicBezTo>
                        <a:pt x="1902" y="2469"/>
                        <a:pt x="1068" y="1868"/>
                        <a:pt x="567" y="1068"/>
                      </a:cubicBezTo>
                      <a:cubicBezTo>
                        <a:pt x="467" y="901"/>
                        <a:pt x="301" y="668"/>
                        <a:pt x="334" y="467"/>
                      </a:cubicBezTo>
                      <a:cubicBezTo>
                        <a:pt x="367" y="367"/>
                        <a:pt x="401" y="334"/>
                        <a:pt x="534" y="334"/>
                      </a:cubicBezTo>
                      <a:close/>
                      <a:moveTo>
                        <a:pt x="534" y="0"/>
                      </a:moveTo>
                      <a:cubicBezTo>
                        <a:pt x="267" y="0"/>
                        <a:pt x="100" y="167"/>
                        <a:pt x="34" y="434"/>
                      </a:cubicBezTo>
                      <a:cubicBezTo>
                        <a:pt x="0" y="734"/>
                        <a:pt x="167" y="1001"/>
                        <a:pt x="301" y="1235"/>
                      </a:cubicBezTo>
                      <a:cubicBezTo>
                        <a:pt x="834" y="2102"/>
                        <a:pt x="1735" y="2736"/>
                        <a:pt x="2869" y="3069"/>
                      </a:cubicBezTo>
                      <a:cubicBezTo>
                        <a:pt x="2969" y="3069"/>
                        <a:pt x="3069" y="3103"/>
                        <a:pt x="3136" y="3103"/>
                      </a:cubicBezTo>
                      <a:cubicBezTo>
                        <a:pt x="3336" y="3103"/>
                        <a:pt x="3503" y="3036"/>
                        <a:pt x="3570" y="2902"/>
                      </a:cubicBezTo>
                      <a:cubicBezTo>
                        <a:pt x="3736" y="2736"/>
                        <a:pt x="3703" y="2435"/>
                        <a:pt x="3536" y="2169"/>
                      </a:cubicBezTo>
                      <a:cubicBezTo>
                        <a:pt x="3336" y="1835"/>
                        <a:pt x="3069" y="1501"/>
                        <a:pt x="2769" y="1201"/>
                      </a:cubicBezTo>
                      <a:cubicBezTo>
                        <a:pt x="2535" y="1001"/>
                        <a:pt x="1268" y="34"/>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3"/>
                <p:cNvSpPr/>
                <p:nvPr/>
              </p:nvSpPr>
              <p:spPr>
                <a:xfrm>
                  <a:off x="2980625" y="4040625"/>
                  <a:ext cx="78425" cy="66950"/>
                </a:xfrm>
                <a:custGeom>
                  <a:avLst/>
                  <a:gdLst/>
                  <a:ahLst/>
                  <a:cxnLst/>
                  <a:rect l="l" t="t" r="r" b="b"/>
                  <a:pathLst>
                    <a:path w="3137" h="2678" extrusionOk="0">
                      <a:moveTo>
                        <a:pt x="695" y="0"/>
                      </a:moveTo>
                      <a:cubicBezTo>
                        <a:pt x="633" y="0"/>
                        <a:pt x="562" y="54"/>
                        <a:pt x="535" y="109"/>
                      </a:cubicBezTo>
                      <a:cubicBezTo>
                        <a:pt x="501" y="242"/>
                        <a:pt x="434" y="342"/>
                        <a:pt x="401" y="443"/>
                      </a:cubicBezTo>
                      <a:cubicBezTo>
                        <a:pt x="168" y="1110"/>
                        <a:pt x="1" y="1577"/>
                        <a:pt x="501" y="2010"/>
                      </a:cubicBezTo>
                      <a:cubicBezTo>
                        <a:pt x="1102" y="2477"/>
                        <a:pt x="1469" y="2677"/>
                        <a:pt x="1802" y="2677"/>
                      </a:cubicBezTo>
                      <a:cubicBezTo>
                        <a:pt x="2136" y="2677"/>
                        <a:pt x="2403" y="2511"/>
                        <a:pt x="2736" y="2244"/>
                      </a:cubicBezTo>
                      <a:cubicBezTo>
                        <a:pt x="2836" y="2177"/>
                        <a:pt x="2936" y="2077"/>
                        <a:pt x="3036" y="2010"/>
                      </a:cubicBezTo>
                      <a:cubicBezTo>
                        <a:pt x="3103" y="1977"/>
                        <a:pt x="3136" y="1877"/>
                        <a:pt x="3070" y="1810"/>
                      </a:cubicBezTo>
                      <a:cubicBezTo>
                        <a:pt x="3049" y="1769"/>
                        <a:pt x="3003" y="1740"/>
                        <a:pt x="2955" y="1740"/>
                      </a:cubicBezTo>
                      <a:cubicBezTo>
                        <a:pt x="2925" y="1740"/>
                        <a:pt x="2895" y="1751"/>
                        <a:pt x="2870" y="1777"/>
                      </a:cubicBezTo>
                      <a:cubicBezTo>
                        <a:pt x="2736" y="1844"/>
                        <a:pt x="2636" y="1910"/>
                        <a:pt x="2536" y="1977"/>
                      </a:cubicBezTo>
                      <a:cubicBezTo>
                        <a:pt x="2247" y="2218"/>
                        <a:pt x="2051" y="2374"/>
                        <a:pt x="1809" y="2374"/>
                      </a:cubicBezTo>
                      <a:cubicBezTo>
                        <a:pt x="1549" y="2374"/>
                        <a:pt x="1237" y="2193"/>
                        <a:pt x="701" y="1743"/>
                      </a:cubicBezTo>
                      <a:cubicBezTo>
                        <a:pt x="368" y="1477"/>
                        <a:pt x="434" y="1243"/>
                        <a:pt x="701" y="576"/>
                      </a:cubicBezTo>
                      <a:cubicBezTo>
                        <a:pt x="735" y="443"/>
                        <a:pt x="801" y="342"/>
                        <a:pt x="835" y="209"/>
                      </a:cubicBezTo>
                      <a:cubicBezTo>
                        <a:pt x="868" y="142"/>
                        <a:pt x="801" y="42"/>
                        <a:pt x="735" y="9"/>
                      </a:cubicBezTo>
                      <a:cubicBezTo>
                        <a:pt x="722" y="3"/>
                        <a:pt x="709" y="0"/>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3"/>
                <p:cNvSpPr/>
                <p:nvPr/>
              </p:nvSpPr>
              <p:spPr>
                <a:xfrm>
                  <a:off x="2986475" y="4059700"/>
                  <a:ext cx="60075" cy="41200"/>
                </a:xfrm>
                <a:custGeom>
                  <a:avLst/>
                  <a:gdLst/>
                  <a:ahLst/>
                  <a:cxnLst/>
                  <a:rect l="l" t="t" r="r" b="b"/>
                  <a:pathLst>
                    <a:path w="2403" h="1648" extrusionOk="0">
                      <a:moveTo>
                        <a:pt x="159" y="0"/>
                      </a:moveTo>
                      <a:cubicBezTo>
                        <a:pt x="139" y="0"/>
                        <a:pt x="118" y="4"/>
                        <a:pt x="100" y="13"/>
                      </a:cubicBezTo>
                      <a:cubicBezTo>
                        <a:pt x="34" y="46"/>
                        <a:pt x="0" y="147"/>
                        <a:pt x="34" y="213"/>
                      </a:cubicBezTo>
                      <a:cubicBezTo>
                        <a:pt x="467" y="947"/>
                        <a:pt x="1368" y="1548"/>
                        <a:pt x="2202" y="1648"/>
                      </a:cubicBezTo>
                      <a:lnTo>
                        <a:pt x="2235" y="1648"/>
                      </a:lnTo>
                      <a:cubicBezTo>
                        <a:pt x="2302" y="1648"/>
                        <a:pt x="2369" y="1581"/>
                        <a:pt x="2369" y="1514"/>
                      </a:cubicBezTo>
                      <a:cubicBezTo>
                        <a:pt x="2402" y="1414"/>
                        <a:pt x="2335" y="1347"/>
                        <a:pt x="2235" y="1314"/>
                      </a:cubicBezTo>
                      <a:cubicBezTo>
                        <a:pt x="1501" y="1247"/>
                        <a:pt x="701" y="714"/>
                        <a:pt x="301" y="80"/>
                      </a:cubicBezTo>
                      <a:cubicBezTo>
                        <a:pt x="276" y="31"/>
                        <a:pt x="216"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3"/>
                <p:cNvSpPr/>
                <p:nvPr/>
              </p:nvSpPr>
              <p:spPr>
                <a:xfrm>
                  <a:off x="2979800" y="4081375"/>
                  <a:ext cx="39225" cy="42875"/>
                </a:xfrm>
                <a:custGeom>
                  <a:avLst/>
                  <a:gdLst/>
                  <a:ahLst/>
                  <a:cxnLst/>
                  <a:rect l="l" t="t" r="r" b="b"/>
                  <a:pathLst>
                    <a:path w="1569" h="1715" extrusionOk="0">
                      <a:moveTo>
                        <a:pt x="532" y="1"/>
                      </a:moveTo>
                      <a:cubicBezTo>
                        <a:pt x="470" y="1"/>
                        <a:pt x="426" y="38"/>
                        <a:pt x="401" y="113"/>
                      </a:cubicBezTo>
                      <a:cubicBezTo>
                        <a:pt x="234" y="447"/>
                        <a:pt x="167" y="814"/>
                        <a:pt x="101" y="1181"/>
                      </a:cubicBezTo>
                      <a:lnTo>
                        <a:pt x="34" y="1448"/>
                      </a:lnTo>
                      <a:cubicBezTo>
                        <a:pt x="0" y="1615"/>
                        <a:pt x="101" y="1681"/>
                        <a:pt x="134" y="1681"/>
                      </a:cubicBezTo>
                      <a:cubicBezTo>
                        <a:pt x="167" y="1715"/>
                        <a:pt x="201" y="1715"/>
                        <a:pt x="234" y="1715"/>
                      </a:cubicBezTo>
                      <a:cubicBezTo>
                        <a:pt x="634" y="1715"/>
                        <a:pt x="1502" y="914"/>
                        <a:pt x="1502" y="881"/>
                      </a:cubicBezTo>
                      <a:cubicBezTo>
                        <a:pt x="1568" y="847"/>
                        <a:pt x="1568" y="747"/>
                        <a:pt x="1502" y="681"/>
                      </a:cubicBezTo>
                      <a:cubicBezTo>
                        <a:pt x="1468" y="647"/>
                        <a:pt x="1435" y="631"/>
                        <a:pt x="1401" y="631"/>
                      </a:cubicBezTo>
                      <a:cubicBezTo>
                        <a:pt x="1368" y="631"/>
                        <a:pt x="1335" y="647"/>
                        <a:pt x="1301" y="681"/>
                      </a:cubicBezTo>
                      <a:cubicBezTo>
                        <a:pt x="1068" y="881"/>
                        <a:pt x="601" y="1248"/>
                        <a:pt x="367" y="1381"/>
                      </a:cubicBezTo>
                      <a:lnTo>
                        <a:pt x="401" y="1248"/>
                      </a:lnTo>
                      <a:cubicBezTo>
                        <a:pt x="467" y="914"/>
                        <a:pt x="534" y="547"/>
                        <a:pt x="668" y="214"/>
                      </a:cubicBezTo>
                      <a:cubicBezTo>
                        <a:pt x="701" y="147"/>
                        <a:pt x="668" y="47"/>
                        <a:pt x="601" y="13"/>
                      </a:cubicBezTo>
                      <a:cubicBezTo>
                        <a:pt x="576" y="5"/>
                        <a:pt x="553" y="1"/>
                        <a:pt x="5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2357700" y="3902400"/>
                  <a:ext cx="115925" cy="156800"/>
                </a:xfrm>
                <a:custGeom>
                  <a:avLst/>
                  <a:gdLst/>
                  <a:ahLst/>
                  <a:cxnLst/>
                  <a:rect l="l" t="t" r="r" b="b"/>
                  <a:pathLst>
                    <a:path w="4637" h="6272" extrusionOk="0">
                      <a:moveTo>
                        <a:pt x="4203" y="468"/>
                      </a:moveTo>
                      <a:lnTo>
                        <a:pt x="4203" y="468"/>
                      </a:lnTo>
                      <a:cubicBezTo>
                        <a:pt x="4170" y="835"/>
                        <a:pt x="3970" y="1302"/>
                        <a:pt x="3836" y="1602"/>
                      </a:cubicBezTo>
                      <a:lnTo>
                        <a:pt x="3769" y="1735"/>
                      </a:lnTo>
                      <a:cubicBezTo>
                        <a:pt x="3536" y="2236"/>
                        <a:pt x="3236" y="2769"/>
                        <a:pt x="2869" y="3270"/>
                      </a:cubicBezTo>
                      <a:cubicBezTo>
                        <a:pt x="2035" y="4370"/>
                        <a:pt x="1268" y="5171"/>
                        <a:pt x="434" y="5738"/>
                      </a:cubicBezTo>
                      <a:cubicBezTo>
                        <a:pt x="767" y="4871"/>
                        <a:pt x="1268" y="3970"/>
                        <a:pt x="2068" y="2936"/>
                      </a:cubicBezTo>
                      <a:cubicBezTo>
                        <a:pt x="2402" y="2502"/>
                        <a:pt x="2802" y="2035"/>
                        <a:pt x="3269" y="1502"/>
                      </a:cubicBezTo>
                      <a:cubicBezTo>
                        <a:pt x="3402" y="1368"/>
                        <a:pt x="3503" y="1268"/>
                        <a:pt x="3636" y="1135"/>
                      </a:cubicBezTo>
                      <a:cubicBezTo>
                        <a:pt x="3836" y="901"/>
                        <a:pt x="4003" y="668"/>
                        <a:pt x="4203" y="468"/>
                      </a:cubicBezTo>
                      <a:close/>
                      <a:moveTo>
                        <a:pt x="4370" y="1"/>
                      </a:moveTo>
                      <a:cubicBezTo>
                        <a:pt x="4336" y="1"/>
                        <a:pt x="4270" y="1"/>
                        <a:pt x="4236" y="34"/>
                      </a:cubicBezTo>
                      <a:cubicBezTo>
                        <a:pt x="3903" y="301"/>
                        <a:pt x="3636" y="634"/>
                        <a:pt x="3402" y="901"/>
                      </a:cubicBezTo>
                      <a:cubicBezTo>
                        <a:pt x="3269" y="1035"/>
                        <a:pt x="3169" y="1168"/>
                        <a:pt x="3036" y="1302"/>
                      </a:cubicBezTo>
                      <a:cubicBezTo>
                        <a:pt x="2569" y="1835"/>
                        <a:pt x="2168" y="2302"/>
                        <a:pt x="1835" y="2769"/>
                      </a:cubicBezTo>
                      <a:cubicBezTo>
                        <a:pt x="867" y="4003"/>
                        <a:pt x="300" y="5038"/>
                        <a:pt x="33" y="6072"/>
                      </a:cubicBezTo>
                      <a:cubicBezTo>
                        <a:pt x="0" y="6138"/>
                        <a:pt x="33" y="6205"/>
                        <a:pt x="67" y="6238"/>
                      </a:cubicBezTo>
                      <a:cubicBezTo>
                        <a:pt x="100" y="6272"/>
                        <a:pt x="133" y="6272"/>
                        <a:pt x="167" y="6272"/>
                      </a:cubicBezTo>
                      <a:cubicBezTo>
                        <a:pt x="200" y="6272"/>
                        <a:pt x="234" y="6272"/>
                        <a:pt x="234" y="6238"/>
                      </a:cubicBezTo>
                      <a:cubicBezTo>
                        <a:pt x="1234" y="5671"/>
                        <a:pt x="2168" y="4771"/>
                        <a:pt x="3102" y="3436"/>
                      </a:cubicBezTo>
                      <a:cubicBezTo>
                        <a:pt x="3469" y="2936"/>
                        <a:pt x="3803" y="2402"/>
                        <a:pt x="4036" y="1869"/>
                      </a:cubicBezTo>
                      <a:lnTo>
                        <a:pt x="4103" y="1735"/>
                      </a:lnTo>
                      <a:cubicBezTo>
                        <a:pt x="4336" y="1268"/>
                        <a:pt x="4637" y="568"/>
                        <a:pt x="4470" y="101"/>
                      </a:cubicBezTo>
                      <a:cubicBezTo>
                        <a:pt x="4470" y="67"/>
                        <a:pt x="4437" y="34"/>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3"/>
                <p:cNvSpPr/>
                <p:nvPr/>
              </p:nvSpPr>
              <p:spPr>
                <a:xfrm>
                  <a:off x="2833850" y="4102550"/>
                  <a:ext cx="101775" cy="165975"/>
                </a:xfrm>
                <a:custGeom>
                  <a:avLst/>
                  <a:gdLst/>
                  <a:ahLst/>
                  <a:cxnLst/>
                  <a:rect l="l" t="t" r="r" b="b"/>
                  <a:pathLst>
                    <a:path w="4071" h="6639" extrusionOk="0">
                      <a:moveTo>
                        <a:pt x="3604" y="501"/>
                      </a:moveTo>
                      <a:lnTo>
                        <a:pt x="3604" y="501"/>
                      </a:lnTo>
                      <a:cubicBezTo>
                        <a:pt x="3637" y="834"/>
                        <a:pt x="3470" y="1335"/>
                        <a:pt x="3337" y="1635"/>
                      </a:cubicBezTo>
                      <a:lnTo>
                        <a:pt x="3303" y="1802"/>
                      </a:lnTo>
                      <a:cubicBezTo>
                        <a:pt x="3103" y="2335"/>
                        <a:pt x="2870" y="2869"/>
                        <a:pt x="2536" y="3403"/>
                      </a:cubicBezTo>
                      <a:cubicBezTo>
                        <a:pt x="1869" y="4604"/>
                        <a:pt x="1168" y="5471"/>
                        <a:pt x="401" y="6105"/>
                      </a:cubicBezTo>
                      <a:cubicBezTo>
                        <a:pt x="635" y="5204"/>
                        <a:pt x="1035" y="4270"/>
                        <a:pt x="1736" y="3169"/>
                      </a:cubicBezTo>
                      <a:cubicBezTo>
                        <a:pt x="2036" y="2669"/>
                        <a:pt x="2369" y="2169"/>
                        <a:pt x="2803" y="1601"/>
                      </a:cubicBezTo>
                      <a:cubicBezTo>
                        <a:pt x="2903" y="1468"/>
                        <a:pt x="3003" y="1335"/>
                        <a:pt x="3103" y="1168"/>
                      </a:cubicBezTo>
                      <a:cubicBezTo>
                        <a:pt x="3270" y="934"/>
                        <a:pt x="3437" y="701"/>
                        <a:pt x="3604" y="501"/>
                      </a:cubicBezTo>
                      <a:close/>
                      <a:moveTo>
                        <a:pt x="3737" y="0"/>
                      </a:moveTo>
                      <a:cubicBezTo>
                        <a:pt x="3670" y="0"/>
                        <a:pt x="3637" y="0"/>
                        <a:pt x="3604" y="67"/>
                      </a:cubicBezTo>
                      <a:cubicBezTo>
                        <a:pt x="3303" y="367"/>
                        <a:pt x="3070" y="701"/>
                        <a:pt x="2836" y="1001"/>
                      </a:cubicBezTo>
                      <a:cubicBezTo>
                        <a:pt x="2736" y="1134"/>
                        <a:pt x="2636" y="1301"/>
                        <a:pt x="2536" y="1435"/>
                      </a:cubicBezTo>
                      <a:cubicBezTo>
                        <a:pt x="2136" y="2002"/>
                        <a:pt x="1769" y="2502"/>
                        <a:pt x="1469" y="3002"/>
                      </a:cubicBezTo>
                      <a:cubicBezTo>
                        <a:pt x="668" y="4303"/>
                        <a:pt x="201" y="5404"/>
                        <a:pt x="1" y="6472"/>
                      </a:cubicBezTo>
                      <a:cubicBezTo>
                        <a:pt x="1" y="6538"/>
                        <a:pt x="34" y="6605"/>
                        <a:pt x="68" y="6638"/>
                      </a:cubicBezTo>
                      <a:lnTo>
                        <a:pt x="234" y="6638"/>
                      </a:lnTo>
                      <a:cubicBezTo>
                        <a:pt x="1168" y="5938"/>
                        <a:pt x="2002" y="4971"/>
                        <a:pt x="2803" y="3570"/>
                      </a:cubicBezTo>
                      <a:cubicBezTo>
                        <a:pt x="3137" y="3002"/>
                        <a:pt x="3403" y="2435"/>
                        <a:pt x="3570" y="1902"/>
                      </a:cubicBezTo>
                      <a:lnTo>
                        <a:pt x="3637" y="1735"/>
                      </a:lnTo>
                      <a:cubicBezTo>
                        <a:pt x="3804" y="1268"/>
                        <a:pt x="4071" y="534"/>
                        <a:pt x="3837" y="100"/>
                      </a:cubicBezTo>
                      <a:cubicBezTo>
                        <a:pt x="3837" y="34"/>
                        <a:pt x="3770" y="0"/>
                        <a:pt x="3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3"/>
                <p:cNvSpPr/>
                <p:nvPr/>
              </p:nvSpPr>
              <p:spPr>
                <a:xfrm>
                  <a:off x="2176725" y="3878225"/>
                  <a:ext cx="102600" cy="131775"/>
                </a:xfrm>
                <a:custGeom>
                  <a:avLst/>
                  <a:gdLst/>
                  <a:ahLst/>
                  <a:cxnLst/>
                  <a:rect l="l" t="t" r="r" b="b"/>
                  <a:pathLst>
                    <a:path w="4104" h="5271" extrusionOk="0">
                      <a:moveTo>
                        <a:pt x="3703" y="334"/>
                      </a:moveTo>
                      <a:cubicBezTo>
                        <a:pt x="3703" y="434"/>
                        <a:pt x="3603" y="767"/>
                        <a:pt x="3069" y="1735"/>
                      </a:cubicBezTo>
                      <a:lnTo>
                        <a:pt x="3036" y="1802"/>
                      </a:lnTo>
                      <a:cubicBezTo>
                        <a:pt x="2436" y="2902"/>
                        <a:pt x="1668" y="3870"/>
                        <a:pt x="734" y="4670"/>
                      </a:cubicBezTo>
                      <a:cubicBezTo>
                        <a:pt x="634" y="4737"/>
                        <a:pt x="534" y="4837"/>
                        <a:pt x="434" y="4870"/>
                      </a:cubicBezTo>
                      <a:cubicBezTo>
                        <a:pt x="1001" y="3636"/>
                        <a:pt x="1702" y="2469"/>
                        <a:pt x="2569" y="1435"/>
                      </a:cubicBezTo>
                      <a:cubicBezTo>
                        <a:pt x="3103" y="767"/>
                        <a:pt x="3570" y="367"/>
                        <a:pt x="3703" y="334"/>
                      </a:cubicBezTo>
                      <a:close/>
                      <a:moveTo>
                        <a:pt x="3703" y="0"/>
                      </a:moveTo>
                      <a:cubicBezTo>
                        <a:pt x="3336" y="34"/>
                        <a:pt x="2669" y="767"/>
                        <a:pt x="2336" y="1234"/>
                      </a:cubicBezTo>
                      <a:cubicBezTo>
                        <a:pt x="1368" y="2369"/>
                        <a:pt x="601" y="3670"/>
                        <a:pt x="34" y="5037"/>
                      </a:cubicBezTo>
                      <a:cubicBezTo>
                        <a:pt x="1" y="5104"/>
                        <a:pt x="34" y="5171"/>
                        <a:pt x="34" y="5204"/>
                      </a:cubicBezTo>
                      <a:cubicBezTo>
                        <a:pt x="67" y="5237"/>
                        <a:pt x="134" y="5271"/>
                        <a:pt x="167" y="5271"/>
                      </a:cubicBezTo>
                      <a:cubicBezTo>
                        <a:pt x="468" y="5271"/>
                        <a:pt x="701" y="5104"/>
                        <a:pt x="935" y="4904"/>
                      </a:cubicBezTo>
                      <a:cubicBezTo>
                        <a:pt x="1902" y="4070"/>
                        <a:pt x="2702" y="3069"/>
                        <a:pt x="3303" y="1968"/>
                      </a:cubicBezTo>
                      <a:lnTo>
                        <a:pt x="3336" y="1902"/>
                      </a:lnTo>
                      <a:cubicBezTo>
                        <a:pt x="4070" y="567"/>
                        <a:pt x="4103" y="234"/>
                        <a:pt x="3937" y="67"/>
                      </a:cubicBezTo>
                      <a:cubicBezTo>
                        <a:pt x="3903" y="34"/>
                        <a:pt x="3837" y="0"/>
                        <a:pt x="3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3"/>
                <p:cNvSpPr/>
                <p:nvPr/>
              </p:nvSpPr>
              <p:spPr>
                <a:xfrm>
                  <a:off x="2940600" y="4196775"/>
                  <a:ext cx="89250" cy="140125"/>
                </a:xfrm>
                <a:custGeom>
                  <a:avLst/>
                  <a:gdLst/>
                  <a:ahLst/>
                  <a:cxnLst/>
                  <a:rect l="l" t="t" r="r" b="b"/>
                  <a:pathLst>
                    <a:path w="3570" h="5605" extrusionOk="0">
                      <a:moveTo>
                        <a:pt x="3170" y="301"/>
                      </a:moveTo>
                      <a:cubicBezTo>
                        <a:pt x="3170" y="434"/>
                        <a:pt x="3136" y="768"/>
                        <a:pt x="2703" y="1802"/>
                      </a:cubicBezTo>
                      <a:lnTo>
                        <a:pt x="2669" y="1869"/>
                      </a:lnTo>
                      <a:cubicBezTo>
                        <a:pt x="2169" y="3003"/>
                        <a:pt x="1502" y="4070"/>
                        <a:pt x="668" y="4938"/>
                      </a:cubicBezTo>
                      <a:cubicBezTo>
                        <a:pt x="601" y="5038"/>
                        <a:pt x="501" y="5138"/>
                        <a:pt x="401" y="5204"/>
                      </a:cubicBezTo>
                      <a:cubicBezTo>
                        <a:pt x="801" y="3903"/>
                        <a:pt x="1402" y="2669"/>
                        <a:pt x="2169" y="1535"/>
                      </a:cubicBezTo>
                      <a:cubicBezTo>
                        <a:pt x="2636" y="835"/>
                        <a:pt x="3036" y="368"/>
                        <a:pt x="3170" y="301"/>
                      </a:cubicBezTo>
                      <a:close/>
                      <a:moveTo>
                        <a:pt x="3170" y="1"/>
                      </a:moveTo>
                      <a:cubicBezTo>
                        <a:pt x="2769" y="101"/>
                        <a:pt x="2202" y="901"/>
                        <a:pt x="1902" y="1368"/>
                      </a:cubicBezTo>
                      <a:cubicBezTo>
                        <a:pt x="1068" y="2603"/>
                        <a:pt x="434" y="3970"/>
                        <a:pt x="34" y="5405"/>
                      </a:cubicBezTo>
                      <a:cubicBezTo>
                        <a:pt x="1" y="5471"/>
                        <a:pt x="1" y="5505"/>
                        <a:pt x="34" y="5538"/>
                      </a:cubicBezTo>
                      <a:cubicBezTo>
                        <a:pt x="67" y="5571"/>
                        <a:pt x="134" y="5605"/>
                        <a:pt x="167" y="5605"/>
                      </a:cubicBezTo>
                      <a:lnTo>
                        <a:pt x="201" y="5605"/>
                      </a:lnTo>
                      <a:cubicBezTo>
                        <a:pt x="468" y="5571"/>
                        <a:pt x="701" y="5371"/>
                        <a:pt x="901" y="5171"/>
                      </a:cubicBezTo>
                      <a:cubicBezTo>
                        <a:pt x="1769" y="4237"/>
                        <a:pt x="2469" y="3170"/>
                        <a:pt x="2969" y="1969"/>
                      </a:cubicBezTo>
                      <a:lnTo>
                        <a:pt x="2969" y="1902"/>
                      </a:lnTo>
                      <a:cubicBezTo>
                        <a:pt x="3570" y="534"/>
                        <a:pt x="3570" y="167"/>
                        <a:pt x="3370" y="34"/>
                      </a:cubicBezTo>
                      <a:cubicBezTo>
                        <a:pt x="3336" y="1"/>
                        <a:pt x="3270" y="1"/>
                        <a:pt x="3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3"/>
                <p:cNvSpPr/>
                <p:nvPr/>
              </p:nvSpPr>
              <p:spPr>
                <a:xfrm>
                  <a:off x="1985750" y="3859250"/>
                  <a:ext cx="91775" cy="109900"/>
                </a:xfrm>
                <a:custGeom>
                  <a:avLst/>
                  <a:gdLst/>
                  <a:ahLst/>
                  <a:cxnLst/>
                  <a:rect l="l" t="t" r="r" b="b"/>
                  <a:pathLst>
                    <a:path w="3671" h="4396" extrusionOk="0">
                      <a:moveTo>
                        <a:pt x="3270" y="459"/>
                      </a:moveTo>
                      <a:cubicBezTo>
                        <a:pt x="3170" y="1059"/>
                        <a:pt x="2536" y="1827"/>
                        <a:pt x="2202" y="2260"/>
                      </a:cubicBezTo>
                      <a:lnTo>
                        <a:pt x="2102" y="2360"/>
                      </a:lnTo>
                      <a:cubicBezTo>
                        <a:pt x="1935" y="2594"/>
                        <a:pt x="835" y="3728"/>
                        <a:pt x="434" y="4028"/>
                      </a:cubicBezTo>
                      <a:cubicBezTo>
                        <a:pt x="434" y="3995"/>
                        <a:pt x="468" y="3962"/>
                        <a:pt x="501" y="3928"/>
                      </a:cubicBezTo>
                      <a:cubicBezTo>
                        <a:pt x="668" y="3661"/>
                        <a:pt x="835" y="3394"/>
                        <a:pt x="968" y="3128"/>
                      </a:cubicBezTo>
                      <a:cubicBezTo>
                        <a:pt x="1268" y="2661"/>
                        <a:pt x="1535" y="2194"/>
                        <a:pt x="1869" y="1793"/>
                      </a:cubicBezTo>
                      <a:cubicBezTo>
                        <a:pt x="2369" y="1193"/>
                        <a:pt x="2836" y="759"/>
                        <a:pt x="3270" y="459"/>
                      </a:cubicBezTo>
                      <a:close/>
                      <a:moveTo>
                        <a:pt x="3403" y="0"/>
                      </a:moveTo>
                      <a:cubicBezTo>
                        <a:pt x="3378" y="0"/>
                        <a:pt x="3353" y="9"/>
                        <a:pt x="3336" y="25"/>
                      </a:cubicBezTo>
                      <a:cubicBezTo>
                        <a:pt x="2803" y="359"/>
                        <a:pt x="2236" y="859"/>
                        <a:pt x="1635" y="1560"/>
                      </a:cubicBezTo>
                      <a:cubicBezTo>
                        <a:pt x="1268" y="1993"/>
                        <a:pt x="1001" y="2494"/>
                        <a:pt x="701" y="2961"/>
                      </a:cubicBezTo>
                      <a:cubicBezTo>
                        <a:pt x="568" y="3228"/>
                        <a:pt x="401" y="3495"/>
                        <a:pt x="234" y="3728"/>
                      </a:cubicBezTo>
                      <a:cubicBezTo>
                        <a:pt x="1" y="4062"/>
                        <a:pt x="134" y="4262"/>
                        <a:pt x="201" y="4328"/>
                      </a:cubicBezTo>
                      <a:cubicBezTo>
                        <a:pt x="234" y="4362"/>
                        <a:pt x="301" y="4395"/>
                        <a:pt x="334" y="4395"/>
                      </a:cubicBezTo>
                      <a:cubicBezTo>
                        <a:pt x="334" y="4395"/>
                        <a:pt x="334" y="4395"/>
                        <a:pt x="368" y="4362"/>
                      </a:cubicBezTo>
                      <a:cubicBezTo>
                        <a:pt x="768" y="4362"/>
                        <a:pt x="2336" y="2561"/>
                        <a:pt x="2369" y="2561"/>
                      </a:cubicBezTo>
                      <a:lnTo>
                        <a:pt x="2436" y="2460"/>
                      </a:lnTo>
                      <a:cubicBezTo>
                        <a:pt x="2903" y="1860"/>
                        <a:pt x="3670" y="893"/>
                        <a:pt x="3570" y="125"/>
                      </a:cubicBezTo>
                      <a:cubicBezTo>
                        <a:pt x="3570" y="92"/>
                        <a:pt x="3537" y="25"/>
                        <a:pt x="3470" y="25"/>
                      </a:cubicBezTo>
                      <a:cubicBezTo>
                        <a:pt x="3453" y="9"/>
                        <a:pt x="3428" y="0"/>
                        <a:pt x="34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3046525" y="4298525"/>
                  <a:ext cx="75900" cy="121775"/>
                </a:xfrm>
                <a:custGeom>
                  <a:avLst/>
                  <a:gdLst/>
                  <a:ahLst/>
                  <a:cxnLst/>
                  <a:rect l="l" t="t" r="r" b="b"/>
                  <a:pathLst>
                    <a:path w="3036" h="4871" extrusionOk="0">
                      <a:moveTo>
                        <a:pt x="2535" y="467"/>
                      </a:moveTo>
                      <a:lnTo>
                        <a:pt x="2535" y="467"/>
                      </a:lnTo>
                      <a:cubicBezTo>
                        <a:pt x="2569" y="1101"/>
                        <a:pt x="2102" y="1968"/>
                        <a:pt x="1835" y="2435"/>
                      </a:cubicBezTo>
                      <a:lnTo>
                        <a:pt x="1768" y="2569"/>
                      </a:lnTo>
                      <a:cubicBezTo>
                        <a:pt x="1635" y="2836"/>
                        <a:pt x="767" y="4137"/>
                        <a:pt x="434" y="4503"/>
                      </a:cubicBezTo>
                      <a:cubicBezTo>
                        <a:pt x="434" y="4470"/>
                        <a:pt x="434" y="4437"/>
                        <a:pt x="467" y="4403"/>
                      </a:cubicBezTo>
                      <a:cubicBezTo>
                        <a:pt x="567" y="4103"/>
                        <a:pt x="701" y="3803"/>
                        <a:pt x="801" y="3503"/>
                      </a:cubicBezTo>
                      <a:cubicBezTo>
                        <a:pt x="967" y="3002"/>
                        <a:pt x="1168" y="2502"/>
                        <a:pt x="1434" y="2035"/>
                      </a:cubicBezTo>
                      <a:cubicBezTo>
                        <a:pt x="1835" y="1368"/>
                        <a:pt x="2168" y="868"/>
                        <a:pt x="2535" y="467"/>
                      </a:cubicBezTo>
                      <a:close/>
                      <a:moveTo>
                        <a:pt x="2702" y="0"/>
                      </a:moveTo>
                      <a:cubicBezTo>
                        <a:pt x="2635" y="0"/>
                        <a:pt x="2569" y="0"/>
                        <a:pt x="2535" y="34"/>
                      </a:cubicBezTo>
                      <a:cubicBezTo>
                        <a:pt x="2068" y="467"/>
                        <a:pt x="1635" y="1068"/>
                        <a:pt x="1168" y="1868"/>
                      </a:cubicBezTo>
                      <a:cubicBezTo>
                        <a:pt x="901" y="2369"/>
                        <a:pt x="701" y="2902"/>
                        <a:pt x="500" y="3403"/>
                      </a:cubicBezTo>
                      <a:cubicBezTo>
                        <a:pt x="400" y="3703"/>
                        <a:pt x="267" y="3970"/>
                        <a:pt x="167" y="4270"/>
                      </a:cubicBezTo>
                      <a:cubicBezTo>
                        <a:pt x="0" y="4637"/>
                        <a:pt x="167" y="4804"/>
                        <a:pt x="234" y="4837"/>
                      </a:cubicBezTo>
                      <a:cubicBezTo>
                        <a:pt x="267" y="4870"/>
                        <a:pt x="334" y="4870"/>
                        <a:pt x="367" y="4870"/>
                      </a:cubicBezTo>
                      <a:lnTo>
                        <a:pt x="400" y="4870"/>
                      </a:lnTo>
                      <a:cubicBezTo>
                        <a:pt x="801" y="4770"/>
                        <a:pt x="2035" y="2736"/>
                        <a:pt x="2035" y="2702"/>
                      </a:cubicBezTo>
                      <a:lnTo>
                        <a:pt x="2102" y="2602"/>
                      </a:lnTo>
                      <a:cubicBezTo>
                        <a:pt x="2435" y="1935"/>
                        <a:pt x="3036" y="834"/>
                        <a:pt x="2802" y="100"/>
                      </a:cubicBezTo>
                      <a:cubicBezTo>
                        <a:pt x="2769" y="67"/>
                        <a:pt x="2735" y="34"/>
                        <a:pt x="27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3"/>
                <p:cNvSpPr/>
                <p:nvPr/>
              </p:nvSpPr>
              <p:spPr>
                <a:xfrm>
                  <a:off x="2367700" y="3766125"/>
                  <a:ext cx="397800" cy="366475"/>
                </a:xfrm>
                <a:custGeom>
                  <a:avLst/>
                  <a:gdLst/>
                  <a:ahLst/>
                  <a:cxnLst/>
                  <a:rect l="l" t="t" r="r" b="b"/>
                  <a:pathLst>
                    <a:path w="15912" h="14659" extrusionOk="0">
                      <a:moveTo>
                        <a:pt x="15774" y="1"/>
                      </a:moveTo>
                      <a:cubicBezTo>
                        <a:pt x="15764" y="1"/>
                        <a:pt x="15755" y="5"/>
                        <a:pt x="15745" y="14"/>
                      </a:cubicBezTo>
                      <a:cubicBezTo>
                        <a:pt x="14277" y="281"/>
                        <a:pt x="12709" y="348"/>
                        <a:pt x="11208" y="381"/>
                      </a:cubicBezTo>
                      <a:cubicBezTo>
                        <a:pt x="10941" y="381"/>
                        <a:pt x="10641" y="381"/>
                        <a:pt x="10341" y="415"/>
                      </a:cubicBezTo>
                      <a:cubicBezTo>
                        <a:pt x="10241" y="415"/>
                        <a:pt x="10174" y="481"/>
                        <a:pt x="10174" y="581"/>
                      </a:cubicBezTo>
                      <a:cubicBezTo>
                        <a:pt x="10174" y="648"/>
                        <a:pt x="10274" y="715"/>
                        <a:pt x="10341" y="715"/>
                      </a:cubicBezTo>
                      <a:cubicBezTo>
                        <a:pt x="10641" y="715"/>
                        <a:pt x="10941" y="715"/>
                        <a:pt x="11242" y="682"/>
                      </a:cubicBezTo>
                      <a:cubicBezTo>
                        <a:pt x="12676" y="648"/>
                        <a:pt x="14144" y="615"/>
                        <a:pt x="15578" y="348"/>
                      </a:cubicBezTo>
                      <a:lnTo>
                        <a:pt x="15578" y="348"/>
                      </a:lnTo>
                      <a:cubicBezTo>
                        <a:pt x="15478" y="682"/>
                        <a:pt x="15245" y="948"/>
                        <a:pt x="15011" y="1215"/>
                      </a:cubicBezTo>
                      <a:cubicBezTo>
                        <a:pt x="14844" y="1382"/>
                        <a:pt x="14677" y="1582"/>
                        <a:pt x="14544" y="1782"/>
                      </a:cubicBezTo>
                      <a:cubicBezTo>
                        <a:pt x="14311" y="2216"/>
                        <a:pt x="14110" y="2650"/>
                        <a:pt x="13944" y="3117"/>
                      </a:cubicBezTo>
                      <a:cubicBezTo>
                        <a:pt x="13777" y="3484"/>
                        <a:pt x="13610" y="3850"/>
                        <a:pt x="13443" y="4217"/>
                      </a:cubicBezTo>
                      <a:cubicBezTo>
                        <a:pt x="12609" y="5785"/>
                        <a:pt x="11609" y="7320"/>
                        <a:pt x="10474" y="8687"/>
                      </a:cubicBezTo>
                      <a:cubicBezTo>
                        <a:pt x="10074" y="9188"/>
                        <a:pt x="9674" y="9655"/>
                        <a:pt x="9274" y="10122"/>
                      </a:cubicBezTo>
                      <a:cubicBezTo>
                        <a:pt x="8106" y="11389"/>
                        <a:pt x="6939" y="12757"/>
                        <a:pt x="6171" y="14325"/>
                      </a:cubicBezTo>
                      <a:cubicBezTo>
                        <a:pt x="6171" y="14291"/>
                        <a:pt x="6138" y="14291"/>
                        <a:pt x="6138" y="14291"/>
                      </a:cubicBezTo>
                      <a:cubicBezTo>
                        <a:pt x="6071" y="14225"/>
                        <a:pt x="6038" y="14191"/>
                        <a:pt x="6005" y="14191"/>
                      </a:cubicBezTo>
                      <a:cubicBezTo>
                        <a:pt x="4037" y="12990"/>
                        <a:pt x="2102" y="11990"/>
                        <a:pt x="234" y="11156"/>
                      </a:cubicBezTo>
                      <a:cubicBezTo>
                        <a:pt x="217" y="11147"/>
                        <a:pt x="198" y="11143"/>
                        <a:pt x="179" y="11143"/>
                      </a:cubicBezTo>
                      <a:cubicBezTo>
                        <a:pt x="121" y="11143"/>
                        <a:pt x="59" y="11181"/>
                        <a:pt x="34" y="11256"/>
                      </a:cubicBezTo>
                      <a:cubicBezTo>
                        <a:pt x="0" y="11322"/>
                        <a:pt x="34" y="11423"/>
                        <a:pt x="100" y="11456"/>
                      </a:cubicBezTo>
                      <a:cubicBezTo>
                        <a:pt x="1968" y="12256"/>
                        <a:pt x="3870" y="13257"/>
                        <a:pt x="5838" y="14458"/>
                      </a:cubicBezTo>
                      <a:cubicBezTo>
                        <a:pt x="5871" y="14458"/>
                        <a:pt x="5905" y="14491"/>
                        <a:pt x="5938" y="14525"/>
                      </a:cubicBezTo>
                      <a:cubicBezTo>
                        <a:pt x="6038" y="14591"/>
                        <a:pt x="6105" y="14658"/>
                        <a:pt x="6238" y="14658"/>
                      </a:cubicBezTo>
                      <a:lnTo>
                        <a:pt x="6271" y="14658"/>
                      </a:lnTo>
                      <a:cubicBezTo>
                        <a:pt x="6338" y="14658"/>
                        <a:pt x="6405" y="14591"/>
                        <a:pt x="6438" y="14525"/>
                      </a:cubicBezTo>
                      <a:cubicBezTo>
                        <a:pt x="7172" y="12957"/>
                        <a:pt x="8340" y="11623"/>
                        <a:pt x="9507" y="10322"/>
                      </a:cubicBezTo>
                      <a:cubicBezTo>
                        <a:pt x="9907" y="9855"/>
                        <a:pt x="10308" y="9388"/>
                        <a:pt x="10708" y="8887"/>
                      </a:cubicBezTo>
                      <a:cubicBezTo>
                        <a:pt x="11842" y="7486"/>
                        <a:pt x="12876" y="5952"/>
                        <a:pt x="13710" y="4351"/>
                      </a:cubicBezTo>
                      <a:cubicBezTo>
                        <a:pt x="13910" y="3984"/>
                        <a:pt x="14077" y="3617"/>
                        <a:pt x="14244" y="3217"/>
                      </a:cubicBezTo>
                      <a:cubicBezTo>
                        <a:pt x="14411" y="2783"/>
                        <a:pt x="14611" y="2349"/>
                        <a:pt x="14844" y="1949"/>
                      </a:cubicBezTo>
                      <a:cubicBezTo>
                        <a:pt x="14944" y="1749"/>
                        <a:pt x="15078" y="1582"/>
                        <a:pt x="15245" y="1415"/>
                      </a:cubicBezTo>
                      <a:cubicBezTo>
                        <a:pt x="15578" y="1048"/>
                        <a:pt x="15912" y="715"/>
                        <a:pt x="15912" y="148"/>
                      </a:cubicBezTo>
                      <a:cubicBezTo>
                        <a:pt x="15912" y="114"/>
                        <a:pt x="15912" y="81"/>
                        <a:pt x="15845" y="48"/>
                      </a:cubicBezTo>
                      <a:cubicBezTo>
                        <a:pt x="15821" y="24"/>
                        <a:pt x="15798" y="1"/>
                        <a:pt x="15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3"/>
                <p:cNvSpPr/>
                <p:nvPr/>
              </p:nvSpPr>
              <p:spPr>
                <a:xfrm>
                  <a:off x="2427750" y="4029675"/>
                  <a:ext cx="93425" cy="51225"/>
                </a:xfrm>
                <a:custGeom>
                  <a:avLst/>
                  <a:gdLst/>
                  <a:ahLst/>
                  <a:cxnLst/>
                  <a:rect l="l" t="t" r="r" b="b"/>
                  <a:pathLst>
                    <a:path w="3737" h="2049" extrusionOk="0">
                      <a:moveTo>
                        <a:pt x="179" y="1"/>
                      </a:moveTo>
                      <a:cubicBezTo>
                        <a:pt x="121" y="1"/>
                        <a:pt x="58" y="38"/>
                        <a:pt x="33" y="113"/>
                      </a:cubicBezTo>
                      <a:cubicBezTo>
                        <a:pt x="0" y="180"/>
                        <a:pt x="33" y="280"/>
                        <a:pt x="100" y="313"/>
                      </a:cubicBezTo>
                      <a:lnTo>
                        <a:pt x="3503" y="2015"/>
                      </a:lnTo>
                      <a:cubicBezTo>
                        <a:pt x="3536" y="2048"/>
                        <a:pt x="3569" y="2048"/>
                        <a:pt x="3569" y="2048"/>
                      </a:cubicBezTo>
                      <a:cubicBezTo>
                        <a:pt x="3636" y="2048"/>
                        <a:pt x="3703" y="2015"/>
                        <a:pt x="3703" y="1948"/>
                      </a:cubicBezTo>
                      <a:cubicBezTo>
                        <a:pt x="3736" y="1881"/>
                        <a:pt x="3703" y="1781"/>
                        <a:pt x="3636" y="1748"/>
                      </a:cubicBezTo>
                      <a:lnTo>
                        <a:pt x="234" y="13"/>
                      </a:lnTo>
                      <a:cubicBezTo>
                        <a:pt x="217" y="5"/>
                        <a:pt x="198"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3"/>
                <p:cNvSpPr/>
                <p:nvPr/>
              </p:nvSpPr>
              <p:spPr>
                <a:xfrm>
                  <a:off x="2446925" y="3985300"/>
                  <a:ext cx="105925" cy="61400"/>
                </a:xfrm>
                <a:custGeom>
                  <a:avLst/>
                  <a:gdLst/>
                  <a:ahLst/>
                  <a:cxnLst/>
                  <a:rect l="l" t="t" r="r" b="b"/>
                  <a:pathLst>
                    <a:path w="4237" h="2456" extrusionOk="0">
                      <a:moveTo>
                        <a:pt x="160" y="0"/>
                      </a:moveTo>
                      <a:cubicBezTo>
                        <a:pt x="103" y="0"/>
                        <a:pt x="55" y="24"/>
                        <a:pt x="34" y="87"/>
                      </a:cubicBezTo>
                      <a:cubicBezTo>
                        <a:pt x="0" y="154"/>
                        <a:pt x="34" y="254"/>
                        <a:pt x="100" y="287"/>
                      </a:cubicBezTo>
                      <a:cubicBezTo>
                        <a:pt x="1401" y="988"/>
                        <a:pt x="2702" y="1688"/>
                        <a:pt x="3970" y="2455"/>
                      </a:cubicBezTo>
                      <a:lnTo>
                        <a:pt x="4070" y="2455"/>
                      </a:lnTo>
                      <a:cubicBezTo>
                        <a:pt x="4103" y="2455"/>
                        <a:pt x="4170" y="2422"/>
                        <a:pt x="4203" y="2389"/>
                      </a:cubicBezTo>
                      <a:cubicBezTo>
                        <a:pt x="4237" y="2289"/>
                        <a:pt x="4203" y="2222"/>
                        <a:pt x="4137" y="2155"/>
                      </a:cubicBezTo>
                      <a:cubicBezTo>
                        <a:pt x="2869" y="1421"/>
                        <a:pt x="1568" y="687"/>
                        <a:pt x="267" y="20"/>
                      </a:cubicBezTo>
                      <a:cubicBezTo>
                        <a:pt x="230" y="8"/>
                        <a:pt x="194" y="0"/>
                        <a:pt x="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2476950" y="3962225"/>
                  <a:ext cx="131775" cy="18600"/>
                </a:xfrm>
                <a:custGeom>
                  <a:avLst/>
                  <a:gdLst/>
                  <a:ahLst/>
                  <a:cxnLst/>
                  <a:rect l="l" t="t" r="r" b="b"/>
                  <a:pathLst>
                    <a:path w="5271" h="744" extrusionOk="0">
                      <a:moveTo>
                        <a:pt x="150" y="1"/>
                      </a:moveTo>
                      <a:cubicBezTo>
                        <a:pt x="78" y="1"/>
                        <a:pt x="28" y="60"/>
                        <a:pt x="0" y="143"/>
                      </a:cubicBezTo>
                      <a:cubicBezTo>
                        <a:pt x="0" y="209"/>
                        <a:pt x="67" y="310"/>
                        <a:pt x="134" y="310"/>
                      </a:cubicBezTo>
                      <a:cubicBezTo>
                        <a:pt x="1701" y="610"/>
                        <a:pt x="3269" y="743"/>
                        <a:pt x="4837" y="743"/>
                      </a:cubicBezTo>
                      <a:lnTo>
                        <a:pt x="5104" y="743"/>
                      </a:lnTo>
                      <a:cubicBezTo>
                        <a:pt x="5204" y="743"/>
                        <a:pt x="5271" y="676"/>
                        <a:pt x="5271" y="576"/>
                      </a:cubicBezTo>
                      <a:cubicBezTo>
                        <a:pt x="5271" y="510"/>
                        <a:pt x="5204" y="443"/>
                        <a:pt x="5104" y="443"/>
                      </a:cubicBezTo>
                      <a:cubicBezTo>
                        <a:pt x="3469" y="443"/>
                        <a:pt x="1801" y="310"/>
                        <a:pt x="200" y="9"/>
                      </a:cubicBezTo>
                      <a:cubicBezTo>
                        <a:pt x="183" y="3"/>
                        <a:pt x="166" y="1"/>
                        <a:pt x="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2639550" y="3793000"/>
                  <a:ext cx="81750" cy="11850"/>
                </a:xfrm>
                <a:custGeom>
                  <a:avLst/>
                  <a:gdLst/>
                  <a:ahLst/>
                  <a:cxnLst/>
                  <a:rect l="l" t="t" r="r" b="b"/>
                  <a:pathLst>
                    <a:path w="3270" h="474" extrusionOk="0">
                      <a:moveTo>
                        <a:pt x="3142" y="0"/>
                      </a:moveTo>
                      <a:cubicBezTo>
                        <a:pt x="3130" y="0"/>
                        <a:pt x="3117" y="2"/>
                        <a:pt x="3103" y="7"/>
                      </a:cubicBezTo>
                      <a:lnTo>
                        <a:pt x="134" y="174"/>
                      </a:lnTo>
                      <a:cubicBezTo>
                        <a:pt x="67" y="174"/>
                        <a:pt x="1" y="240"/>
                        <a:pt x="1" y="340"/>
                      </a:cubicBezTo>
                      <a:cubicBezTo>
                        <a:pt x="1" y="407"/>
                        <a:pt x="67" y="474"/>
                        <a:pt x="134" y="474"/>
                      </a:cubicBezTo>
                      <a:lnTo>
                        <a:pt x="168" y="474"/>
                      </a:lnTo>
                      <a:lnTo>
                        <a:pt x="3136" y="307"/>
                      </a:lnTo>
                      <a:cubicBezTo>
                        <a:pt x="3203" y="307"/>
                        <a:pt x="3270" y="240"/>
                        <a:pt x="3270" y="140"/>
                      </a:cubicBezTo>
                      <a:cubicBezTo>
                        <a:pt x="3270" y="83"/>
                        <a:pt x="3220" y="0"/>
                        <a:pt x="31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3"/>
                <p:cNvSpPr/>
                <p:nvPr/>
              </p:nvSpPr>
              <p:spPr>
                <a:xfrm>
                  <a:off x="1547100" y="3784825"/>
                  <a:ext cx="919025" cy="119275"/>
                </a:xfrm>
                <a:custGeom>
                  <a:avLst/>
                  <a:gdLst/>
                  <a:ahLst/>
                  <a:cxnLst/>
                  <a:rect l="l" t="t" r="r" b="b"/>
                  <a:pathLst>
                    <a:path w="36761" h="4771" extrusionOk="0">
                      <a:moveTo>
                        <a:pt x="36594" y="0"/>
                      </a:moveTo>
                      <a:cubicBezTo>
                        <a:pt x="26753" y="467"/>
                        <a:pt x="16546" y="667"/>
                        <a:pt x="6239" y="667"/>
                      </a:cubicBezTo>
                      <a:lnTo>
                        <a:pt x="5972" y="667"/>
                      </a:lnTo>
                      <a:cubicBezTo>
                        <a:pt x="5004" y="667"/>
                        <a:pt x="4004" y="667"/>
                        <a:pt x="3036" y="868"/>
                      </a:cubicBezTo>
                      <a:cubicBezTo>
                        <a:pt x="2569" y="968"/>
                        <a:pt x="468" y="1802"/>
                        <a:pt x="101" y="2569"/>
                      </a:cubicBezTo>
                      <a:cubicBezTo>
                        <a:pt x="1" y="2769"/>
                        <a:pt x="34" y="2936"/>
                        <a:pt x="68" y="3036"/>
                      </a:cubicBezTo>
                      <a:cubicBezTo>
                        <a:pt x="161" y="3223"/>
                        <a:pt x="391" y="3284"/>
                        <a:pt x="704" y="3284"/>
                      </a:cubicBezTo>
                      <a:cubicBezTo>
                        <a:pt x="950" y="3284"/>
                        <a:pt x="1246" y="3246"/>
                        <a:pt x="1569" y="3203"/>
                      </a:cubicBezTo>
                      <a:cubicBezTo>
                        <a:pt x="1702" y="3169"/>
                        <a:pt x="1836" y="3169"/>
                        <a:pt x="1936" y="3169"/>
                      </a:cubicBezTo>
                      <a:cubicBezTo>
                        <a:pt x="2111" y="3161"/>
                        <a:pt x="2286" y="3157"/>
                        <a:pt x="2461" y="3157"/>
                      </a:cubicBezTo>
                      <a:cubicBezTo>
                        <a:pt x="2986" y="3157"/>
                        <a:pt x="3512" y="3194"/>
                        <a:pt x="4037" y="3269"/>
                      </a:cubicBezTo>
                      <a:cubicBezTo>
                        <a:pt x="4704" y="3369"/>
                        <a:pt x="5405" y="3536"/>
                        <a:pt x="6072" y="3703"/>
                      </a:cubicBezTo>
                      <a:cubicBezTo>
                        <a:pt x="6405" y="3770"/>
                        <a:pt x="6706" y="3836"/>
                        <a:pt x="7006" y="3903"/>
                      </a:cubicBezTo>
                      <a:cubicBezTo>
                        <a:pt x="9274" y="4370"/>
                        <a:pt x="11609" y="4570"/>
                        <a:pt x="13811" y="4770"/>
                      </a:cubicBezTo>
                      <a:cubicBezTo>
                        <a:pt x="13911" y="4770"/>
                        <a:pt x="13978" y="4704"/>
                        <a:pt x="13978" y="4637"/>
                      </a:cubicBezTo>
                      <a:cubicBezTo>
                        <a:pt x="13978" y="4537"/>
                        <a:pt x="13911" y="4470"/>
                        <a:pt x="13811" y="4470"/>
                      </a:cubicBezTo>
                      <a:cubicBezTo>
                        <a:pt x="11643" y="4270"/>
                        <a:pt x="9308" y="4036"/>
                        <a:pt x="7073" y="3603"/>
                      </a:cubicBezTo>
                      <a:cubicBezTo>
                        <a:pt x="6772" y="3503"/>
                        <a:pt x="6472" y="3469"/>
                        <a:pt x="6139" y="3369"/>
                      </a:cubicBezTo>
                      <a:cubicBezTo>
                        <a:pt x="5471" y="3236"/>
                        <a:pt x="4771" y="3069"/>
                        <a:pt x="4070" y="2969"/>
                      </a:cubicBezTo>
                      <a:cubicBezTo>
                        <a:pt x="3370" y="2869"/>
                        <a:pt x="2636" y="2836"/>
                        <a:pt x="1902" y="2836"/>
                      </a:cubicBezTo>
                      <a:cubicBezTo>
                        <a:pt x="1836" y="2836"/>
                        <a:pt x="1669" y="2869"/>
                        <a:pt x="1502" y="2902"/>
                      </a:cubicBezTo>
                      <a:cubicBezTo>
                        <a:pt x="1336" y="2923"/>
                        <a:pt x="962" y="2970"/>
                        <a:pt x="688" y="2970"/>
                      </a:cubicBezTo>
                      <a:cubicBezTo>
                        <a:pt x="523" y="2970"/>
                        <a:pt x="393" y="2953"/>
                        <a:pt x="368" y="2902"/>
                      </a:cubicBezTo>
                      <a:cubicBezTo>
                        <a:pt x="334" y="2869"/>
                        <a:pt x="334" y="2802"/>
                        <a:pt x="368" y="2702"/>
                      </a:cubicBezTo>
                      <a:cubicBezTo>
                        <a:pt x="668" y="2102"/>
                        <a:pt x="2569" y="1301"/>
                        <a:pt x="3103" y="1168"/>
                      </a:cubicBezTo>
                      <a:cubicBezTo>
                        <a:pt x="4037" y="968"/>
                        <a:pt x="5004" y="968"/>
                        <a:pt x="5972" y="968"/>
                      </a:cubicBezTo>
                      <a:lnTo>
                        <a:pt x="6239" y="968"/>
                      </a:lnTo>
                      <a:cubicBezTo>
                        <a:pt x="6885" y="970"/>
                        <a:pt x="7532" y="971"/>
                        <a:pt x="8178" y="971"/>
                      </a:cubicBezTo>
                      <a:cubicBezTo>
                        <a:pt x="17826" y="971"/>
                        <a:pt x="27373" y="738"/>
                        <a:pt x="36627" y="300"/>
                      </a:cubicBezTo>
                      <a:cubicBezTo>
                        <a:pt x="36694" y="300"/>
                        <a:pt x="36760" y="234"/>
                        <a:pt x="36760" y="167"/>
                      </a:cubicBezTo>
                      <a:cubicBezTo>
                        <a:pt x="36760" y="67"/>
                        <a:pt x="36694" y="0"/>
                        <a:pt x="365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1886525" y="3881800"/>
                  <a:ext cx="147625" cy="59825"/>
                </a:xfrm>
                <a:custGeom>
                  <a:avLst/>
                  <a:gdLst/>
                  <a:ahLst/>
                  <a:cxnLst/>
                  <a:rect l="l" t="t" r="r" b="b"/>
                  <a:pathLst>
                    <a:path w="5905" h="2393" extrusionOk="0">
                      <a:moveTo>
                        <a:pt x="1194" y="0"/>
                      </a:moveTo>
                      <a:cubicBezTo>
                        <a:pt x="955" y="0"/>
                        <a:pt x="836" y="43"/>
                        <a:pt x="701" y="124"/>
                      </a:cubicBezTo>
                      <a:cubicBezTo>
                        <a:pt x="401" y="291"/>
                        <a:pt x="0" y="591"/>
                        <a:pt x="67" y="925"/>
                      </a:cubicBezTo>
                      <a:cubicBezTo>
                        <a:pt x="134" y="1425"/>
                        <a:pt x="1101" y="1625"/>
                        <a:pt x="2702" y="1925"/>
                      </a:cubicBezTo>
                      <a:cubicBezTo>
                        <a:pt x="3436" y="2059"/>
                        <a:pt x="4170" y="2192"/>
                        <a:pt x="4704" y="2359"/>
                      </a:cubicBezTo>
                      <a:cubicBezTo>
                        <a:pt x="4704" y="2392"/>
                        <a:pt x="4737" y="2392"/>
                        <a:pt x="4737" y="2392"/>
                      </a:cubicBezTo>
                      <a:cubicBezTo>
                        <a:pt x="4804" y="2392"/>
                        <a:pt x="4870" y="2359"/>
                        <a:pt x="4904" y="2292"/>
                      </a:cubicBezTo>
                      <a:cubicBezTo>
                        <a:pt x="4937" y="2192"/>
                        <a:pt x="4870" y="2092"/>
                        <a:pt x="4804" y="2092"/>
                      </a:cubicBezTo>
                      <a:cubicBezTo>
                        <a:pt x="4270" y="1892"/>
                        <a:pt x="3503" y="1759"/>
                        <a:pt x="2736" y="1592"/>
                      </a:cubicBezTo>
                      <a:cubicBezTo>
                        <a:pt x="1768" y="1425"/>
                        <a:pt x="434" y="1192"/>
                        <a:pt x="367" y="858"/>
                      </a:cubicBezTo>
                      <a:cubicBezTo>
                        <a:pt x="367" y="825"/>
                        <a:pt x="367" y="691"/>
                        <a:pt x="868" y="391"/>
                      </a:cubicBezTo>
                      <a:cubicBezTo>
                        <a:pt x="952" y="343"/>
                        <a:pt x="1036" y="316"/>
                        <a:pt x="1208" y="316"/>
                      </a:cubicBezTo>
                      <a:cubicBezTo>
                        <a:pt x="1513" y="316"/>
                        <a:pt x="2093" y="399"/>
                        <a:pt x="3436" y="591"/>
                      </a:cubicBezTo>
                      <a:cubicBezTo>
                        <a:pt x="4036" y="691"/>
                        <a:pt x="4770" y="791"/>
                        <a:pt x="5704" y="925"/>
                      </a:cubicBezTo>
                      <a:cubicBezTo>
                        <a:pt x="5722" y="931"/>
                        <a:pt x="5739" y="933"/>
                        <a:pt x="5754" y="933"/>
                      </a:cubicBezTo>
                      <a:cubicBezTo>
                        <a:pt x="5827" y="933"/>
                        <a:pt x="5877" y="874"/>
                        <a:pt x="5904" y="791"/>
                      </a:cubicBezTo>
                      <a:cubicBezTo>
                        <a:pt x="5904" y="725"/>
                        <a:pt x="5838" y="624"/>
                        <a:pt x="5771" y="624"/>
                      </a:cubicBezTo>
                      <a:cubicBezTo>
                        <a:pt x="4804" y="491"/>
                        <a:pt x="4070" y="358"/>
                        <a:pt x="3469" y="291"/>
                      </a:cubicBezTo>
                      <a:cubicBezTo>
                        <a:pt x="2160" y="92"/>
                        <a:pt x="1547" y="0"/>
                        <a:pt x="1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3"/>
                <p:cNvSpPr/>
                <p:nvPr/>
              </p:nvSpPr>
              <p:spPr>
                <a:xfrm>
                  <a:off x="1648850" y="3804000"/>
                  <a:ext cx="783075" cy="26700"/>
                </a:xfrm>
                <a:custGeom>
                  <a:avLst/>
                  <a:gdLst/>
                  <a:ahLst/>
                  <a:cxnLst/>
                  <a:rect l="l" t="t" r="r" b="b"/>
                  <a:pathLst>
                    <a:path w="31323" h="1068" extrusionOk="0">
                      <a:moveTo>
                        <a:pt x="31156" y="0"/>
                      </a:moveTo>
                      <a:cubicBezTo>
                        <a:pt x="20882" y="334"/>
                        <a:pt x="10441" y="601"/>
                        <a:pt x="134" y="734"/>
                      </a:cubicBezTo>
                      <a:cubicBezTo>
                        <a:pt x="67" y="734"/>
                        <a:pt x="0" y="801"/>
                        <a:pt x="0" y="901"/>
                      </a:cubicBezTo>
                      <a:cubicBezTo>
                        <a:pt x="0" y="968"/>
                        <a:pt x="67" y="1068"/>
                        <a:pt x="167" y="1068"/>
                      </a:cubicBezTo>
                      <a:cubicBezTo>
                        <a:pt x="10441" y="901"/>
                        <a:pt x="20882" y="668"/>
                        <a:pt x="31156" y="301"/>
                      </a:cubicBezTo>
                      <a:cubicBezTo>
                        <a:pt x="31256" y="301"/>
                        <a:pt x="31323" y="234"/>
                        <a:pt x="31323" y="134"/>
                      </a:cubicBezTo>
                      <a:cubicBezTo>
                        <a:pt x="31323" y="67"/>
                        <a:pt x="31256" y="0"/>
                        <a:pt x="31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3"/>
                <p:cNvSpPr/>
                <p:nvPr/>
              </p:nvSpPr>
              <p:spPr>
                <a:xfrm>
                  <a:off x="1703900" y="3854875"/>
                  <a:ext cx="169300" cy="24200"/>
                </a:xfrm>
                <a:custGeom>
                  <a:avLst/>
                  <a:gdLst/>
                  <a:ahLst/>
                  <a:cxnLst/>
                  <a:rect l="l" t="t" r="r" b="b"/>
                  <a:pathLst>
                    <a:path w="6772" h="968" extrusionOk="0">
                      <a:moveTo>
                        <a:pt x="167" y="0"/>
                      </a:moveTo>
                      <a:cubicBezTo>
                        <a:pt x="67" y="0"/>
                        <a:pt x="0" y="67"/>
                        <a:pt x="0" y="134"/>
                      </a:cubicBezTo>
                      <a:cubicBezTo>
                        <a:pt x="0" y="234"/>
                        <a:pt x="67" y="300"/>
                        <a:pt x="167" y="300"/>
                      </a:cubicBezTo>
                      <a:cubicBezTo>
                        <a:pt x="1534" y="334"/>
                        <a:pt x="2935" y="501"/>
                        <a:pt x="4303" y="734"/>
                      </a:cubicBezTo>
                      <a:lnTo>
                        <a:pt x="4503" y="801"/>
                      </a:lnTo>
                      <a:cubicBezTo>
                        <a:pt x="5037" y="868"/>
                        <a:pt x="5571" y="968"/>
                        <a:pt x="6104" y="968"/>
                      </a:cubicBezTo>
                      <a:lnTo>
                        <a:pt x="6605" y="968"/>
                      </a:lnTo>
                      <a:cubicBezTo>
                        <a:pt x="6705" y="934"/>
                        <a:pt x="6772" y="868"/>
                        <a:pt x="6738" y="767"/>
                      </a:cubicBezTo>
                      <a:cubicBezTo>
                        <a:pt x="6738" y="701"/>
                        <a:pt x="6638" y="634"/>
                        <a:pt x="6571" y="634"/>
                      </a:cubicBezTo>
                      <a:cubicBezTo>
                        <a:pt x="6405" y="659"/>
                        <a:pt x="6238" y="669"/>
                        <a:pt x="6071" y="669"/>
                      </a:cubicBezTo>
                      <a:cubicBezTo>
                        <a:pt x="5571" y="669"/>
                        <a:pt x="5070" y="576"/>
                        <a:pt x="4570" y="501"/>
                      </a:cubicBezTo>
                      <a:lnTo>
                        <a:pt x="4370" y="434"/>
                      </a:lnTo>
                      <a:cubicBezTo>
                        <a:pt x="2969" y="200"/>
                        <a:pt x="1568"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3"/>
                <p:cNvSpPr/>
                <p:nvPr/>
              </p:nvSpPr>
              <p:spPr>
                <a:xfrm>
                  <a:off x="2015775" y="3939100"/>
                  <a:ext cx="182650" cy="43375"/>
                </a:xfrm>
                <a:custGeom>
                  <a:avLst/>
                  <a:gdLst/>
                  <a:ahLst/>
                  <a:cxnLst/>
                  <a:rect l="l" t="t" r="r" b="b"/>
                  <a:pathLst>
                    <a:path w="7306" h="1735" extrusionOk="0">
                      <a:moveTo>
                        <a:pt x="234" y="0"/>
                      </a:moveTo>
                      <a:cubicBezTo>
                        <a:pt x="134" y="0"/>
                        <a:pt x="67" y="34"/>
                        <a:pt x="34" y="134"/>
                      </a:cubicBezTo>
                      <a:cubicBezTo>
                        <a:pt x="1" y="234"/>
                        <a:pt x="67" y="301"/>
                        <a:pt x="167" y="301"/>
                      </a:cubicBezTo>
                      <a:lnTo>
                        <a:pt x="1168" y="501"/>
                      </a:lnTo>
                      <a:cubicBezTo>
                        <a:pt x="3136" y="868"/>
                        <a:pt x="5171" y="1235"/>
                        <a:pt x="7106" y="1702"/>
                      </a:cubicBezTo>
                      <a:cubicBezTo>
                        <a:pt x="7106" y="1735"/>
                        <a:pt x="7106" y="1735"/>
                        <a:pt x="7139" y="1735"/>
                      </a:cubicBezTo>
                      <a:cubicBezTo>
                        <a:pt x="7206" y="1735"/>
                        <a:pt x="7272" y="1668"/>
                        <a:pt x="7272" y="1601"/>
                      </a:cubicBezTo>
                      <a:cubicBezTo>
                        <a:pt x="7306" y="1535"/>
                        <a:pt x="7239" y="1435"/>
                        <a:pt x="7172" y="1401"/>
                      </a:cubicBezTo>
                      <a:cubicBezTo>
                        <a:pt x="5238" y="934"/>
                        <a:pt x="3203" y="567"/>
                        <a:pt x="1235" y="200"/>
                      </a:cubicBezTo>
                      <a:lnTo>
                        <a:pt x="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3"/>
                <p:cNvSpPr/>
                <p:nvPr/>
              </p:nvSpPr>
              <p:spPr>
                <a:xfrm>
                  <a:off x="2049125" y="3902400"/>
                  <a:ext cx="179325" cy="30050"/>
                </a:xfrm>
                <a:custGeom>
                  <a:avLst/>
                  <a:gdLst/>
                  <a:ahLst/>
                  <a:cxnLst/>
                  <a:rect l="l" t="t" r="r" b="b"/>
                  <a:pathLst>
                    <a:path w="7173" h="1202" extrusionOk="0">
                      <a:moveTo>
                        <a:pt x="168" y="1"/>
                      </a:moveTo>
                      <a:cubicBezTo>
                        <a:pt x="68" y="1"/>
                        <a:pt x="1" y="34"/>
                        <a:pt x="1" y="134"/>
                      </a:cubicBezTo>
                      <a:cubicBezTo>
                        <a:pt x="1" y="234"/>
                        <a:pt x="34" y="301"/>
                        <a:pt x="134" y="301"/>
                      </a:cubicBezTo>
                      <a:cubicBezTo>
                        <a:pt x="1235" y="434"/>
                        <a:pt x="2403" y="601"/>
                        <a:pt x="3570" y="768"/>
                      </a:cubicBezTo>
                      <a:cubicBezTo>
                        <a:pt x="4704" y="901"/>
                        <a:pt x="5872" y="1068"/>
                        <a:pt x="7006" y="1201"/>
                      </a:cubicBezTo>
                      <a:cubicBezTo>
                        <a:pt x="7106" y="1201"/>
                        <a:pt x="7173" y="1135"/>
                        <a:pt x="7173" y="1068"/>
                      </a:cubicBezTo>
                      <a:cubicBezTo>
                        <a:pt x="7173" y="968"/>
                        <a:pt x="7106" y="901"/>
                        <a:pt x="7039" y="901"/>
                      </a:cubicBezTo>
                      <a:cubicBezTo>
                        <a:pt x="5905" y="734"/>
                        <a:pt x="4771" y="601"/>
                        <a:pt x="3603" y="434"/>
                      </a:cubicBezTo>
                      <a:cubicBezTo>
                        <a:pt x="2436" y="301"/>
                        <a:pt x="1302" y="134"/>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3"/>
                <p:cNvSpPr/>
                <p:nvPr/>
              </p:nvSpPr>
              <p:spPr>
                <a:xfrm>
                  <a:off x="2207575" y="3980800"/>
                  <a:ext cx="173500" cy="43375"/>
                </a:xfrm>
                <a:custGeom>
                  <a:avLst/>
                  <a:gdLst/>
                  <a:ahLst/>
                  <a:cxnLst/>
                  <a:rect l="l" t="t" r="r" b="b"/>
                  <a:pathLst>
                    <a:path w="6940" h="1735" extrusionOk="0">
                      <a:moveTo>
                        <a:pt x="201" y="0"/>
                      </a:moveTo>
                      <a:cubicBezTo>
                        <a:pt x="101" y="0"/>
                        <a:pt x="34" y="67"/>
                        <a:pt x="34" y="134"/>
                      </a:cubicBezTo>
                      <a:cubicBezTo>
                        <a:pt x="1" y="234"/>
                        <a:pt x="67" y="300"/>
                        <a:pt x="168" y="300"/>
                      </a:cubicBezTo>
                      <a:cubicBezTo>
                        <a:pt x="1202" y="434"/>
                        <a:pt x="2169" y="667"/>
                        <a:pt x="2936" y="867"/>
                      </a:cubicBezTo>
                      <a:cubicBezTo>
                        <a:pt x="3100" y="922"/>
                        <a:pt x="3285" y="976"/>
                        <a:pt x="3493" y="976"/>
                      </a:cubicBezTo>
                      <a:cubicBezTo>
                        <a:pt x="3540" y="976"/>
                        <a:pt x="3588" y="974"/>
                        <a:pt x="3637" y="968"/>
                      </a:cubicBezTo>
                      <a:cubicBezTo>
                        <a:pt x="3837" y="934"/>
                        <a:pt x="4070" y="801"/>
                        <a:pt x="4170" y="601"/>
                      </a:cubicBezTo>
                      <a:cubicBezTo>
                        <a:pt x="4571" y="767"/>
                        <a:pt x="4971" y="934"/>
                        <a:pt x="5338" y="1134"/>
                      </a:cubicBezTo>
                      <a:cubicBezTo>
                        <a:pt x="5805" y="1301"/>
                        <a:pt x="6239" y="1501"/>
                        <a:pt x="6672" y="1701"/>
                      </a:cubicBezTo>
                      <a:cubicBezTo>
                        <a:pt x="6706" y="1701"/>
                        <a:pt x="6739" y="1735"/>
                        <a:pt x="6739" y="1735"/>
                      </a:cubicBezTo>
                      <a:cubicBezTo>
                        <a:pt x="6806" y="1735"/>
                        <a:pt x="6872" y="1668"/>
                        <a:pt x="6906" y="1635"/>
                      </a:cubicBezTo>
                      <a:cubicBezTo>
                        <a:pt x="6939" y="1535"/>
                        <a:pt x="6906" y="1468"/>
                        <a:pt x="6806" y="1435"/>
                      </a:cubicBezTo>
                      <a:cubicBezTo>
                        <a:pt x="6372" y="1234"/>
                        <a:pt x="5938" y="1034"/>
                        <a:pt x="5471" y="834"/>
                      </a:cubicBezTo>
                      <a:cubicBezTo>
                        <a:pt x="5038" y="634"/>
                        <a:pt x="4571" y="434"/>
                        <a:pt x="4137" y="234"/>
                      </a:cubicBezTo>
                      <a:cubicBezTo>
                        <a:pt x="4104" y="234"/>
                        <a:pt x="4037" y="234"/>
                        <a:pt x="4004" y="267"/>
                      </a:cubicBezTo>
                      <a:cubicBezTo>
                        <a:pt x="3970" y="267"/>
                        <a:pt x="3937" y="334"/>
                        <a:pt x="3937" y="367"/>
                      </a:cubicBezTo>
                      <a:cubicBezTo>
                        <a:pt x="3904" y="534"/>
                        <a:pt x="3737" y="634"/>
                        <a:pt x="3603" y="667"/>
                      </a:cubicBezTo>
                      <a:cubicBezTo>
                        <a:pt x="3567" y="673"/>
                        <a:pt x="3530" y="676"/>
                        <a:pt x="3493" y="676"/>
                      </a:cubicBezTo>
                      <a:cubicBezTo>
                        <a:pt x="3330" y="676"/>
                        <a:pt x="3166" y="622"/>
                        <a:pt x="3003" y="567"/>
                      </a:cubicBezTo>
                      <a:cubicBezTo>
                        <a:pt x="2236" y="367"/>
                        <a:pt x="1268" y="10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3"/>
                <p:cNvSpPr/>
                <p:nvPr/>
              </p:nvSpPr>
              <p:spPr>
                <a:xfrm>
                  <a:off x="2246775" y="3930750"/>
                  <a:ext cx="86750" cy="43400"/>
                </a:xfrm>
                <a:custGeom>
                  <a:avLst/>
                  <a:gdLst/>
                  <a:ahLst/>
                  <a:cxnLst/>
                  <a:rect l="l" t="t" r="r" b="b"/>
                  <a:pathLst>
                    <a:path w="3470" h="1736" extrusionOk="0">
                      <a:moveTo>
                        <a:pt x="167" y="1"/>
                      </a:moveTo>
                      <a:cubicBezTo>
                        <a:pt x="101" y="1"/>
                        <a:pt x="1" y="67"/>
                        <a:pt x="1" y="134"/>
                      </a:cubicBezTo>
                      <a:cubicBezTo>
                        <a:pt x="1" y="234"/>
                        <a:pt x="34" y="301"/>
                        <a:pt x="134" y="334"/>
                      </a:cubicBezTo>
                      <a:cubicBezTo>
                        <a:pt x="968" y="468"/>
                        <a:pt x="1902" y="568"/>
                        <a:pt x="3036" y="635"/>
                      </a:cubicBezTo>
                      <a:cubicBezTo>
                        <a:pt x="2903" y="935"/>
                        <a:pt x="2769" y="1235"/>
                        <a:pt x="2702" y="1569"/>
                      </a:cubicBezTo>
                      <a:cubicBezTo>
                        <a:pt x="2702" y="1635"/>
                        <a:pt x="2736" y="1735"/>
                        <a:pt x="2836" y="1735"/>
                      </a:cubicBezTo>
                      <a:lnTo>
                        <a:pt x="2869" y="1735"/>
                      </a:lnTo>
                      <a:cubicBezTo>
                        <a:pt x="2936" y="1735"/>
                        <a:pt x="3003" y="1702"/>
                        <a:pt x="3036" y="1635"/>
                      </a:cubicBezTo>
                      <a:cubicBezTo>
                        <a:pt x="3103" y="1268"/>
                        <a:pt x="3236" y="901"/>
                        <a:pt x="3436" y="568"/>
                      </a:cubicBezTo>
                      <a:cubicBezTo>
                        <a:pt x="3470" y="534"/>
                        <a:pt x="3470" y="468"/>
                        <a:pt x="3436" y="434"/>
                      </a:cubicBezTo>
                      <a:cubicBezTo>
                        <a:pt x="3403" y="368"/>
                        <a:pt x="3370" y="334"/>
                        <a:pt x="3303" y="334"/>
                      </a:cubicBezTo>
                      <a:cubicBezTo>
                        <a:pt x="2035" y="268"/>
                        <a:pt x="1068" y="168"/>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3"/>
                <p:cNvSpPr/>
                <p:nvPr/>
              </p:nvSpPr>
              <p:spPr>
                <a:xfrm>
                  <a:off x="2342675" y="3958050"/>
                  <a:ext cx="47550" cy="21925"/>
                </a:xfrm>
                <a:custGeom>
                  <a:avLst/>
                  <a:gdLst/>
                  <a:ahLst/>
                  <a:cxnLst/>
                  <a:rect l="l" t="t" r="r" b="b"/>
                  <a:pathLst>
                    <a:path w="1902" h="877" extrusionOk="0">
                      <a:moveTo>
                        <a:pt x="195" y="1"/>
                      </a:moveTo>
                      <a:cubicBezTo>
                        <a:pt x="133" y="1"/>
                        <a:pt x="61" y="55"/>
                        <a:pt x="34" y="110"/>
                      </a:cubicBezTo>
                      <a:cubicBezTo>
                        <a:pt x="1" y="210"/>
                        <a:pt x="34" y="276"/>
                        <a:pt x="134" y="310"/>
                      </a:cubicBezTo>
                      <a:cubicBezTo>
                        <a:pt x="634" y="510"/>
                        <a:pt x="1168" y="710"/>
                        <a:pt x="1702" y="877"/>
                      </a:cubicBezTo>
                      <a:lnTo>
                        <a:pt x="1735" y="877"/>
                      </a:lnTo>
                      <a:cubicBezTo>
                        <a:pt x="1802" y="877"/>
                        <a:pt x="1869" y="843"/>
                        <a:pt x="1869" y="777"/>
                      </a:cubicBezTo>
                      <a:cubicBezTo>
                        <a:pt x="1902" y="677"/>
                        <a:pt x="1869" y="610"/>
                        <a:pt x="1769" y="577"/>
                      </a:cubicBezTo>
                      <a:cubicBezTo>
                        <a:pt x="1268" y="410"/>
                        <a:pt x="734" y="210"/>
                        <a:pt x="234" y="10"/>
                      </a:cubicBezTo>
                      <a:cubicBezTo>
                        <a:pt x="222" y="3"/>
                        <a:pt x="208"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3"/>
                <p:cNvSpPr/>
                <p:nvPr/>
              </p:nvSpPr>
              <p:spPr>
                <a:xfrm>
                  <a:off x="2371875" y="3835625"/>
                  <a:ext cx="79250" cy="109325"/>
                </a:xfrm>
                <a:custGeom>
                  <a:avLst/>
                  <a:gdLst/>
                  <a:ahLst/>
                  <a:cxnLst/>
                  <a:rect l="l" t="t" r="r" b="b"/>
                  <a:pathLst>
                    <a:path w="3170" h="4373" extrusionOk="0">
                      <a:moveTo>
                        <a:pt x="2982" y="0"/>
                      </a:moveTo>
                      <a:cubicBezTo>
                        <a:pt x="2931" y="0"/>
                        <a:pt x="2877" y="28"/>
                        <a:pt x="2835" y="70"/>
                      </a:cubicBezTo>
                      <a:cubicBezTo>
                        <a:pt x="2002" y="1471"/>
                        <a:pt x="1101" y="2838"/>
                        <a:pt x="67" y="4106"/>
                      </a:cubicBezTo>
                      <a:cubicBezTo>
                        <a:pt x="0" y="4173"/>
                        <a:pt x="33" y="4273"/>
                        <a:pt x="100" y="4339"/>
                      </a:cubicBezTo>
                      <a:cubicBezTo>
                        <a:pt x="134" y="4339"/>
                        <a:pt x="167" y="4373"/>
                        <a:pt x="200" y="4373"/>
                      </a:cubicBezTo>
                      <a:cubicBezTo>
                        <a:pt x="234" y="4373"/>
                        <a:pt x="267" y="4339"/>
                        <a:pt x="300" y="4306"/>
                      </a:cubicBezTo>
                      <a:cubicBezTo>
                        <a:pt x="1334" y="3005"/>
                        <a:pt x="2268" y="1671"/>
                        <a:pt x="3102" y="237"/>
                      </a:cubicBezTo>
                      <a:cubicBezTo>
                        <a:pt x="3169" y="170"/>
                        <a:pt x="3136" y="70"/>
                        <a:pt x="3069" y="36"/>
                      </a:cubicBezTo>
                      <a:cubicBezTo>
                        <a:pt x="3043" y="11"/>
                        <a:pt x="3013" y="0"/>
                        <a:pt x="29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3"/>
                <p:cNvSpPr/>
                <p:nvPr/>
              </p:nvSpPr>
              <p:spPr>
                <a:xfrm>
                  <a:off x="2401875" y="3897325"/>
                  <a:ext cx="39225" cy="34300"/>
                </a:xfrm>
                <a:custGeom>
                  <a:avLst/>
                  <a:gdLst/>
                  <a:ahLst/>
                  <a:cxnLst/>
                  <a:rect l="l" t="t" r="r" b="b"/>
                  <a:pathLst>
                    <a:path w="1569" h="1372" extrusionOk="0">
                      <a:moveTo>
                        <a:pt x="1389" y="0"/>
                      </a:moveTo>
                      <a:cubicBezTo>
                        <a:pt x="1358" y="0"/>
                        <a:pt x="1327" y="11"/>
                        <a:pt x="1302" y="37"/>
                      </a:cubicBezTo>
                      <a:lnTo>
                        <a:pt x="101" y="1104"/>
                      </a:lnTo>
                      <a:cubicBezTo>
                        <a:pt x="34" y="1138"/>
                        <a:pt x="1" y="1238"/>
                        <a:pt x="68" y="1304"/>
                      </a:cubicBezTo>
                      <a:cubicBezTo>
                        <a:pt x="101" y="1338"/>
                        <a:pt x="134" y="1371"/>
                        <a:pt x="201" y="1371"/>
                      </a:cubicBezTo>
                      <a:cubicBezTo>
                        <a:pt x="234" y="1371"/>
                        <a:pt x="268" y="1371"/>
                        <a:pt x="301" y="1338"/>
                      </a:cubicBezTo>
                      <a:lnTo>
                        <a:pt x="1502" y="270"/>
                      </a:lnTo>
                      <a:cubicBezTo>
                        <a:pt x="1569" y="204"/>
                        <a:pt x="1569" y="137"/>
                        <a:pt x="1535" y="70"/>
                      </a:cubicBezTo>
                      <a:cubicBezTo>
                        <a:pt x="1494" y="29"/>
                        <a:pt x="1440" y="0"/>
                        <a:pt x="13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3"/>
                <p:cNvSpPr/>
                <p:nvPr/>
              </p:nvSpPr>
              <p:spPr>
                <a:xfrm>
                  <a:off x="2467775" y="3728200"/>
                  <a:ext cx="485375" cy="564500"/>
                </a:xfrm>
                <a:custGeom>
                  <a:avLst/>
                  <a:gdLst/>
                  <a:ahLst/>
                  <a:cxnLst/>
                  <a:rect l="l" t="t" r="r" b="b"/>
                  <a:pathLst>
                    <a:path w="19415" h="22580" extrusionOk="0">
                      <a:moveTo>
                        <a:pt x="13455" y="1"/>
                      </a:moveTo>
                      <a:cubicBezTo>
                        <a:pt x="12809" y="1"/>
                        <a:pt x="12053" y="548"/>
                        <a:pt x="11141" y="1665"/>
                      </a:cubicBezTo>
                      <a:cubicBezTo>
                        <a:pt x="11075" y="1732"/>
                        <a:pt x="11108" y="1832"/>
                        <a:pt x="11175" y="1865"/>
                      </a:cubicBezTo>
                      <a:cubicBezTo>
                        <a:pt x="11208" y="1898"/>
                        <a:pt x="11250" y="1915"/>
                        <a:pt x="11287" y="1915"/>
                      </a:cubicBezTo>
                      <a:cubicBezTo>
                        <a:pt x="11325" y="1915"/>
                        <a:pt x="11358" y="1898"/>
                        <a:pt x="11375" y="1865"/>
                      </a:cubicBezTo>
                      <a:cubicBezTo>
                        <a:pt x="12231" y="825"/>
                        <a:pt x="12947" y="318"/>
                        <a:pt x="13498" y="318"/>
                      </a:cubicBezTo>
                      <a:cubicBezTo>
                        <a:pt x="13548" y="318"/>
                        <a:pt x="13596" y="322"/>
                        <a:pt x="13643" y="331"/>
                      </a:cubicBezTo>
                      <a:cubicBezTo>
                        <a:pt x="14444" y="497"/>
                        <a:pt x="14844" y="1932"/>
                        <a:pt x="15111" y="2866"/>
                      </a:cubicBezTo>
                      <a:cubicBezTo>
                        <a:pt x="15211" y="3266"/>
                        <a:pt x="15278" y="3600"/>
                        <a:pt x="15378" y="3766"/>
                      </a:cubicBezTo>
                      <a:cubicBezTo>
                        <a:pt x="15587" y="4148"/>
                        <a:pt x="16001" y="4284"/>
                        <a:pt x="16490" y="4284"/>
                      </a:cubicBezTo>
                      <a:cubicBezTo>
                        <a:pt x="17326" y="4284"/>
                        <a:pt x="18382" y="3885"/>
                        <a:pt x="19014" y="3633"/>
                      </a:cubicBezTo>
                      <a:lnTo>
                        <a:pt x="19014" y="3633"/>
                      </a:lnTo>
                      <a:cubicBezTo>
                        <a:pt x="16812" y="10304"/>
                        <a:pt x="6805" y="21779"/>
                        <a:pt x="4637" y="22246"/>
                      </a:cubicBezTo>
                      <a:cubicBezTo>
                        <a:pt x="4554" y="22260"/>
                        <a:pt x="4477" y="22268"/>
                        <a:pt x="4405" y="22268"/>
                      </a:cubicBezTo>
                      <a:cubicBezTo>
                        <a:pt x="4304" y="22268"/>
                        <a:pt x="4215" y="22252"/>
                        <a:pt x="4136" y="22213"/>
                      </a:cubicBezTo>
                      <a:cubicBezTo>
                        <a:pt x="3970" y="22079"/>
                        <a:pt x="3903" y="21813"/>
                        <a:pt x="3870" y="21546"/>
                      </a:cubicBezTo>
                      <a:cubicBezTo>
                        <a:pt x="3803" y="21379"/>
                        <a:pt x="3770" y="21212"/>
                        <a:pt x="3703" y="21079"/>
                      </a:cubicBezTo>
                      <a:cubicBezTo>
                        <a:pt x="3510" y="20798"/>
                        <a:pt x="3262" y="20711"/>
                        <a:pt x="2992" y="20711"/>
                      </a:cubicBezTo>
                      <a:cubicBezTo>
                        <a:pt x="2749" y="20711"/>
                        <a:pt x="2488" y="20782"/>
                        <a:pt x="2235" y="20845"/>
                      </a:cubicBezTo>
                      <a:cubicBezTo>
                        <a:pt x="2003" y="20892"/>
                        <a:pt x="1755" y="20954"/>
                        <a:pt x="1535" y="20954"/>
                      </a:cubicBezTo>
                      <a:cubicBezTo>
                        <a:pt x="1439" y="20954"/>
                        <a:pt x="1349" y="20942"/>
                        <a:pt x="1268" y="20912"/>
                      </a:cubicBezTo>
                      <a:cubicBezTo>
                        <a:pt x="968" y="20812"/>
                        <a:pt x="767" y="20578"/>
                        <a:pt x="667" y="20278"/>
                      </a:cubicBezTo>
                      <a:cubicBezTo>
                        <a:pt x="334" y="19377"/>
                        <a:pt x="767" y="17743"/>
                        <a:pt x="1868" y="15808"/>
                      </a:cubicBezTo>
                      <a:cubicBezTo>
                        <a:pt x="1902" y="15742"/>
                        <a:pt x="1868" y="15641"/>
                        <a:pt x="1801" y="15575"/>
                      </a:cubicBezTo>
                      <a:cubicBezTo>
                        <a:pt x="1784" y="15566"/>
                        <a:pt x="1763" y="15562"/>
                        <a:pt x="1743" y="15562"/>
                      </a:cubicBezTo>
                      <a:cubicBezTo>
                        <a:pt x="1686" y="15562"/>
                        <a:pt x="1626" y="15593"/>
                        <a:pt x="1601" y="15641"/>
                      </a:cubicBezTo>
                      <a:cubicBezTo>
                        <a:pt x="434" y="17676"/>
                        <a:pt x="0" y="19377"/>
                        <a:pt x="367" y="20378"/>
                      </a:cubicBezTo>
                      <a:cubicBezTo>
                        <a:pt x="501" y="20778"/>
                        <a:pt x="767" y="21045"/>
                        <a:pt x="1168" y="21212"/>
                      </a:cubicBezTo>
                      <a:cubicBezTo>
                        <a:pt x="1294" y="21258"/>
                        <a:pt x="1425" y="21276"/>
                        <a:pt x="1558" y="21276"/>
                      </a:cubicBezTo>
                      <a:cubicBezTo>
                        <a:pt x="1811" y="21276"/>
                        <a:pt x="2073" y="21211"/>
                        <a:pt x="2335" y="21145"/>
                      </a:cubicBezTo>
                      <a:cubicBezTo>
                        <a:pt x="2593" y="21065"/>
                        <a:pt x="2812" y="21008"/>
                        <a:pt x="2992" y="21008"/>
                      </a:cubicBezTo>
                      <a:cubicBezTo>
                        <a:pt x="3185" y="21008"/>
                        <a:pt x="3333" y="21073"/>
                        <a:pt x="3436" y="21245"/>
                      </a:cubicBezTo>
                      <a:cubicBezTo>
                        <a:pt x="3503" y="21312"/>
                        <a:pt x="3536" y="21479"/>
                        <a:pt x="3569" y="21612"/>
                      </a:cubicBezTo>
                      <a:cubicBezTo>
                        <a:pt x="3603" y="21913"/>
                        <a:pt x="3703" y="22280"/>
                        <a:pt x="3970" y="22446"/>
                      </a:cubicBezTo>
                      <a:cubicBezTo>
                        <a:pt x="4103" y="22546"/>
                        <a:pt x="4237" y="22580"/>
                        <a:pt x="4437" y="22580"/>
                      </a:cubicBezTo>
                      <a:cubicBezTo>
                        <a:pt x="4503" y="22580"/>
                        <a:pt x="4603" y="22580"/>
                        <a:pt x="4704" y="22546"/>
                      </a:cubicBezTo>
                      <a:cubicBezTo>
                        <a:pt x="7005" y="22046"/>
                        <a:pt x="17346" y="10271"/>
                        <a:pt x="19414" y="3366"/>
                      </a:cubicBezTo>
                      <a:cubicBezTo>
                        <a:pt x="19414" y="3299"/>
                        <a:pt x="19414" y="3266"/>
                        <a:pt x="19347" y="3199"/>
                      </a:cubicBezTo>
                      <a:cubicBezTo>
                        <a:pt x="19331" y="3183"/>
                        <a:pt x="19306" y="3174"/>
                        <a:pt x="19276" y="3174"/>
                      </a:cubicBezTo>
                      <a:cubicBezTo>
                        <a:pt x="19247" y="3174"/>
                        <a:pt x="19214" y="3183"/>
                        <a:pt x="19181" y="3199"/>
                      </a:cubicBezTo>
                      <a:cubicBezTo>
                        <a:pt x="18431" y="3540"/>
                        <a:pt x="17265" y="3973"/>
                        <a:pt x="16470" y="3973"/>
                      </a:cubicBezTo>
                      <a:cubicBezTo>
                        <a:pt x="16097" y="3973"/>
                        <a:pt x="15806" y="3878"/>
                        <a:pt x="15678" y="3633"/>
                      </a:cubicBezTo>
                      <a:cubicBezTo>
                        <a:pt x="15578" y="3466"/>
                        <a:pt x="15511" y="3166"/>
                        <a:pt x="15411" y="2799"/>
                      </a:cubicBezTo>
                      <a:cubicBezTo>
                        <a:pt x="15111" y="1698"/>
                        <a:pt x="14711" y="230"/>
                        <a:pt x="13710" y="30"/>
                      </a:cubicBezTo>
                      <a:cubicBezTo>
                        <a:pt x="13627" y="10"/>
                        <a:pt x="13542" y="1"/>
                        <a:pt x="13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3"/>
                <p:cNvSpPr/>
                <p:nvPr/>
              </p:nvSpPr>
              <p:spPr>
                <a:xfrm>
                  <a:off x="2716275" y="3125075"/>
                  <a:ext cx="635475" cy="689800"/>
                </a:xfrm>
                <a:custGeom>
                  <a:avLst/>
                  <a:gdLst/>
                  <a:ahLst/>
                  <a:cxnLst/>
                  <a:rect l="l" t="t" r="r" b="b"/>
                  <a:pathLst>
                    <a:path w="25419" h="27592" extrusionOk="0">
                      <a:moveTo>
                        <a:pt x="24037" y="1"/>
                      </a:moveTo>
                      <a:cubicBezTo>
                        <a:pt x="23305" y="1"/>
                        <a:pt x="22383" y="400"/>
                        <a:pt x="21716" y="672"/>
                      </a:cubicBezTo>
                      <a:cubicBezTo>
                        <a:pt x="21583" y="739"/>
                        <a:pt x="21483" y="772"/>
                        <a:pt x="21383" y="805"/>
                      </a:cubicBezTo>
                      <a:cubicBezTo>
                        <a:pt x="16679" y="2740"/>
                        <a:pt x="15245" y="4741"/>
                        <a:pt x="5938" y="17751"/>
                      </a:cubicBezTo>
                      <a:cubicBezTo>
                        <a:pt x="4237" y="20086"/>
                        <a:pt x="2302" y="22788"/>
                        <a:pt x="34" y="25923"/>
                      </a:cubicBezTo>
                      <a:cubicBezTo>
                        <a:pt x="1" y="25990"/>
                        <a:pt x="1" y="26090"/>
                        <a:pt x="67" y="26157"/>
                      </a:cubicBezTo>
                      <a:cubicBezTo>
                        <a:pt x="95" y="26171"/>
                        <a:pt x="128" y="26179"/>
                        <a:pt x="163" y="26179"/>
                      </a:cubicBezTo>
                      <a:cubicBezTo>
                        <a:pt x="211" y="26179"/>
                        <a:pt x="262" y="26162"/>
                        <a:pt x="301" y="26123"/>
                      </a:cubicBezTo>
                      <a:cubicBezTo>
                        <a:pt x="2569" y="22988"/>
                        <a:pt x="4504" y="20252"/>
                        <a:pt x="6172" y="17917"/>
                      </a:cubicBezTo>
                      <a:cubicBezTo>
                        <a:pt x="15445" y="5008"/>
                        <a:pt x="16879" y="3007"/>
                        <a:pt x="21483" y="1105"/>
                      </a:cubicBezTo>
                      <a:cubicBezTo>
                        <a:pt x="21583" y="1072"/>
                        <a:pt x="21716" y="1005"/>
                        <a:pt x="21816" y="972"/>
                      </a:cubicBezTo>
                      <a:cubicBezTo>
                        <a:pt x="22433" y="715"/>
                        <a:pt x="23367" y="319"/>
                        <a:pt x="24038" y="319"/>
                      </a:cubicBezTo>
                      <a:cubicBezTo>
                        <a:pt x="24238" y="319"/>
                        <a:pt x="24414" y="354"/>
                        <a:pt x="24551" y="438"/>
                      </a:cubicBezTo>
                      <a:cubicBezTo>
                        <a:pt x="24785" y="572"/>
                        <a:pt x="24885" y="839"/>
                        <a:pt x="24918" y="1272"/>
                      </a:cubicBezTo>
                      <a:cubicBezTo>
                        <a:pt x="25119" y="5909"/>
                        <a:pt x="22750" y="9812"/>
                        <a:pt x="9207" y="27358"/>
                      </a:cubicBezTo>
                      <a:cubicBezTo>
                        <a:pt x="9140" y="27424"/>
                        <a:pt x="9174" y="27524"/>
                        <a:pt x="9241" y="27558"/>
                      </a:cubicBezTo>
                      <a:cubicBezTo>
                        <a:pt x="9274" y="27591"/>
                        <a:pt x="9307" y="27591"/>
                        <a:pt x="9341" y="27591"/>
                      </a:cubicBezTo>
                      <a:cubicBezTo>
                        <a:pt x="9374" y="27591"/>
                        <a:pt x="9441" y="27591"/>
                        <a:pt x="9474" y="27558"/>
                      </a:cubicBezTo>
                      <a:cubicBezTo>
                        <a:pt x="23084" y="9945"/>
                        <a:pt x="25419" y="6009"/>
                        <a:pt x="25219" y="1239"/>
                      </a:cubicBezTo>
                      <a:cubicBezTo>
                        <a:pt x="25219" y="739"/>
                        <a:pt x="25052" y="372"/>
                        <a:pt x="24718" y="171"/>
                      </a:cubicBezTo>
                      <a:cubicBezTo>
                        <a:pt x="24528" y="50"/>
                        <a:pt x="24294" y="1"/>
                        <a:pt x="240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3"/>
                <p:cNvSpPr/>
                <p:nvPr/>
              </p:nvSpPr>
              <p:spPr>
                <a:xfrm>
                  <a:off x="1747250" y="4603100"/>
                  <a:ext cx="406975" cy="156600"/>
                </a:xfrm>
                <a:custGeom>
                  <a:avLst/>
                  <a:gdLst/>
                  <a:ahLst/>
                  <a:cxnLst/>
                  <a:rect l="l" t="t" r="r" b="b"/>
                  <a:pathLst>
                    <a:path w="16279" h="6264" extrusionOk="0">
                      <a:moveTo>
                        <a:pt x="15912" y="426"/>
                      </a:moveTo>
                      <a:cubicBezTo>
                        <a:pt x="15578" y="2328"/>
                        <a:pt x="14611" y="3929"/>
                        <a:pt x="13577" y="5530"/>
                      </a:cubicBezTo>
                      <a:cubicBezTo>
                        <a:pt x="13544" y="5597"/>
                        <a:pt x="13544" y="5630"/>
                        <a:pt x="13510" y="5663"/>
                      </a:cubicBezTo>
                      <a:cubicBezTo>
                        <a:pt x="13398" y="5856"/>
                        <a:pt x="13340" y="5956"/>
                        <a:pt x="12835" y="5956"/>
                      </a:cubicBezTo>
                      <a:cubicBezTo>
                        <a:pt x="12290" y="5956"/>
                        <a:pt x="11224" y="5839"/>
                        <a:pt x="9007" y="5597"/>
                      </a:cubicBezTo>
                      <a:cubicBezTo>
                        <a:pt x="7539" y="5430"/>
                        <a:pt x="5605" y="5230"/>
                        <a:pt x="3003" y="4963"/>
                      </a:cubicBezTo>
                      <a:cubicBezTo>
                        <a:pt x="2736" y="4930"/>
                        <a:pt x="2436" y="4930"/>
                        <a:pt x="2135" y="4896"/>
                      </a:cubicBezTo>
                      <a:cubicBezTo>
                        <a:pt x="1435" y="4863"/>
                        <a:pt x="534" y="4796"/>
                        <a:pt x="368" y="4529"/>
                      </a:cubicBezTo>
                      <a:cubicBezTo>
                        <a:pt x="334" y="4463"/>
                        <a:pt x="334" y="4362"/>
                        <a:pt x="434" y="4229"/>
                      </a:cubicBezTo>
                      <a:cubicBezTo>
                        <a:pt x="601" y="3962"/>
                        <a:pt x="1535" y="2561"/>
                        <a:pt x="2302" y="2394"/>
                      </a:cubicBezTo>
                      <a:cubicBezTo>
                        <a:pt x="3203" y="2228"/>
                        <a:pt x="4871" y="2061"/>
                        <a:pt x="6805" y="1861"/>
                      </a:cubicBezTo>
                      <a:cubicBezTo>
                        <a:pt x="10341" y="1527"/>
                        <a:pt x="14344" y="1160"/>
                        <a:pt x="15912" y="426"/>
                      </a:cubicBezTo>
                      <a:close/>
                      <a:moveTo>
                        <a:pt x="16108" y="1"/>
                      </a:moveTo>
                      <a:cubicBezTo>
                        <a:pt x="16079" y="1"/>
                        <a:pt x="16045" y="9"/>
                        <a:pt x="16012" y="26"/>
                      </a:cubicBezTo>
                      <a:cubicBezTo>
                        <a:pt x="14744" y="793"/>
                        <a:pt x="10341" y="1227"/>
                        <a:pt x="6772" y="1560"/>
                      </a:cubicBezTo>
                      <a:cubicBezTo>
                        <a:pt x="4837" y="1761"/>
                        <a:pt x="3136" y="1894"/>
                        <a:pt x="2236" y="2094"/>
                      </a:cubicBezTo>
                      <a:cubicBezTo>
                        <a:pt x="1235" y="2294"/>
                        <a:pt x="167" y="4062"/>
                        <a:pt x="134" y="4062"/>
                      </a:cubicBezTo>
                      <a:cubicBezTo>
                        <a:pt x="34" y="4296"/>
                        <a:pt x="1" y="4529"/>
                        <a:pt x="101" y="4696"/>
                      </a:cubicBezTo>
                      <a:cubicBezTo>
                        <a:pt x="334" y="5096"/>
                        <a:pt x="1168" y="5163"/>
                        <a:pt x="2135" y="5196"/>
                      </a:cubicBezTo>
                      <a:cubicBezTo>
                        <a:pt x="2402" y="5230"/>
                        <a:pt x="2703" y="5230"/>
                        <a:pt x="2969" y="5263"/>
                      </a:cubicBezTo>
                      <a:cubicBezTo>
                        <a:pt x="5571" y="5530"/>
                        <a:pt x="7506" y="5730"/>
                        <a:pt x="8974" y="5897"/>
                      </a:cubicBezTo>
                      <a:cubicBezTo>
                        <a:pt x="11142" y="6130"/>
                        <a:pt x="12243" y="6264"/>
                        <a:pt x="12876" y="6264"/>
                      </a:cubicBezTo>
                      <a:cubicBezTo>
                        <a:pt x="13544" y="6264"/>
                        <a:pt x="13610" y="6130"/>
                        <a:pt x="13777" y="5830"/>
                      </a:cubicBezTo>
                      <a:cubicBezTo>
                        <a:pt x="13810" y="5797"/>
                        <a:pt x="13810" y="5763"/>
                        <a:pt x="13844" y="5697"/>
                      </a:cubicBezTo>
                      <a:cubicBezTo>
                        <a:pt x="14945" y="3962"/>
                        <a:pt x="15979" y="2261"/>
                        <a:pt x="16246" y="159"/>
                      </a:cubicBezTo>
                      <a:cubicBezTo>
                        <a:pt x="16279" y="93"/>
                        <a:pt x="16246" y="59"/>
                        <a:pt x="16179" y="26"/>
                      </a:cubicBezTo>
                      <a:cubicBezTo>
                        <a:pt x="16162" y="9"/>
                        <a:pt x="16137" y="1"/>
                        <a:pt x="16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3"/>
                <p:cNvSpPr/>
                <p:nvPr/>
              </p:nvSpPr>
              <p:spPr>
                <a:xfrm>
                  <a:off x="2047475" y="4273075"/>
                  <a:ext cx="563750" cy="569200"/>
                </a:xfrm>
                <a:custGeom>
                  <a:avLst/>
                  <a:gdLst/>
                  <a:ahLst/>
                  <a:cxnLst/>
                  <a:rect l="l" t="t" r="r" b="b"/>
                  <a:pathLst>
                    <a:path w="22550" h="22768" extrusionOk="0">
                      <a:moveTo>
                        <a:pt x="22366" y="1"/>
                      </a:moveTo>
                      <a:cubicBezTo>
                        <a:pt x="22324" y="1"/>
                        <a:pt x="22283" y="18"/>
                        <a:pt x="22249" y="51"/>
                      </a:cubicBezTo>
                      <a:cubicBezTo>
                        <a:pt x="21916" y="384"/>
                        <a:pt x="21549" y="918"/>
                        <a:pt x="21082" y="1619"/>
                      </a:cubicBezTo>
                      <a:cubicBezTo>
                        <a:pt x="19314" y="4321"/>
                        <a:pt x="15611" y="9958"/>
                        <a:pt x="2669" y="21099"/>
                      </a:cubicBezTo>
                      <a:cubicBezTo>
                        <a:pt x="1354" y="22249"/>
                        <a:pt x="849" y="22455"/>
                        <a:pt x="655" y="22455"/>
                      </a:cubicBezTo>
                      <a:cubicBezTo>
                        <a:pt x="613" y="22455"/>
                        <a:pt x="585" y="22446"/>
                        <a:pt x="567" y="22434"/>
                      </a:cubicBezTo>
                      <a:cubicBezTo>
                        <a:pt x="334" y="22300"/>
                        <a:pt x="767" y="20933"/>
                        <a:pt x="1134" y="19732"/>
                      </a:cubicBezTo>
                      <a:lnTo>
                        <a:pt x="1268" y="19331"/>
                      </a:lnTo>
                      <a:cubicBezTo>
                        <a:pt x="1301" y="19265"/>
                        <a:pt x="1234" y="19165"/>
                        <a:pt x="1168" y="19131"/>
                      </a:cubicBezTo>
                      <a:cubicBezTo>
                        <a:pt x="1068" y="19131"/>
                        <a:pt x="1001" y="19165"/>
                        <a:pt x="968" y="19231"/>
                      </a:cubicBezTo>
                      <a:lnTo>
                        <a:pt x="834" y="19632"/>
                      </a:lnTo>
                      <a:cubicBezTo>
                        <a:pt x="234" y="21500"/>
                        <a:pt x="0" y="22434"/>
                        <a:pt x="400" y="22700"/>
                      </a:cubicBezTo>
                      <a:cubicBezTo>
                        <a:pt x="467" y="22734"/>
                        <a:pt x="534" y="22767"/>
                        <a:pt x="634" y="22767"/>
                      </a:cubicBezTo>
                      <a:cubicBezTo>
                        <a:pt x="968" y="22767"/>
                        <a:pt x="1601" y="22434"/>
                        <a:pt x="2869" y="21333"/>
                      </a:cubicBezTo>
                      <a:cubicBezTo>
                        <a:pt x="15845" y="10158"/>
                        <a:pt x="19581" y="4521"/>
                        <a:pt x="21349" y="1785"/>
                      </a:cubicBezTo>
                      <a:cubicBezTo>
                        <a:pt x="21816" y="1085"/>
                        <a:pt x="22149" y="585"/>
                        <a:pt x="22483" y="251"/>
                      </a:cubicBezTo>
                      <a:cubicBezTo>
                        <a:pt x="22550" y="184"/>
                        <a:pt x="22550" y="84"/>
                        <a:pt x="22483" y="51"/>
                      </a:cubicBezTo>
                      <a:cubicBezTo>
                        <a:pt x="22450" y="18"/>
                        <a:pt x="22408" y="1"/>
                        <a:pt x="223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3"/>
                <p:cNvSpPr/>
                <p:nvPr/>
              </p:nvSpPr>
              <p:spPr>
                <a:xfrm>
                  <a:off x="2145875" y="4098650"/>
                  <a:ext cx="337750" cy="512625"/>
                </a:xfrm>
                <a:custGeom>
                  <a:avLst/>
                  <a:gdLst/>
                  <a:ahLst/>
                  <a:cxnLst/>
                  <a:rect l="l" t="t" r="r" b="b"/>
                  <a:pathLst>
                    <a:path w="13510" h="20505" extrusionOk="0">
                      <a:moveTo>
                        <a:pt x="13317" y="1"/>
                      </a:moveTo>
                      <a:cubicBezTo>
                        <a:pt x="13272" y="1"/>
                        <a:pt x="13229" y="17"/>
                        <a:pt x="13210" y="56"/>
                      </a:cubicBezTo>
                      <a:cubicBezTo>
                        <a:pt x="10007" y="4926"/>
                        <a:pt x="7606" y="8229"/>
                        <a:pt x="5638" y="10864"/>
                      </a:cubicBezTo>
                      <a:cubicBezTo>
                        <a:pt x="2836" y="14667"/>
                        <a:pt x="1168" y="16968"/>
                        <a:pt x="0" y="20271"/>
                      </a:cubicBezTo>
                      <a:cubicBezTo>
                        <a:pt x="0" y="20371"/>
                        <a:pt x="34" y="20438"/>
                        <a:pt x="100" y="20471"/>
                      </a:cubicBezTo>
                      <a:cubicBezTo>
                        <a:pt x="134" y="20471"/>
                        <a:pt x="134" y="20504"/>
                        <a:pt x="167" y="20504"/>
                      </a:cubicBezTo>
                      <a:cubicBezTo>
                        <a:pt x="234" y="20504"/>
                        <a:pt x="301" y="20438"/>
                        <a:pt x="301" y="20371"/>
                      </a:cubicBezTo>
                      <a:cubicBezTo>
                        <a:pt x="1435" y="17102"/>
                        <a:pt x="3136" y="14833"/>
                        <a:pt x="5905" y="11064"/>
                      </a:cubicBezTo>
                      <a:cubicBezTo>
                        <a:pt x="7839" y="8396"/>
                        <a:pt x="10274" y="5127"/>
                        <a:pt x="13443" y="223"/>
                      </a:cubicBezTo>
                      <a:cubicBezTo>
                        <a:pt x="13510" y="156"/>
                        <a:pt x="13477" y="56"/>
                        <a:pt x="13410" y="23"/>
                      </a:cubicBezTo>
                      <a:cubicBezTo>
                        <a:pt x="13382" y="9"/>
                        <a:pt x="13349" y="1"/>
                        <a:pt x="13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3"/>
                <p:cNvSpPr/>
                <p:nvPr/>
              </p:nvSpPr>
              <p:spPr>
                <a:xfrm>
                  <a:off x="2008275" y="4537025"/>
                  <a:ext cx="173475" cy="100925"/>
                </a:xfrm>
                <a:custGeom>
                  <a:avLst/>
                  <a:gdLst/>
                  <a:ahLst/>
                  <a:cxnLst/>
                  <a:rect l="l" t="t" r="r" b="b"/>
                  <a:pathLst>
                    <a:path w="6939" h="4037" extrusionOk="0">
                      <a:moveTo>
                        <a:pt x="6772" y="0"/>
                      </a:moveTo>
                      <a:cubicBezTo>
                        <a:pt x="5638" y="134"/>
                        <a:pt x="4804" y="201"/>
                        <a:pt x="4137" y="234"/>
                      </a:cubicBezTo>
                      <a:cubicBezTo>
                        <a:pt x="2002" y="401"/>
                        <a:pt x="1935" y="401"/>
                        <a:pt x="934" y="1702"/>
                      </a:cubicBezTo>
                      <a:cubicBezTo>
                        <a:pt x="734" y="1935"/>
                        <a:pt x="534" y="2235"/>
                        <a:pt x="234" y="2569"/>
                      </a:cubicBezTo>
                      <a:cubicBezTo>
                        <a:pt x="0" y="2836"/>
                        <a:pt x="134" y="3003"/>
                        <a:pt x="401" y="3336"/>
                      </a:cubicBezTo>
                      <a:cubicBezTo>
                        <a:pt x="534" y="3470"/>
                        <a:pt x="701" y="3670"/>
                        <a:pt x="901" y="3970"/>
                      </a:cubicBezTo>
                      <a:cubicBezTo>
                        <a:pt x="934" y="4003"/>
                        <a:pt x="1001" y="4037"/>
                        <a:pt x="1034" y="4037"/>
                      </a:cubicBezTo>
                      <a:cubicBezTo>
                        <a:pt x="1068" y="4037"/>
                        <a:pt x="1101" y="4003"/>
                        <a:pt x="1135" y="4003"/>
                      </a:cubicBezTo>
                      <a:cubicBezTo>
                        <a:pt x="1201" y="3937"/>
                        <a:pt x="1201" y="3837"/>
                        <a:pt x="1168" y="3770"/>
                      </a:cubicBezTo>
                      <a:cubicBezTo>
                        <a:pt x="934" y="3470"/>
                        <a:pt x="768" y="3269"/>
                        <a:pt x="668" y="3136"/>
                      </a:cubicBezTo>
                      <a:cubicBezTo>
                        <a:pt x="534" y="3003"/>
                        <a:pt x="434" y="2869"/>
                        <a:pt x="434" y="2836"/>
                      </a:cubicBezTo>
                      <a:cubicBezTo>
                        <a:pt x="434" y="2836"/>
                        <a:pt x="434" y="2836"/>
                        <a:pt x="467" y="2769"/>
                      </a:cubicBezTo>
                      <a:cubicBezTo>
                        <a:pt x="768" y="2436"/>
                        <a:pt x="1001" y="2135"/>
                        <a:pt x="1168" y="1902"/>
                      </a:cubicBezTo>
                      <a:cubicBezTo>
                        <a:pt x="2102" y="701"/>
                        <a:pt x="2102" y="701"/>
                        <a:pt x="4170" y="568"/>
                      </a:cubicBezTo>
                      <a:cubicBezTo>
                        <a:pt x="4804" y="501"/>
                        <a:pt x="5671" y="434"/>
                        <a:pt x="6805" y="334"/>
                      </a:cubicBezTo>
                      <a:cubicBezTo>
                        <a:pt x="6872" y="301"/>
                        <a:pt x="6939" y="234"/>
                        <a:pt x="6939" y="134"/>
                      </a:cubicBezTo>
                      <a:cubicBezTo>
                        <a:pt x="6939" y="67"/>
                        <a:pt x="6839" y="0"/>
                        <a:pt x="6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3"/>
                <p:cNvSpPr/>
                <p:nvPr/>
              </p:nvSpPr>
              <p:spPr>
                <a:xfrm>
                  <a:off x="2130025" y="4678250"/>
                  <a:ext cx="246875" cy="276600"/>
                </a:xfrm>
                <a:custGeom>
                  <a:avLst/>
                  <a:gdLst/>
                  <a:ahLst/>
                  <a:cxnLst/>
                  <a:rect l="l" t="t" r="r" b="b"/>
                  <a:pathLst>
                    <a:path w="9875" h="11064" extrusionOk="0">
                      <a:moveTo>
                        <a:pt x="4899" y="0"/>
                      </a:moveTo>
                      <a:cubicBezTo>
                        <a:pt x="4865" y="0"/>
                        <a:pt x="4832" y="8"/>
                        <a:pt x="4804" y="22"/>
                      </a:cubicBezTo>
                      <a:cubicBezTo>
                        <a:pt x="4737" y="56"/>
                        <a:pt x="4704" y="156"/>
                        <a:pt x="4771" y="222"/>
                      </a:cubicBezTo>
                      <a:cubicBezTo>
                        <a:pt x="6572" y="3024"/>
                        <a:pt x="7973" y="5559"/>
                        <a:pt x="9074" y="7961"/>
                      </a:cubicBezTo>
                      <a:cubicBezTo>
                        <a:pt x="9507" y="8962"/>
                        <a:pt x="8507" y="9829"/>
                        <a:pt x="7673" y="10563"/>
                      </a:cubicBezTo>
                      <a:lnTo>
                        <a:pt x="7506" y="10730"/>
                      </a:lnTo>
                      <a:cubicBezTo>
                        <a:pt x="7306" y="10730"/>
                        <a:pt x="6472" y="9896"/>
                        <a:pt x="5671" y="9095"/>
                      </a:cubicBezTo>
                      <a:cubicBezTo>
                        <a:pt x="4337" y="7761"/>
                        <a:pt x="2502" y="5926"/>
                        <a:pt x="267" y="4259"/>
                      </a:cubicBezTo>
                      <a:cubicBezTo>
                        <a:pt x="240" y="4245"/>
                        <a:pt x="206" y="4237"/>
                        <a:pt x="174" y="4237"/>
                      </a:cubicBezTo>
                      <a:cubicBezTo>
                        <a:pt x="129" y="4237"/>
                        <a:pt x="87" y="4253"/>
                        <a:pt x="67" y="4292"/>
                      </a:cubicBezTo>
                      <a:cubicBezTo>
                        <a:pt x="1" y="4359"/>
                        <a:pt x="34" y="4459"/>
                        <a:pt x="101" y="4525"/>
                      </a:cubicBezTo>
                      <a:cubicBezTo>
                        <a:pt x="2302" y="6160"/>
                        <a:pt x="4137" y="7995"/>
                        <a:pt x="5438" y="9329"/>
                      </a:cubicBezTo>
                      <a:cubicBezTo>
                        <a:pt x="6672" y="10530"/>
                        <a:pt x="7206" y="11063"/>
                        <a:pt x="7506" y="11063"/>
                      </a:cubicBezTo>
                      <a:cubicBezTo>
                        <a:pt x="7573" y="11063"/>
                        <a:pt x="7639" y="11030"/>
                        <a:pt x="7673" y="10963"/>
                      </a:cubicBezTo>
                      <a:lnTo>
                        <a:pt x="7906" y="10797"/>
                      </a:lnTo>
                      <a:cubicBezTo>
                        <a:pt x="8740" y="10063"/>
                        <a:pt x="9874" y="9029"/>
                        <a:pt x="9341" y="7828"/>
                      </a:cubicBezTo>
                      <a:cubicBezTo>
                        <a:pt x="8273" y="5426"/>
                        <a:pt x="6839" y="2858"/>
                        <a:pt x="5037" y="56"/>
                      </a:cubicBezTo>
                      <a:cubicBezTo>
                        <a:pt x="4998" y="16"/>
                        <a:pt x="4948" y="0"/>
                        <a:pt x="48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3"/>
                <p:cNvSpPr/>
                <p:nvPr/>
              </p:nvSpPr>
              <p:spPr>
                <a:xfrm>
                  <a:off x="2687100" y="4193225"/>
                  <a:ext cx="159300" cy="57775"/>
                </a:xfrm>
                <a:custGeom>
                  <a:avLst/>
                  <a:gdLst/>
                  <a:ahLst/>
                  <a:cxnLst/>
                  <a:rect l="l" t="t" r="r" b="b"/>
                  <a:pathLst>
                    <a:path w="6372" h="2311" extrusionOk="0">
                      <a:moveTo>
                        <a:pt x="194" y="0"/>
                      </a:moveTo>
                      <a:cubicBezTo>
                        <a:pt x="132" y="0"/>
                        <a:pt x="61" y="55"/>
                        <a:pt x="33" y="109"/>
                      </a:cubicBezTo>
                      <a:cubicBezTo>
                        <a:pt x="0" y="209"/>
                        <a:pt x="67" y="276"/>
                        <a:pt x="134" y="309"/>
                      </a:cubicBezTo>
                      <a:cubicBezTo>
                        <a:pt x="2135" y="1010"/>
                        <a:pt x="4103" y="1677"/>
                        <a:pt x="6138" y="2278"/>
                      </a:cubicBezTo>
                      <a:cubicBezTo>
                        <a:pt x="6171" y="2311"/>
                        <a:pt x="6171" y="2311"/>
                        <a:pt x="6205" y="2311"/>
                      </a:cubicBezTo>
                      <a:cubicBezTo>
                        <a:pt x="6271" y="2311"/>
                        <a:pt x="6338" y="2244"/>
                        <a:pt x="6338" y="2177"/>
                      </a:cubicBezTo>
                      <a:cubicBezTo>
                        <a:pt x="6371" y="2111"/>
                        <a:pt x="6338" y="2011"/>
                        <a:pt x="6238" y="1977"/>
                      </a:cubicBezTo>
                      <a:cubicBezTo>
                        <a:pt x="4203" y="1377"/>
                        <a:pt x="2235" y="710"/>
                        <a:pt x="234" y="9"/>
                      </a:cubicBezTo>
                      <a:cubicBezTo>
                        <a:pt x="221" y="3"/>
                        <a:pt x="208" y="0"/>
                        <a:pt x="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3"/>
                <p:cNvSpPr/>
                <p:nvPr/>
              </p:nvSpPr>
              <p:spPr>
                <a:xfrm>
                  <a:off x="2808850" y="4074600"/>
                  <a:ext cx="51725" cy="58825"/>
                </a:xfrm>
                <a:custGeom>
                  <a:avLst/>
                  <a:gdLst/>
                  <a:ahLst/>
                  <a:cxnLst/>
                  <a:rect l="l" t="t" r="r" b="b"/>
                  <a:pathLst>
                    <a:path w="2069" h="2353" extrusionOk="0">
                      <a:moveTo>
                        <a:pt x="167" y="1"/>
                      </a:moveTo>
                      <a:cubicBezTo>
                        <a:pt x="134" y="1"/>
                        <a:pt x="100" y="18"/>
                        <a:pt x="67" y="51"/>
                      </a:cubicBezTo>
                      <a:cubicBezTo>
                        <a:pt x="0" y="84"/>
                        <a:pt x="0" y="184"/>
                        <a:pt x="34" y="251"/>
                      </a:cubicBezTo>
                      <a:cubicBezTo>
                        <a:pt x="634" y="918"/>
                        <a:pt x="1201" y="1585"/>
                        <a:pt x="1768" y="2286"/>
                      </a:cubicBezTo>
                      <a:cubicBezTo>
                        <a:pt x="1802" y="2319"/>
                        <a:pt x="1835" y="2353"/>
                        <a:pt x="1868" y="2353"/>
                      </a:cubicBezTo>
                      <a:cubicBezTo>
                        <a:pt x="1902" y="2353"/>
                        <a:pt x="1968" y="2319"/>
                        <a:pt x="1968" y="2286"/>
                      </a:cubicBezTo>
                      <a:cubicBezTo>
                        <a:pt x="2035" y="2252"/>
                        <a:pt x="2068" y="2152"/>
                        <a:pt x="2002" y="2086"/>
                      </a:cubicBezTo>
                      <a:cubicBezTo>
                        <a:pt x="1435" y="1385"/>
                        <a:pt x="868" y="718"/>
                        <a:pt x="267" y="51"/>
                      </a:cubicBezTo>
                      <a:cubicBezTo>
                        <a:pt x="234" y="18"/>
                        <a:pt x="200"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3"/>
                <p:cNvSpPr/>
                <p:nvPr/>
              </p:nvSpPr>
              <p:spPr>
                <a:xfrm>
                  <a:off x="2775475" y="4144250"/>
                  <a:ext cx="72600" cy="19200"/>
                </a:xfrm>
                <a:custGeom>
                  <a:avLst/>
                  <a:gdLst/>
                  <a:ahLst/>
                  <a:cxnLst/>
                  <a:rect l="l" t="t" r="r" b="b"/>
                  <a:pathLst>
                    <a:path w="2904" h="768" extrusionOk="0">
                      <a:moveTo>
                        <a:pt x="168" y="0"/>
                      </a:moveTo>
                      <a:cubicBezTo>
                        <a:pt x="101" y="0"/>
                        <a:pt x="34" y="67"/>
                        <a:pt x="1" y="167"/>
                      </a:cubicBezTo>
                      <a:cubicBezTo>
                        <a:pt x="1" y="234"/>
                        <a:pt x="68" y="300"/>
                        <a:pt x="168" y="334"/>
                      </a:cubicBezTo>
                      <a:cubicBezTo>
                        <a:pt x="1002" y="400"/>
                        <a:pt x="1869" y="534"/>
                        <a:pt x="2703" y="767"/>
                      </a:cubicBezTo>
                      <a:lnTo>
                        <a:pt x="2736" y="767"/>
                      </a:lnTo>
                      <a:cubicBezTo>
                        <a:pt x="2803" y="767"/>
                        <a:pt x="2870" y="701"/>
                        <a:pt x="2903" y="634"/>
                      </a:cubicBezTo>
                      <a:cubicBezTo>
                        <a:pt x="2903" y="567"/>
                        <a:pt x="2870" y="467"/>
                        <a:pt x="2770" y="467"/>
                      </a:cubicBezTo>
                      <a:cubicBezTo>
                        <a:pt x="1936" y="234"/>
                        <a:pt x="1068" y="10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3"/>
                <p:cNvSpPr/>
                <p:nvPr/>
              </p:nvSpPr>
              <p:spPr>
                <a:xfrm>
                  <a:off x="2752975" y="4176550"/>
                  <a:ext cx="76750" cy="26925"/>
                </a:xfrm>
                <a:custGeom>
                  <a:avLst/>
                  <a:gdLst/>
                  <a:ahLst/>
                  <a:cxnLst/>
                  <a:rect l="l" t="t" r="r" b="b"/>
                  <a:pathLst>
                    <a:path w="3070" h="1077" extrusionOk="0">
                      <a:moveTo>
                        <a:pt x="182" y="0"/>
                      </a:moveTo>
                      <a:cubicBezTo>
                        <a:pt x="110" y="0"/>
                        <a:pt x="61" y="55"/>
                        <a:pt x="34" y="109"/>
                      </a:cubicBezTo>
                      <a:cubicBezTo>
                        <a:pt x="0" y="209"/>
                        <a:pt x="34" y="276"/>
                        <a:pt x="134" y="309"/>
                      </a:cubicBezTo>
                      <a:cubicBezTo>
                        <a:pt x="1034" y="610"/>
                        <a:pt x="1935" y="876"/>
                        <a:pt x="2869" y="1077"/>
                      </a:cubicBezTo>
                      <a:lnTo>
                        <a:pt x="2902" y="1077"/>
                      </a:lnTo>
                      <a:cubicBezTo>
                        <a:pt x="2969" y="1077"/>
                        <a:pt x="3036" y="1010"/>
                        <a:pt x="3036" y="943"/>
                      </a:cubicBezTo>
                      <a:cubicBezTo>
                        <a:pt x="3069" y="843"/>
                        <a:pt x="3002" y="776"/>
                        <a:pt x="2936" y="743"/>
                      </a:cubicBezTo>
                      <a:cubicBezTo>
                        <a:pt x="2002" y="576"/>
                        <a:pt x="1101" y="309"/>
                        <a:pt x="234" y="9"/>
                      </a:cubicBezTo>
                      <a:cubicBezTo>
                        <a:pt x="215" y="3"/>
                        <a:pt x="198" y="0"/>
                        <a:pt x="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3"/>
                <p:cNvSpPr/>
                <p:nvPr/>
              </p:nvSpPr>
              <p:spPr>
                <a:xfrm>
                  <a:off x="2930600" y="3847300"/>
                  <a:ext cx="83425" cy="137675"/>
                </a:xfrm>
                <a:custGeom>
                  <a:avLst/>
                  <a:gdLst/>
                  <a:ahLst/>
                  <a:cxnLst/>
                  <a:rect l="l" t="t" r="r" b="b"/>
                  <a:pathLst>
                    <a:path w="3337" h="5507" extrusionOk="0">
                      <a:moveTo>
                        <a:pt x="186" y="0"/>
                      </a:moveTo>
                      <a:cubicBezTo>
                        <a:pt x="156" y="0"/>
                        <a:pt x="126" y="11"/>
                        <a:pt x="100" y="36"/>
                      </a:cubicBezTo>
                      <a:cubicBezTo>
                        <a:pt x="34" y="70"/>
                        <a:pt x="0" y="170"/>
                        <a:pt x="34" y="237"/>
                      </a:cubicBezTo>
                      <a:cubicBezTo>
                        <a:pt x="1034" y="2004"/>
                        <a:pt x="2002" y="3672"/>
                        <a:pt x="3036" y="5407"/>
                      </a:cubicBezTo>
                      <a:cubicBezTo>
                        <a:pt x="3069" y="5474"/>
                        <a:pt x="3103" y="5507"/>
                        <a:pt x="3169" y="5507"/>
                      </a:cubicBezTo>
                      <a:cubicBezTo>
                        <a:pt x="3203" y="5507"/>
                        <a:pt x="3236" y="5474"/>
                        <a:pt x="3236" y="5474"/>
                      </a:cubicBezTo>
                      <a:cubicBezTo>
                        <a:pt x="3336" y="5440"/>
                        <a:pt x="3336" y="5340"/>
                        <a:pt x="3303" y="5240"/>
                      </a:cubicBezTo>
                      <a:cubicBezTo>
                        <a:pt x="2269" y="3539"/>
                        <a:pt x="1301" y="1838"/>
                        <a:pt x="301" y="70"/>
                      </a:cubicBezTo>
                      <a:cubicBezTo>
                        <a:pt x="280" y="29"/>
                        <a:pt x="234"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3"/>
                <p:cNvSpPr/>
                <p:nvPr/>
              </p:nvSpPr>
              <p:spPr>
                <a:xfrm>
                  <a:off x="2941450" y="3896250"/>
                  <a:ext cx="50050" cy="82075"/>
                </a:xfrm>
                <a:custGeom>
                  <a:avLst/>
                  <a:gdLst/>
                  <a:ahLst/>
                  <a:cxnLst/>
                  <a:rect l="l" t="t" r="r" b="b"/>
                  <a:pathLst>
                    <a:path w="2002" h="3283" extrusionOk="0">
                      <a:moveTo>
                        <a:pt x="159" y="0"/>
                      </a:moveTo>
                      <a:cubicBezTo>
                        <a:pt x="138" y="0"/>
                        <a:pt x="118" y="4"/>
                        <a:pt x="100" y="13"/>
                      </a:cubicBezTo>
                      <a:cubicBezTo>
                        <a:pt x="33" y="46"/>
                        <a:pt x="0" y="147"/>
                        <a:pt x="33" y="213"/>
                      </a:cubicBezTo>
                      <a:lnTo>
                        <a:pt x="1668" y="3182"/>
                      </a:lnTo>
                      <a:cubicBezTo>
                        <a:pt x="1701" y="3249"/>
                        <a:pt x="1768" y="3282"/>
                        <a:pt x="1801" y="3282"/>
                      </a:cubicBezTo>
                      <a:cubicBezTo>
                        <a:pt x="1835" y="3282"/>
                        <a:pt x="1868" y="3282"/>
                        <a:pt x="1901" y="3249"/>
                      </a:cubicBezTo>
                      <a:cubicBezTo>
                        <a:pt x="1968" y="3215"/>
                        <a:pt x="2001" y="3115"/>
                        <a:pt x="1935" y="3049"/>
                      </a:cubicBezTo>
                      <a:lnTo>
                        <a:pt x="300" y="80"/>
                      </a:lnTo>
                      <a:cubicBezTo>
                        <a:pt x="276" y="31"/>
                        <a:pt x="216"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3"/>
                <p:cNvSpPr/>
                <p:nvPr/>
              </p:nvSpPr>
              <p:spPr>
                <a:xfrm>
                  <a:off x="2609525" y="3828175"/>
                  <a:ext cx="75925" cy="17550"/>
                </a:xfrm>
                <a:custGeom>
                  <a:avLst/>
                  <a:gdLst/>
                  <a:ahLst/>
                  <a:cxnLst/>
                  <a:rect l="l" t="t" r="r" b="b"/>
                  <a:pathLst>
                    <a:path w="3037" h="702" extrusionOk="0">
                      <a:moveTo>
                        <a:pt x="201" y="1"/>
                      </a:moveTo>
                      <a:cubicBezTo>
                        <a:pt x="101" y="1"/>
                        <a:pt x="34" y="68"/>
                        <a:pt x="1" y="134"/>
                      </a:cubicBezTo>
                      <a:cubicBezTo>
                        <a:pt x="1" y="234"/>
                        <a:pt x="68" y="301"/>
                        <a:pt x="134" y="334"/>
                      </a:cubicBezTo>
                      <a:lnTo>
                        <a:pt x="2870" y="701"/>
                      </a:lnTo>
                      <a:cubicBezTo>
                        <a:pt x="2970" y="701"/>
                        <a:pt x="3036" y="635"/>
                        <a:pt x="3036" y="568"/>
                      </a:cubicBezTo>
                      <a:cubicBezTo>
                        <a:pt x="3036" y="468"/>
                        <a:pt x="3003" y="401"/>
                        <a:pt x="2903" y="401"/>
                      </a:cubicBez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3"/>
                <p:cNvSpPr/>
                <p:nvPr/>
              </p:nvSpPr>
              <p:spPr>
                <a:xfrm>
                  <a:off x="2907250" y="3936175"/>
                  <a:ext cx="66725" cy="75500"/>
                </a:xfrm>
                <a:custGeom>
                  <a:avLst/>
                  <a:gdLst/>
                  <a:ahLst/>
                  <a:cxnLst/>
                  <a:rect l="l" t="t" r="r" b="b"/>
                  <a:pathLst>
                    <a:path w="2669" h="3020" extrusionOk="0">
                      <a:moveTo>
                        <a:pt x="184" y="1"/>
                      </a:moveTo>
                      <a:cubicBezTo>
                        <a:pt x="142" y="1"/>
                        <a:pt x="100" y="17"/>
                        <a:pt x="67" y="51"/>
                      </a:cubicBezTo>
                      <a:cubicBezTo>
                        <a:pt x="0" y="84"/>
                        <a:pt x="0" y="184"/>
                        <a:pt x="34" y="251"/>
                      </a:cubicBezTo>
                      <a:lnTo>
                        <a:pt x="2369" y="2953"/>
                      </a:lnTo>
                      <a:cubicBezTo>
                        <a:pt x="2402" y="2986"/>
                        <a:pt x="2469" y="3019"/>
                        <a:pt x="2502" y="3019"/>
                      </a:cubicBezTo>
                      <a:cubicBezTo>
                        <a:pt x="2536" y="3019"/>
                        <a:pt x="2569" y="2986"/>
                        <a:pt x="2602" y="2953"/>
                      </a:cubicBezTo>
                      <a:cubicBezTo>
                        <a:pt x="2669" y="2919"/>
                        <a:pt x="2669" y="2819"/>
                        <a:pt x="2602" y="2753"/>
                      </a:cubicBezTo>
                      <a:lnTo>
                        <a:pt x="301" y="51"/>
                      </a:lnTo>
                      <a:cubicBezTo>
                        <a:pt x="267" y="17"/>
                        <a:pt x="226"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3"/>
                <p:cNvSpPr/>
                <p:nvPr/>
              </p:nvSpPr>
              <p:spPr>
                <a:xfrm>
                  <a:off x="3065700" y="4084725"/>
                  <a:ext cx="249375" cy="509025"/>
                </a:xfrm>
                <a:custGeom>
                  <a:avLst/>
                  <a:gdLst/>
                  <a:ahLst/>
                  <a:cxnLst/>
                  <a:rect l="l" t="t" r="r" b="b"/>
                  <a:pathLst>
                    <a:path w="9975" h="20361" extrusionOk="0">
                      <a:moveTo>
                        <a:pt x="155" y="0"/>
                      </a:moveTo>
                      <a:cubicBezTo>
                        <a:pt x="136" y="0"/>
                        <a:pt x="117" y="4"/>
                        <a:pt x="100" y="13"/>
                      </a:cubicBezTo>
                      <a:cubicBezTo>
                        <a:pt x="34" y="46"/>
                        <a:pt x="0" y="146"/>
                        <a:pt x="34" y="213"/>
                      </a:cubicBezTo>
                      <a:cubicBezTo>
                        <a:pt x="234" y="680"/>
                        <a:pt x="1501" y="2848"/>
                        <a:pt x="3136" y="5617"/>
                      </a:cubicBezTo>
                      <a:cubicBezTo>
                        <a:pt x="5704" y="9987"/>
                        <a:pt x="9574" y="16625"/>
                        <a:pt x="9640" y="17292"/>
                      </a:cubicBezTo>
                      <a:cubicBezTo>
                        <a:pt x="9674" y="17625"/>
                        <a:pt x="8907" y="19960"/>
                        <a:pt x="8606" y="20027"/>
                      </a:cubicBezTo>
                      <a:cubicBezTo>
                        <a:pt x="8606" y="20027"/>
                        <a:pt x="8573" y="20027"/>
                        <a:pt x="8540" y="19927"/>
                      </a:cubicBezTo>
                      <a:cubicBezTo>
                        <a:pt x="8440" y="19660"/>
                        <a:pt x="8340" y="19427"/>
                        <a:pt x="8273" y="19227"/>
                      </a:cubicBezTo>
                      <a:cubicBezTo>
                        <a:pt x="7873" y="18159"/>
                        <a:pt x="7839" y="18126"/>
                        <a:pt x="7239" y="17625"/>
                      </a:cubicBezTo>
                      <a:cubicBezTo>
                        <a:pt x="7005" y="17425"/>
                        <a:pt x="6672" y="17192"/>
                        <a:pt x="6205" y="16725"/>
                      </a:cubicBezTo>
                      <a:cubicBezTo>
                        <a:pt x="5404" y="16024"/>
                        <a:pt x="4804" y="15457"/>
                        <a:pt x="4337" y="15024"/>
                      </a:cubicBezTo>
                      <a:cubicBezTo>
                        <a:pt x="3214" y="13963"/>
                        <a:pt x="2937" y="13719"/>
                        <a:pt x="2715" y="13719"/>
                      </a:cubicBezTo>
                      <a:cubicBezTo>
                        <a:pt x="2699" y="13719"/>
                        <a:pt x="2684" y="13720"/>
                        <a:pt x="2669" y="13723"/>
                      </a:cubicBezTo>
                      <a:cubicBezTo>
                        <a:pt x="2535" y="13723"/>
                        <a:pt x="2469" y="13856"/>
                        <a:pt x="2402" y="13956"/>
                      </a:cubicBezTo>
                      <a:cubicBezTo>
                        <a:pt x="2402" y="13989"/>
                        <a:pt x="2402" y="13989"/>
                        <a:pt x="2369" y="13989"/>
                      </a:cubicBezTo>
                      <a:cubicBezTo>
                        <a:pt x="1768" y="13489"/>
                        <a:pt x="1234" y="12955"/>
                        <a:pt x="667" y="12422"/>
                      </a:cubicBezTo>
                      <a:lnTo>
                        <a:pt x="501" y="12222"/>
                      </a:lnTo>
                      <a:cubicBezTo>
                        <a:pt x="473" y="12208"/>
                        <a:pt x="440" y="12200"/>
                        <a:pt x="405" y="12200"/>
                      </a:cubicBezTo>
                      <a:cubicBezTo>
                        <a:pt x="357" y="12200"/>
                        <a:pt x="306" y="12216"/>
                        <a:pt x="267" y="12255"/>
                      </a:cubicBezTo>
                      <a:cubicBezTo>
                        <a:pt x="200" y="12288"/>
                        <a:pt x="200" y="12388"/>
                        <a:pt x="267" y="12455"/>
                      </a:cubicBezTo>
                      <a:lnTo>
                        <a:pt x="467" y="12655"/>
                      </a:lnTo>
                      <a:cubicBezTo>
                        <a:pt x="1068" y="13222"/>
                        <a:pt x="1635" y="13789"/>
                        <a:pt x="2302" y="14356"/>
                      </a:cubicBezTo>
                      <a:cubicBezTo>
                        <a:pt x="2335" y="14390"/>
                        <a:pt x="2402" y="14390"/>
                        <a:pt x="2435" y="14390"/>
                      </a:cubicBezTo>
                      <a:cubicBezTo>
                        <a:pt x="2469" y="14390"/>
                        <a:pt x="2502" y="14356"/>
                        <a:pt x="2535" y="14323"/>
                      </a:cubicBezTo>
                      <a:cubicBezTo>
                        <a:pt x="2602" y="14256"/>
                        <a:pt x="2635" y="14190"/>
                        <a:pt x="2669" y="14123"/>
                      </a:cubicBezTo>
                      <a:cubicBezTo>
                        <a:pt x="2698" y="14094"/>
                        <a:pt x="2727" y="14039"/>
                        <a:pt x="2712" y="14026"/>
                      </a:cubicBezTo>
                      <a:lnTo>
                        <a:pt x="2712" y="14026"/>
                      </a:lnTo>
                      <a:cubicBezTo>
                        <a:pt x="2856" y="14076"/>
                        <a:pt x="3321" y="14507"/>
                        <a:pt x="4137" y="15257"/>
                      </a:cubicBezTo>
                      <a:cubicBezTo>
                        <a:pt x="4604" y="15691"/>
                        <a:pt x="5204" y="16258"/>
                        <a:pt x="6005" y="16992"/>
                      </a:cubicBezTo>
                      <a:cubicBezTo>
                        <a:pt x="6472" y="17425"/>
                        <a:pt x="6805" y="17692"/>
                        <a:pt x="7039" y="17892"/>
                      </a:cubicBezTo>
                      <a:cubicBezTo>
                        <a:pt x="7572" y="18326"/>
                        <a:pt x="7572" y="18326"/>
                        <a:pt x="7973" y="19360"/>
                      </a:cubicBezTo>
                      <a:cubicBezTo>
                        <a:pt x="8073" y="19560"/>
                        <a:pt x="8139" y="19794"/>
                        <a:pt x="8239" y="20061"/>
                      </a:cubicBezTo>
                      <a:cubicBezTo>
                        <a:pt x="8340" y="20294"/>
                        <a:pt x="8473" y="20361"/>
                        <a:pt x="8573" y="20361"/>
                      </a:cubicBezTo>
                      <a:cubicBezTo>
                        <a:pt x="8606" y="20361"/>
                        <a:pt x="8640" y="20361"/>
                        <a:pt x="8640" y="20327"/>
                      </a:cubicBezTo>
                      <a:cubicBezTo>
                        <a:pt x="9240" y="20194"/>
                        <a:pt x="9974" y="17592"/>
                        <a:pt x="9941" y="17259"/>
                      </a:cubicBezTo>
                      <a:cubicBezTo>
                        <a:pt x="9907" y="16591"/>
                        <a:pt x="7072" y="11721"/>
                        <a:pt x="3403" y="5450"/>
                      </a:cubicBezTo>
                      <a:cubicBezTo>
                        <a:pt x="1835" y="2815"/>
                        <a:pt x="501" y="547"/>
                        <a:pt x="300" y="113"/>
                      </a:cubicBezTo>
                      <a:cubicBezTo>
                        <a:pt x="275" y="38"/>
                        <a:pt x="213"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3"/>
                <p:cNvSpPr/>
                <p:nvPr/>
              </p:nvSpPr>
              <p:spPr>
                <a:xfrm>
                  <a:off x="2966450" y="4307275"/>
                  <a:ext cx="100925" cy="80500"/>
                </a:xfrm>
                <a:custGeom>
                  <a:avLst/>
                  <a:gdLst/>
                  <a:ahLst/>
                  <a:cxnLst/>
                  <a:rect l="l" t="t" r="r" b="b"/>
                  <a:pathLst>
                    <a:path w="4037" h="3220" extrusionOk="0">
                      <a:moveTo>
                        <a:pt x="151" y="1"/>
                      </a:moveTo>
                      <a:cubicBezTo>
                        <a:pt x="109" y="1"/>
                        <a:pt x="67" y="17"/>
                        <a:pt x="34" y="51"/>
                      </a:cubicBezTo>
                      <a:cubicBezTo>
                        <a:pt x="1" y="117"/>
                        <a:pt x="1" y="217"/>
                        <a:pt x="67" y="284"/>
                      </a:cubicBezTo>
                      <a:cubicBezTo>
                        <a:pt x="1135" y="1185"/>
                        <a:pt x="2503" y="2285"/>
                        <a:pt x="3770" y="3186"/>
                      </a:cubicBezTo>
                      <a:cubicBezTo>
                        <a:pt x="3803" y="3219"/>
                        <a:pt x="3837" y="3219"/>
                        <a:pt x="3870" y="3219"/>
                      </a:cubicBezTo>
                      <a:cubicBezTo>
                        <a:pt x="3904" y="3219"/>
                        <a:pt x="3970" y="3219"/>
                        <a:pt x="4004" y="3153"/>
                      </a:cubicBezTo>
                      <a:cubicBezTo>
                        <a:pt x="4037" y="3086"/>
                        <a:pt x="4037" y="2986"/>
                        <a:pt x="3970" y="2953"/>
                      </a:cubicBezTo>
                      <a:cubicBezTo>
                        <a:pt x="2703" y="2019"/>
                        <a:pt x="1335" y="918"/>
                        <a:pt x="268" y="51"/>
                      </a:cubicBezTo>
                      <a:cubicBezTo>
                        <a:pt x="234" y="17"/>
                        <a:pt x="193" y="1"/>
                        <a:pt x="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3"/>
                <p:cNvSpPr/>
                <p:nvPr/>
              </p:nvSpPr>
              <p:spPr>
                <a:xfrm>
                  <a:off x="2863875" y="4231800"/>
                  <a:ext cx="95925" cy="72575"/>
                </a:xfrm>
                <a:custGeom>
                  <a:avLst/>
                  <a:gdLst/>
                  <a:ahLst/>
                  <a:cxnLst/>
                  <a:rect l="l" t="t" r="r" b="b"/>
                  <a:pathLst>
                    <a:path w="3837" h="2903" extrusionOk="0">
                      <a:moveTo>
                        <a:pt x="234" y="1"/>
                      </a:moveTo>
                      <a:cubicBezTo>
                        <a:pt x="134" y="1"/>
                        <a:pt x="68" y="34"/>
                        <a:pt x="34" y="134"/>
                      </a:cubicBezTo>
                      <a:cubicBezTo>
                        <a:pt x="1" y="201"/>
                        <a:pt x="68" y="301"/>
                        <a:pt x="168" y="301"/>
                      </a:cubicBezTo>
                      <a:cubicBezTo>
                        <a:pt x="501" y="401"/>
                        <a:pt x="835" y="534"/>
                        <a:pt x="1202" y="701"/>
                      </a:cubicBezTo>
                      <a:cubicBezTo>
                        <a:pt x="1168" y="801"/>
                        <a:pt x="1135" y="901"/>
                        <a:pt x="1168" y="1035"/>
                      </a:cubicBezTo>
                      <a:cubicBezTo>
                        <a:pt x="1235" y="1168"/>
                        <a:pt x="1402" y="1268"/>
                        <a:pt x="1735" y="1502"/>
                      </a:cubicBezTo>
                      <a:cubicBezTo>
                        <a:pt x="2169" y="1769"/>
                        <a:pt x="2769" y="2202"/>
                        <a:pt x="3570" y="2869"/>
                      </a:cubicBezTo>
                      <a:cubicBezTo>
                        <a:pt x="3603" y="2903"/>
                        <a:pt x="3637" y="2903"/>
                        <a:pt x="3670" y="2903"/>
                      </a:cubicBezTo>
                      <a:cubicBezTo>
                        <a:pt x="3737" y="2903"/>
                        <a:pt x="3770" y="2903"/>
                        <a:pt x="3804" y="2869"/>
                      </a:cubicBezTo>
                      <a:cubicBezTo>
                        <a:pt x="3837" y="2803"/>
                        <a:pt x="3837" y="2703"/>
                        <a:pt x="3770" y="2636"/>
                      </a:cubicBezTo>
                      <a:cubicBezTo>
                        <a:pt x="2970" y="1935"/>
                        <a:pt x="2336" y="1535"/>
                        <a:pt x="1936" y="1235"/>
                      </a:cubicBezTo>
                      <a:cubicBezTo>
                        <a:pt x="1702" y="1101"/>
                        <a:pt x="1502" y="968"/>
                        <a:pt x="1469" y="901"/>
                      </a:cubicBezTo>
                      <a:cubicBezTo>
                        <a:pt x="1435" y="868"/>
                        <a:pt x="1469" y="835"/>
                        <a:pt x="1569" y="701"/>
                      </a:cubicBezTo>
                      <a:cubicBezTo>
                        <a:pt x="1602" y="668"/>
                        <a:pt x="1602" y="634"/>
                        <a:pt x="1602" y="568"/>
                      </a:cubicBezTo>
                      <a:cubicBezTo>
                        <a:pt x="1569" y="534"/>
                        <a:pt x="1535" y="501"/>
                        <a:pt x="1502" y="468"/>
                      </a:cubicBezTo>
                      <a:cubicBezTo>
                        <a:pt x="1035" y="268"/>
                        <a:pt x="668" y="10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3"/>
                <p:cNvSpPr/>
                <p:nvPr/>
              </p:nvSpPr>
              <p:spPr>
                <a:xfrm>
                  <a:off x="3178275" y="4324300"/>
                  <a:ext cx="116775" cy="187725"/>
                </a:xfrm>
                <a:custGeom>
                  <a:avLst/>
                  <a:gdLst/>
                  <a:ahLst/>
                  <a:cxnLst/>
                  <a:rect l="l" t="t" r="r" b="b"/>
                  <a:pathLst>
                    <a:path w="4671" h="7509" extrusionOk="0">
                      <a:moveTo>
                        <a:pt x="202" y="0"/>
                      </a:moveTo>
                      <a:cubicBezTo>
                        <a:pt x="172" y="0"/>
                        <a:pt x="139" y="11"/>
                        <a:pt x="101" y="37"/>
                      </a:cubicBezTo>
                      <a:cubicBezTo>
                        <a:pt x="34" y="70"/>
                        <a:pt x="0" y="170"/>
                        <a:pt x="67" y="237"/>
                      </a:cubicBezTo>
                      <a:lnTo>
                        <a:pt x="4337" y="7442"/>
                      </a:lnTo>
                      <a:cubicBezTo>
                        <a:pt x="4370" y="7475"/>
                        <a:pt x="4437" y="7509"/>
                        <a:pt x="4470" y="7509"/>
                      </a:cubicBezTo>
                      <a:cubicBezTo>
                        <a:pt x="4504" y="7509"/>
                        <a:pt x="4537" y="7509"/>
                        <a:pt x="4570" y="7475"/>
                      </a:cubicBezTo>
                      <a:cubicBezTo>
                        <a:pt x="4637" y="7442"/>
                        <a:pt x="4670" y="7342"/>
                        <a:pt x="4604" y="7275"/>
                      </a:cubicBezTo>
                      <a:lnTo>
                        <a:pt x="334" y="70"/>
                      </a:lnTo>
                      <a:cubicBezTo>
                        <a:pt x="293" y="29"/>
                        <a:pt x="252"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3"/>
                <p:cNvSpPr/>
                <p:nvPr/>
              </p:nvSpPr>
              <p:spPr>
                <a:xfrm>
                  <a:off x="3060700" y="4115550"/>
                  <a:ext cx="99250" cy="167975"/>
                </a:xfrm>
                <a:custGeom>
                  <a:avLst/>
                  <a:gdLst/>
                  <a:ahLst/>
                  <a:cxnLst/>
                  <a:rect l="l" t="t" r="r" b="b"/>
                  <a:pathLst>
                    <a:path w="3970" h="6719" extrusionOk="0">
                      <a:moveTo>
                        <a:pt x="174" y="1"/>
                      </a:moveTo>
                      <a:cubicBezTo>
                        <a:pt x="151" y="1"/>
                        <a:pt x="127" y="5"/>
                        <a:pt x="100" y="14"/>
                      </a:cubicBezTo>
                      <a:cubicBezTo>
                        <a:pt x="33" y="47"/>
                        <a:pt x="0" y="147"/>
                        <a:pt x="67" y="214"/>
                      </a:cubicBezTo>
                      <a:lnTo>
                        <a:pt x="3636" y="6619"/>
                      </a:lnTo>
                      <a:cubicBezTo>
                        <a:pt x="3669" y="6685"/>
                        <a:pt x="3736" y="6719"/>
                        <a:pt x="3803" y="6719"/>
                      </a:cubicBezTo>
                      <a:cubicBezTo>
                        <a:pt x="3803" y="6719"/>
                        <a:pt x="3836" y="6685"/>
                        <a:pt x="3870" y="6685"/>
                      </a:cubicBezTo>
                      <a:cubicBezTo>
                        <a:pt x="3936" y="6652"/>
                        <a:pt x="3970" y="6552"/>
                        <a:pt x="3903" y="6485"/>
                      </a:cubicBezTo>
                      <a:lnTo>
                        <a:pt x="334" y="81"/>
                      </a:lnTo>
                      <a:cubicBezTo>
                        <a:pt x="285" y="32"/>
                        <a:pt x="236" y="1"/>
                        <a:pt x="1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3"/>
                <p:cNvSpPr/>
                <p:nvPr/>
              </p:nvSpPr>
              <p:spPr>
                <a:xfrm>
                  <a:off x="2918100" y="4191775"/>
                  <a:ext cx="71725" cy="53400"/>
                </a:xfrm>
                <a:custGeom>
                  <a:avLst/>
                  <a:gdLst/>
                  <a:ahLst/>
                  <a:cxnLst/>
                  <a:rect l="l" t="t" r="r" b="b"/>
                  <a:pathLst>
                    <a:path w="2869" h="2136" extrusionOk="0">
                      <a:moveTo>
                        <a:pt x="934" y="1"/>
                      </a:moveTo>
                      <a:cubicBezTo>
                        <a:pt x="901" y="1"/>
                        <a:pt x="867" y="34"/>
                        <a:pt x="834" y="67"/>
                      </a:cubicBezTo>
                      <a:lnTo>
                        <a:pt x="33" y="1135"/>
                      </a:lnTo>
                      <a:cubicBezTo>
                        <a:pt x="0" y="1201"/>
                        <a:pt x="0" y="1301"/>
                        <a:pt x="67" y="1335"/>
                      </a:cubicBezTo>
                      <a:cubicBezTo>
                        <a:pt x="92" y="1360"/>
                        <a:pt x="123" y="1371"/>
                        <a:pt x="154" y="1371"/>
                      </a:cubicBezTo>
                      <a:cubicBezTo>
                        <a:pt x="205" y="1371"/>
                        <a:pt x="259" y="1343"/>
                        <a:pt x="300" y="1301"/>
                      </a:cubicBezTo>
                      <a:lnTo>
                        <a:pt x="967" y="401"/>
                      </a:lnTo>
                      <a:cubicBezTo>
                        <a:pt x="1201" y="634"/>
                        <a:pt x="1468" y="935"/>
                        <a:pt x="1735" y="1201"/>
                      </a:cubicBezTo>
                      <a:cubicBezTo>
                        <a:pt x="2035" y="1502"/>
                        <a:pt x="2335" y="1835"/>
                        <a:pt x="2569" y="2102"/>
                      </a:cubicBezTo>
                      <a:cubicBezTo>
                        <a:pt x="2602" y="2135"/>
                        <a:pt x="2669" y="2135"/>
                        <a:pt x="2702" y="2135"/>
                      </a:cubicBezTo>
                      <a:cubicBezTo>
                        <a:pt x="2735" y="2135"/>
                        <a:pt x="2769" y="2135"/>
                        <a:pt x="2802" y="2102"/>
                      </a:cubicBezTo>
                      <a:cubicBezTo>
                        <a:pt x="2869" y="2069"/>
                        <a:pt x="2869" y="1969"/>
                        <a:pt x="2802" y="1902"/>
                      </a:cubicBezTo>
                      <a:cubicBezTo>
                        <a:pt x="2569" y="1635"/>
                        <a:pt x="2268" y="1301"/>
                        <a:pt x="1968" y="1001"/>
                      </a:cubicBezTo>
                      <a:cubicBezTo>
                        <a:pt x="1635" y="668"/>
                        <a:pt x="1334" y="334"/>
                        <a:pt x="1067" y="34"/>
                      </a:cubicBezTo>
                      <a:cubicBezTo>
                        <a:pt x="1034" y="1"/>
                        <a:pt x="1001" y="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3"/>
                <p:cNvSpPr/>
                <p:nvPr/>
              </p:nvSpPr>
              <p:spPr>
                <a:xfrm>
                  <a:off x="3093225" y="4353975"/>
                  <a:ext cx="60900" cy="82175"/>
                </a:xfrm>
                <a:custGeom>
                  <a:avLst/>
                  <a:gdLst/>
                  <a:ahLst/>
                  <a:cxnLst/>
                  <a:rect l="l" t="t" r="r" b="b"/>
                  <a:pathLst>
                    <a:path w="2436" h="3287" extrusionOk="0">
                      <a:moveTo>
                        <a:pt x="179" y="1"/>
                      </a:moveTo>
                      <a:cubicBezTo>
                        <a:pt x="142" y="1"/>
                        <a:pt x="100" y="17"/>
                        <a:pt x="67" y="51"/>
                      </a:cubicBezTo>
                      <a:cubicBezTo>
                        <a:pt x="0" y="117"/>
                        <a:pt x="0" y="217"/>
                        <a:pt x="67" y="284"/>
                      </a:cubicBezTo>
                      <a:lnTo>
                        <a:pt x="334" y="551"/>
                      </a:lnTo>
                      <a:cubicBezTo>
                        <a:pt x="767" y="918"/>
                        <a:pt x="1168" y="1318"/>
                        <a:pt x="1701" y="1685"/>
                      </a:cubicBezTo>
                      <a:cubicBezTo>
                        <a:pt x="1801" y="1785"/>
                        <a:pt x="1935" y="1852"/>
                        <a:pt x="1968" y="1952"/>
                      </a:cubicBezTo>
                      <a:cubicBezTo>
                        <a:pt x="2068" y="2152"/>
                        <a:pt x="1868" y="2419"/>
                        <a:pt x="1635" y="2719"/>
                      </a:cubicBezTo>
                      <a:cubicBezTo>
                        <a:pt x="1568" y="2819"/>
                        <a:pt x="1468" y="2953"/>
                        <a:pt x="1401" y="3053"/>
                      </a:cubicBezTo>
                      <a:cubicBezTo>
                        <a:pt x="1368" y="3119"/>
                        <a:pt x="1401" y="3219"/>
                        <a:pt x="1468" y="3286"/>
                      </a:cubicBezTo>
                      <a:lnTo>
                        <a:pt x="1534" y="3286"/>
                      </a:lnTo>
                      <a:cubicBezTo>
                        <a:pt x="1601" y="3286"/>
                        <a:pt x="1635" y="3253"/>
                        <a:pt x="1668" y="3219"/>
                      </a:cubicBezTo>
                      <a:cubicBezTo>
                        <a:pt x="1735" y="3119"/>
                        <a:pt x="1801" y="3019"/>
                        <a:pt x="1901" y="2886"/>
                      </a:cubicBezTo>
                      <a:cubicBezTo>
                        <a:pt x="2135" y="2552"/>
                        <a:pt x="2435" y="2185"/>
                        <a:pt x="2235" y="1818"/>
                      </a:cubicBezTo>
                      <a:cubicBezTo>
                        <a:pt x="2168" y="1652"/>
                        <a:pt x="2001" y="1518"/>
                        <a:pt x="1868" y="1418"/>
                      </a:cubicBezTo>
                      <a:cubicBezTo>
                        <a:pt x="1368" y="1085"/>
                        <a:pt x="967" y="718"/>
                        <a:pt x="567" y="317"/>
                      </a:cubicBezTo>
                      <a:lnTo>
                        <a:pt x="267" y="51"/>
                      </a:lnTo>
                      <a:cubicBezTo>
                        <a:pt x="250" y="17"/>
                        <a:pt x="21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3"/>
                <p:cNvSpPr/>
                <p:nvPr/>
              </p:nvSpPr>
              <p:spPr>
                <a:xfrm>
                  <a:off x="2999825" y="4255850"/>
                  <a:ext cx="87575" cy="88550"/>
                </a:xfrm>
                <a:custGeom>
                  <a:avLst/>
                  <a:gdLst/>
                  <a:ahLst/>
                  <a:cxnLst/>
                  <a:rect l="l" t="t" r="r" b="b"/>
                  <a:pathLst>
                    <a:path w="3503" h="3542" extrusionOk="0">
                      <a:moveTo>
                        <a:pt x="162" y="1"/>
                      </a:moveTo>
                      <a:cubicBezTo>
                        <a:pt x="129" y="1"/>
                        <a:pt x="95" y="11"/>
                        <a:pt x="67" y="39"/>
                      </a:cubicBezTo>
                      <a:cubicBezTo>
                        <a:pt x="0" y="106"/>
                        <a:pt x="0" y="206"/>
                        <a:pt x="67" y="273"/>
                      </a:cubicBezTo>
                      <a:cubicBezTo>
                        <a:pt x="1101" y="1374"/>
                        <a:pt x="2135" y="2441"/>
                        <a:pt x="3236" y="3509"/>
                      </a:cubicBezTo>
                      <a:cubicBezTo>
                        <a:pt x="3269" y="3542"/>
                        <a:pt x="3302" y="3542"/>
                        <a:pt x="3336" y="3542"/>
                      </a:cubicBezTo>
                      <a:cubicBezTo>
                        <a:pt x="3369" y="3542"/>
                        <a:pt x="3402" y="3509"/>
                        <a:pt x="3436" y="3509"/>
                      </a:cubicBezTo>
                      <a:cubicBezTo>
                        <a:pt x="3503" y="3442"/>
                        <a:pt x="3503" y="3342"/>
                        <a:pt x="3436" y="3275"/>
                      </a:cubicBezTo>
                      <a:cubicBezTo>
                        <a:pt x="2335" y="2241"/>
                        <a:pt x="1301" y="1174"/>
                        <a:pt x="267" y="39"/>
                      </a:cubicBezTo>
                      <a:cubicBezTo>
                        <a:pt x="248" y="20"/>
                        <a:pt x="206" y="1"/>
                        <a:pt x="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3"/>
                <p:cNvSpPr/>
                <p:nvPr/>
              </p:nvSpPr>
              <p:spPr>
                <a:xfrm>
                  <a:off x="2932275" y="4075025"/>
                  <a:ext cx="44225" cy="84250"/>
                </a:xfrm>
                <a:custGeom>
                  <a:avLst/>
                  <a:gdLst/>
                  <a:ahLst/>
                  <a:cxnLst/>
                  <a:rect l="l" t="t" r="r" b="b"/>
                  <a:pathLst>
                    <a:path w="1769" h="3370" extrusionOk="0">
                      <a:moveTo>
                        <a:pt x="1635" y="1"/>
                      </a:moveTo>
                      <a:cubicBezTo>
                        <a:pt x="1535" y="1"/>
                        <a:pt x="1468" y="34"/>
                        <a:pt x="1434" y="134"/>
                      </a:cubicBezTo>
                      <a:cubicBezTo>
                        <a:pt x="1168" y="1201"/>
                        <a:pt x="701" y="2235"/>
                        <a:pt x="33" y="3136"/>
                      </a:cubicBezTo>
                      <a:cubicBezTo>
                        <a:pt x="0" y="3203"/>
                        <a:pt x="0" y="3303"/>
                        <a:pt x="67" y="3336"/>
                      </a:cubicBezTo>
                      <a:cubicBezTo>
                        <a:pt x="100" y="3370"/>
                        <a:pt x="134" y="3370"/>
                        <a:pt x="167" y="3370"/>
                      </a:cubicBezTo>
                      <a:cubicBezTo>
                        <a:pt x="200" y="3370"/>
                        <a:pt x="267" y="3370"/>
                        <a:pt x="300" y="3303"/>
                      </a:cubicBezTo>
                      <a:cubicBezTo>
                        <a:pt x="967" y="2402"/>
                        <a:pt x="1468" y="1335"/>
                        <a:pt x="1735" y="201"/>
                      </a:cubicBezTo>
                      <a:cubicBezTo>
                        <a:pt x="1768" y="134"/>
                        <a:pt x="1701" y="34"/>
                        <a:pt x="1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3"/>
                <p:cNvSpPr/>
                <p:nvPr/>
              </p:nvSpPr>
              <p:spPr>
                <a:xfrm>
                  <a:off x="2953125" y="4135350"/>
                  <a:ext cx="46725" cy="43100"/>
                </a:xfrm>
                <a:custGeom>
                  <a:avLst/>
                  <a:gdLst/>
                  <a:ahLst/>
                  <a:cxnLst/>
                  <a:rect l="l" t="t" r="r" b="b"/>
                  <a:pathLst>
                    <a:path w="1869" h="1724" extrusionOk="0">
                      <a:moveTo>
                        <a:pt x="1675" y="1"/>
                      </a:moveTo>
                      <a:cubicBezTo>
                        <a:pt x="1630" y="1"/>
                        <a:pt x="1587" y="17"/>
                        <a:pt x="1568" y="56"/>
                      </a:cubicBezTo>
                      <a:cubicBezTo>
                        <a:pt x="1201" y="623"/>
                        <a:pt x="701" y="1090"/>
                        <a:pt x="100" y="1424"/>
                      </a:cubicBezTo>
                      <a:cubicBezTo>
                        <a:pt x="33" y="1457"/>
                        <a:pt x="0" y="1557"/>
                        <a:pt x="33" y="1624"/>
                      </a:cubicBezTo>
                      <a:cubicBezTo>
                        <a:pt x="67" y="1690"/>
                        <a:pt x="133" y="1724"/>
                        <a:pt x="167" y="1724"/>
                      </a:cubicBezTo>
                      <a:cubicBezTo>
                        <a:pt x="200" y="1724"/>
                        <a:pt x="234" y="1724"/>
                        <a:pt x="267" y="1690"/>
                      </a:cubicBezTo>
                      <a:cubicBezTo>
                        <a:pt x="901" y="1357"/>
                        <a:pt x="1434" y="857"/>
                        <a:pt x="1835" y="223"/>
                      </a:cubicBezTo>
                      <a:cubicBezTo>
                        <a:pt x="1868" y="156"/>
                        <a:pt x="1835" y="56"/>
                        <a:pt x="1768" y="23"/>
                      </a:cubicBezTo>
                      <a:cubicBezTo>
                        <a:pt x="1740" y="9"/>
                        <a:pt x="1707" y="1"/>
                        <a:pt x="16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3"/>
                <p:cNvSpPr/>
                <p:nvPr/>
              </p:nvSpPr>
              <p:spPr>
                <a:xfrm>
                  <a:off x="3167425" y="4421800"/>
                  <a:ext cx="95100" cy="91075"/>
                </a:xfrm>
                <a:custGeom>
                  <a:avLst/>
                  <a:gdLst/>
                  <a:ahLst/>
                  <a:cxnLst/>
                  <a:rect l="l" t="t" r="r" b="b"/>
                  <a:pathLst>
                    <a:path w="3804" h="3643" extrusionOk="0">
                      <a:moveTo>
                        <a:pt x="162" y="1"/>
                      </a:moveTo>
                      <a:cubicBezTo>
                        <a:pt x="130" y="1"/>
                        <a:pt x="96" y="11"/>
                        <a:pt x="68" y="39"/>
                      </a:cubicBezTo>
                      <a:cubicBezTo>
                        <a:pt x="1" y="106"/>
                        <a:pt x="1" y="206"/>
                        <a:pt x="34" y="273"/>
                      </a:cubicBezTo>
                      <a:cubicBezTo>
                        <a:pt x="1135" y="1440"/>
                        <a:pt x="2302" y="2575"/>
                        <a:pt x="3537" y="3609"/>
                      </a:cubicBezTo>
                      <a:cubicBezTo>
                        <a:pt x="3570" y="3642"/>
                        <a:pt x="3603" y="3642"/>
                        <a:pt x="3637" y="3642"/>
                      </a:cubicBezTo>
                      <a:cubicBezTo>
                        <a:pt x="3670" y="3642"/>
                        <a:pt x="3737" y="3642"/>
                        <a:pt x="3770" y="3609"/>
                      </a:cubicBezTo>
                      <a:cubicBezTo>
                        <a:pt x="3804" y="3542"/>
                        <a:pt x="3804" y="3442"/>
                        <a:pt x="3737" y="3375"/>
                      </a:cubicBezTo>
                      <a:cubicBezTo>
                        <a:pt x="2536" y="2341"/>
                        <a:pt x="1368" y="1207"/>
                        <a:pt x="268" y="39"/>
                      </a:cubicBezTo>
                      <a:cubicBezTo>
                        <a:pt x="248" y="20"/>
                        <a:pt x="207" y="1"/>
                        <a:pt x="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3"/>
                <p:cNvSpPr/>
                <p:nvPr/>
              </p:nvSpPr>
              <p:spPr>
                <a:xfrm>
                  <a:off x="2272625" y="4222075"/>
                  <a:ext cx="191000" cy="277450"/>
                </a:xfrm>
                <a:custGeom>
                  <a:avLst/>
                  <a:gdLst/>
                  <a:ahLst/>
                  <a:cxnLst/>
                  <a:rect l="l" t="t" r="r" b="b"/>
                  <a:pathLst>
                    <a:path w="7640" h="11098" extrusionOk="0">
                      <a:moveTo>
                        <a:pt x="7446" y="1"/>
                      </a:moveTo>
                      <a:cubicBezTo>
                        <a:pt x="7401" y="1"/>
                        <a:pt x="7359" y="17"/>
                        <a:pt x="7339" y="56"/>
                      </a:cubicBezTo>
                      <a:cubicBezTo>
                        <a:pt x="4804" y="3559"/>
                        <a:pt x="2336" y="7195"/>
                        <a:pt x="34" y="10830"/>
                      </a:cubicBezTo>
                      <a:cubicBezTo>
                        <a:pt x="1" y="10931"/>
                        <a:pt x="1" y="11031"/>
                        <a:pt x="101" y="11064"/>
                      </a:cubicBezTo>
                      <a:cubicBezTo>
                        <a:pt x="101" y="11064"/>
                        <a:pt x="134" y="11097"/>
                        <a:pt x="167" y="11097"/>
                      </a:cubicBezTo>
                      <a:cubicBezTo>
                        <a:pt x="234" y="11097"/>
                        <a:pt x="267" y="11064"/>
                        <a:pt x="301" y="10997"/>
                      </a:cubicBezTo>
                      <a:cubicBezTo>
                        <a:pt x="2602" y="7361"/>
                        <a:pt x="5071" y="3725"/>
                        <a:pt x="7573" y="223"/>
                      </a:cubicBezTo>
                      <a:cubicBezTo>
                        <a:pt x="7639" y="156"/>
                        <a:pt x="7606" y="56"/>
                        <a:pt x="7539" y="23"/>
                      </a:cubicBezTo>
                      <a:cubicBezTo>
                        <a:pt x="7512" y="9"/>
                        <a:pt x="7478" y="1"/>
                        <a:pt x="74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3"/>
                <p:cNvSpPr/>
                <p:nvPr/>
              </p:nvSpPr>
              <p:spPr>
                <a:xfrm>
                  <a:off x="2138375" y="4535775"/>
                  <a:ext cx="112600" cy="166400"/>
                </a:xfrm>
                <a:custGeom>
                  <a:avLst/>
                  <a:gdLst/>
                  <a:ahLst/>
                  <a:cxnLst/>
                  <a:rect l="l" t="t" r="r" b="b"/>
                  <a:pathLst>
                    <a:path w="4504" h="6656" extrusionOk="0">
                      <a:moveTo>
                        <a:pt x="4320" y="0"/>
                      </a:moveTo>
                      <a:cubicBezTo>
                        <a:pt x="4278" y="0"/>
                        <a:pt x="4236" y="17"/>
                        <a:pt x="4203" y="50"/>
                      </a:cubicBezTo>
                      <a:cubicBezTo>
                        <a:pt x="3236" y="1285"/>
                        <a:pt x="2368" y="2686"/>
                        <a:pt x="1434" y="4187"/>
                      </a:cubicBezTo>
                      <a:cubicBezTo>
                        <a:pt x="1001" y="4921"/>
                        <a:pt x="534" y="5688"/>
                        <a:pt x="33" y="6422"/>
                      </a:cubicBezTo>
                      <a:cubicBezTo>
                        <a:pt x="0" y="6488"/>
                        <a:pt x="33" y="6588"/>
                        <a:pt x="100" y="6655"/>
                      </a:cubicBezTo>
                      <a:lnTo>
                        <a:pt x="167" y="6655"/>
                      </a:lnTo>
                      <a:cubicBezTo>
                        <a:pt x="234" y="6655"/>
                        <a:pt x="267" y="6655"/>
                        <a:pt x="300" y="6588"/>
                      </a:cubicBezTo>
                      <a:cubicBezTo>
                        <a:pt x="801" y="5821"/>
                        <a:pt x="1268" y="5087"/>
                        <a:pt x="1701" y="4354"/>
                      </a:cubicBezTo>
                      <a:cubicBezTo>
                        <a:pt x="2635" y="2852"/>
                        <a:pt x="3469" y="1451"/>
                        <a:pt x="4437" y="251"/>
                      </a:cubicBezTo>
                      <a:cubicBezTo>
                        <a:pt x="4503" y="184"/>
                        <a:pt x="4503" y="84"/>
                        <a:pt x="4437" y="50"/>
                      </a:cubicBezTo>
                      <a:cubicBezTo>
                        <a:pt x="4403" y="17"/>
                        <a:pt x="4362" y="0"/>
                        <a:pt x="43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3"/>
                <p:cNvSpPr/>
                <p:nvPr/>
              </p:nvSpPr>
              <p:spPr>
                <a:xfrm>
                  <a:off x="2176725" y="4770950"/>
                  <a:ext cx="132625" cy="136375"/>
                </a:xfrm>
                <a:custGeom>
                  <a:avLst/>
                  <a:gdLst/>
                  <a:ahLst/>
                  <a:cxnLst/>
                  <a:rect l="l" t="t" r="r" b="b"/>
                  <a:pathLst>
                    <a:path w="5305" h="5455" extrusionOk="0">
                      <a:moveTo>
                        <a:pt x="155" y="0"/>
                      </a:moveTo>
                      <a:cubicBezTo>
                        <a:pt x="117" y="0"/>
                        <a:pt x="84" y="17"/>
                        <a:pt x="67" y="50"/>
                      </a:cubicBezTo>
                      <a:cubicBezTo>
                        <a:pt x="1" y="117"/>
                        <a:pt x="1" y="217"/>
                        <a:pt x="67" y="284"/>
                      </a:cubicBezTo>
                      <a:cubicBezTo>
                        <a:pt x="935" y="1018"/>
                        <a:pt x="1702" y="1885"/>
                        <a:pt x="2436" y="2719"/>
                      </a:cubicBezTo>
                      <a:cubicBezTo>
                        <a:pt x="3236" y="3653"/>
                        <a:pt x="4070" y="4620"/>
                        <a:pt x="5037" y="5421"/>
                      </a:cubicBezTo>
                      <a:cubicBezTo>
                        <a:pt x="5071" y="5421"/>
                        <a:pt x="5104" y="5454"/>
                        <a:pt x="5138" y="5454"/>
                      </a:cubicBezTo>
                      <a:cubicBezTo>
                        <a:pt x="5171" y="5454"/>
                        <a:pt x="5238" y="5421"/>
                        <a:pt x="5271" y="5387"/>
                      </a:cubicBezTo>
                      <a:cubicBezTo>
                        <a:pt x="5304" y="5321"/>
                        <a:pt x="5304" y="5221"/>
                        <a:pt x="5238" y="5154"/>
                      </a:cubicBezTo>
                      <a:cubicBezTo>
                        <a:pt x="4270" y="4387"/>
                        <a:pt x="3470" y="3453"/>
                        <a:pt x="2669" y="2519"/>
                      </a:cubicBezTo>
                      <a:cubicBezTo>
                        <a:pt x="1935" y="1685"/>
                        <a:pt x="1168" y="784"/>
                        <a:pt x="267" y="50"/>
                      </a:cubicBezTo>
                      <a:cubicBezTo>
                        <a:pt x="234" y="17"/>
                        <a:pt x="192"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a:off x="1843150" y="4700475"/>
                  <a:ext cx="229350" cy="25050"/>
                </a:xfrm>
                <a:custGeom>
                  <a:avLst/>
                  <a:gdLst/>
                  <a:ahLst/>
                  <a:cxnLst/>
                  <a:rect l="l" t="t" r="r" b="b"/>
                  <a:pathLst>
                    <a:path w="9174" h="1002" extrusionOk="0">
                      <a:moveTo>
                        <a:pt x="167" y="0"/>
                      </a:moveTo>
                      <a:cubicBezTo>
                        <a:pt x="67" y="0"/>
                        <a:pt x="1" y="67"/>
                        <a:pt x="1" y="167"/>
                      </a:cubicBezTo>
                      <a:cubicBezTo>
                        <a:pt x="1" y="234"/>
                        <a:pt x="67" y="334"/>
                        <a:pt x="167" y="334"/>
                      </a:cubicBezTo>
                      <a:lnTo>
                        <a:pt x="9007" y="1001"/>
                      </a:lnTo>
                      <a:cubicBezTo>
                        <a:pt x="9107" y="1001"/>
                        <a:pt x="9174" y="934"/>
                        <a:pt x="9174" y="868"/>
                      </a:cubicBezTo>
                      <a:cubicBezTo>
                        <a:pt x="9174" y="768"/>
                        <a:pt x="9107" y="701"/>
                        <a:pt x="9040" y="701"/>
                      </a:cubicBez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3"/>
                <p:cNvSpPr/>
                <p:nvPr/>
              </p:nvSpPr>
              <p:spPr>
                <a:xfrm>
                  <a:off x="3211625" y="3207300"/>
                  <a:ext cx="102600" cy="128900"/>
                </a:xfrm>
                <a:custGeom>
                  <a:avLst/>
                  <a:gdLst/>
                  <a:ahLst/>
                  <a:cxnLst/>
                  <a:rect l="l" t="t" r="r" b="b"/>
                  <a:pathLst>
                    <a:path w="4104" h="5156" extrusionOk="0">
                      <a:moveTo>
                        <a:pt x="2703" y="318"/>
                      </a:moveTo>
                      <a:cubicBezTo>
                        <a:pt x="2836" y="318"/>
                        <a:pt x="2970" y="385"/>
                        <a:pt x="3170" y="518"/>
                      </a:cubicBezTo>
                      <a:cubicBezTo>
                        <a:pt x="3303" y="585"/>
                        <a:pt x="3437" y="652"/>
                        <a:pt x="3603" y="752"/>
                      </a:cubicBezTo>
                      <a:cubicBezTo>
                        <a:pt x="3703" y="785"/>
                        <a:pt x="3737" y="819"/>
                        <a:pt x="3770" y="852"/>
                      </a:cubicBezTo>
                      <a:cubicBezTo>
                        <a:pt x="3770" y="885"/>
                        <a:pt x="3770" y="952"/>
                        <a:pt x="3670" y="1119"/>
                      </a:cubicBezTo>
                      <a:cubicBezTo>
                        <a:pt x="3136" y="1953"/>
                        <a:pt x="2736" y="2653"/>
                        <a:pt x="2436" y="3187"/>
                      </a:cubicBezTo>
                      <a:cubicBezTo>
                        <a:pt x="1664" y="4482"/>
                        <a:pt x="1468" y="4810"/>
                        <a:pt x="1238" y="4810"/>
                      </a:cubicBezTo>
                      <a:cubicBezTo>
                        <a:pt x="1160" y="4810"/>
                        <a:pt x="1078" y="4772"/>
                        <a:pt x="968" y="4721"/>
                      </a:cubicBezTo>
                      <a:cubicBezTo>
                        <a:pt x="868" y="4655"/>
                        <a:pt x="735" y="4621"/>
                        <a:pt x="601" y="4555"/>
                      </a:cubicBezTo>
                      <a:cubicBezTo>
                        <a:pt x="468" y="4488"/>
                        <a:pt x="401" y="4455"/>
                        <a:pt x="368" y="4388"/>
                      </a:cubicBezTo>
                      <a:cubicBezTo>
                        <a:pt x="334" y="4288"/>
                        <a:pt x="368" y="4121"/>
                        <a:pt x="501" y="3921"/>
                      </a:cubicBezTo>
                      <a:cubicBezTo>
                        <a:pt x="935" y="3187"/>
                        <a:pt x="1268" y="2587"/>
                        <a:pt x="1535" y="2086"/>
                      </a:cubicBezTo>
                      <a:cubicBezTo>
                        <a:pt x="2136" y="952"/>
                        <a:pt x="2469" y="352"/>
                        <a:pt x="2669" y="318"/>
                      </a:cubicBezTo>
                      <a:close/>
                      <a:moveTo>
                        <a:pt x="2726" y="0"/>
                      </a:moveTo>
                      <a:cubicBezTo>
                        <a:pt x="2686" y="0"/>
                        <a:pt x="2645" y="6"/>
                        <a:pt x="2603" y="18"/>
                      </a:cubicBezTo>
                      <a:cubicBezTo>
                        <a:pt x="2269" y="118"/>
                        <a:pt x="2002" y="552"/>
                        <a:pt x="1235" y="1953"/>
                      </a:cubicBezTo>
                      <a:cubicBezTo>
                        <a:pt x="968" y="2420"/>
                        <a:pt x="635" y="3020"/>
                        <a:pt x="234" y="3787"/>
                      </a:cubicBezTo>
                      <a:cubicBezTo>
                        <a:pt x="67" y="4088"/>
                        <a:pt x="1" y="4288"/>
                        <a:pt x="67" y="4488"/>
                      </a:cubicBezTo>
                      <a:cubicBezTo>
                        <a:pt x="134" y="4688"/>
                        <a:pt x="334" y="4788"/>
                        <a:pt x="501" y="4855"/>
                      </a:cubicBezTo>
                      <a:cubicBezTo>
                        <a:pt x="635" y="4888"/>
                        <a:pt x="735" y="4955"/>
                        <a:pt x="835" y="4988"/>
                      </a:cubicBezTo>
                      <a:cubicBezTo>
                        <a:pt x="1001" y="5088"/>
                        <a:pt x="1135" y="5155"/>
                        <a:pt x="1268" y="5155"/>
                      </a:cubicBezTo>
                      <a:cubicBezTo>
                        <a:pt x="1635" y="5155"/>
                        <a:pt x="1869" y="4721"/>
                        <a:pt x="2703" y="3354"/>
                      </a:cubicBezTo>
                      <a:cubicBezTo>
                        <a:pt x="3003" y="2820"/>
                        <a:pt x="3403" y="2153"/>
                        <a:pt x="3937" y="1286"/>
                      </a:cubicBezTo>
                      <a:cubicBezTo>
                        <a:pt x="4004" y="1152"/>
                        <a:pt x="4104" y="952"/>
                        <a:pt x="4070" y="785"/>
                      </a:cubicBezTo>
                      <a:cubicBezTo>
                        <a:pt x="4004" y="618"/>
                        <a:pt x="3870" y="552"/>
                        <a:pt x="3770" y="485"/>
                      </a:cubicBezTo>
                      <a:cubicBezTo>
                        <a:pt x="3603" y="385"/>
                        <a:pt x="3470" y="318"/>
                        <a:pt x="3336" y="252"/>
                      </a:cubicBezTo>
                      <a:cubicBezTo>
                        <a:pt x="3090" y="115"/>
                        <a:pt x="2911" y="0"/>
                        <a:pt x="2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3"/>
                <p:cNvSpPr/>
                <p:nvPr/>
              </p:nvSpPr>
              <p:spPr>
                <a:xfrm>
                  <a:off x="3286675" y="3146550"/>
                  <a:ext cx="45900" cy="41200"/>
                </a:xfrm>
                <a:custGeom>
                  <a:avLst/>
                  <a:gdLst/>
                  <a:ahLst/>
                  <a:cxnLst/>
                  <a:rect l="l" t="t" r="r" b="b"/>
                  <a:pathLst>
                    <a:path w="1836" h="1648" extrusionOk="0">
                      <a:moveTo>
                        <a:pt x="170" y="0"/>
                      </a:moveTo>
                      <a:cubicBezTo>
                        <a:pt x="149" y="0"/>
                        <a:pt x="126" y="5"/>
                        <a:pt x="101" y="13"/>
                      </a:cubicBezTo>
                      <a:cubicBezTo>
                        <a:pt x="34" y="46"/>
                        <a:pt x="1" y="146"/>
                        <a:pt x="34" y="213"/>
                      </a:cubicBezTo>
                      <a:cubicBezTo>
                        <a:pt x="134" y="513"/>
                        <a:pt x="368" y="814"/>
                        <a:pt x="701" y="1080"/>
                      </a:cubicBezTo>
                      <a:cubicBezTo>
                        <a:pt x="968" y="1314"/>
                        <a:pt x="1302" y="1447"/>
                        <a:pt x="1602" y="1614"/>
                      </a:cubicBezTo>
                      <a:cubicBezTo>
                        <a:pt x="1602" y="1614"/>
                        <a:pt x="1635" y="1647"/>
                        <a:pt x="1669" y="1647"/>
                      </a:cubicBezTo>
                      <a:cubicBezTo>
                        <a:pt x="1702" y="1647"/>
                        <a:pt x="1769" y="1614"/>
                        <a:pt x="1802" y="1547"/>
                      </a:cubicBezTo>
                      <a:cubicBezTo>
                        <a:pt x="1836" y="1481"/>
                        <a:pt x="1802" y="1381"/>
                        <a:pt x="1735" y="1347"/>
                      </a:cubicBezTo>
                      <a:cubicBezTo>
                        <a:pt x="1435" y="1180"/>
                        <a:pt x="1135" y="1014"/>
                        <a:pt x="868" y="814"/>
                      </a:cubicBezTo>
                      <a:cubicBezTo>
                        <a:pt x="601" y="613"/>
                        <a:pt x="401" y="380"/>
                        <a:pt x="301" y="113"/>
                      </a:cubicBezTo>
                      <a:cubicBezTo>
                        <a:pt x="276" y="38"/>
                        <a:pt x="232" y="0"/>
                        <a:pt x="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3"/>
                <p:cNvSpPr/>
                <p:nvPr/>
              </p:nvSpPr>
              <p:spPr>
                <a:xfrm>
                  <a:off x="2653725" y="4038100"/>
                  <a:ext cx="131800" cy="133675"/>
                </a:xfrm>
                <a:custGeom>
                  <a:avLst/>
                  <a:gdLst/>
                  <a:ahLst/>
                  <a:cxnLst/>
                  <a:rect l="l" t="t" r="r" b="b"/>
                  <a:pathLst>
                    <a:path w="5272" h="5347" extrusionOk="0">
                      <a:moveTo>
                        <a:pt x="3479" y="1"/>
                      </a:moveTo>
                      <a:cubicBezTo>
                        <a:pt x="3454" y="1"/>
                        <a:pt x="3429" y="3"/>
                        <a:pt x="3403" y="10"/>
                      </a:cubicBezTo>
                      <a:cubicBezTo>
                        <a:pt x="3270" y="43"/>
                        <a:pt x="3170" y="110"/>
                        <a:pt x="3103" y="177"/>
                      </a:cubicBezTo>
                      <a:cubicBezTo>
                        <a:pt x="2769" y="544"/>
                        <a:pt x="2503" y="944"/>
                        <a:pt x="2236" y="1344"/>
                      </a:cubicBezTo>
                      <a:lnTo>
                        <a:pt x="101" y="4413"/>
                      </a:lnTo>
                      <a:cubicBezTo>
                        <a:pt x="68" y="4480"/>
                        <a:pt x="1" y="4580"/>
                        <a:pt x="34" y="4680"/>
                      </a:cubicBezTo>
                      <a:cubicBezTo>
                        <a:pt x="34" y="4913"/>
                        <a:pt x="301" y="4980"/>
                        <a:pt x="368" y="5013"/>
                      </a:cubicBezTo>
                      <a:lnTo>
                        <a:pt x="1402" y="5347"/>
                      </a:lnTo>
                      <a:lnTo>
                        <a:pt x="1435" y="5347"/>
                      </a:lnTo>
                      <a:cubicBezTo>
                        <a:pt x="1502" y="5347"/>
                        <a:pt x="1569" y="5314"/>
                        <a:pt x="1602" y="5214"/>
                      </a:cubicBezTo>
                      <a:cubicBezTo>
                        <a:pt x="1635" y="5147"/>
                        <a:pt x="1569" y="5047"/>
                        <a:pt x="1502" y="5013"/>
                      </a:cubicBezTo>
                      <a:lnTo>
                        <a:pt x="468" y="4713"/>
                      </a:lnTo>
                      <a:cubicBezTo>
                        <a:pt x="368" y="4680"/>
                        <a:pt x="334" y="4646"/>
                        <a:pt x="334" y="4646"/>
                      </a:cubicBezTo>
                      <a:cubicBezTo>
                        <a:pt x="334" y="4646"/>
                        <a:pt x="368" y="4580"/>
                        <a:pt x="368" y="4580"/>
                      </a:cubicBezTo>
                      <a:lnTo>
                        <a:pt x="2503" y="1511"/>
                      </a:lnTo>
                      <a:cubicBezTo>
                        <a:pt x="2769" y="1144"/>
                        <a:pt x="3036" y="744"/>
                        <a:pt x="3337" y="410"/>
                      </a:cubicBezTo>
                      <a:cubicBezTo>
                        <a:pt x="3370" y="343"/>
                        <a:pt x="3437" y="310"/>
                        <a:pt x="3470" y="310"/>
                      </a:cubicBezTo>
                      <a:cubicBezTo>
                        <a:pt x="3503" y="310"/>
                        <a:pt x="3570" y="343"/>
                        <a:pt x="3637" y="343"/>
                      </a:cubicBezTo>
                      <a:lnTo>
                        <a:pt x="5004" y="1011"/>
                      </a:lnTo>
                      <a:cubicBezTo>
                        <a:pt x="5031" y="1019"/>
                        <a:pt x="5058" y="1024"/>
                        <a:pt x="5084" y="1024"/>
                      </a:cubicBezTo>
                      <a:cubicBezTo>
                        <a:pt x="5153" y="1024"/>
                        <a:pt x="5213" y="993"/>
                        <a:pt x="5238" y="944"/>
                      </a:cubicBezTo>
                      <a:cubicBezTo>
                        <a:pt x="5271" y="877"/>
                        <a:pt x="5238" y="777"/>
                        <a:pt x="5138" y="744"/>
                      </a:cubicBezTo>
                      <a:lnTo>
                        <a:pt x="3770" y="77"/>
                      </a:lnTo>
                      <a:cubicBezTo>
                        <a:pt x="3689" y="50"/>
                        <a:pt x="3586" y="1"/>
                        <a:pt x="34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a:off x="2557000" y="3994900"/>
                  <a:ext cx="150125" cy="149375"/>
                </a:xfrm>
                <a:custGeom>
                  <a:avLst/>
                  <a:gdLst/>
                  <a:ahLst/>
                  <a:cxnLst/>
                  <a:rect l="l" t="t" r="r" b="b"/>
                  <a:pathLst>
                    <a:path w="6005" h="5975" extrusionOk="0">
                      <a:moveTo>
                        <a:pt x="3551" y="0"/>
                      </a:moveTo>
                      <a:cubicBezTo>
                        <a:pt x="3503" y="0"/>
                        <a:pt x="3457" y="29"/>
                        <a:pt x="3436" y="70"/>
                      </a:cubicBezTo>
                      <a:cubicBezTo>
                        <a:pt x="3369" y="137"/>
                        <a:pt x="3403" y="237"/>
                        <a:pt x="3470" y="303"/>
                      </a:cubicBezTo>
                      <a:cubicBezTo>
                        <a:pt x="4070" y="737"/>
                        <a:pt x="4737" y="1104"/>
                        <a:pt x="5438" y="1371"/>
                      </a:cubicBezTo>
                      <a:cubicBezTo>
                        <a:pt x="5471" y="1404"/>
                        <a:pt x="5571" y="1438"/>
                        <a:pt x="5571" y="1471"/>
                      </a:cubicBezTo>
                      <a:cubicBezTo>
                        <a:pt x="5604" y="1504"/>
                        <a:pt x="5604" y="1604"/>
                        <a:pt x="5471" y="1771"/>
                      </a:cubicBezTo>
                      <a:cubicBezTo>
                        <a:pt x="4570" y="3005"/>
                        <a:pt x="3636" y="4240"/>
                        <a:pt x="2669" y="5440"/>
                      </a:cubicBezTo>
                      <a:cubicBezTo>
                        <a:pt x="2636" y="5507"/>
                        <a:pt x="2569" y="5607"/>
                        <a:pt x="2469" y="5641"/>
                      </a:cubicBezTo>
                      <a:cubicBezTo>
                        <a:pt x="2430" y="5660"/>
                        <a:pt x="2382" y="5668"/>
                        <a:pt x="2330" y="5668"/>
                      </a:cubicBezTo>
                      <a:cubicBezTo>
                        <a:pt x="2204" y="5668"/>
                        <a:pt x="2053" y="5621"/>
                        <a:pt x="1935" y="5574"/>
                      </a:cubicBezTo>
                      <a:cubicBezTo>
                        <a:pt x="1335" y="5307"/>
                        <a:pt x="768" y="4940"/>
                        <a:pt x="267" y="4506"/>
                      </a:cubicBezTo>
                      <a:cubicBezTo>
                        <a:pt x="242" y="4481"/>
                        <a:pt x="211" y="4470"/>
                        <a:pt x="180" y="4470"/>
                      </a:cubicBezTo>
                      <a:cubicBezTo>
                        <a:pt x="129" y="4470"/>
                        <a:pt x="75" y="4499"/>
                        <a:pt x="34" y="4540"/>
                      </a:cubicBezTo>
                      <a:cubicBezTo>
                        <a:pt x="0" y="4607"/>
                        <a:pt x="0" y="4673"/>
                        <a:pt x="67" y="4740"/>
                      </a:cubicBezTo>
                      <a:cubicBezTo>
                        <a:pt x="567" y="5207"/>
                        <a:pt x="1168" y="5574"/>
                        <a:pt x="1802" y="5841"/>
                      </a:cubicBezTo>
                      <a:cubicBezTo>
                        <a:pt x="1968" y="5907"/>
                        <a:pt x="2135" y="5974"/>
                        <a:pt x="2335" y="5974"/>
                      </a:cubicBezTo>
                      <a:cubicBezTo>
                        <a:pt x="2435" y="5974"/>
                        <a:pt x="2536" y="5974"/>
                        <a:pt x="2636" y="5907"/>
                      </a:cubicBezTo>
                      <a:cubicBezTo>
                        <a:pt x="2769" y="5841"/>
                        <a:pt x="2869" y="5707"/>
                        <a:pt x="2936" y="5641"/>
                      </a:cubicBezTo>
                      <a:cubicBezTo>
                        <a:pt x="3870" y="4440"/>
                        <a:pt x="4804" y="3206"/>
                        <a:pt x="5704" y="1971"/>
                      </a:cubicBezTo>
                      <a:cubicBezTo>
                        <a:pt x="5805" y="1871"/>
                        <a:pt x="6005" y="1571"/>
                        <a:pt x="5838" y="1304"/>
                      </a:cubicBezTo>
                      <a:cubicBezTo>
                        <a:pt x="5771" y="1204"/>
                        <a:pt x="5638" y="1137"/>
                        <a:pt x="5538" y="1104"/>
                      </a:cubicBezTo>
                      <a:cubicBezTo>
                        <a:pt x="4871" y="804"/>
                        <a:pt x="4237" y="470"/>
                        <a:pt x="3636" y="37"/>
                      </a:cubicBezTo>
                      <a:cubicBezTo>
                        <a:pt x="3611" y="11"/>
                        <a:pt x="3580" y="0"/>
                        <a:pt x="35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a:off x="2552000" y="4156325"/>
                  <a:ext cx="98425" cy="43825"/>
                </a:xfrm>
                <a:custGeom>
                  <a:avLst/>
                  <a:gdLst/>
                  <a:ahLst/>
                  <a:cxnLst/>
                  <a:rect l="l" t="t" r="r" b="b"/>
                  <a:pathLst>
                    <a:path w="3937" h="1753" extrusionOk="0">
                      <a:moveTo>
                        <a:pt x="150" y="1"/>
                      </a:moveTo>
                      <a:cubicBezTo>
                        <a:pt x="109" y="1"/>
                        <a:pt x="67" y="18"/>
                        <a:pt x="34" y="51"/>
                      </a:cubicBezTo>
                      <a:cubicBezTo>
                        <a:pt x="0" y="151"/>
                        <a:pt x="0" y="251"/>
                        <a:pt x="67" y="284"/>
                      </a:cubicBezTo>
                      <a:cubicBezTo>
                        <a:pt x="1134" y="1085"/>
                        <a:pt x="2402" y="1619"/>
                        <a:pt x="3736" y="1752"/>
                      </a:cubicBezTo>
                      <a:cubicBezTo>
                        <a:pt x="3836" y="1752"/>
                        <a:pt x="3903" y="1719"/>
                        <a:pt x="3903" y="1619"/>
                      </a:cubicBezTo>
                      <a:cubicBezTo>
                        <a:pt x="3936" y="1552"/>
                        <a:pt x="3870" y="1452"/>
                        <a:pt x="3770" y="1452"/>
                      </a:cubicBezTo>
                      <a:cubicBezTo>
                        <a:pt x="2502" y="1285"/>
                        <a:pt x="1301" y="818"/>
                        <a:pt x="267" y="51"/>
                      </a:cubicBezTo>
                      <a:cubicBezTo>
                        <a:pt x="234" y="18"/>
                        <a:pt x="192" y="1"/>
                        <a:pt x="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3"/>
                <p:cNvSpPr/>
                <p:nvPr/>
              </p:nvSpPr>
              <p:spPr>
                <a:xfrm>
                  <a:off x="2549500" y="4188850"/>
                  <a:ext cx="72575" cy="37150"/>
                </a:xfrm>
                <a:custGeom>
                  <a:avLst/>
                  <a:gdLst/>
                  <a:ahLst/>
                  <a:cxnLst/>
                  <a:rect l="l" t="t" r="r" b="b"/>
                  <a:pathLst>
                    <a:path w="2903" h="1486" extrusionOk="0">
                      <a:moveTo>
                        <a:pt x="150" y="1"/>
                      </a:moveTo>
                      <a:cubicBezTo>
                        <a:pt x="109" y="1"/>
                        <a:pt x="67" y="17"/>
                        <a:pt x="34" y="51"/>
                      </a:cubicBezTo>
                      <a:cubicBezTo>
                        <a:pt x="0" y="118"/>
                        <a:pt x="0" y="218"/>
                        <a:pt x="34" y="251"/>
                      </a:cubicBezTo>
                      <a:cubicBezTo>
                        <a:pt x="767" y="951"/>
                        <a:pt x="1735" y="1385"/>
                        <a:pt x="2735" y="1485"/>
                      </a:cubicBezTo>
                      <a:cubicBezTo>
                        <a:pt x="2836" y="1485"/>
                        <a:pt x="2902" y="1418"/>
                        <a:pt x="2902" y="1352"/>
                      </a:cubicBezTo>
                      <a:cubicBezTo>
                        <a:pt x="2902" y="1252"/>
                        <a:pt x="2836" y="1185"/>
                        <a:pt x="2769" y="1185"/>
                      </a:cubicBezTo>
                      <a:cubicBezTo>
                        <a:pt x="1835" y="1085"/>
                        <a:pt x="934" y="685"/>
                        <a:pt x="267" y="51"/>
                      </a:cubicBezTo>
                      <a:cubicBezTo>
                        <a:pt x="234" y="17"/>
                        <a:pt x="192" y="1"/>
                        <a:pt x="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3"/>
                <p:cNvSpPr/>
                <p:nvPr/>
              </p:nvSpPr>
              <p:spPr>
                <a:xfrm>
                  <a:off x="2767975" y="3869800"/>
                  <a:ext cx="80925" cy="49300"/>
                </a:xfrm>
                <a:custGeom>
                  <a:avLst/>
                  <a:gdLst/>
                  <a:ahLst/>
                  <a:cxnLst/>
                  <a:rect l="l" t="t" r="r" b="b"/>
                  <a:pathLst>
                    <a:path w="3237" h="1972" extrusionOk="0">
                      <a:moveTo>
                        <a:pt x="182" y="1"/>
                      </a:moveTo>
                      <a:cubicBezTo>
                        <a:pt x="134" y="1"/>
                        <a:pt x="88" y="29"/>
                        <a:pt x="67" y="70"/>
                      </a:cubicBezTo>
                      <a:cubicBezTo>
                        <a:pt x="1" y="137"/>
                        <a:pt x="34" y="237"/>
                        <a:pt x="101" y="271"/>
                      </a:cubicBezTo>
                      <a:cubicBezTo>
                        <a:pt x="1001" y="938"/>
                        <a:pt x="1969" y="1505"/>
                        <a:pt x="3003" y="1972"/>
                      </a:cubicBezTo>
                      <a:lnTo>
                        <a:pt x="3070" y="1972"/>
                      </a:lnTo>
                      <a:cubicBezTo>
                        <a:pt x="3103" y="1972"/>
                        <a:pt x="3170" y="1938"/>
                        <a:pt x="3203" y="1872"/>
                      </a:cubicBezTo>
                      <a:cubicBezTo>
                        <a:pt x="3236" y="1805"/>
                        <a:pt x="3203" y="1705"/>
                        <a:pt x="3103" y="1672"/>
                      </a:cubicBezTo>
                      <a:cubicBezTo>
                        <a:pt x="2102" y="1238"/>
                        <a:pt x="1168" y="704"/>
                        <a:pt x="268" y="37"/>
                      </a:cubicBezTo>
                      <a:cubicBezTo>
                        <a:pt x="242" y="12"/>
                        <a:pt x="212"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3"/>
                <p:cNvSpPr/>
                <p:nvPr/>
              </p:nvSpPr>
              <p:spPr>
                <a:xfrm>
                  <a:off x="2765475" y="3904350"/>
                  <a:ext cx="64250" cy="34775"/>
                </a:xfrm>
                <a:custGeom>
                  <a:avLst/>
                  <a:gdLst/>
                  <a:ahLst/>
                  <a:cxnLst/>
                  <a:rect l="l" t="t" r="r" b="b"/>
                  <a:pathLst>
                    <a:path w="2570" h="1391" extrusionOk="0">
                      <a:moveTo>
                        <a:pt x="175" y="1"/>
                      </a:moveTo>
                      <a:cubicBezTo>
                        <a:pt x="129" y="1"/>
                        <a:pt x="87" y="17"/>
                        <a:pt x="67" y="56"/>
                      </a:cubicBezTo>
                      <a:cubicBezTo>
                        <a:pt x="1" y="89"/>
                        <a:pt x="1" y="189"/>
                        <a:pt x="67" y="256"/>
                      </a:cubicBezTo>
                      <a:cubicBezTo>
                        <a:pt x="701" y="857"/>
                        <a:pt x="1535" y="1257"/>
                        <a:pt x="2369" y="1390"/>
                      </a:cubicBezTo>
                      <a:lnTo>
                        <a:pt x="2402" y="1390"/>
                      </a:lnTo>
                      <a:cubicBezTo>
                        <a:pt x="2469" y="1390"/>
                        <a:pt x="2536" y="1324"/>
                        <a:pt x="2569" y="1257"/>
                      </a:cubicBezTo>
                      <a:cubicBezTo>
                        <a:pt x="2569" y="1157"/>
                        <a:pt x="2502" y="1090"/>
                        <a:pt x="2436" y="1057"/>
                      </a:cubicBezTo>
                      <a:cubicBezTo>
                        <a:pt x="1635" y="957"/>
                        <a:pt x="868" y="590"/>
                        <a:pt x="268" y="23"/>
                      </a:cubicBezTo>
                      <a:cubicBezTo>
                        <a:pt x="240" y="9"/>
                        <a:pt x="207" y="1"/>
                        <a:pt x="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13"/>
              <p:cNvGrpSpPr/>
              <p:nvPr/>
            </p:nvGrpSpPr>
            <p:grpSpPr>
              <a:xfrm rot="941000">
                <a:off x="6651727" y="-255708"/>
                <a:ext cx="5346694" cy="1590167"/>
                <a:chOff x="4392475" y="419900"/>
                <a:chExt cx="4046250" cy="1203400"/>
              </a:xfrm>
            </p:grpSpPr>
            <p:sp>
              <p:nvSpPr>
                <p:cNvPr id="588" name="Google Shape;588;p13"/>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3"/>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3"/>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3"/>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3"/>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3"/>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3"/>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3"/>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3"/>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3"/>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3"/>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3"/>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3"/>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3"/>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3"/>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3"/>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3"/>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3"/>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3"/>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3"/>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3"/>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3"/>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3"/>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3"/>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3"/>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3"/>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3"/>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3"/>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3"/>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3"/>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3"/>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3"/>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3"/>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3"/>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3"/>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3"/>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3"/>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3"/>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3"/>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3"/>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3"/>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3"/>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3"/>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3"/>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3"/>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3"/>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3"/>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3"/>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3"/>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3"/>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3"/>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3"/>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3"/>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3"/>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3"/>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3"/>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3"/>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3"/>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3"/>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3"/>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3"/>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3"/>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3"/>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3"/>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3"/>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3"/>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3"/>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3"/>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3"/>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3"/>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3"/>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3"/>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3"/>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3"/>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3"/>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3"/>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3"/>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3"/>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3"/>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3"/>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3"/>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3"/>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3"/>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3"/>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3"/>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3"/>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3"/>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3"/>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3"/>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3"/>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3"/>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3"/>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3"/>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3"/>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3"/>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1_1">
    <p:spTree>
      <p:nvGrpSpPr>
        <p:cNvPr id="1" name="Shape 691"/>
        <p:cNvGrpSpPr/>
        <p:nvPr/>
      </p:nvGrpSpPr>
      <p:grpSpPr>
        <a:xfrm>
          <a:off x="0" y="0"/>
          <a:ext cx="0" cy="0"/>
          <a:chOff x="0" y="0"/>
          <a:chExt cx="0" cy="0"/>
        </a:xfrm>
      </p:grpSpPr>
      <p:pic>
        <p:nvPicPr>
          <p:cNvPr id="692" name="Google Shape;692;p14"/>
          <p:cNvPicPr preferRelativeResize="0"/>
          <p:nvPr/>
        </p:nvPicPr>
        <p:blipFill rotWithShape="1">
          <a:blip r:embed="rId2">
            <a:alphaModFix amt="40000"/>
          </a:blip>
          <a:srcRect t="4377" b="16894"/>
          <a:stretch/>
        </p:blipFill>
        <p:spPr>
          <a:xfrm>
            <a:off x="0" y="0"/>
            <a:ext cx="9144000" cy="5143500"/>
          </a:xfrm>
          <a:prstGeom prst="rect">
            <a:avLst/>
          </a:prstGeom>
          <a:noFill/>
          <a:ln>
            <a:noFill/>
          </a:ln>
        </p:spPr>
      </p:pic>
      <p:sp>
        <p:nvSpPr>
          <p:cNvPr id="693" name="Google Shape;693;p14"/>
          <p:cNvSpPr/>
          <p:nvPr/>
        </p:nvSpPr>
        <p:spPr>
          <a:xfrm>
            <a:off x="543300" y="516150"/>
            <a:ext cx="8057400" cy="4111200"/>
          </a:xfrm>
          <a:prstGeom prst="snip1Rect">
            <a:avLst>
              <a:gd name="adj" fmla="val 16667"/>
            </a:avLst>
          </a:prstGeom>
          <a:solidFill>
            <a:srgbClr val="031538">
              <a:alpha val="70060"/>
            </a:srgbClr>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694" name="Google Shape;694;p14"/>
          <p:cNvSpPr txBox="1">
            <a:spLocks noGrp="1"/>
          </p:cNvSpPr>
          <p:nvPr>
            <p:ph type="title"/>
          </p:nvPr>
        </p:nvSpPr>
        <p:spPr>
          <a:xfrm>
            <a:off x="2346600" y="2454244"/>
            <a:ext cx="4450800" cy="92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95" name="Google Shape;695;p14"/>
          <p:cNvSpPr txBox="1">
            <a:spLocks noGrp="1"/>
          </p:cNvSpPr>
          <p:nvPr>
            <p:ph type="title" idx="2" hasCustomPrompt="1"/>
          </p:nvPr>
        </p:nvSpPr>
        <p:spPr>
          <a:xfrm>
            <a:off x="3945600" y="1162069"/>
            <a:ext cx="1252800" cy="9174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96" name="Google Shape;696;p14"/>
          <p:cNvSpPr txBox="1">
            <a:spLocks noGrp="1"/>
          </p:cNvSpPr>
          <p:nvPr>
            <p:ph type="subTitle" idx="1"/>
          </p:nvPr>
        </p:nvSpPr>
        <p:spPr>
          <a:xfrm>
            <a:off x="2346600" y="3304338"/>
            <a:ext cx="4450800" cy="67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5">
    <p:spTree>
      <p:nvGrpSpPr>
        <p:cNvPr id="1" name="Shape 697"/>
        <p:cNvGrpSpPr/>
        <p:nvPr/>
      </p:nvGrpSpPr>
      <p:grpSpPr>
        <a:xfrm>
          <a:off x="0" y="0"/>
          <a:ext cx="0" cy="0"/>
          <a:chOff x="0" y="0"/>
          <a:chExt cx="0" cy="0"/>
        </a:xfrm>
      </p:grpSpPr>
      <p:pic>
        <p:nvPicPr>
          <p:cNvPr id="698" name="Google Shape;698;p15"/>
          <p:cNvPicPr preferRelativeResize="0"/>
          <p:nvPr/>
        </p:nvPicPr>
        <p:blipFill>
          <a:blip r:embed="rId2">
            <a:alphaModFix amt="28000"/>
          </a:blip>
          <a:stretch>
            <a:fillRect/>
          </a:stretch>
        </p:blipFill>
        <p:spPr>
          <a:xfrm flipH="1">
            <a:off x="0" y="0"/>
            <a:ext cx="9144000" cy="5143500"/>
          </a:xfrm>
          <a:prstGeom prst="rect">
            <a:avLst/>
          </a:prstGeom>
          <a:noFill/>
          <a:ln>
            <a:noFill/>
          </a:ln>
        </p:spPr>
      </p:pic>
      <p:sp>
        <p:nvSpPr>
          <p:cNvPr id="699" name="Google Shape;699;p15"/>
          <p:cNvSpPr/>
          <p:nvPr/>
        </p:nvSpPr>
        <p:spPr>
          <a:xfrm>
            <a:off x="543300" y="516150"/>
            <a:ext cx="8057400" cy="4111200"/>
          </a:xfrm>
          <a:prstGeom prst="snip1Rect">
            <a:avLst>
              <a:gd name="adj" fmla="val 16667"/>
            </a:avLst>
          </a:prstGeom>
          <a:solidFill>
            <a:srgbClr val="031538">
              <a:alpha val="70060"/>
            </a:srgbClr>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00" name="Google Shape;700;p15"/>
          <p:cNvSpPr txBox="1">
            <a:spLocks noGrp="1"/>
          </p:cNvSpPr>
          <p:nvPr>
            <p:ph type="title"/>
          </p:nvPr>
        </p:nvSpPr>
        <p:spPr>
          <a:xfrm>
            <a:off x="2314500" y="3185863"/>
            <a:ext cx="4515000" cy="554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01" name="Google Shape;701;p15"/>
          <p:cNvSpPr txBox="1">
            <a:spLocks noGrp="1"/>
          </p:cNvSpPr>
          <p:nvPr>
            <p:ph type="subTitle" idx="1"/>
          </p:nvPr>
        </p:nvSpPr>
        <p:spPr>
          <a:xfrm>
            <a:off x="2314500" y="1403538"/>
            <a:ext cx="4515000" cy="178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CUSTOM_9">
    <p:spTree>
      <p:nvGrpSpPr>
        <p:cNvPr id="1" name="Shape 702"/>
        <p:cNvGrpSpPr/>
        <p:nvPr/>
      </p:nvGrpSpPr>
      <p:grpSpPr>
        <a:xfrm>
          <a:off x="0" y="0"/>
          <a:ext cx="0" cy="0"/>
          <a:chOff x="0" y="0"/>
          <a:chExt cx="0" cy="0"/>
        </a:xfrm>
      </p:grpSpPr>
      <p:sp>
        <p:nvSpPr>
          <p:cNvPr id="703" name="Google Shape;703;p16"/>
          <p:cNvSpPr txBox="1">
            <a:spLocks noGrp="1"/>
          </p:cNvSpPr>
          <p:nvPr>
            <p:ph type="title"/>
          </p:nvPr>
        </p:nvSpPr>
        <p:spPr>
          <a:xfrm>
            <a:off x="713275" y="445025"/>
            <a:ext cx="7717500" cy="740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704" name="Google Shape;704;p16"/>
          <p:cNvGrpSpPr/>
          <p:nvPr/>
        </p:nvGrpSpPr>
        <p:grpSpPr>
          <a:xfrm>
            <a:off x="254944" y="251366"/>
            <a:ext cx="199049" cy="335541"/>
            <a:chOff x="1421025" y="1637275"/>
            <a:chExt cx="270300" cy="455650"/>
          </a:xfrm>
        </p:grpSpPr>
        <p:cxnSp>
          <p:nvCxnSpPr>
            <p:cNvPr id="705" name="Google Shape;705;p16"/>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06" name="Google Shape;706;p16"/>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07" name="Google Shape;707;p16"/>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08" name="Google Shape;708;p16"/>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CUSTOM_9_1">
    <p:spTree>
      <p:nvGrpSpPr>
        <p:cNvPr id="1" name="Shape 709"/>
        <p:cNvGrpSpPr/>
        <p:nvPr/>
      </p:nvGrpSpPr>
      <p:grpSpPr>
        <a:xfrm>
          <a:off x="0" y="0"/>
          <a:ext cx="0" cy="0"/>
          <a:chOff x="0" y="0"/>
          <a:chExt cx="0" cy="0"/>
        </a:xfrm>
      </p:grpSpPr>
      <p:sp>
        <p:nvSpPr>
          <p:cNvPr id="710" name="Google Shape;710;p17"/>
          <p:cNvSpPr txBox="1">
            <a:spLocks noGrp="1"/>
          </p:cNvSpPr>
          <p:nvPr>
            <p:ph type="title"/>
          </p:nvPr>
        </p:nvSpPr>
        <p:spPr>
          <a:xfrm>
            <a:off x="713275" y="445025"/>
            <a:ext cx="7717500" cy="740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11" name="Google Shape;711;p17"/>
          <p:cNvGrpSpPr/>
          <p:nvPr/>
        </p:nvGrpSpPr>
        <p:grpSpPr>
          <a:xfrm>
            <a:off x="4411948" y="142872"/>
            <a:ext cx="274710" cy="4857756"/>
            <a:chOff x="4411948" y="142872"/>
            <a:chExt cx="274710" cy="4857756"/>
          </a:xfrm>
        </p:grpSpPr>
        <p:grpSp>
          <p:nvGrpSpPr>
            <p:cNvPr id="712" name="Google Shape;712;p17"/>
            <p:cNvGrpSpPr/>
            <p:nvPr/>
          </p:nvGrpSpPr>
          <p:grpSpPr>
            <a:xfrm>
              <a:off x="4411948" y="4722281"/>
              <a:ext cx="274710" cy="278347"/>
              <a:chOff x="789875" y="1003975"/>
              <a:chExt cx="320100" cy="324300"/>
            </a:xfrm>
          </p:grpSpPr>
          <p:cxnSp>
            <p:nvCxnSpPr>
              <p:cNvPr id="713" name="Google Shape;713;p17"/>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714" name="Google Shape;714;p17"/>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nvGrpSpPr>
            <p:cNvPr id="715" name="Google Shape;715;p17"/>
            <p:cNvGrpSpPr/>
            <p:nvPr/>
          </p:nvGrpSpPr>
          <p:grpSpPr>
            <a:xfrm>
              <a:off x="4411948" y="142872"/>
              <a:ext cx="274710" cy="278347"/>
              <a:chOff x="789875" y="1003975"/>
              <a:chExt cx="320100" cy="324300"/>
            </a:xfrm>
          </p:grpSpPr>
          <p:cxnSp>
            <p:nvCxnSpPr>
              <p:cNvPr id="716" name="Google Shape;716;p17"/>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717" name="Google Shape;717;p17"/>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718"/>
        <p:cNvGrpSpPr/>
        <p:nvPr/>
      </p:nvGrpSpPr>
      <p:grpSpPr>
        <a:xfrm>
          <a:off x="0" y="0"/>
          <a:ext cx="0" cy="0"/>
          <a:chOff x="0" y="0"/>
          <a:chExt cx="0" cy="0"/>
        </a:xfrm>
      </p:grpSpPr>
      <p:pic>
        <p:nvPicPr>
          <p:cNvPr id="719" name="Google Shape;719;p18"/>
          <p:cNvPicPr preferRelativeResize="0"/>
          <p:nvPr/>
        </p:nvPicPr>
        <p:blipFill rotWithShape="1">
          <a:blip r:embed="rId2">
            <a:alphaModFix amt="52000"/>
          </a:blip>
          <a:srcRect b="15604"/>
          <a:stretch/>
        </p:blipFill>
        <p:spPr>
          <a:xfrm>
            <a:off x="0" y="0"/>
            <a:ext cx="9144000" cy="5143500"/>
          </a:xfrm>
          <a:prstGeom prst="rect">
            <a:avLst/>
          </a:prstGeom>
          <a:noFill/>
          <a:ln>
            <a:noFill/>
          </a:ln>
        </p:spPr>
      </p:pic>
      <p:sp>
        <p:nvSpPr>
          <p:cNvPr id="720" name="Google Shape;720;p18"/>
          <p:cNvSpPr/>
          <p:nvPr/>
        </p:nvSpPr>
        <p:spPr>
          <a:xfrm>
            <a:off x="543300" y="516150"/>
            <a:ext cx="8057400" cy="4111200"/>
          </a:xfrm>
          <a:prstGeom prst="snip1Rect">
            <a:avLst>
              <a:gd name="adj" fmla="val 16667"/>
            </a:avLst>
          </a:prstGeom>
          <a:solidFill>
            <a:srgbClr val="031538">
              <a:alpha val="70060"/>
            </a:srgbClr>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21" name="Google Shape;721;p18"/>
          <p:cNvSpPr txBox="1">
            <a:spLocks noGrp="1"/>
          </p:cNvSpPr>
          <p:nvPr>
            <p:ph type="title"/>
          </p:nvPr>
        </p:nvSpPr>
        <p:spPr>
          <a:xfrm>
            <a:off x="2669260" y="2302900"/>
            <a:ext cx="3797700" cy="1108200"/>
          </a:xfrm>
          <a:prstGeom prst="rect">
            <a:avLst/>
          </a:prstGeom>
        </p:spPr>
        <p:txBody>
          <a:bodyPr spcFirstLastPara="1" wrap="square" lIns="91425" tIns="91425" rIns="91425" bIns="91425" anchor="b" anchorCtr="0">
            <a:noAutofit/>
          </a:bodyPr>
          <a:lstStyle>
            <a:lvl1pPr lvl="0" algn="ctr">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22" name="Google Shape;722;p18"/>
          <p:cNvSpPr txBox="1">
            <a:spLocks noGrp="1"/>
          </p:cNvSpPr>
          <p:nvPr>
            <p:ph type="subTitle" idx="1"/>
          </p:nvPr>
        </p:nvSpPr>
        <p:spPr>
          <a:xfrm>
            <a:off x="2669238" y="3411100"/>
            <a:ext cx="3797700" cy="92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2_1">
    <p:spTree>
      <p:nvGrpSpPr>
        <p:cNvPr id="1" name="Shape 723"/>
        <p:cNvGrpSpPr/>
        <p:nvPr/>
      </p:nvGrpSpPr>
      <p:grpSpPr>
        <a:xfrm>
          <a:off x="0" y="0"/>
          <a:ext cx="0" cy="0"/>
          <a:chOff x="0" y="0"/>
          <a:chExt cx="0" cy="0"/>
        </a:xfrm>
      </p:grpSpPr>
      <p:sp>
        <p:nvSpPr>
          <p:cNvPr id="724" name="Google Shape;724;p19"/>
          <p:cNvSpPr/>
          <p:nvPr/>
        </p:nvSpPr>
        <p:spPr>
          <a:xfrm flipH="1">
            <a:off x="4564800" y="0"/>
            <a:ext cx="4579200" cy="5143500"/>
          </a:xfrm>
          <a:prstGeom prst="snip1Rect">
            <a:avLst>
              <a:gd name="adj" fmla="val 12437"/>
            </a:avLst>
          </a:prstGeom>
          <a:solidFill>
            <a:schemeClr val="accent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25" name="Google Shape;725;p19"/>
          <p:cNvSpPr txBox="1">
            <a:spLocks noGrp="1"/>
          </p:cNvSpPr>
          <p:nvPr>
            <p:ph type="subTitle" idx="1"/>
          </p:nvPr>
        </p:nvSpPr>
        <p:spPr>
          <a:xfrm>
            <a:off x="1035950" y="3064350"/>
            <a:ext cx="29877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6" name="Google Shape;726;p19"/>
          <p:cNvSpPr txBox="1">
            <a:spLocks noGrp="1"/>
          </p:cNvSpPr>
          <p:nvPr>
            <p:ph type="title"/>
          </p:nvPr>
        </p:nvSpPr>
        <p:spPr>
          <a:xfrm>
            <a:off x="1035950" y="1032450"/>
            <a:ext cx="2987700" cy="20319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27" name="Google Shape;727;p19"/>
          <p:cNvSpPr>
            <a:spLocks noGrp="1"/>
          </p:cNvSpPr>
          <p:nvPr>
            <p:ph type="pic" idx="2"/>
          </p:nvPr>
        </p:nvSpPr>
        <p:spPr>
          <a:xfrm>
            <a:off x="5275084" y="710400"/>
            <a:ext cx="3105600" cy="3832200"/>
          </a:xfrm>
          <a:prstGeom prst="rect">
            <a:avLst/>
          </a:prstGeom>
          <a:noFill/>
          <a:ln w="9525" cap="flat" cmpd="sng">
            <a:solidFill>
              <a:schemeClr val="dk1"/>
            </a:solidFill>
            <a:prstDash val="solid"/>
            <a:round/>
            <a:headEnd type="none" w="sm" len="sm"/>
            <a:tailEnd type="none" w="sm" len="sm"/>
          </a:ln>
        </p:spPr>
      </p:sp>
      <p:grpSp>
        <p:nvGrpSpPr>
          <p:cNvPr id="728" name="Google Shape;728;p19"/>
          <p:cNvGrpSpPr/>
          <p:nvPr/>
        </p:nvGrpSpPr>
        <p:grpSpPr>
          <a:xfrm>
            <a:off x="215500" y="2343925"/>
            <a:ext cx="270300" cy="455650"/>
            <a:chOff x="1421025" y="1637275"/>
            <a:chExt cx="270300" cy="455650"/>
          </a:xfrm>
        </p:grpSpPr>
        <p:cxnSp>
          <p:nvCxnSpPr>
            <p:cNvPr id="729" name="Google Shape;729;p19"/>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30" name="Google Shape;730;p19"/>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31" name="Google Shape;731;p19"/>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32" name="Google Shape;732;p19"/>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2_1_1">
    <p:spTree>
      <p:nvGrpSpPr>
        <p:cNvPr id="1" name="Shape 733"/>
        <p:cNvGrpSpPr/>
        <p:nvPr/>
      </p:nvGrpSpPr>
      <p:grpSpPr>
        <a:xfrm>
          <a:off x="0" y="0"/>
          <a:ext cx="0" cy="0"/>
          <a:chOff x="0" y="0"/>
          <a:chExt cx="0" cy="0"/>
        </a:xfrm>
      </p:grpSpPr>
      <p:sp>
        <p:nvSpPr>
          <p:cNvPr id="734" name="Google Shape;734;p20"/>
          <p:cNvSpPr/>
          <p:nvPr/>
        </p:nvSpPr>
        <p:spPr>
          <a:xfrm flipH="1">
            <a:off x="4564800" y="0"/>
            <a:ext cx="4579200" cy="5143500"/>
          </a:xfrm>
          <a:prstGeom prst="snip1Rect">
            <a:avLst>
              <a:gd name="adj" fmla="val 12437"/>
            </a:avLst>
          </a:prstGeom>
          <a:solidFill>
            <a:schemeClr val="accent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35" name="Google Shape;735;p20"/>
          <p:cNvSpPr txBox="1">
            <a:spLocks noGrp="1"/>
          </p:cNvSpPr>
          <p:nvPr>
            <p:ph type="subTitle" idx="1"/>
          </p:nvPr>
        </p:nvSpPr>
        <p:spPr>
          <a:xfrm>
            <a:off x="877500" y="2602500"/>
            <a:ext cx="2926200" cy="10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6" name="Google Shape;736;p20"/>
          <p:cNvSpPr txBox="1">
            <a:spLocks noGrp="1"/>
          </p:cNvSpPr>
          <p:nvPr>
            <p:ph type="title"/>
          </p:nvPr>
        </p:nvSpPr>
        <p:spPr>
          <a:xfrm>
            <a:off x="877500" y="1494300"/>
            <a:ext cx="2926200" cy="11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2_1_1_1">
    <p:spTree>
      <p:nvGrpSpPr>
        <p:cNvPr id="1" name="Shape 737"/>
        <p:cNvGrpSpPr/>
        <p:nvPr/>
      </p:nvGrpSpPr>
      <p:grpSpPr>
        <a:xfrm>
          <a:off x="0" y="0"/>
          <a:ext cx="0" cy="0"/>
          <a:chOff x="0" y="0"/>
          <a:chExt cx="0" cy="0"/>
        </a:xfrm>
      </p:grpSpPr>
      <p:sp>
        <p:nvSpPr>
          <p:cNvPr id="738" name="Google Shape;738;p21"/>
          <p:cNvSpPr txBox="1">
            <a:spLocks noGrp="1"/>
          </p:cNvSpPr>
          <p:nvPr>
            <p:ph type="subTitle" idx="1"/>
          </p:nvPr>
        </p:nvSpPr>
        <p:spPr>
          <a:xfrm>
            <a:off x="5340416" y="2602500"/>
            <a:ext cx="2926200" cy="10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9" name="Google Shape;739;p21"/>
          <p:cNvSpPr txBox="1">
            <a:spLocks noGrp="1"/>
          </p:cNvSpPr>
          <p:nvPr>
            <p:ph type="title"/>
          </p:nvPr>
        </p:nvSpPr>
        <p:spPr>
          <a:xfrm>
            <a:off x="5340416" y="1494300"/>
            <a:ext cx="2926200" cy="11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40" name="Google Shape;740;p21"/>
          <p:cNvSpPr/>
          <p:nvPr/>
        </p:nvSpPr>
        <p:spPr>
          <a:xfrm>
            <a:off x="0" y="0"/>
            <a:ext cx="4579200" cy="5143500"/>
          </a:xfrm>
          <a:prstGeom prst="snip1Rect">
            <a:avLst>
              <a:gd name="adj" fmla="val 12437"/>
            </a:avLst>
          </a:prstGeom>
          <a:solidFill>
            <a:schemeClr val="accent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4">
  <p:cSld name="CUSTOM_2_1_1_1_1">
    <p:spTree>
      <p:nvGrpSpPr>
        <p:cNvPr id="1" name="Shape 741"/>
        <p:cNvGrpSpPr/>
        <p:nvPr/>
      </p:nvGrpSpPr>
      <p:grpSpPr>
        <a:xfrm>
          <a:off x="0" y="0"/>
          <a:ext cx="0" cy="0"/>
          <a:chOff x="0" y="0"/>
          <a:chExt cx="0" cy="0"/>
        </a:xfrm>
      </p:grpSpPr>
      <p:sp>
        <p:nvSpPr>
          <p:cNvPr id="742" name="Google Shape;742;p22"/>
          <p:cNvSpPr/>
          <p:nvPr/>
        </p:nvSpPr>
        <p:spPr>
          <a:xfrm>
            <a:off x="543300" y="516150"/>
            <a:ext cx="8057400" cy="4111200"/>
          </a:xfrm>
          <a:prstGeom prst="snip1Rect">
            <a:avLst>
              <a:gd name="adj" fmla="val 16667"/>
            </a:avLst>
          </a:prstGeom>
          <a:solidFill>
            <a:schemeClr val="accent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43" name="Google Shape;743;p22"/>
          <p:cNvSpPr txBox="1">
            <a:spLocks noGrp="1"/>
          </p:cNvSpPr>
          <p:nvPr>
            <p:ph type="subTitle" idx="1"/>
          </p:nvPr>
        </p:nvSpPr>
        <p:spPr>
          <a:xfrm flipH="1">
            <a:off x="1037985" y="2602500"/>
            <a:ext cx="29262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4" name="Google Shape;744;p22"/>
          <p:cNvSpPr txBox="1">
            <a:spLocks noGrp="1"/>
          </p:cNvSpPr>
          <p:nvPr>
            <p:ph type="title"/>
          </p:nvPr>
        </p:nvSpPr>
        <p:spPr>
          <a:xfrm flipH="1">
            <a:off x="1037985" y="1494300"/>
            <a:ext cx="2926200" cy="1108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5">
  <p:cSld name="CUSTOM_2_1_1_1_1_1">
    <p:spTree>
      <p:nvGrpSpPr>
        <p:cNvPr id="1" name="Shape 745"/>
        <p:cNvGrpSpPr/>
        <p:nvPr/>
      </p:nvGrpSpPr>
      <p:grpSpPr>
        <a:xfrm>
          <a:off x="0" y="0"/>
          <a:ext cx="0" cy="0"/>
          <a:chOff x="0" y="0"/>
          <a:chExt cx="0" cy="0"/>
        </a:xfrm>
      </p:grpSpPr>
      <p:sp>
        <p:nvSpPr>
          <p:cNvPr id="746" name="Google Shape;746;p23"/>
          <p:cNvSpPr txBox="1">
            <a:spLocks noGrp="1"/>
          </p:cNvSpPr>
          <p:nvPr>
            <p:ph type="title"/>
          </p:nvPr>
        </p:nvSpPr>
        <p:spPr>
          <a:xfrm>
            <a:off x="713275" y="445025"/>
            <a:ext cx="7717500" cy="740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47" name="Google Shape;747;p23"/>
          <p:cNvSpPr txBox="1">
            <a:spLocks noGrp="1"/>
          </p:cNvSpPr>
          <p:nvPr>
            <p:ph type="body" idx="1"/>
          </p:nvPr>
        </p:nvSpPr>
        <p:spPr>
          <a:xfrm>
            <a:off x="713275" y="1152475"/>
            <a:ext cx="7717500" cy="897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2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748" name="Google Shape;748;p23"/>
          <p:cNvGrpSpPr/>
          <p:nvPr/>
        </p:nvGrpSpPr>
        <p:grpSpPr>
          <a:xfrm>
            <a:off x="195838" y="177626"/>
            <a:ext cx="320100" cy="324300"/>
            <a:chOff x="789875" y="1003975"/>
            <a:chExt cx="320100" cy="324300"/>
          </a:xfrm>
        </p:grpSpPr>
        <p:cxnSp>
          <p:nvCxnSpPr>
            <p:cNvPr id="749" name="Google Shape;749;p23"/>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750" name="Google Shape;750;p23"/>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6">
  <p:cSld name="CUSTOM_2_1_1_1_1_1_1">
    <p:spTree>
      <p:nvGrpSpPr>
        <p:cNvPr id="1" name="Shape 751"/>
        <p:cNvGrpSpPr/>
        <p:nvPr/>
      </p:nvGrpSpPr>
      <p:grpSpPr>
        <a:xfrm>
          <a:off x="0" y="0"/>
          <a:ext cx="0" cy="0"/>
          <a:chOff x="0" y="0"/>
          <a:chExt cx="0" cy="0"/>
        </a:xfrm>
      </p:grpSpPr>
      <p:sp>
        <p:nvSpPr>
          <p:cNvPr id="752" name="Google Shape;752;p24"/>
          <p:cNvSpPr txBox="1">
            <a:spLocks noGrp="1"/>
          </p:cNvSpPr>
          <p:nvPr>
            <p:ph type="title"/>
          </p:nvPr>
        </p:nvSpPr>
        <p:spPr>
          <a:xfrm>
            <a:off x="713275" y="445025"/>
            <a:ext cx="7717500" cy="740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3" name="Google Shape;753;p24"/>
          <p:cNvSpPr txBox="1">
            <a:spLocks noGrp="1"/>
          </p:cNvSpPr>
          <p:nvPr>
            <p:ph type="body" idx="1"/>
          </p:nvPr>
        </p:nvSpPr>
        <p:spPr>
          <a:xfrm>
            <a:off x="713275" y="1152475"/>
            <a:ext cx="7717500" cy="400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2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754" name="Google Shape;754;p24"/>
          <p:cNvGrpSpPr/>
          <p:nvPr/>
        </p:nvGrpSpPr>
        <p:grpSpPr>
          <a:xfrm>
            <a:off x="214600" y="173275"/>
            <a:ext cx="8726625" cy="4776599"/>
            <a:chOff x="214600" y="173275"/>
            <a:chExt cx="8726625" cy="4776599"/>
          </a:xfrm>
        </p:grpSpPr>
        <p:grpSp>
          <p:nvGrpSpPr>
            <p:cNvPr id="755" name="Google Shape;755;p24"/>
            <p:cNvGrpSpPr/>
            <p:nvPr/>
          </p:nvGrpSpPr>
          <p:grpSpPr>
            <a:xfrm>
              <a:off x="214600" y="173275"/>
              <a:ext cx="270300" cy="455650"/>
              <a:chOff x="1421025" y="1637275"/>
              <a:chExt cx="270300" cy="455650"/>
            </a:xfrm>
          </p:grpSpPr>
          <p:cxnSp>
            <p:nvCxnSpPr>
              <p:cNvPr id="756" name="Google Shape;756;p24"/>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57" name="Google Shape;757;p24"/>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58" name="Google Shape;758;p24"/>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59" name="Google Shape;759;p24"/>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sp>
          <p:nvSpPr>
            <p:cNvPr id="760" name="Google Shape;760;p24"/>
            <p:cNvSpPr/>
            <p:nvPr/>
          </p:nvSpPr>
          <p:spPr>
            <a:xfrm rot="1242454">
              <a:off x="8643748" y="4680741"/>
              <a:ext cx="265556" cy="229565"/>
            </a:xfrm>
            <a:prstGeom prst="triangle">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1">
  <p:cSld name="CUSTOM_3">
    <p:spTree>
      <p:nvGrpSpPr>
        <p:cNvPr id="1" name="Shape 761"/>
        <p:cNvGrpSpPr/>
        <p:nvPr/>
      </p:nvGrpSpPr>
      <p:grpSpPr>
        <a:xfrm>
          <a:off x="0" y="0"/>
          <a:ext cx="0" cy="0"/>
          <a:chOff x="0" y="0"/>
          <a:chExt cx="0" cy="0"/>
        </a:xfrm>
      </p:grpSpPr>
      <p:sp>
        <p:nvSpPr>
          <p:cNvPr id="762" name="Google Shape;762;p25"/>
          <p:cNvSpPr txBox="1">
            <a:spLocks noGrp="1"/>
          </p:cNvSpPr>
          <p:nvPr>
            <p:ph type="title"/>
          </p:nvPr>
        </p:nvSpPr>
        <p:spPr>
          <a:xfrm>
            <a:off x="713400" y="445025"/>
            <a:ext cx="7717200" cy="740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3" name="Google Shape;763;p25"/>
          <p:cNvSpPr txBox="1">
            <a:spLocks noGrp="1"/>
          </p:cNvSpPr>
          <p:nvPr>
            <p:ph type="title" idx="2"/>
          </p:nvPr>
        </p:nvSpPr>
        <p:spPr>
          <a:xfrm>
            <a:off x="1935230" y="1387456"/>
            <a:ext cx="3428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64" name="Google Shape;764;p25"/>
          <p:cNvSpPr txBox="1">
            <a:spLocks noGrp="1"/>
          </p:cNvSpPr>
          <p:nvPr>
            <p:ph type="subTitle" idx="1"/>
          </p:nvPr>
        </p:nvSpPr>
        <p:spPr>
          <a:xfrm>
            <a:off x="1935230" y="1840174"/>
            <a:ext cx="34281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5" name="Google Shape;765;p25"/>
          <p:cNvSpPr txBox="1">
            <a:spLocks noGrp="1"/>
          </p:cNvSpPr>
          <p:nvPr>
            <p:ph type="title" idx="3"/>
          </p:nvPr>
        </p:nvSpPr>
        <p:spPr>
          <a:xfrm>
            <a:off x="1935238" y="2953432"/>
            <a:ext cx="3428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66" name="Google Shape;766;p25"/>
          <p:cNvSpPr txBox="1">
            <a:spLocks noGrp="1"/>
          </p:cNvSpPr>
          <p:nvPr>
            <p:ph type="subTitle" idx="4"/>
          </p:nvPr>
        </p:nvSpPr>
        <p:spPr>
          <a:xfrm>
            <a:off x="1935238" y="3406150"/>
            <a:ext cx="34281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2">
  <p:cSld name="CUSTOM_3_1_1">
    <p:spTree>
      <p:nvGrpSpPr>
        <p:cNvPr id="1" name="Shape 767"/>
        <p:cNvGrpSpPr/>
        <p:nvPr/>
      </p:nvGrpSpPr>
      <p:grpSpPr>
        <a:xfrm>
          <a:off x="0" y="0"/>
          <a:ext cx="0" cy="0"/>
          <a:chOff x="0" y="0"/>
          <a:chExt cx="0" cy="0"/>
        </a:xfrm>
      </p:grpSpPr>
      <p:sp>
        <p:nvSpPr>
          <p:cNvPr id="768" name="Google Shape;768;p26"/>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9" name="Google Shape;769;p26"/>
          <p:cNvSpPr txBox="1">
            <a:spLocks noGrp="1"/>
          </p:cNvSpPr>
          <p:nvPr>
            <p:ph type="title" idx="2"/>
          </p:nvPr>
        </p:nvSpPr>
        <p:spPr>
          <a:xfrm>
            <a:off x="1472250" y="3301875"/>
            <a:ext cx="25899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0" name="Google Shape;770;p26"/>
          <p:cNvSpPr txBox="1">
            <a:spLocks noGrp="1"/>
          </p:cNvSpPr>
          <p:nvPr>
            <p:ph type="subTitle" idx="1"/>
          </p:nvPr>
        </p:nvSpPr>
        <p:spPr>
          <a:xfrm>
            <a:off x="1472250" y="3761281"/>
            <a:ext cx="25899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1" name="Google Shape;771;p26"/>
          <p:cNvSpPr txBox="1">
            <a:spLocks noGrp="1"/>
          </p:cNvSpPr>
          <p:nvPr>
            <p:ph type="title" idx="3"/>
          </p:nvPr>
        </p:nvSpPr>
        <p:spPr>
          <a:xfrm>
            <a:off x="5081775" y="3301875"/>
            <a:ext cx="25899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2" name="Google Shape;772;p26"/>
          <p:cNvSpPr txBox="1">
            <a:spLocks noGrp="1"/>
          </p:cNvSpPr>
          <p:nvPr>
            <p:ph type="subTitle" idx="4"/>
          </p:nvPr>
        </p:nvSpPr>
        <p:spPr>
          <a:xfrm>
            <a:off x="5081775" y="3761281"/>
            <a:ext cx="25899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73" name="Google Shape;773;p26"/>
          <p:cNvGrpSpPr/>
          <p:nvPr/>
        </p:nvGrpSpPr>
        <p:grpSpPr>
          <a:xfrm>
            <a:off x="217450" y="4450101"/>
            <a:ext cx="270300" cy="455650"/>
            <a:chOff x="1421025" y="1637275"/>
            <a:chExt cx="270300" cy="455650"/>
          </a:xfrm>
        </p:grpSpPr>
        <p:cxnSp>
          <p:nvCxnSpPr>
            <p:cNvPr id="774" name="Google Shape;774;p26"/>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26"/>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26"/>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26"/>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3">
  <p:cSld name="CUSTOM_3_1_1_2">
    <p:spTree>
      <p:nvGrpSpPr>
        <p:cNvPr id="1" name="Shape 778"/>
        <p:cNvGrpSpPr/>
        <p:nvPr/>
      </p:nvGrpSpPr>
      <p:grpSpPr>
        <a:xfrm>
          <a:off x="0" y="0"/>
          <a:ext cx="0" cy="0"/>
          <a:chOff x="0" y="0"/>
          <a:chExt cx="0" cy="0"/>
        </a:xfrm>
      </p:grpSpPr>
      <p:sp>
        <p:nvSpPr>
          <p:cNvPr id="779" name="Google Shape;779;p27"/>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80" name="Google Shape;780;p27"/>
          <p:cNvSpPr txBox="1">
            <a:spLocks noGrp="1"/>
          </p:cNvSpPr>
          <p:nvPr>
            <p:ph type="subTitle" idx="1"/>
          </p:nvPr>
        </p:nvSpPr>
        <p:spPr>
          <a:xfrm>
            <a:off x="1119653" y="1440400"/>
            <a:ext cx="3341400" cy="271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1" name="Google Shape;781;p27"/>
          <p:cNvSpPr txBox="1">
            <a:spLocks noGrp="1"/>
          </p:cNvSpPr>
          <p:nvPr>
            <p:ph type="subTitle" idx="2"/>
          </p:nvPr>
        </p:nvSpPr>
        <p:spPr>
          <a:xfrm>
            <a:off x="4682947" y="1440400"/>
            <a:ext cx="3341400" cy="271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82" name="Google Shape;782;p27"/>
          <p:cNvGrpSpPr/>
          <p:nvPr/>
        </p:nvGrpSpPr>
        <p:grpSpPr>
          <a:xfrm>
            <a:off x="-2078455" y="174525"/>
            <a:ext cx="11056242" cy="5632044"/>
            <a:chOff x="-2078455" y="174525"/>
            <a:chExt cx="11056242" cy="5632044"/>
          </a:xfrm>
        </p:grpSpPr>
        <p:grpSp>
          <p:nvGrpSpPr>
            <p:cNvPr id="783" name="Google Shape;783;p27"/>
            <p:cNvGrpSpPr/>
            <p:nvPr/>
          </p:nvGrpSpPr>
          <p:grpSpPr>
            <a:xfrm>
              <a:off x="8657688" y="174525"/>
              <a:ext cx="320100" cy="324300"/>
              <a:chOff x="789875" y="1003975"/>
              <a:chExt cx="320100" cy="324300"/>
            </a:xfrm>
          </p:grpSpPr>
          <p:cxnSp>
            <p:nvCxnSpPr>
              <p:cNvPr id="784" name="Google Shape;784;p27"/>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785" name="Google Shape;785;p27"/>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nvGrpSpPr>
            <p:cNvPr id="786" name="Google Shape;786;p27"/>
            <p:cNvGrpSpPr/>
            <p:nvPr/>
          </p:nvGrpSpPr>
          <p:grpSpPr>
            <a:xfrm>
              <a:off x="-2078455" y="4373320"/>
              <a:ext cx="4819084" cy="1433249"/>
              <a:chOff x="4392475" y="419900"/>
              <a:chExt cx="4046250" cy="1203400"/>
            </a:xfrm>
          </p:grpSpPr>
          <p:sp>
            <p:nvSpPr>
              <p:cNvPr id="787" name="Google Shape;787;p27"/>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7"/>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7"/>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7"/>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7"/>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7"/>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7"/>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7"/>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7"/>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7"/>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7"/>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7"/>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7"/>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7"/>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7"/>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7"/>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7"/>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7"/>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7"/>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7"/>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7"/>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7"/>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7"/>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7"/>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7"/>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7"/>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7"/>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7"/>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7"/>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7"/>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7"/>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7"/>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7"/>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7"/>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7"/>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7"/>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7"/>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7"/>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7"/>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7"/>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7"/>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7"/>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7"/>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7"/>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7"/>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7"/>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7"/>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7"/>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7"/>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7"/>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7"/>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7"/>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7"/>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7"/>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7"/>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7"/>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7"/>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7"/>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7"/>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7"/>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7"/>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7"/>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7"/>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7"/>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7"/>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7"/>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7"/>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7"/>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7"/>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7"/>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7"/>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7"/>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7"/>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7"/>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7"/>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7"/>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7"/>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7"/>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7"/>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7"/>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7"/>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7"/>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7"/>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7"/>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7"/>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7"/>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7"/>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7"/>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7"/>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7"/>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7"/>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7"/>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7"/>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7"/>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7"/>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7"/>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7"/>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7"/>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7"/>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7"/>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7"/>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7"/>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7"/>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p:cSld name="CUSTOM_3_1_1_1">
    <p:spTree>
      <p:nvGrpSpPr>
        <p:cNvPr id="1" name="Shape 890"/>
        <p:cNvGrpSpPr/>
        <p:nvPr/>
      </p:nvGrpSpPr>
      <p:grpSpPr>
        <a:xfrm>
          <a:off x="0" y="0"/>
          <a:ext cx="0" cy="0"/>
          <a:chOff x="0" y="0"/>
          <a:chExt cx="0" cy="0"/>
        </a:xfrm>
      </p:grpSpPr>
      <p:sp>
        <p:nvSpPr>
          <p:cNvPr id="891" name="Google Shape;891;p28"/>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92" name="Google Shape;892;p28"/>
          <p:cNvSpPr txBox="1">
            <a:spLocks noGrp="1"/>
          </p:cNvSpPr>
          <p:nvPr>
            <p:ph type="title" idx="2"/>
          </p:nvPr>
        </p:nvSpPr>
        <p:spPr>
          <a:xfrm>
            <a:off x="713400" y="2678765"/>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93" name="Google Shape;893;p28"/>
          <p:cNvSpPr txBox="1">
            <a:spLocks noGrp="1"/>
          </p:cNvSpPr>
          <p:nvPr>
            <p:ph type="subTitle" idx="1"/>
          </p:nvPr>
        </p:nvSpPr>
        <p:spPr>
          <a:xfrm>
            <a:off x="713400" y="3125544"/>
            <a:ext cx="24054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4" name="Google Shape;894;p28"/>
          <p:cNvSpPr txBox="1">
            <a:spLocks noGrp="1"/>
          </p:cNvSpPr>
          <p:nvPr>
            <p:ph type="title" idx="3"/>
          </p:nvPr>
        </p:nvSpPr>
        <p:spPr>
          <a:xfrm>
            <a:off x="3369381" y="2678765"/>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95" name="Google Shape;895;p28"/>
          <p:cNvSpPr txBox="1">
            <a:spLocks noGrp="1"/>
          </p:cNvSpPr>
          <p:nvPr>
            <p:ph type="subTitle" idx="4"/>
          </p:nvPr>
        </p:nvSpPr>
        <p:spPr>
          <a:xfrm>
            <a:off x="3369381" y="3125545"/>
            <a:ext cx="24054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6" name="Google Shape;896;p28"/>
          <p:cNvSpPr txBox="1">
            <a:spLocks noGrp="1"/>
          </p:cNvSpPr>
          <p:nvPr>
            <p:ph type="title" idx="5"/>
          </p:nvPr>
        </p:nvSpPr>
        <p:spPr>
          <a:xfrm>
            <a:off x="6025370" y="2678765"/>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97" name="Google Shape;897;p28"/>
          <p:cNvSpPr txBox="1">
            <a:spLocks noGrp="1"/>
          </p:cNvSpPr>
          <p:nvPr>
            <p:ph type="subTitle" idx="6"/>
          </p:nvPr>
        </p:nvSpPr>
        <p:spPr>
          <a:xfrm>
            <a:off x="6025370" y="3125545"/>
            <a:ext cx="24054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98" name="Google Shape;898;p28"/>
          <p:cNvGrpSpPr/>
          <p:nvPr/>
        </p:nvGrpSpPr>
        <p:grpSpPr>
          <a:xfrm>
            <a:off x="393288" y="215075"/>
            <a:ext cx="8357575" cy="4713325"/>
            <a:chOff x="393288" y="215075"/>
            <a:chExt cx="8357575" cy="4713325"/>
          </a:xfrm>
        </p:grpSpPr>
        <p:grpSp>
          <p:nvGrpSpPr>
            <p:cNvPr id="899" name="Google Shape;899;p28"/>
            <p:cNvGrpSpPr/>
            <p:nvPr/>
          </p:nvGrpSpPr>
          <p:grpSpPr>
            <a:xfrm>
              <a:off x="8430763" y="215075"/>
              <a:ext cx="320100" cy="324300"/>
              <a:chOff x="789875" y="1003975"/>
              <a:chExt cx="320100" cy="324300"/>
            </a:xfrm>
          </p:grpSpPr>
          <p:cxnSp>
            <p:nvCxnSpPr>
              <p:cNvPr id="900" name="Google Shape;900;p28"/>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901" name="Google Shape;901;p28"/>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nvGrpSpPr>
            <p:cNvPr id="902" name="Google Shape;902;p28"/>
            <p:cNvGrpSpPr/>
            <p:nvPr/>
          </p:nvGrpSpPr>
          <p:grpSpPr>
            <a:xfrm>
              <a:off x="393288" y="4604100"/>
              <a:ext cx="320100" cy="324300"/>
              <a:chOff x="789875" y="1003975"/>
              <a:chExt cx="320100" cy="324300"/>
            </a:xfrm>
          </p:grpSpPr>
          <p:cxnSp>
            <p:nvCxnSpPr>
              <p:cNvPr id="903" name="Google Shape;903;p28"/>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904" name="Google Shape;904;p28"/>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CUSTOM_3_1_1_1_1_1_1_1_1">
    <p:spTree>
      <p:nvGrpSpPr>
        <p:cNvPr id="1" name="Shape 905"/>
        <p:cNvGrpSpPr/>
        <p:nvPr/>
      </p:nvGrpSpPr>
      <p:grpSpPr>
        <a:xfrm>
          <a:off x="0" y="0"/>
          <a:ext cx="0" cy="0"/>
          <a:chOff x="0" y="0"/>
          <a:chExt cx="0" cy="0"/>
        </a:xfrm>
      </p:grpSpPr>
      <p:grpSp>
        <p:nvGrpSpPr>
          <p:cNvPr id="906" name="Google Shape;906;p29"/>
          <p:cNvGrpSpPr/>
          <p:nvPr/>
        </p:nvGrpSpPr>
        <p:grpSpPr>
          <a:xfrm>
            <a:off x="215500" y="-777566"/>
            <a:ext cx="10675699" cy="5701516"/>
            <a:chOff x="215500" y="-777566"/>
            <a:chExt cx="10675699" cy="5701516"/>
          </a:xfrm>
        </p:grpSpPr>
        <p:grpSp>
          <p:nvGrpSpPr>
            <p:cNvPr id="907" name="Google Shape;907;p29"/>
            <p:cNvGrpSpPr/>
            <p:nvPr/>
          </p:nvGrpSpPr>
          <p:grpSpPr>
            <a:xfrm>
              <a:off x="7410427" y="-777566"/>
              <a:ext cx="3480772" cy="2487986"/>
              <a:chOff x="3609425" y="1808600"/>
              <a:chExt cx="3237325" cy="2313975"/>
            </a:xfrm>
          </p:grpSpPr>
          <p:sp>
            <p:nvSpPr>
              <p:cNvPr id="908" name="Google Shape;908;p29"/>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9"/>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9"/>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9"/>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9"/>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9"/>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9"/>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9"/>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9"/>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9"/>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9"/>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9"/>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9"/>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9"/>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9"/>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9"/>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9"/>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1" name="Google Shape;1021;p29"/>
            <p:cNvGrpSpPr/>
            <p:nvPr/>
          </p:nvGrpSpPr>
          <p:grpSpPr>
            <a:xfrm>
              <a:off x="215500" y="4468300"/>
              <a:ext cx="270300" cy="455650"/>
              <a:chOff x="1421025" y="1637275"/>
              <a:chExt cx="270300" cy="455650"/>
            </a:xfrm>
          </p:grpSpPr>
          <p:cxnSp>
            <p:nvCxnSpPr>
              <p:cNvPr id="1022" name="Google Shape;1022;p29"/>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1023" name="Google Shape;1023;p29"/>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1024" name="Google Shape;1024;p29"/>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1025" name="Google Shape;1025;p29"/>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grpSp>
          <p:nvGrpSpPr>
            <p:cNvPr id="1026" name="Google Shape;1026;p29"/>
            <p:cNvGrpSpPr/>
            <p:nvPr/>
          </p:nvGrpSpPr>
          <p:grpSpPr>
            <a:xfrm>
              <a:off x="8669100" y="2676800"/>
              <a:ext cx="270300" cy="455650"/>
              <a:chOff x="1338600" y="1637275"/>
              <a:chExt cx="270300" cy="455650"/>
            </a:xfrm>
          </p:grpSpPr>
          <p:cxnSp>
            <p:nvCxnSpPr>
              <p:cNvPr id="1027" name="Google Shape;1027;p29"/>
              <p:cNvCxnSpPr/>
              <p:nvPr/>
            </p:nvCxnSpPr>
            <p:spPr>
              <a:xfrm>
                <a:off x="1338600"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1028" name="Google Shape;1028;p29"/>
              <p:cNvCxnSpPr/>
              <p:nvPr/>
            </p:nvCxnSpPr>
            <p:spPr>
              <a:xfrm>
                <a:off x="1338600"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1029" name="Google Shape;1029;p29"/>
              <p:cNvCxnSpPr/>
              <p:nvPr/>
            </p:nvCxnSpPr>
            <p:spPr>
              <a:xfrm>
                <a:off x="1338600"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1030" name="Google Shape;1030;p29"/>
              <p:cNvCxnSpPr/>
              <p:nvPr/>
            </p:nvCxnSpPr>
            <p:spPr>
              <a:xfrm>
                <a:off x="1338600" y="2092925"/>
                <a:ext cx="270300" cy="0"/>
              </a:xfrm>
              <a:prstGeom prst="straightConnector1">
                <a:avLst/>
              </a:prstGeom>
              <a:noFill/>
              <a:ln w="9525" cap="flat" cmpd="sng">
                <a:solidFill>
                  <a:schemeClr val="dk1"/>
                </a:solidFill>
                <a:prstDash val="solid"/>
                <a:round/>
                <a:headEnd type="none" w="med" len="med"/>
                <a:tailEnd type="none" w="med" len="med"/>
              </a:ln>
            </p:spPr>
          </p:cxnSp>
        </p:grpSp>
      </p:grpSp>
      <p:sp>
        <p:nvSpPr>
          <p:cNvPr id="1031" name="Google Shape;1031;p29"/>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32" name="Google Shape;1032;p29"/>
          <p:cNvSpPr txBox="1">
            <a:spLocks noGrp="1"/>
          </p:cNvSpPr>
          <p:nvPr>
            <p:ph type="title" idx="2"/>
          </p:nvPr>
        </p:nvSpPr>
        <p:spPr>
          <a:xfrm>
            <a:off x="1835752" y="1528086"/>
            <a:ext cx="2002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33" name="Google Shape;1033;p29"/>
          <p:cNvSpPr txBox="1">
            <a:spLocks noGrp="1"/>
          </p:cNvSpPr>
          <p:nvPr>
            <p:ph type="subTitle" idx="1"/>
          </p:nvPr>
        </p:nvSpPr>
        <p:spPr>
          <a:xfrm>
            <a:off x="1835752" y="1957634"/>
            <a:ext cx="2002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4" name="Google Shape;1034;p29"/>
          <p:cNvSpPr txBox="1">
            <a:spLocks noGrp="1"/>
          </p:cNvSpPr>
          <p:nvPr>
            <p:ph type="title" idx="3"/>
          </p:nvPr>
        </p:nvSpPr>
        <p:spPr>
          <a:xfrm>
            <a:off x="5636674" y="1528086"/>
            <a:ext cx="2002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35" name="Google Shape;1035;p29"/>
          <p:cNvSpPr txBox="1">
            <a:spLocks noGrp="1"/>
          </p:cNvSpPr>
          <p:nvPr>
            <p:ph type="subTitle" idx="4"/>
          </p:nvPr>
        </p:nvSpPr>
        <p:spPr>
          <a:xfrm>
            <a:off x="5636675" y="1957634"/>
            <a:ext cx="2002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6" name="Google Shape;1036;p29"/>
          <p:cNvSpPr txBox="1">
            <a:spLocks noGrp="1"/>
          </p:cNvSpPr>
          <p:nvPr>
            <p:ph type="title" idx="5"/>
          </p:nvPr>
        </p:nvSpPr>
        <p:spPr>
          <a:xfrm>
            <a:off x="1835752" y="3017466"/>
            <a:ext cx="2002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37" name="Google Shape;1037;p29"/>
          <p:cNvSpPr txBox="1">
            <a:spLocks noGrp="1"/>
          </p:cNvSpPr>
          <p:nvPr>
            <p:ph type="subTitle" idx="6"/>
          </p:nvPr>
        </p:nvSpPr>
        <p:spPr>
          <a:xfrm>
            <a:off x="1835752" y="3447014"/>
            <a:ext cx="2002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8" name="Google Shape;1038;p29"/>
          <p:cNvSpPr txBox="1">
            <a:spLocks noGrp="1"/>
          </p:cNvSpPr>
          <p:nvPr>
            <p:ph type="title" idx="7"/>
          </p:nvPr>
        </p:nvSpPr>
        <p:spPr>
          <a:xfrm>
            <a:off x="5636674" y="3017466"/>
            <a:ext cx="2002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39" name="Google Shape;1039;p29"/>
          <p:cNvSpPr txBox="1">
            <a:spLocks noGrp="1"/>
          </p:cNvSpPr>
          <p:nvPr>
            <p:ph type="subTitle" idx="8"/>
          </p:nvPr>
        </p:nvSpPr>
        <p:spPr>
          <a:xfrm>
            <a:off x="5636675" y="3447014"/>
            <a:ext cx="2002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p:cSld name="CUSTOM_4">
    <p:spTree>
      <p:nvGrpSpPr>
        <p:cNvPr id="1" name="Shape 1040"/>
        <p:cNvGrpSpPr/>
        <p:nvPr/>
      </p:nvGrpSpPr>
      <p:grpSpPr>
        <a:xfrm>
          <a:off x="0" y="0"/>
          <a:ext cx="0" cy="0"/>
          <a:chOff x="0" y="0"/>
          <a:chExt cx="0" cy="0"/>
        </a:xfrm>
      </p:grpSpPr>
      <p:sp>
        <p:nvSpPr>
          <p:cNvPr id="1041" name="Google Shape;1041;p30"/>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42" name="Google Shape;1042;p30"/>
          <p:cNvSpPr txBox="1">
            <a:spLocks noGrp="1"/>
          </p:cNvSpPr>
          <p:nvPr>
            <p:ph type="title" idx="2"/>
          </p:nvPr>
        </p:nvSpPr>
        <p:spPr>
          <a:xfrm>
            <a:off x="713400" y="2992014"/>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3" name="Google Shape;1043;p30"/>
          <p:cNvSpPr txBox="1">
            <a:spLocks noGrp="1"/>
          </p:cNvSpPr>
          <p:nvPr>
            <p:ph type="subTitle" idx="1"/>
          </p:nvPr>
        </p:nvSpPr>
        <p:spPr>
          <a:xfrm>
            <a:off x="713400" y="3443703"/>
            <a:ext cx="2405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4" name="Google Shape;1044;p30"/>
          <p:cNvSpPr txBox="1">
            <a:spLocks noGrp="1"/>
          </p:cNvSpPr>
          <p:nvPr>
            <p:ph type="title" idx="3"/>
          </p:nvPr>
        </p:nvSpPr>
        <p:spPr>
          <a:xfrm>
            <a:off x="3369386" y="2992014"/>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5" name="Google Shape;1045;p30"/>
          <p:cNvSpPr txBox="1">
            <a:spLocks noGrp="1"/>
          </p:cNvSpPr>
          <p:nvPr>
            <p:ph type="subTitle" idx="4"/>
          </p:nvPr>
        </p:nvSpPr>
        <p:spPr>
          <a:xfrm>
            <a:off x="3369375" y="3443703"/>
            <a:ext cx="2405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6" name="Google Shape;1046;p30"/>
          <p:cNvSpPr txBox="1">
            <a:spLocks noGrp="1"/>
          </p:cNvSpPr>
          <p:nvPr>
            <p:ph type="title" idx="5"/>
          </p:nvPr>
        </p:nvSpPr>
        <p:spPr>
          <a:xfrm>
            <a:off x="6025372" y="2992014"/>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7" name="Google Shape;1047;p30"/>
          <p:cNvSpPr txBox="1">
            <a:spLocks noGrp="1"/>
          </p:cNvSpPr>
          <p:nvPr>
            <p:ph type="subTitle" idx="6"/>
          </p:nvPr>
        </p:nvSpPr>
        <p:spPr>
          <a:xfrm>
            <a:off x="6025372" y="3443703"/>
            <a:ext cx="2405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8" name="Google Shape;1048;p30"/>
          <p:cNvSpPr txBox="1">
            <a:spLocks noGrp="1"/>
          </p:cNvSpPr>
          <p:nvPr>
            <p:ph type="title" idx="7"/>
          </p:nvPr>
        </p:nvSpPr>
        <p:spPr>
          <a:xfrm>
            <a:off x="713400" y="1516309"/>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9" name="Google Shape;1049;p30"/>
          <p:cNvSpPr txBox="1">
            <a:spLocks noGrp="1"/>
          </p:cNvSpPr>
          <p:nvPr>
            <p:ph type="subTitle" idx="8"/>
          </p:nvPr>
        </p:nvSpPr>
        <p:spPr>
          <a:xfrm>
            <a:off x="713400" y="1967997"/>
            <a:ext cx="2405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0" name="Google Shape;1050;p30"/>
          <p:cNvSpPr txBox="1">
            <a:spLocks noGrp="1"/>
          </p:cNvSpPr>
          <p:nvPr>
            <p:ph type="title" idx="9"/>
          </p:nvPr>
        </p:nvSpPr>
        <p:spPr>
          <a:xfrm>
            <a:off x="3369386" y="1516309"/>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51" name="Google Shape;1051;p30"/>
          <p:cNvSpPr txBox="1">
            <a:spLocks noGrp="1"/>
          </p:cNvSpPr>
          <p:nvPr>
            <p:ph type="subTitle" idx="13"/>
          </p:nvPr>
        </p:nvSpPr>
        <p:spPr>
          <a:xfrm>
            <a:off x="3369375" y="1967998"/>
            <a:ext cx="2405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2" name="Google Shape;1052;p30"/>
          <p:cNvSpPr txBox="1">
            <a:spLocks noGrp="1"/>
          </p:cNvSpPr>
          <p:nvPr>
            <p:ph type="title" idx="14"/>
          </p:nvPr>
        </p:nvSpPr>
        <p:spPr>
          <a:xfrm>
            <a:off x="6025372" y="1516309"/>
            <a:ext cx="2405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53" name="Google Shape;1053;p30"/>
          <p:cNvSpPr txBox="1">
            <a:spLocks noGrp="1"/>
          </p:cNvSpPr>
          <p:nvPr>
            <p:ph type="subTitle" idx="15"/>
          </p:nvPr>
        </p:nvSpPr>
        <p:spPr>
          <a:xfrm>
            <a:off x="6025372" y="1967998"/>
            <a:ext cx="2405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054" name="Google Shape;1054;p30"/>
          <p:cNvGrpSpPr/>
          <p:nvPr/>
        </p:nvGrpSpPr>
        <p:grpSpPr>
          <a:xfrm>
            <a:off x="393288" y="215075"/>
            <a:ext cx="8357575" cy="4713325"/>
            <a:chOff x="393288" y="215075"/>
            <a:chExt cx="8357575" cy="4713325"/>
          </a:xfrm>
        </p:grpSpPr>
        <p:grpSp>
          <p:nvGrpSpPr>
            <p:cNvPr id="1055" name="Google Shape;1055;p30"/>
            <p:cNvGrpSpPr/>
            <p:nvPr/>
          </p:nvGrpSpPr>
          <p:grpSpPr>
            <a:xfrm>
              <a:off x="8430763" y="215075"/>
              <a:ext cx="320100" cy="324300"/>
              <a:chOff x="789875" y="1003975"/>
              <a:chExt cx="320100" cy="324300"/>
            </a:xfrm>
          </p:grpSpPr>
          <p:cxnSp>
            <p:nvCxnSpPr>
              <p:cNvPr id="1056" name="Google Shape;1056;p30"/>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1057" name="Google Shape;1057;p30"/>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nvGrpSpPr>
            <p:cNvPr id="1058" name="Google Shape;1058;p30"/>
            <p:cNvGrpSpPr/>
            <p:nvPr/>
          </p:nvGrpSpPr>
          <p:grpSpPr>
            <a:xfrm>
              <a:off x="393288" y="4604100"/>
              <a:ext cx="320100" cy="324300"/>
              <a:chOff x="789875" y="1003975"/>
              <a:chExt cx="320100" cy="324300"/>
            </a:xfrm>
          </p:grpSpPr>
          <p:cxnSp>
            <p:nvCxnSpPr>
              <p:cNvPr id="1059" name="Google Shape;1059;p30"/>
              <p:cNvCxnSpPr/>
              <p:nvPr/>
            </p:nvCxnSpPr>
            <p:spPr>
              <a:xfrm>
                <a:off x="949925" y="1003975"/>
                <a:ext cx="0" cy="324300"/>
              </a:xfrm>
              <a:prstGeom prst="straightConnector1">
                <a:avLst/>
              </a:prstGeom>
              <a:noFill/>
              <a:ln w="9525" cap="flat" cmpd="sng">
                <a:solidFill>
                  <a:schemeClr val="dk1"/>
                </a:solidFill>
                <a:prstDash val="solid"/>
                <a:round/>
                <a:headEnd type="none" w="med" len="med"/>
                <a:tailEnd type="none" w="med" len="med"/>
              </a:ln>
            </p:spPr>
          </p:cxnSp>
          <p:cxnSp>
            <p:nvCxnSpPr>
              <p:cNvPr id="1060" name="Google Shape;1060;p30"/>
              <p:cNvCxnSpPr/>
              <p:nvPr/>
            </p:nvCxnSpPr>
            <p:spPr>
              <a:xfrm>
                <a:off x="789875" y="1166125"/>
                <a:ext cx="3201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CUSTOM_6">
    <p:spTree>
      <p:nvGrpSpPr>
        <p:cNvPr id="1" name="Shape 1061"/>
        <p:cNvGrpSpPr/>
        <p:nvPr/>
      </p:nvGrpSpPr>
      <p:grpSpPr>
        <a:xfrm>
          <a:off x="0" y="0"/>
          <a:ext cx="0" cy="0"/>
          <a:chOff x="0" y="0"/>
          <a:chExt cx="0" cy="0"/>
        </a:xfrm>
      </p:grpSpPr>
      <p:grpSp>
        <p:nvGrpSpPr>
          <p:cNvPr id="1062" name="Google Shape;1062;p31"/>
          <p:cNvGrpSpPr/>
          <p:nvPr/>
        </p:nvGrpSpPr>
        <p:grpSpPr>
          <a:xfrm>
            <a:off x="2162353" y="-231634"/>
            <a:ext cx="4819084" cy="5243224"/>
            <a:chOff x="2162353" y="-231634"/>
            <a:chExt cx="4819084" cy="5243224"/>
          </a:xfrm>
        </p:grpSpPr>
        <p:grpSp>
          <p:nvGrpSpPr>
            <p:cNvPr id="1063" name="Google Shape;1063;p31"/>
            <p:cNvGrpSpPr/>
            <p:nvPr/>
          </p:nvGrpSpPr>
          <p:grpSpPr>
            <a:xfrm>
              <a:off x="2162353" y="-231634"/>
              <a:ext cx="4819084" cy="1433249"/>
              <a:chOff x="4392475" y="419900"/>
              <a:chExt cx="4046250" cy="1203400"/>
            </a:xfrm>
          </p:grpSpPr>
          <p:sp>
            <p:nvSpPr>
              <p:cNvPr id="1064" name="Google Shape;1064;p31"/>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1"/>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1"/>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1"/>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1"/>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1"/>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1"/>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1"/>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1"/>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1"/>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1"/>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1"/>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1"/>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1"/>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1"/>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1"/>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1"/>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1"/>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1"/>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1"/>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1"/>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1"/>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1"/>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1"/>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1"/>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1"/>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1"/>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1"/>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1"/>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1"/>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1"/>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1"/>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1"/>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1"/>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1"/>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1"/>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1"/>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1"/>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1"/>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1"/>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1"/>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1"/>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1"/>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1"/>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1"/>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1"/>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1"/>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1"/>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1"/>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1"/>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1"/>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1"/>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1"/>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1"/>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1"/>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1"/>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1"/>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1"/>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1"/>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1"/>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1"/>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1"/>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1"/>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1"/>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1"/>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1"/>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1"/>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1"/>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1"/>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1"/>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1"/>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1"/>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1"/>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1"/>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1"/>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1"/>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1"/>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1"/>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1"/>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1"/>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1"/>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1"/>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1"/>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1"/>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1"/>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1"/>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1"/>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1"/>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1"/>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1"/>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1"/>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1"/>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1"/>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1"/>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1"/>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1"/>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1"/>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1"/>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1"/>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1"/>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1"/>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1"/>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1"/>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1"/>
            <p:cNvGrpSpPr/>
            <p:nvPr/>
          </p:nvGrpSpPr>
          <p:grpSpPr>
            <a:xfrm>
              <a:off x="2162353" y="3578341"/>
              <a:ext cx="4819084" cy="1433249"/>
              <a:chOff x="4392475" y="419900"/>
              <a:chExt cx="4046250" cy="1203400"/>
            </a:xfrm>
          </p:grpSpPr>
          <p:sp>
            <p:nvSpPr>
              <p:cNvPr id="1168" name="Google Shape;1168;p31"/>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1"/>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1"/>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1"/>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1"/>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1"/>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1"/>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1"/>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1"/>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1"/>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1"/>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1"/>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1"/>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1"/>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1"/>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1"/>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1"/>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1"/>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1"/>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1"/>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1"/>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1"/>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1"/>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1"/>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1"/>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1"/>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1"/>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1"/>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1"/>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1"/>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1"/>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1"/>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1"/>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1"/>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1"/>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1"/>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1"/>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1"/>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1"/>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1"/>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1"/>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1"/>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1"/>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1"/>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1"/>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1"/>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1"/>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1"/>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1"/>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1"/>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1"/>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1"/>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1"/>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1"/>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1"/>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1"/>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1"/>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1"/>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1"/>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1"/>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1"/>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1"/>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1"/>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1"/>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1"/>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1"/>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1"/>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1"/>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1"/>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1"/>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1"/>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1"/>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1"/>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1"/>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1"/>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1"/>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1"/>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1"/>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1"/>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1"/>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1"/>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1"/>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1"/>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1"/>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1"/>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1"/>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1"/>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1"/>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1"/>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1"/>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1"/>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1"/>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1"/>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1"/>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1"/>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1"/>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1"/>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1"/>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1"/>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1"/>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1"/>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1"/>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1"/>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71" name="Google Shape;1271;p31"/>
          <p:cNvSpPr/>
          <p:nvPr/>
        </p:nvSpPr>
        <p:spPr>
          <a:xfrm>
            <a:off x="543300" y="516150"/>
            <a:ext cx="8057400" cy="4111200"/>
          </a:xfrm>
          <a:prstGeom prst="snip1Rect">
            <a:avLst>
              <a:gd name="adj" fmla="val 16667"/>
            </a:avLst>
          </a:prstGeom>
          <a:solidFill>
            <a:schemeClr val="accent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1272" name="Google Shape;1272;p31"/>
          <p:cNvSpPr txBox="1">
            <a:spLocks noGrp="1"/>
          </p:cNvSpPr>
          <p:nvPr>
            <p:ph type="title" hasCustomPrompt="1"/>
          </p:nvPr>
        </p:nvSpPr>
        <p:spPr>
          <a:xfrm>
            <a:off x="1131550" y="1118476"/>
            <a:ext cx="1875900" cy="7689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73" name="Google Shape;1273;p31"/>
          <p:cNvSpPr txBox="1">
            <a:spLocks noGrp="1"/>
          </p:cNvSpPr>
          <p:nvPr>
            <p:ph type="subTitle" idx="1"/>
          </p:nvPr>
        </p:nvSpPr>
        <p:spPr>
          <a:xfrm>
            <a:off x="1131550" y="1887374"/>
            <a:ext cx="18759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274" name="Google Shape;1274;p31"/>
          <p:cNvSpPr txBox="1">
            <a:spLocks noGrp="1"/>
          </p:cNvSpPr>
          <p:nvPr>
            <p:ph type="title" idx="2" hasCustomPrompt="1"/>
          </p:nvPr>
        </p:nvSpPr>
        <p:spPr>
          <a:xfrm>
            <a:off x="3634150" y="2518826"/>
            <a:ext cx="1875900" cy="7689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75" name="Google Shape;1275;p31"/>
          <p:cNvSpPr txBox="1">
            <a:spLocks noGrp="1"/>
          </p:cNvSpPr>
          <p:nvPr>
            <p:ph type="subTitle" idx="3"/>
          </p:nvPr>
        </p:nvSpPr>
        <p:spPr>
          <a:xfrm>
            <a:off x="3634150" y="3284105"/>
            <a:ext cx="18759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276" name="Google Shape;1276;p31"/>
          <p:cNvSpPr txBox="1">
            <a:spLocks noGrp="1"/>
          </p:cNvSpPr>
          <p:nvPr>
            <p:ph type="title" idx="4" hasCustomPrompt="1"/>
          </p:nvPr>
        </p:nvSpPr>
        <p:spPr>
          <a:xfrm>
            <a:off x="6136538" y="1118476"/>
            <a:ext cx="1875900" cy="7689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77" name="Google Shape;1277;p31"/>
          <p:cNvSpPr txBox="1">
            <a:spLocks noGrp="1"/>
          </p:cNvSpPr>
          <p:nvPr>
            <p:ph type="subTitle" idx="5"/>
          </p:nvPr>
        </p:nvSpPr>
        <p:spPr>
          <a:xfrm>
            <a:off x="6136538" y="1887372"/>
            <a:ext cx="18759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1">
  <p:cSld name="CUSTOM_6_1">
    <p:spTree>
      <p:nvGrpSpPr>
        <p:cNvPr id="1" name="Shape 1278"/>
        <p:cNvGrpSpPr/>
        <p:nvPr/>
      </p:nvGrpSpPr>
      <p:grpSpPr>
        <a:xfrm>
          <a:off x="0" y="0"/>
          <a:ext cx="0" cy="0"/>
          <a:chOff x="0" y="0"/>
          <a:chExt cx="0" cy="0"/>
        </a:xfrm>
      </p:grpSpPr>
      <p:sp>
        <p:nvSpPr>
          <p:cNvPr id="1279" name="Google Shape;1279;p32"/>
          <p:cNvSpPr txBox="1">
            <a:spLocks noGrp="1"/>
          </p:cNvSpPr>
          <p:nvPr>
            <p:ph type="title" hasCustomPrompt="1"/>
          </p:nvPr>
        </p:nvSpPr>
        <p:spPr>
          <a:xfrm>
            <a:off x="1627188" y="2570561"/>
            <a:ext cx="2457600" cy="71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80" name="Google Shape;1280;p32"/>
          <p:cNvSpPr txBox="1">
            <a:spLocks noGrp="1"/>
          </p:cNvSpPr>
          <p:nvPr>
            <p:ph type="title" idx="2" hasCustomPrompt="1"/>
          </p:nvPr>
        </p:nvSpPr>
        <p:spPr>
          <a:xfrm>
            <a:off x="5059211" y="2570561"/>
            <a:ext cx="2457600" cy="71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81" name="Google Shape;1281;p32"/>
          <p:cNvSpPr txBox="1">
            <a:spLocks noGrp="1"/>
          </p:cNvSpPr>
          <p:nvPr>
            <p:ph type="title" idx="3"/>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82" name="Google Shape;1282;p32"/>
          <p:cNvSpPr txBox="1">
            <a:spLocks noGrp="1"/>
          </p:cNvSpPr>
          <p:nvPr>
            <p:ph type="title" idx="4"/>
          </p:nvPr>
        </p:nvSpPr>
        <p:spPr>
          <a:xfrm>
            <a:off x="1627181" y="3197286"/>
            <a:ext cx="2457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83" name="Google Shape;1283;p32"/>
          <p:cNvSpPr txBox="1">
            <a:spLocks noGrp="1"/>
          </p:cNvSpPr>
          <p:nvPr>
            <p:ph type="subTitle" idx="1"/>
          </p:nvPr>
        </p:nvSpPr>
        <p:spPr>
          <a:xfrm>
            <a:off x="1627181" y="3648975"/>
            <a:ext cx="24576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4" name="Google Shape;1284;p32"/>
          <p:cNvSpPr txBox="1">
            <a:spLocks noGrp="1"/>
          </p:cNvSpPr>
          <p:nvPr>
            <p:ph type="title" idx="5"/>
          </p:nvPr>
        </p:nvSpPr>
        <p:spPr>
          <a:xfrm>
            <a:off x="5059203" y="3197286"/>
            <a:ext cx="2457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85" name="Google Shape;1285;p32"/>
          <p:cNvSpPr txBox="1">
            <a:spLocks noGrp="1"/>
          </p:cNvSpPr>
          <p:nvPr>
            <p:ph type="subTitle" idx="6"/>
          </p:nvPr>
        </p:nvSpPr>
        <p:spPr>
          <a:xfrm>
            <a:off x="5059203" y="3648975"/>
            <a:ext cx="24576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286" name="Google Shape;1286;p32"/>
          <p:cNvGrpSpPr/>
          <p:nvPr/>
        </p:nvGrpSpPr>
        <p:grpSpPr>
          <a:xfrm>
            <a:off x="-2444304" y="-604937"/>
            <a:ext cx="14032609" cy="6353374"/>
            <a:chOff x="-2444304" y="-604937"/>
            <a:chExt cx="14032609" cy="6353374"/>
          </a:xfrm>
        </p:grpSpPr>
        <p:grpSp>
          <p:nvGrpSpPr>
            <p:cNvPr id="1287" name="Google Shape;1287;p32"/>
            <p:cNvGrpSpPr/>
            <p:nvPr/>
          </p:nvGrpSpPr>
          <p:grpSpPr>
            <a:xfrm>
              <a:off x="-2444304" y="-604937"/>
              <a:ext cx="4819084" cy="1433249"/>
              <a:chOff x="4392475" y="419900"/>
              <a:chExt cx="4046250" cy="1203400"/>
            </a:xfrm>
          </p:grpSpPr>
          <p:sp>
            <p:nvSpPr>
              <p:cNvPr id="1288" name="Google Shape;1288;p32"/>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2"/>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2"/>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2"/>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2"/>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2"/>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2"/>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2"/>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2"/>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2"/>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2"/>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2"/>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2"/>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2"/>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2"/>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2"/>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2"/>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2"/>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2"/>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2"/>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2"/>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2"/>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2"/>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2"/>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2"/>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2"/>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2"/>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2"/>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2"/>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2"/>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2"/>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2"/>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2"/>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2"/>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2"/>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2"/>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2"/>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2"/>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2"/>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2"/>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2"/>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2"/>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2"/>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2"/>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2"/>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2"/>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2"/>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2"/>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2"/>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2"/>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2"/>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2"/>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2"/>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2"/>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2"/>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2"/>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2"/>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2"/>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2"/>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2"/>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2"/>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2"/>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2"/>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2"/>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2"/>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2"/>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2"/>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2"/>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2"/>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2"/>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2"/>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2"/>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2"/>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2"/>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2"/>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2"/>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2"/>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2"/>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2"/>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2"/>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2"/>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2"/>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2"/>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2"/>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2"/>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2"/>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2"/>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2"/>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2"/>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2"/>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2"/>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2"/>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2"/>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2"/>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2"/>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2"/>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2"/>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2"/>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2"/>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2"/>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2"/>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2"/>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2"/>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1" name="Google Shape;1391;p32"/>
            <p:cNvGrpSpPr/>
            <p:nvPr/>
          </p:nvGrpSpPr>
          <p:grpSpPr>
            <a:xfrm>
              <a:off x="6769221" y="4315188"/>
              <a:ext cx="4819084" cy="1433249"/>
              <a:chOff x="4392475" y="419900"/>
              <a:chExt cx="4046250" cy="1203400"/>
            </a:xfrm>
          </p:grpSpPr>
          <p:sp>
            <p:nvSpPr>
              <p:cNvPr id="1392" name="Google Shape;1392;p32"/>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2"/>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2"/>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2"/>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2"/>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2"/>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2"/>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2"/>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2"/>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2"/>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2"/>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2"/>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2"/>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2"/>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2"/>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2"/>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2"/>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2"/>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2"/>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2"/>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2"/>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2"/>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2"/>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2"/>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2"/>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2"/>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2"/>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2"/>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2"/>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2"/>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2"/>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2"/>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2"/>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2"/>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2"/>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2"/>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2"/>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2"/>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2"/>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2"/>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2"/>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2"/>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2"/>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2"/>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2"/>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2"/>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2"/>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2"/>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2"/>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2"/>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2"/>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2"/>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2"/>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2"/>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2"/>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2"/>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2"/>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2"/>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2"/>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2"/>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2"/>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2"/>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2"/>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2"/>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2"/>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2"/>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2"/>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2"/>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2"/>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2"/>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2"/>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2"/>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32"/>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32"/>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2"/>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2"/>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2"/>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2"/>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2"/>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2"/>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2"/>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2"/>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2"/>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2"/>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2"/>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2"/>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2"/>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2"/>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2"/>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2"/>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2"/>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2"/>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2"/>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2"/>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2"/>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2"/>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2"/>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2"/>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2"/>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2"/>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2"/>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2"/>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2"/>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1495"/>
        <p:cNvGrpSpPr/>
        <p:nvPr/>
      </p:nvGrpSpPr>
      <p:grpSpPr>
        <a:xfrm>
          <a:off x="0" y="0"/>
          <a:ext cx="0" cy="0"/>
          <a:chOff x="0" y="0"/>
          <a:chExt cx="0" cy="0"/>
        </a:xfrm>
      </p:grpSpPr>
      <p:pic>
        <p:nvPicPr>
          <p:cNvPr id="1496" name="Google Shape;1496;p33"/>
          <p:cNvPicPr preferRelativeResize="0"/>
          <p:nvPr/>
        </p:nvPicPr>
        <p:blipFill>
          <a:blip r:embed="rId2">
            <a:alphaModFix amt="36000"/>
          </a:blip>
          <a:stretch>
            <a:fillRect/>
          </a:stretch>
        </p:blipFill>
        <p:spPr>
          <a:xfrm>
            <a:off x="0" y="0"/>
            <a:ext cx="9144000" cy="5143500"/>
          </a:xfrm>
          <a:prstGeom prst="rect">
            <a:avLst/>
          </a:prstGeom>
          <a:noFill/>
          <a:ln>
            <a:noFill/>
          </a:ln>
        </p:spPr>
      </p:pic>
      <p:sp>
        <p:nvSpPr>
          <p:cNvPr id="1497" name="Google Shape;1497;p33"/>
          <p:cNvSpPr/>
          <p:nvPr/>
        </p:nvSpPr>
        <p:spPr>
          <a:xfrm>
            <a:off x="349250" y="295200"/>
            <a:ext cx="8325900" cy="4553100"/>
          </a:xfrm>
          <a:prstGeom prst="snip1Rect">
            <a:avLst>
              <a:gd name="adj" fmla="val 7397"/>
            </a:avLst>
          </a:prstGeom>
          <a:solidFill>
            <a:srgbClr val="031538">
              <a:alpha val="70060"/>
            </a:srgbClr>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1498" name="Google Shape;1498;p33"/>
          <p:cNvSpPr txBox="1"/>
          <p:nvPr/>
        </p:nvSpPr>
        <p:spPr>
          <a:xfrm>
            <a:off x="3903290" y="3617350"/>
            <a:ext cx="3759000" cy="7389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dk1"/>
                </a:solidFill>
                <a:latin typeface="Space Grotesk"/>
                <a:ea typeface="Space Grotesk"/>
                <a:cs typeface="Space Grotesk"/>
                <a:sym typeface="Space Grotesk"/>
              </a:rPr>
              <a:t>CREDITS: This presentation template was created by </a:t>
            </a:r>
            <a:r>
              <a:rPr lang="en" sz="1200" b="1" u="sng">
                <a:solidFill>
                  <a:schemeClr val="dk1"/>
                </a:solidFill>
                <a:latin typeface="Space Grotesk"/>
                <a:ea typeface="Space Grotesk"/>
                <a:cs typeface="Space Grotesk"/>
                <a:sym typeface="Space Grotesk"/>
                <a:hlinkClick r:id="rId3">
                  <a:extLst>
                    <a:ext uri="{A12FA001-AC4F-418D-AE19-62706E023703}">
                      <ahyp:hlinkClr xmlns:ahyp="http://schemas.microsoft.com/office/drawing/2018/hyperlinkcolor" val="tx"/>
                    </a:ext>
                  </a:extLst>
                </a:hlinkClick>
              </a:rPr>
              <a:t>Slidesgo</a:t>
            </a:r>
            <a:r>
              <a:rPr lang="en" sz="1200">
                <a:solidFill>
                  <a:schemeClr val="dk1"/>
                </a:solidFill>
                <a:latin typeface="Space Grotesk"/>
                <a:ea typeface="Space Grotesk"/>
                <a:cs typeface="Space Grotesk"/>
                <a:sym typeface="Space Grotesk"/>
              </a:rPr>
              <a:t>, including icons by </a:t>
            </a:r>
            <a:r>
              <a:rPr lang="en" sz="1200" b="1" u="sng">
                <a:solidFill>
                  <a:schemeClr val="dk1"/>
                </a:solidFill>
                <a:latin typeface="Space Grotesk"/>
                <a:ea typeface="Space Grotesk"/>
                <a:cs typeface="Space Grotesk"/>
                <a:sym typeface="Space Grotesk"/>
                <a:hlinkClick r:id="rId4">
                  <a:extLst>
                    <a:ext uri="{A12FA001-AC4F-418D-AE19-62706E023703}">
                      <ahyp:hlinkClr xmlns:ahyp="http://schemas.microsoft.com/office/drawing/2018/hyperlinkcolor" val="tx"/>
                    </a:ext>
                  </a:extLst>
                </a:hlinkClick>
              </a:rPr>
              <a:t>Flaticon</a:t>
            </a:r>
            <a:r>
              <a:rPr lang="en" sz="1200">
                <a:solidFill>
                  <a:schemeClr val="dk1"/>
                </a:solidFill>
                <a:latin typeface="Space Grotesk"/>
                <a:ea typeface="Space Grotesk"/>
                <a:cs typeface="Space Grotesk"/>
                <a:sym typeface="Space Grotesk"/>
              </a:rPr>
              <a:t>, and infographics &amp; images by </a:t>
            </a:r>
            <a:r>
              <a:rPr lang="en" sz="1200" b="1" u="sng">
                <a:solidFill>
                  <a:schemeClr val="dk1"/>
                </a:solidFill>
                <a:latin typeface="Space Grotesk"/>
                <a:ea typeface="Space Grotesk"/>
                <a:cs typeface="Space Grotesk"/>
                <a:sym typeface="Space Grotesk"/>
                <a:hlinkClick r:id="rId5">
                  <a:extLst>
                    <a:ext uri="{A12FA001-AC4F-418D-AE19-62706E023703}">
                      <ahyp:hlinkClr xmlns:ahyp="http://schemas.microsoft.com/office/drawing/2018/hyperlinkcolor" val="tx"/>
                    </a:ext>
                  </a:extLst>
                </a:hlinkClick>
              </a:rPr>
              <a:t>Freepik</a:t>
            </a:r>
            <a:r>
              <a:rPr lang="en" sz="1200" b="1" u="sng">
                <a:solidFill>
                  <a:schemeClr val="dk1"/>
                </a:solidFill>
                <a:latin typeface="Space Grotesk"/>
                <a:ea typeface="Space Grotesk"/>
                <a:cs typeface="Space Grotesk"/>
                <a:sym typeface="Space Grotesk"/>
              </a:rPr>
              <a:t> </a:t>
            </a:r>
            <a:endParaRPr sz="1200" b="1" u="sng">
              <a:solidFill>
                <a:schemeClr val="dk1"/>
              </a:solidFill>
              <a:latin typeface="Space Grotesk"/>
              <a:ea typeface="Space Grotesk"/>
              <a:cs typeface="Space Grotesk"/>
              <a:sym typeface="Space Grotesk"/>
            </a:endParaRPr>
          </a:p>
        </p:txBody>
      </p:sp>
      <p:sp>
        <p:nvSpPr>
          <p:cNvPr id="1499" name="Google Shape;1499;p33"/>
          <p:cNvSpPr txBox="1">
            <a:spLocks noGrp="1"/>
          </p:cNvSpPr>
          <p:nvPr>
            <p:ph type="title"/>
          </p:nvPr>
        </p:nvSpPr>
        <p:spPr>
          <a:xfrm>
            <a:off x="3902123" y="619350"/>
            <a:ext cx="4365600" cy="954300"/>
          </a:xfrm>
          <a:prstGeom prst="rect">
            <a:avLst/>
          </a:prstGeom>
        </p:spPr>
        <p:txBody>
          <a:bodyPr spcFirstLastPara="1" wrap="square" lIns="91425" tIns="91425" rIns="91425" bIns="91425" anchor="b" anchorCtr="0">
            <a:noAutofit/>
          </a:bodyPr>
          <a:lstStyle>
            <a:lvl1pPr lvl="0" rtl="0">
              <a:spcBef>
                <a:spcPts val="0"/>
              </a:spcBef>
              <a:spcAft>
                <a:spcPts val="0"/>
              </a:spcAft>
              <a:buNone/>
              <a:defRPr sz="5000"/>
            </a:lvl1pPr>
            <a:lvl2pPr lvl="1" rtl="0">
              <a:spcBef>
                <a:spcPts val="0"/>
              </a:spcBef>
              <a:spcAft>
                <a:spcPts val="0"/>
              </a:spcAft>
              <a:buNone/>
              <a:defRPr sz="5000"/>
            </a:lvl2pPr>
            <a:lvl3pPr lvl="2" rtl="0">
              <a:spcBef>
                <a:spcPts val="0"/>
              </a:spcBef>
              <a:spcAft>
                <a:spcPts val="0"/>
              </a:spcAft>
              <a:buNone/>
              <a:defRPr sz="5000"/>
            </a:lvl3pPr>
            <a:lvl4pPr lvl="3" rtl="0">
              <a:spcBef>
                <a:spcPts val="0"/>
              </a:spcBef>
              <a:spcAft>
                <a:spcPts val="0"/>
              </a:spcAft>
              <a:buNone/>
              <a:defRPr sz="5000"/>
            </a:lvl4pPr>
            <a:lvl5pPr lvl="4" rtl="0">
              <a:spcBef>
                <a:spcPts val="0"/>
              </a:spcBef>
              <a:spcAft>
                <a:spcPts val="0"/>
              </a:spcAft>
              <a:buNone/>
              <a:defRPr sz="5000"/>
            </a:lvl5pPr>
            <a:lvl6pPr lvl="5" rtl="0">
              <a:spcBef>
                <a:spcPts val="0"/>
              </a:spcBef>
              <a:spcAft>
                <a:spcPts val="0"/>
              </a:spcAft>
              <a:buNone/>
              <a:defRPr sz="5000"/>
            </a:lvl6pPr>
            <a:lvl7pPr lvl="6" rtl="0">
              <a:spcBef>
                <a:spcPts val="0"/>
              </a:spcBef>
              <a:spcAft>
                <a:spcPts val="0"/>
              </a:spcAft>
              <a:buNone/>
              <a:defRPr sz="5000"/>
            </a:lvl7pPr>
            <a:lvl8pPr lvl="7" rtl="0">
              <a:spcBef>
                <a:spcPts val="0"/>
              </a:spcBef>
              <a:spcAft>
                <a:spcPts val="0"/>
              </a:spcAft>
              <a:buNone/>
              <a:defRPr sz="5000"/>
            </a:lvl8pPr>
            <a:lvl9pPr lvl="8" rtl="0">
              <a:spcBef>
                <a:spcPts val="0"/>
              </a:spcBef>
              <a:spcAft>
                <a:spcPts val="0"/>
              </a:spcAft>
              <a:buNone/>
              <a:defRPr sz="5000"/>
            </a:lvl9pPr>
          </a:lstStyle>
          <a:p>
            <a:endParaRPr/>
          </a:p>
        </p:txBody>
      </p:sp>
      <p:sp>
        <p:nvSpPr>
          <p:cNvPr id="1500" name="Google Shape;1500;p33"/>
          <p:cNvSpPr txBox="1">
            <a:spLocks noGrp="1"/>
          </p:cNvSpPr>
          <p:nvPr>
            <p:ph type="title" idx="2"/>
          </p:nvPr>
        </p:nvSpPr>
        <p:spPr>
          <a:xfrm>
            <a:off x="3903285" y="1524550"/>
            <a:ext cx="4365600" cy="11811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600">
                <a:latin typeface="Roboto"/>
                <a:ea typeface="Roboto"/>
                <a:cs typeface="Roboto"/>
                <a:sym typeface="Roboto"/>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1501"/>
        <p:cNvGrpSpPr/>
        <p:nvPr/>
      </p:nvGrpSpPr>
      <p:grpSpPr>
        <a:xfrm>
          <a:off x="0" y="0"/>
          <a:ext cx="0" cy="0"/>
          <a:chOff x="0" y="0"/>
          <a:chExt cx="0" cy="0"/>
        </a:xfrm>
      </p:grpSpPr>
      <p:sp>
        <p:nvSpPr>
          <p:cNvPr id="1502" name="Google Shape;1502;p34"/>
          <p:cNvSpPr/>
          <p:nvPr/>
        </p:nvSpPr>
        <p:spPr>
          <a:xfrm>
            <a:off x="543300" y="516150"/>
            <a:ext cx="8057400" cy="4111200"/>
          </a:xfrm>
          <a:prstGeom prst="snip1Rect">
            <a:avLst>
              <a:gd name="adj" fmla="val 16667"/>
            </a:avLst>
          </a:prstGeom>
          <a:solidFill>
            <a:schemeClr val="accent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1503"/>
        <p:cNvGrpSpPr/>
        <p:nvPr/>
      </p:nvGrpSpPr>
      <p:grpSpPr>
        <a:xfrm>
          <a:off x="0" y="0"/>
          <a:ext cx="0" cy="0"/>
          <a:chOff x="0" y="0"/>
          <a:chExt cx="0" cy="0"/>
        </a:xfrm>
      </p:grpSpPr>
      <p:grpSp>
        <p:nvGrpSpPr>
          <p:cNvPr id="1504" name="Google Shape;1504;p35"/>
          <p:cNvGrpSpPr/>
          <p:nvPr/>
        </p:nvGrpSpPr>
        <p:grpSpPr>
          <a:xfrm>
            <a:off x="-1696134" y="1075946"/>
            <a:ext cx="4819084" cy="2982975"/>
            <a:chOff x="-1696134" y="1075946"/>
            <a:chExt cx="4819084" cy="2982975"/>
          </a:xfrm>
        </p:grpSpPr>
        <p:grpSp>
          <p:nvGrpSpPr>
            <p:cNvPr id="1505" name="Google Shape;1505;p35"/>
            <p:cNvGrpSpPr/>
            <p:nvPr/>
          </p:nvGrpSpPr>
          <p:grpSpPr>
            <a:xfrm>
              <a:off x="-1696134" y="1899916"/>
              <a:ext cx="4819084" cy="1433249"/>
              <a:chOff x="4392475" y="419900"/>
              <a:chExt cx="4046250" cy="1203400"/>
            </a:xfrm>
          </p:grpSpPr>
          <p:sp>
            <p:nvSpPr>
              <p:cNvPr id="1506" name="Google Shape;1506;p35"/>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5"/>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5"/>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5"/>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5"/>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5"/>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5"/>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5"/>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5"/>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5"/>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5"/>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5"/>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5"/>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5"/>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5"/>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5"/>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5"/>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35"/>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5"/>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5"/>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5"/>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5"/>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5"/>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5"/>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5"/>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5"/>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5"/>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5"/>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5"/>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5"/>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5"/>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5"/>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5"/>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5"/>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5"/>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5"/>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5"/>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5"/>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5"/>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5"/>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5"/>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5"/>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5"/>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5"/>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5"/>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5"/>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5"/>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5"/>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5"/>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5"/>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5"/>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5"/>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5"/>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5"/>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5"/>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5"/>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5"/>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5"/>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5"/>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5"/>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5"/>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5"/>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5"/>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5"/>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5"/>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5"/>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5"/>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5"/>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5"/>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5"/>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5"/>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5"/>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5"/>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5"/>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5"/>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5"/>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5"/>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5"/>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5"/>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5"/>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5"/>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5"/>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5"/>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5"/>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5"/>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5"/>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5"/>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5"/>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5"/>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5"/>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5"/>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5"/>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5"/>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5"/>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5"/>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5"/>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5"/>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5"/>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5"/>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5"/>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5"/>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5"/>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5"/>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9" name="Google Shape;1609;p35"/>
            <p:cNvSpPr/>
            <p:nvPr/>
          </p:nvSpPr>
          <p:spPr>
            <a:xfrm rot="1907142">
              <a:off x="580614" y="1128627"/>
              <a:ext cx="265404" cy="229438"/>
            </a:xfrm>
            <a:prstGeom prst="triangle">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610" name="Google Shape;1610;p35"/>
            <p:cNvSpPr/>
            <p:nvPr/>
          </p:nvSpPr>
          <p:spPr>
            <a:xfrm rot="-1439326">
              <a:off x="580644" y="3785312"/>
              <a:ext cx="265645" cy="229519"/>
            </a:xfrm>
            <a:prstGeom prst="triangle">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75" y="445025"/>
            <a:ext cx="7717500" cy="740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1pPr>
            <a:lvl2pPr lvl="1">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2pPr>
            <a:lvl3pPr lvl="2">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3pPr>
            <a:lvl4pPr lvl="3">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4pPr>
            <a:lvl5pPr lvl="4">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5pPr>
            <a:lvl6pPr lvl="5">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6pPr>
            <a:lvl7pPr lvl="6">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7pPr>
            <a:lvl8pPr lvl="7">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8pPr>
            <a:lvl9pPr lvl="8">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9pPr>
          </a:lstStyle>
          <a:p>
            <a:endParaRPr/>
          </a:p>
        </p:txBody>
      </p:sp>
      <p:sp>
        <p:nvSpPr>
          <p:cNvPr id="7" name="Google Shape;7;p1"/>
          <p:cNvSpPr txBox="1">
            <a:spLocks noGrp="1"/>
          </p:cNvSpPr>
          <p:nvPr>
            <p:ph type="body" idx="1"/>
          </p:nvPr>
        </p:nvSpPr>
        <p:spPr>
          <a:xfrm>
            <a:off x="71327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1pPr>
            <a:lvl2pPr marL="914400" lvl="1"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2pPr>
            <a:lvl3pPr marL="1371600" lvl="2"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3pPr>
            <a:lvl4pPr marL="1828800" lvl="3"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4pPr>
            <a:lvl5pPr marL="2286000" lvl="4"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5pPr>
            <a:lvl6pPr marL="2743200" lvl="5"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6pPr>
            <a:lvl7pPr marL="3200400" lvl="6"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7pPr>
            <a:lvl8pPr marL="3657600" lvl="7"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8pPr>
            <a:lvl9pPr marL="4114800" lvl="8" indent="-317500">
              <a:lnSpc>
                <a:spcPct val="100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3.xml"/><Relationship Id="rId5" Type="http://schemas.openxmlformats.org/officeDocument/2006/relationships/image" Target="../media/image12.gif"/><Relationship Id="rId4" Type="http://schemas.openxmlformats.org/officeDocument/2006/relationships/image" Target="../media/image11.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3.xml"/><Relationship Id="rId4" Type="http://schemas.openxmlformats.org/officeDocument/2006/relationships/image" Target="../media/image14.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3.xml"/><Relationship Id="rId4" Type="http://schemas.openxmlformats.org/officeDocument/2006/relationships/image" Target="../media/image16.gi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4"/>
        <p:cNvGrpSpPr/>
        <p:nvPr/>
      </p:nvGrpSpPr>
      <p:grpSpPr>
        <a:xfrm>
          <a:off x="0" y="0"/>
          <a:ext cx="0" cy="0"/>
          <a:chOff x="0" y="0"/>
          <a:chExt cx="0" cy="0"/>
        </a:xfrm>
      </p:grpSpPr>
      <p:sp>
        <p:nvSpPr>
          <p:cNvPr id="1615" name="Google Shape;1615;p36"/>
          <p:cNvSpPr txBox="1">
            <a:spLocks noGrp="1"/>
          </p:cNvSpPr>
          <p:nvPr>
            <p:ph type="ctrTitle"/>
          </p:nvPr>
        </p:nvSpPr>
        <p:spPr>
          <a:xfrm>
            <a:off x="1691400" y="1271112"/>
            <a:ext cx="5761200" cy="98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a:t>EO M231.05 </a:t>
            </a:r>
            <a:endParaRPr sz="4200"/>
          </a:p>
        </p:txBody>
      </p:sp>
      <p:sp>
        <p:nvSpPr>
          <p:cNvPr id="1616" name="Google Shape;1616;p36"/>
          <p:cNvSpPr txBox="1">
            <a:spLocks noGrp="1"/>
          </p:cNvSpPr>
          <p:nvPr>
            <p:ph type="subTitle" idx="1"/>
          </p:nvPr>
        </p:nvSpPr>
        <p:spPr>
          <a:xfrm>
            <a:off x="780700" y="725475"/>
            <a:ext cx="2548500" cy="67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rbitron"/>
                <a:ea typeface="Orbitron"/>
                <a:cs typeface="Orbitron"/>
                <a:sym typeface="Orbitron"/>
              </a:rPr>
              <a:t>Level 1 Information Guide</a:t>
            </a:r>
            <a:endParaRPr>
              <a:latin typeface="Orbitron"/>
              <a:ea typeface="Orbitron"/>
              <a:cs typeface="Orbitron"/>
              <a:sym typeface="Orbitron"/>
            </a:endParaRPr>
          </a:p>
        </p:txBody>
      </p:sp>
      <p:grpSp>
        <p:nvGrpSpPr>
          <p:cNvPr id="1617" name="Google Shape;1617;p36"/>
          <p:cNvGrpSpPr/>
          <p:nvPr/>
        </p:nvGrpSpPr>
        <p:grpSpPr>
          <a:xfrm>
            <a:off x="2907944" y="2906301"/>
            <a:ext cx="3366091" cy="1184986"/>
            <a:chOff x="1178525" y="1033075"/>
            <a:chExt cx="2455925" cy="864575"/>
          </a:xfrm>
        </p:grpSpPr>
        <p:sp>
          <p:nvSpPr>
            <p:cNvPr id="1618" name="Google Shape;1618;p36"/>
            <p:cNvSpPr/>
            <p:nvPr/>
          </p:nvSpPr>
          <p:spPr>
            <a:xfrm>
              <a:off x="2013275" y="1339525"/>
              <a:ext cx="348600" cy="231225"/>
            </a:xfrm>
            <a:custGeom>
              <a:avLst/>
              <a:gdLst/>
              <a:ahLst/>
              <a:cxnLst/>
              <a:rect l="l" t="t" r="r" b="b"/>
              <a:pathLst>
                <a:path w="13944" h="9249" extrusionOk="0">
                  <a:moveTo>
                    <a:pt x="3970" y="309"/>
                  </a:moveTo>
                  <a:cubicBezTo>
                    <a:pt x="4137" y="309"/>
                    <a:pt x="4337" y="342"/>
                    <a:pt x="4504" y="342"/>
                  </a:cubicBezTo>
                  <a:cubicBezTo>
                    <a:pt x="7739" y="809"/>
                    <a:pt x="12610" y="2944"/>
                    <a:pt x="13177" y="4512"/>
                  </a:cubicBezTo>
                  <a:cubicBezTo>
                    <a:pt x="13610" y="5813"/>
                    <a:pt x="13377" y="7648"/>
                    <a:pt x="11809" y="8782"/>
                  </a:cubicBezTo>
                  <a:cubicBezTo>
                    <a:pt x="11642" y="8898"/>
                    <a:pt x="11275" y="8956"/>
                    <a:pt x="10770" y="8956"/>
                  </a:cubicBezTo>
                  <a:cubicBezTo>
                    <a:pt x="8955" y="8956"/>
                    <a:pt x="5363" y="8209"/>
                    <a:pt x="2936" y="6747"/>
                  </a:cubicBezTo>
                  <a:cubicBezTo>
                    <a:pt x="1568" y="5913"/>
                    <a:pt x="367" y="5213"/>
                    <a:pt x="1468" y="2644"/>
                  </a:cubicBezTo>
                  <a:cubicBezTo>
                    <a:pt x="2269" y="709"/>
                    <a:pt x="3136" y="309"/>
                    <a:pt x="3970" y="309"/>
                  </a:cubicBezTo>
                  <a:close/>
                  <a:moveTo>
                    <a:pt x="3956" y="0"/>
                  </a:moveTo>
                  <a:cubicBezTo>
                    <a:pt x="3038" y="0"/>
                    <a:pt x="2046" y="397"/>
                    <a:pt x="1168" y="2511"/>
                  </a:cubicBezTo>
                  <a:cubicBezTo>
                    <a:pt x="1" y="5346"/>
                    <a:pt x="1402" y="6180"/>
                    <a:pt x="2803" y="7047"/>
                  </a:cubicBezTo>
                  <a:cubicBezTo>
                    <a:pt x="5138" y="8448"/>
                    <a:pt x="8740" y="9249"/>
                    <a:pt x="10708" y="9249"/>
                  </a:cubicBezTo>
                  <a:cubicBezTo>
                    <a:pt x="11309" y="9249"/>
                    <a:pt x="11776" y="9182"/>
                    <a:pt x="11976" y="9015"/>
                  </a:cubicBezTo>
                  <a:cubicBezTo>
                    <a:pt x="13677" y="7814"/>
                    <a:pt x="13944" y="5813"/>
                    <a:pt x="13477" y="4412"/>
                  </a:cubicBezTo>
                  <a:cubicBezTo>
                    <a:pt x="12843" y="2577"/>
                    <a:pt x="7606" y="476"/>
                    <a:pt x="4537" y="42"/>
                  </a:cubicBezTo>
                  <a:cubicBezTo>
                    <a:pt x="4348" y="19"/>
                    <a:pt x="4154" y="0"/>
                    <a:pt x="3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6"/>
            <p:cNvSpPr/>
            <p:nvPr/>
          </p:nvSpPr>
          <p:spPr>
            <a:xfrm>
              <a:off x="2316825" y="1472825"/>
              <a:ext cx="112600" cy="99600"/>
            </a:xfrm>
            <a:custGeom>
              <a:avLst/>
              <a:gdLst/>
              <a:ahLst/>
              <a:cxnLst/>
              <a:rect l="l" t="t" r="r" b="b"/>
              <a:pathLst>
                <a:path w="4504" h="3984" extrusionOk="0">
                  <a:moveTo>
                    <a:pt x="1376" y="1"/>
                  </a:moveTo>
                  <a:cubicBezTo>
                    <a:pt x="1319" y="1"/>
                    <a:pt x="1259" y="32"/>
                    <a:pt x="1235" y="81"/>
                  </a:cubicBezTo>
                  <a:cubicBezTo>
                    <a:pt x="1201" y="181"/>
                    <a:pt x="1235" y="281"/>
                    <a:pt x="1301" y="314"/>
                  </a:cubicBezTo>
                  <a:cubicBezTo>
                    <a:pt x="2069" y="715"/>
                    <a:pt x="3970" y="1915"/>
                    <a:pt x="4137" y="2316"/>
                  </a:cubicBezTo>
                  <a:cubicBezTo>
                    <a:pt x="4304" y="2816"/>
                    <a:pt x="3636" y="3550"/>
                    <a:pt x="3470" y="3650"/>
                  </a:cubicBezTo>
                  <a:cubicBezTo>
                    <a:pt x="3136" y="3617"/>
                    <a:pt x="968" y="3216"/>
                    <a:pt x="201" y="3083"/>
                  </a:cubicBezTo>
                  <a:cubicBezTo>
                    <a:pt x="182" y="3077"/>
                    <a:pt x="165" y="3074"/>
                    <a:pt x="149" y="3074"/>
                  </a:cubicBezTo>
                  <a:cubicBezTo>
                    <a:pt x="77" y="3074"/>
                    <a:pt x="28" y="3128"/>
                    <a:pt x="1" y="3183"/>
                  </a:cubicBezTo>
                  <a:cubicBezTo>
                    <a:pt x="1" y="3283"/>
                    <a:pt x="67" y="3350"/>
                    <a:pt x="134" y="3383"/>
                  </a:cubicBezTo>
                  <a:cubicBezTo>
                    <a:pt x="2969" y="3917"/>
                    <a:pt x="3403" y="3984"/>
                    <a:pt x="3503" y="3984"/>
                  </a:cubicBezTo>
                  <a:lnTo>
                    <a:pt x="3536" y="3984"/>
                  </a:lnTo>
                  <a:cubicBezTo>
                    <a:pt x="3703" y="3917"/>
                    <a:pt x="4070" y="3550"/>
                    <a:pt x="4270" y="3150"/>
                  </a:cubicBezTo>
                  <a:cubicBezTo>
                    <a:pt x="4470" y="2783"/>
                    <a:pt x="4504" y="2482"/>
                    <a:pt x="4437" y="2216"/>
                  </a:cubicBezTo>
                  <a:cubicBezTo>
                    <a:pt x="4204" y="1582"/>
                    <a:pt x="1768" y="214"/>
                    <a:pt x="1435" y="14"/>
                  </a:cubicBezTo>
                  <a:cubicBezTo>
                    <a:pt x="1417" y="5"/>
                    <a:pt x="1397" y="1"/>
                    <a:pt x="1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6"/>
            <p:cNvSpPr/>
            <p:nvPr/>
          </p:nvSpPr>
          <p:spPr>
            <a:xfrm>
              <a:off x="2074150" y="1342150"/>
              <a:ext cx="85100" cy="169400"/>
            </a:xfrm>
            <a:custGeom>
              <a:avLst/>
              <a:gdLst/>
              <a:ahLst/>
              <a:cxnLst/>
              <a:rect l="l" t="t" r="r" b="b"/>
              <a:pathLst>
                <a:path w="3404" h="6776" extrusionOk="0">
                  <a:moveTo>
                    <a:pt x="2456" y="1"/>
                  </a:moveTo>
                  <a:cubicBezTo>
                    <a:pt x="2425" y="1"/>
                    <a:pt x="2394" y="12"/>
                    <a:pt x="2369" y="37"/>
                  </a:cubicBezTo>
                  <a:cubicBezTo>
                    <a:pt x="2302" y="71"/>
                    <a:pt x="2269" y="171"/>
                    <a:pt x="2336" y="237"/>
                  </a:cubicBezTo>
                  <a:cubicBezTo>
                    <a:pt x="3370" y="2005"/>
                    <a:pt x="2703" y="3773"/>
                    <a:pt x="2369" y="4474"/>
                  </a:cubicBezTo>
                  <a:cubicBezTo>
                    <a:pt x="1802" y="5575"/>
                    <a:pt x="901" y="6375"/>
                    <a:pt x="134" y="6475"/>
                  </a:cubicBezTo>
                  <a:cubicBezTo>
                    <a:pt x="34" y="6475"/>
                    <a:pt x="1" y="6542"/>
                    <a:pt x="1" y="6642"/>
                  </a:cubicBezTo>
                  <a:cubicBezTo>
                    <a:pt x="1" y="6709"/>
                    <a:pt x="67" y="6775"/>
                    <a:pt x="134" y="6775"/>
                  </a:cubicBezTo>
                  <a:lnTo>
                    <a:pt x="167" y="6775"/>
                  </a:lnTo>
                  <a:cubicBezTo>
                    <a:pt x="1035" y="6675"/>
                    <a:pt x="2035" y="5808"/>
                    <a:pt x="2636" y="4607"/>
                  </a:cubicBezTo>
                  <a:cubicBezTo>
                    <a:pt x="3403" y="3073"/>
                    <a:pt x="3370" y="1405"/>
                    <a:pt x="2602" y="71"/>
                  </a:cubicBezTo>
                  <a:cubicBezTo>
                    <a:pt x="2561" y="29"/>
                    <a:pt x="2507" y="1"/>
                    <a:pt x="2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6"/>
            <p:cNvSpPr/>
            <p:nvPr/>
          </p:nvSpPr>
          <p:spPr>
            <a:xfrm>
              <a:off x="2045800" y="1340025"/>
              <a:ext cx="100100" cy="155675"/>
            </a:xfrm>
            <a:custGeom>
              <a:avLst/>
              <a:gdLst/>
              <a:ahLst/>
              <a:cxnLst/>
              <a:rect l="l" t="t" r="r" b="b"/>
              <a:pathLst>
                <a:path w="4004" h="6227" extrusionOk="0">
                  <a:moveTo>
                    <a:pt x="2476" y="0"/>
                  </a:moveTo>
                  <a:cubicBezTo>
                    <a:pt x="2431" y="0"/>
                    <a:pt x="2388" y="17"/>
                    <a:pt x="2369" y="56"/>
                  </a:cubicBezTo>
                  <a:cubicBezTo>
                    <a:pt x="2302" y="89"/>
                    <a:pt x="2302" y="189"/>
                    <a:pt x="2369" y="256"/>
                  </a:cubicBezTo>
                  <a:cubicBezTo>
                    <a:pt x="3670" y="1457"/>
                    <a:pt x="3003" y="3925"/>
                    <a:pt x="1969" y="5159"/>
                  </a:cubicBezTo>
                  <a:cubicBezTo>
                    <a:pt x="1742" y="5411"/>
                    <a:pt x="1268" y="5910"/>
                    <a:pt x="763" y="5910"/>
                  </a:cubicBezTo>
                  <a:cubicBezTo>
                    <a:pt x="599" y="5910"/>
                    <a:pt x="431" y="5857"/>
                    <a:pt x="267" y="5726"/>
                  </a:cubicBezTo>
                  <a:cubicBezTo>
                    <a:pt x="240" y="5713"/>
                    <a:pt x="206" y="5704"/>
                    <a:pt x="172" y="5704"/>
                  </a:cubicBezTo>
                  <a:cubicBezTo>
                    <a:pt x="123" y="5704"/>
                    <a:pt x="73" y="5721"/>
                    <a:pt x="34" y="5760"/>
                  </a:cubicBezTo>
                  <a:cubicBezTo>
                    <a:pt x="0" y="5826"/>
                    <a:pt x="0" y="5926"/>
                    <a:pt x="67" y="5993"/>
                  </a:cubicBezTo>
                  <a:cubicBezTo>
                    <a:pt x="267" y="6127"/>
                    <a:pt x="501" y="6227"/>
                    <a:pt x="768" y="6227"/>
                  </a:cubicBezTo>
                  <a:cubicBezTo>
                    <a:pt x="1235" y="6227"/>
                    <a:pt x="1735" y="5926"/>
                    <a:pt x="2202" y="5359"/>
                  </a:cubicBezTo>
                  <a:cubicBezTo>
                    <a:pt x="3336" y="4025"/>
                    <a:pt x="4003" y="1357"/>
                    <a:pt x="2569" y="22"/>
                  </a:cubicBezTo>
                  <a:cubicBezTo>
                    <a:pt x="2541" y="8"/>
                    <a:pt x="2508" y="0"/>
                    <a:pt x="2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6"/>
            <p:cNvSpPr/>
            <p:nvPr/>
          </p:nvSpPr>
          <p:spPr>
            <a:xfrm>
              <a:off x="2058300" y="1358925"/>
              <a:ext cx="65925" cy="131775"/>
            </a:xfrm>
            <a:custGeom>
              <a:avLst/>
              <a:gdLst/>
              <a:ahLst/>
              <a:cxnLst/>
              <a:rect l="l" t="t" r="r" b="b"/>
              <a:pathLst>
                <a:path w="2637" h="5271" extrusionOk="0">
                  <a:moveTo>
                    <a:pt x="2503" y="0"/>
                  </a:moveTo>
                  <a:cubicBezTo>
                    <a:pt x="1936" y="0"/>
                    <a:pt x="1268" y="634"/>
                    <a:pt x="801" y="1635"/>
                  </a:cubicBezTo>
                  <a:cubicBezTo>
                    <a:pt x="301" y="2669"/>
                    <a:pt x="1" y="4236"/>
                    <a:pt x="735" y="5204"/>
                  </a:cubicBezTo>
                  <a:cubicBezTo>
                    <a:pt x="768" y="5271"/>
                    <a:pt x="835" y="5271"/>
                    <a:pt x="868" y="5271"/>
                  </a:cubicBezTo>
                  <a:lnTo>
                    <a:pt x="935" y="5271"/>
                  </a:lnTo>
                  <a:cubicBezTo>
                    <a:pt x="1002" y="5204"/>
                    <a:pt x="1035" y="5104"/>
                    <a:pt x="968" y="5037"/>
                  </a:cubicBezTo>
                  <a:cubicBezTo>
                    <a:pt x="301" y="4136"/>
                    <a:pt x="601" y="2735"/>
                    <a:pt x="1068" y="1768"/>
                  </a:cubicBezTo>
                  <a:cubicBezTo>
                    <a:pt x="1502" y="934"/>
                    <a:pt x="2069" y="334"/>
                    <a:pt x="2503" y="300"/>
                  </a:cubicBezTo>
                  <a:cubicBezTo>
                    <a:pt x="2569" y="300"/>
                    <a:pt x="2636" y="234"/>
                    <a:pt x="2636" y="167"/>
                  </a:cubicBezTo>
                  <a:cubicBezTo>
                    <a:pt x="2636" y="67"/>
                    <a:pt x="2569" y="0"/>
                    <a:pt x="2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6"/>
            <p:cNvSpPr/>
            <p:nvPr/>
          </p:nvSpPr>
          <p:spPr>
            <a:xfrm>
              <a:off x="2131700" y="1391450"/>
              <a:ext cx="65900" cy="132600"/>
            </a:xfrm>
            <a:custGeom>
              <a:avLst/>
              <a:gdLst/>
              <a:ahLst/>
              <a:cxnLst/>
              <a:rect l="l" t="t" r="r" b="b"/>
              <a:pathLst>
                <a:path w="2636" h="5304" extrusionOk="0">
                  <a:moveTo>
                    <a:pt x="2369" y="0"/>
                  </a:moveTo>
                  <a:cubicBezTo>
                    <a:pt x="2269" y="0"/>
                    <a:pt x="2202" y="67"/>
                    <a:pt x="2202" y="167"/>
                  </a:cubicBezTo>
                  <a:cubicBezTo>
                    <a:pt x="2302" y="2001"/>
                    <a:pt x="1501" y="3836"/>
                    <a:pt x="67" y="5004"/>
                  </a:cubicBezTo>
                  <a:cubicBezTo>
                    <a:pt x="0" y="5070"/>
                    <a:pt x="0" y="5170"/>
                    <a:pt x="67" y="5237"/>
                  </a:cubicBezTo>
                  <a:cubicBezTo>
                    <a:pt x="67" y="5270"/>
                    <a:pt x="134" y="5304"/>
                    <a:pt x="167" y="5304"/>
                  </a:cubicBezTo>
                  <a:cubicBezTo>
                    <a:pt x="200" y="5304"/>
                    <a:pt x="234" y="5270"/>
                    <a:pt x="267" y="5237"/>
                  </a:cubicBezTo>
                  <a:cubicBezTo>
                    <a:pt x="1768" y="4036"/>
                    <a:pt x="2635" y="2068"/>
                    <a:pt x="2535" y="167"/>
                  </a:cubicBezTo>
                  <a:cubicBezTo>
                    <a:pt x="2535" y="67"/>
                    <a:pt x="2469" y="0"/>
                    <a:pt x="23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6"/>
            <p:cNvSpPr/>
            <p:nvPr/>
          </p:nvSpPr>
          <p:spPr>
            <a:xfrm>
              <a:off x="2223425" y="1416250"/>
              <a:ext cx="60900" cy="127825"/>
            </a:xfrm>
            <a:custGeom>
              <a:avLst/>
              <a:gdLst/>
              <a:ahLst/>
              <a:cxnLst/>
              <a:rect l="l" t="t" r="r" b="b"/>
              <a:pathLst>
                <a:path w="2436" h="5113" extrusionOk="0">
                  <a:moveTo>
                    <a:pt x="2152" y="0"/>
                  </a:moveTo>
                  <a:cubicBezTo>
                    <a:pt x="2136" y="0"/>
                    <a:pt x="2120" y="3"/>
                    <a:pt x="2102" y="9"/>
                  </a:cubicBezTo>
                  <a:cubicBezTo>
                    <a:pt x="2035" y="9"/>
                    <a:pt x="1969" y="75"/>
                    <a:pt x="1969" y="176"/>
                  </a:cubicBezTo>
                  <a:cubicBezTo>
                    <a:pt x="2102" y="1877"/>
                    <a:pt x="1368" y="3678"/>
                    <a:pt x="67" y="4812"/>
                  </a:cubicBezTo>
                  <a:cubicBezTo>
                    <a:pt x="1" y="4879"/>
                    <a:pt x="1" y="4979"/>
                    <a:pt x="67" y="5046"/>
                  </a:cubicBezTo>
                  <a:cubicBezTo>
                    <a:pt x="101" y="5079"/>
                    <a:pt x="134" y="5112"/>
                    <a:pt x="167" y="5112"/>
                  </a:cubicBezTo>
                  <a:cubicBezTo>
                    <a:pt x="201" y="5112"/>
                    <a:pt x="267" y="5079"/>
                    <a:pt x="267" y="5046"/>
                  </a:cubicBezTo>
                  <a:cubicBezTo>
                    <a:pt x="1668" y="3845"/>
                    <a:pt x="2436" y="1977"/>
                    <a:pt x="2269" y="142"/>
                  </a:cubicBezTo>
                  <a:cubicBezTo>
                    <a:pt x="2269" y="60"/>
                    <a:pt x="2224"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6"/>
            <p:cNvSpPr/>
            <p:nvPr/>
          </p:nvSpPr>
          <p:spPr>
            <a:xfrm>
              <a:off x="2279300" y="1452325"/>
              <a:ext cx="45050" cy="97575"/>
            </a:xfrm>
            <a:custGeom>
              <a:avLst/>
              <a:gdLst/>
              <a:ahLst/>
              <a:cxnLst/>
              <a:rect l="l" t="t" r="r" b="b"/>
              <a:pathLst>
                <a:path w="1802" h="3903" extrusionOk="0">
                  <a:moveTo>
                    <a:pt x="1635" y="0"/>
                  </a:moveTo>
                  <a:cubicBezTo>
                    <a:pt x="1535" y="0"/>
                    <a:pt x="1468" y="67"/>
                    <a:pt x="1468" y="167"/>
                  </a:cubicBezTo>
                  <a:cubicBezTo>
                    <a:pt x="1468" y="1434"/>
                    <a:pt x="968" y="2702"/>
                    <a:pt x="67" y="3636"/>
                  </a:cubicBezTo>
                  <a:cubicBezTo>
                    <a:pt x="0" y="3703"/>
                    <a:pt x="0" y="3803"/>
                    <a:pt x="67" y="3870"/>
                  </a:cubicBezTo>
                  <a:cubicBezTo>
                    <a:pt x="101" y="3903"/>
                    <a:pt x="134" y="3903"/>
                    <a:pt x="167" y="3903"/>
                  </a:cubicBezTo>
                  <a:cubicBezTo>
                    <a:pt x="234" y="3903"/>
                    <a:pt x="267" y="3870"/>
                    <a:pt x="301" y="3836"/>
                  </a:cubicBezTo>
                  <a:cubicBezTo>
                    <a:pt x="1235" y="2869"/>
                    <a:pt x="1768" y="1535"/>
                    <a:pt x="1802" y="167"/>
                  </a:cubicBezTo>
                  <a:cubicBezTo>
                    <a:pt x="1802" y="67"/>
                    <a:pt x="1735" y="0"/>
                    <a:pt x="16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6"/>
            <p:cNvSpPr/>
            <p:nvPr/>
          </p:nvSpPr>
          <p:spPr>
            <a:xfrm>
              <a:off x="1506250" y="1476300"/>
              <a:ext cx="300225" cy="200375"/>
            </a:xfrm>
            <a:custGeom>
              <a:avLst/>
              <a:gdLst/>
              <a:ahLst/>
              <a:cxnLst/>
              <a:rect l="l" t="t" r="r" b="b"/>
              <a:pathLst>
                <a:path w="12009" h="8015" extrusionOk="0">
                  <a:moveTo>
                    <a:pt x="3436" y="342"/>
                  </a:moveTo>
                  <a:cubicBezTo>
                    <a:pt x="3570" y="342"/>
                    <a:pt x="3736" y="342"/>
                    <a:pt x="3870" y="375"/>
                  </a:cubicBezTo>
                  <a:cubicBezTo>
                    <a:pt x="6672" y="742"/>
                    <a:pt x="10841" y="2577"/>
                    <a:pt x="11308" y="3911"/>
                  </a:cubicBezTo>
                  <a:cubicBezTo>
                    <a:pt x="11675" y="5045"/>
                    <a:pt x="11475" y="6580"/>
                    <a:pt x="10141" y="7547"/>
                  </a:cubicBezTo>
                  <a:cubicBezTo>
                    <a:pt x="9994" y="7650"/>
                    <a:pt x="9672" y="7701"/>
                    <a:pt x="9232" y="7701"/>
                  </a:cubicBezTo>
                  <a:cubicBezTo>
                    <a:pt x="7672" y="7701"/>
                    <a:pt x="4624" y="7061"/>
                    <a:pt x="2569" y="5813"/>
                  </a:cubicBezTo>
                  <a:cubicBezTo>
                    <a:pt x="1401" y="5112"/>
                    <a:pt x="401" y="4512"/>
                    <a:pt x="1301" y="2310"/>
                  </a:cubicBezTo>
                  <a:cubicBezTo>
                    <a:pt x="2002" y="642"/>
                    <a:pt x="2702" y="342"/>
                    <a:pt x="3436" y="342"/>
                  </a:cubicBezTo>
                  <a:close/>
                  <a:moveTo>
                    <a:pt x="3424" y="1"/>
                  </a:moveTo>
                  <a:cubicBezTo>
                    <a:pt x="2625" y="1"/>
                    <a:pt x="1768" y="369"/>
                    <a:pt x="1001" y="2177"/>
                  </a:cubicBezTo>
                  <a:cubicBezTo>
                    <a:pt x="0" y="4612"/>
                    <a:pt x="1201" y="5346"/>
                    <a:pt x="2402" y="6079"/>
                  </a:cubicBezTo>
                  <a:cubicBezTo>
                    <a:pt x="4337" y="7247"/>
                    <a:pt x="7472" y="8014"/>
                    <a:pt x="9207" y="8014"/>
                  </a:cubicBezTo>
                  <a:cubicBezTo>
                    <a:pt x="9741" y="8014"/>
                    <a:pt x="10141" y="7947"/>
                    <a:pt x="10308" y="7781"/>
                  </a:cubicBezTo>
                  <a:cubicBezTo>
                    <a:pt x="11775" y="6747"/>
                    <a:pt x="12009" y="5045"/>
                    <a:pt x="11609" y="3811"/>
                  </a:cubicBezTo>
                  <a:cubicBezTo>
                    <a:pt x="11075" y="2243"/>
                    <a:pt x="6572" y="409"/>
                    <a:pt x="3937" y="42"/>
                  </a:cubicBezTo>
                  <a:cubicBezTo>
                    <a:pt x="3770" y="18"/>
                    <a:pt x="3598" y="1"/>
                    <a:pt x="34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6"/>
            <p:cNvSpPr/>
            <p:nvPr/>
          </p:nvSpPr>
          <p:spPr>
            <a:xfrm>
              <a:off x="1766425" y="1591250"/>
              <a:ext cx="98425" cy="86250"/>
            </a:xfrm>
            <a:custGeom>
              <a:avLst/>
              <a:gdLst/>
              <a:ahLst/>
              <a:cxnLst/>
              <a:rect l="l" t="t" r="r" b="b"/>
              <a:pathLst>
                <a:path w="3937" h="3450" extrusionOk="0">
                  <a:moveTo>
                    <a:pt x="1209" y="1"/>
                  </a:moveTo>
                  <a:cubicBezTo>
                    <a:pt x="1153" y="1"/>
                    <a:pt x="1093" y="32"/>
                    <a:pt x="1068" y="80"/>
                  </a:cubicBezTo>
                  <a:cubicBezTo>
                    <a:pt x="1035" y="147"/>
                    <a:pt x="1068" y="247"/>
                    <a:pt x="1135" y="281"/>
                  </a:cubicBezTo>
                  <a:cubicBezTo>
                    <a:pt x="1802" y="648"/>
                    <a:pt x="3437" y="1648"/>
                    <a:pt x="3570" y="2015"/>
                  </a:cubicBezTo>
                  <a:cubicBezTo>
                    <a:pt x="3703" y="2415"/>
                    <a:pt x="3170" y="3016"/>
                    <a:pt x="3003" y="3116"/>
                  </a:cubicBezTo>
                  <a:cubicBezTo>
                    <a:pt x="2669" y="3083"/>
                    <a:pt x="401" y="2649"/>
                    <a:pt x="201" y="2616"/>
                  </a:cubicBezTo>
                  <a:cubicBezTo>
                    <a:pt x="134" y="2616"/>
                    <a:pt x="34" y="2649"/>
                    <a:pt x="34" y="2749"/>
                  </a:cubicBezTo>
                  <a:cubicBezTo>
                    <a:pt x="1" y="2816"/>
                    <a:pt x="68" y="2916"/>
                    <a:pt x="168" y="2916"/>
                  </a:cubicBezTo>
                  <a:cubicBezTo>
                    <a:pt x="168" y="2949"/>
                    <a:pt x="2803" y="3450"/>
                    <a:pt x="3070" y="3450"/>
                  </a:cubicBezTo>
                  <a:cubicBezTo>
                    <a:pt x="3236" y="3416"/>
                    <a:pt x="3570" y="3049"/>
                    <a:pt x="3737" y="2716"/>
                  </a:cubicBezTo>
                  <a:cubicBezTo>
                    <a:pt x="3870" y="2415"/>
                    <a:pt x="3937" y="2149"/>
                    <a:pt x="3837" y="1915"/>
                  </a:cubicBezTo>
                  <a:cubicBezTo>
                    <a:pt x="3637" y="1348"/>
                    <a:pt x="1569" y="181"/>
                    <a:pt x="1268" y="14"/>
                  </a:cubicBezTo>
                  <a:cubicBezTo>
                    <a:pt x="1250" y="5"/>
                    <a:pt x="1230" y="1"/>
                    <a:pt x="1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6"/>
            <p:cNvSpPr/>
            <p:nvPr/>
          </p:nvSpPr>
          <p:spPr>
            <a:xfrm>
              <a:off x="1557950" y="1478675"/>
              <a:ext cx="75075" cy="146300"/>
            </a:xfrm>
            <a:custGeom>
              <a:avLst/>
              <a:gdLst/>
              <a:ahLst/>
              <a:cxnLst/>
              <a:rect l="l" t="t" r="r" b="b"/>
              <a:pathLst>
                <a:path w="3003" h="5852" extrusionOk="0">
                  <a:moveTo>
                    <a:pt x="2128" y="0"/>
                  </a:moveTo>
                  <a:cubicBezTo>
                    <a:pt x="2107" y="0"/>
                    <a:pt x="2087" y="5"/>
                    <a:pt x="2069" y="14"/>
                  </a:cubicBezTo>
                  <a:cubicBezTo>
                    <a:pt x="2002" y="80"/>
                    <a:pt x="1969" y="147"/>
                    <a:pt x="2035" y="247"/>
                  </a:cubicBezTo>
                  <a:cubicBezTo>
                    <a:pt x="2936" y="1748"/>
                    <a:pt x="2336" y="3249"/>
                    <a:pt x="2069" y="3850"/>
                  </a:cubicBezTo>
                  <a:cubicBezTo>
                    <a:pt x="1568" y="4784"/>
                    <a:pt x="834" y="5484"/>
                    <a:pt x="167" y="5551"/>
                  </a:cubicBezTo>
                  <a:cubicBezTo>
                    <a:pt x="67" y="5551"/>
                    <a:pt x="1" y="5651"/>
                    <a:pt x="34" y="5718"/>
                  </a:cubicBezTo>
                  <a:cubicBezTo>
                    <a:pt x="34" y="5818"/>
                    <a:pt x="101" y="5851"/>
                    <a:pt x="167" y="5851"/>
                  </a:cubicBezTo>
                  <a:lnTo>
                    <a:pt x="201" y="5851"/>
                  </a:lnTo>
                  <a:cubicBezTo>
                    <a:pt x="968" y="5784"/>
                    <a:pt x="1802" y="5017"/>
                    <a:pt x="2336" y="3983"/>
                  </a:cubicBezTo>
                  <a:cubicBezTo>
                    <a:pt x="3003" y="2649"/>
                    <a:pt x="2969" y="1248"/>
                    <a:pt x="2302" y="80"/>
                  </a:cubicBezTo>
                  <a:cubicBezTo>
                    <a:pt x="2253" y="31"/>
                    <a:pt x="2187" y="0"/>
                    <a:pt x="21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6"/>
            <p:cNvSpPr/>
            <p:nvPr/>
          </p:nvSpPr>
          <p:spPr>
            <a:xfrm>
              <a:off x="1533775" y="1476925"/>
              <a:ext cx="87575" cy="134700"/>
            </a:xfrm>
            <a:custGeom>
              <a:avLst/>
              <a:gdLst/>
              <a:ahLst/>
              <a:cxnLst/>
              <a:rect l="l" t="t" r="r" b="b"/>
              <a:pathLst>
                <a:path w="3503" h="5388" extrusionOk="0">
                  <a:moveTo>
                    <a:pt x="2152" y="0"/>
                  </a:moveTo>
                  <a:cubicBezTo>
                    <a:pt x="2110" y="0"/>
                    <a:pt x="2068" y="17"/>
                    <a:pt x="2035" y="50"/>
                  </a:cubicBezTo>
                  <a:cubicBezTo>
                    <a:pt x="2002" y="117"/>
                    <a:pt x="2002" y="217"/>
                    <a:pt x="2068" y="250"/>
                  </a:cubicBezTo>
                  <a:cubicBezTo>
                    <a:pt x="3169" y="1284"/>
                    <a:pt x="2602" y="3386"/>
                    <a:pt x="1701" y="4420"/>
                  </a:cubicBezTo>
                  <a:cubicBezTo>
                    <a:pt x="1524" y="4648"/>
                    <a:pt x="1117" y="5067"/>
                    <a:pt x="683" y="5067"/>
                  </a:cubicBezTo>
                  <a:cubicBezTo>
                    <a:pt x="545" y="5067"/>
                    <a:pt x="404" y="5025"/>
                    <a:pt x="267" y="4920"/>
                  </a:cubicBezTo>
                  <a:cubicBezTo>
                    <a:pt x="242" y="4895"/>
                    <a:pt x="211" y="4884"/>
                    <a:pt x="182" y="4884"/>
                  </a:cubicBezTo>
                  <a:cubicBezTo>
                    <a:pt x="134" y="4884"/>
                    <a:pt x="87" y="4912"/>
                    <a:pt x="67" y="4954"/>
                  </a:cubicBezTo>
                  <a:cubicBezTo>
                    <a:pt x="0" y="5020"/>
                    <a:pt x="34" y="5120"/>
                    <a:pt x="100" y="5187"/>
                  </a:cubicBezTo>
                  <a:cubicBezTo>
                    <a:pt x="267" y="5321"/>
                    <a:pt x="467" y="5387"/>
                    <a:pt x="701" y="5387"/>
                  </a:cubicBezTo>
                  <a:cubicBezTo>
                    <a:pt x="1101" y="5387"/>
                    <a:pt x="1535" y="5120"/>
                    <a:pt x="1935" y="4620"/>
                  </a:cubicBezTo>
                  <a:cubicBezTo>
                    <a:pt x="2902" y="3486"/>
                    <a:pt x="3503" y="1184"/>
                    <a:pt x="2268" y="50"/>
                  </a:cubicBezTo>
                  <a:cubicBezTo>
                    <a:pt x="2235" y="17"/>
                    <a:pt x="2193"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6"/>
            <p:cNvSpPr/>
            <p:nvPr/>
          </p:nvSpPr>
          <p:spPr>
            <a:xfrm>
              <a:off x="1544600" y="1493175"/>
              <a:ext cx="58400" cy="114275"/>
            </a:xfrm>
            <a:custGeom>
              <a:avLst/>
              <a:gdLst/>
              <a:ahLst/>
              <a:cxnLst/>
              <a:rect l="l" t="t" r="r" b="b"/>
              <a:pathLst>
                <a:path w="2336" h="4571" extrusionOk="0">
                  <a:moveTo>
                    <a:pt x="2202" y="1"/>
                  </a:moveTo>
                  <a:cubicBezTo>
                    <a:pt x="1602" y="1"/>
                    <a:pt x="1035" y="734"/>
                    <a:pt x="701" y="1402"/>
                  </a:cubicBezTo>
                  <a:cubicBezTo>
                    <a:pt x="301" y="2302"/>
                    <a:pt x="1" y="3670"/>
                    <a:pt x="668" y="4504"/>
                  </a:cubicBezTo>
                  <a:cubicBezTo>
                    <a:pt x="701" y="4571"/>
                    <a:pt x="735" y="4571"/>
                    <a:pt x="801" y="4571"/>
                  </a:cubicBezTo>
                  <a:cubicBezTo>
                    <a:pt x="835" y="4571"/>
                    <a:pt x="835" y="4571"/>
                    <a:pt x="868" y="4537"/>
                  </a:cubicBezTo>
                  <a:cubicBezTo>
                    <a:pt x="935" y="4504"/>
                    <a:pt x="968" y="4404"/>
                    <a:pt x="901" y="4337"/>
                  </a:cubicBezTo>
                  <a:cubicBezTo>
                    <a:pt x="334" y="3570"/>
                    <a:pt x="601" y="2369"/>
                    <a:pt x="1002" y="1535"/>
                  </a:cubicBezTo>
                  <a:cubicBezTo>
                    <a:pt x="1335" y="835"/>
                    <a:pt x="1835" y="301"/>
                    <a:pt x="2202" y="301"/>
                  </a:cubicBezTo>
                  <a:cubicBezTo>
                    <a:pt x="2269" y="301"/>
                    <a:pt x="2336" y="234"/>
                    <a:pt x="2336" y="134"/>
                  </a:cubicBezTo>
                  <a:cubicBezTo>
                    <a:pt x="2336" y="67"/>
                    <a:pt x="2269" y="1"/>
                    <a:pt x="2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6"/>
            <p:cNvSpPr/>
            <p:nvPr/>
          </p:nvSpPr>
          <p:spPr>
            <a:xfrm>
              <a:off x="1607975" y="1521525"/>
              <a:ext cx="57575" cy="114275"/>
            </a:xfrm>
            <a:custGeom>
              <a:avLst/>
              <a:gdLst/>
              <a:ahLst/>
              <a:cxnLst/>
              <a:rect l="l" t="t" r="r" b="b"/>
              <a:pathLst>
                <a:path w="2303" h="4571" extrusionOk="0">
                  <a:moveTo>
                    <a:pt x="2069" y="1"/>
                  </a:moveTo>
                  <a:cubicBezTo>
                    <a:pt x="1969" y="1"/>
                    <a:pt x="1902" y="67"/>
                    <a:pt x="1902" y="168"/>
                  </a:cubicBezTo>
                  <a:cubicBezTo>
                    <a:pt x="1969" y="1702"/>
                    <a:pt x="1269" y="3303"/>
                    <a:pt x="68" y="4270"/>
                  </a:cubicBezTo>
                  <a:cubicBezTo>
                    <a:pt x="1" y="4337"/>
                    <a:pt x="1" y="4437"/>
                    <a:pt x="68" y="4504"/>
                  </a:cubicBezTo>
                  <a:cubicBezTo>
                    <a:pt x="68" y="4537"/>
                    <a:pt x="134" y="4571"/>
                    <a:pt x="168" y="4571"/>
                  </a:cubicBezTo>
                  <a:cubicBezTo>
                    <a:pt x="201" y="4571"/>
                    <a:pt x="234" y="4537"/>
                    <a:pt x="268" y="4537"/>
                  </a:cubicBezTo>
                  <a:cubicBezTo>
                    <a:pt x="1569" y="3470"/>
                    <a:pt x="2303" y="1802"/>
                    <a:pt x="2203" y="134"/>
                  </a:cubicBezTo>
                  <a:cubicBezTo>
                    <a:pt x="2203" y="67"/>
                    <a:pt x="2136" y="1"/>
                    <a:pt x="2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6"/>
            <p:cNvSpPr/>
            <p:nvPr/>
          </p:nvSpPr>
          <p:spPr>
            <a:xfrm>
              <a:off x="1686375" y="1542375"/>
              <a:ext cx="53400" cy="110950"/>
            </a:xfrm>
            <a:custGeom>
              <a:avLst/>
              <a:gdLst/>
              <a:ahLst/>
              <a:cxnLst/>
              <a:rect l="l" t="t" r="r" b="b"/>
              <a:pathLst>
                <a:path w="2136" h="4438" extrusionOk="0">
                  <a:moveTo>
                    <a:pt x="1835" y="1"/>
                  </a:moveTo>
                  <a:cubicBezTo>
                    <a:pt x="1768" y="1"/>
                    <a:pt x="1702" y="67"/>
                    <a:pt x="1702" y="167"/>
                  </a:cubicBezTo>
                  <a:cubicBezTo>
                    <a:pt x="1802" y="1635"/>
                    <a:pt x="1201" y="3170"/>
                    <a:pt x="101" y="4137"/>
                  </a:cubicBezTo>
                  <a:cubicBezTo>
                    <a:pt x="34" y="4204"/>
                    <a:pt x="1" y="4304"/>
                    <a:pt x="67" y="4370"/>
                  </a:cubicBezTo>
                  <a:cubicBezTo>
                    <a:pt x="101" y="4404"/>
                    <a:pt x="134" y="4437"/>
                    <a:pt x="201" y="4437"/>
                  </a:cubicBezTo>
                  <a:cubicBezTo>
                    <a:pt x="234" y="4437"/>
                    <a:pt x="267" y="4404"/>
                    <a:pt x="301" y="4370"/>
                  </a:cubicBezTo>
                  <a:cubicBezTo>
                    <a:pt x="1468" y="3336"/>
                    <a:pt x="2135" y="1702"/>
                    <a:pt x="2002" y="134"/>
                  </a:cubicBezTo>
                  <a:cubicBezTo>
                    <a:pt x="2002" y="67"/>
                    <a:pt x="1935" y="1"/>
                    <a:pt x="1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6"/>
            <p:cNvSpPr/>
            <p:nvPr/>
          </p:nvSpPr>
          <p:spPr>
            <a:xfrm>
              <a:off x="1734750" y="1573225"/>
              <a:ext cx="39225" cy="85100"/>
            </a:xfrm>
            <a:custGeom>
              <a:avLst/>
              <a:gdLst/>
              <a:ahLst/>
              <a:cxnLst/>
              <a:rect l="l" t="t" r="r" b="b"/>
              <a:pathLst>
                <a:path w="1569" h="3404" extrusionOk="0">
                  <a:moveTo>
                    <a:pt x="1435" y="1"/>
                  </a:moveTo>
                  <a:cubicBezTo>
                    <a:pt x="1335" y="1"/>
                    <a:pt x="1268" y="68"/>
                    <a:pt x="1268" y="168"/>
                  </a:cubicBezTo>
                  <a:cubicBezTo>
                    <a:pt x="1268" y="1268"/>
                    <a:pt x="801" y="2336"/>
                    <a:pt x="67" y="3136"/>
                  </a:cubicBezTo>
                  <a:cubicBezTo>
                    <a:pt x="0" y="3203"/>
                    <a:pt x="0" y="3303"/>
                    <a:pt x="67" y="3370"/>
                  </a:cubicBezTo>
                  <a:cubicBezTo>
                    <a:pt x="100" y="3370"/>
                    <a:pt x="134" y="3403"/>
                    <a:pt x="167" y="3403"/>
                  </a:cubicBezTo>
                  <a:cubicBezTo>
                    <a:pt x="200" y="3403"/>
                    <a:pt x="267" y="3370"/>
                    <a:pt x="300" y="3337"/>
                  </a:cubicBezTo>
                  <a:cubicBezTo>
                    <a:pt x="1101" y="2503"/>
                    <a:pt x="1568" y="1335"/>
                    <a:pt x="1568" y="168"/>
                  </a:cubicBezTo>
                  <a:cubicBezTo>
                    <a:pt x="1568" y="68"/>
                    <a:pt x="1501" y="1"/>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6"/>
            <p:cNvSpPr/>
            <p:nvPr/>
          </p:nvSpPr>
          <p:spPr>
            <a:xfrm>
              <a:off x="1343625" y="1295100"/>
              <a:ext cx="197675" cy="108875"/>
            </a:xfrm>
            <a:custGeom>
              <a:avLst/>
              <a:gdLst/>
              <a:ahLst/>
              <a:cxnLst/>
              <a:rect l="l" t="t" r="r" b="b"/>
              <a:pathLst>
                <a:path w="7907" h="4355" extrusionOk="0">
                  <a:moveTo>
                    <a:pt x="2074" y="305"/>
                  </a:moveTo>
                  <a:cubicBezTo>
                    <a:pt x="2226" y="305"/>
                    <a:pt x="2368" y="322"/>
                    <a:pt x="2503" y="352"/>
                  </a:cubicBezTo>
                  <a:cubicBezTo>
                    <a:pt x="2736" y="418"/>
                    <a:pt x="2936" y="518"/>
                    <a:pt x="3170" y="618"/>
                  </a:cubicBezTo>
                  <a:lnTo>
                    <a:pt x="7573" y="2787"/>
                  </a:lnTo>
                  <a:cubicBezTo>
                    <a:pt x="7573" y="2787"/>
                    <a:pt x="7573" y="2820"/>
                    <a:pt x="7573" y="2853"/>
                  </a:cubicBezTo>
                  <a:lnTo>
                    <a:pt x="7373" y="3787"/>
                  </a:lnTo>
                  <a:lnTo>
                    <a:pt x="5738" y="3187"/>
                  </a:lnTo>
                  <a:cubicBezTo>
                    <a:pt x="5705" y="3187"/>
                    <a:pt x="5671" y="3187"/>
                    <a:pt x="5605" y="3220"/>
                  </a:cubicBezTo>
                  <a:cubicBezTo>
                    <a:pt x="5571" y="3254"/>
                    <a:pt x="5538" y="3287"/>
                    <a:pt x="5538" y="3320"/>
                  </a:cubicBezTo>
                  <a:cubicBezTo>
                    <a:pt x="5505" y="3554"/>
                    <a:pt x="5471" y="3787"/>
                    <a:pt x="5405" y="3987"/>
                  </a:cubicBezTo>
                  <a:cubicBezTo>
                    <a:pt x="3803" y="3454"/>
                    <a:pt x="2236" y="2787"/>
                    <a:pt x="735" y="2019"/>
                  </a:cubicBezTo>
                  <a:cubicBezTo>
                    <a:pt x="601" y="1953"/>
                    <a:pt x="501" y="1853"/>
                    <a:pt x="434" y="1753"/>
                  </a:cubicBezTo>
                  <a:cubicBezTo>
                    <a:pt x="334" y="1486"/>
                    <a:pt x="434" y="1152"/>
                    <a:pt x="501" y="785"/>
                  </a:cubicBezTo>
                  <a:cubicBezTo>
                    <a:pt x="534" y="718"/>
                    <a:pt x="534" y="652"/>
                    <a:pt x="568" y="585"/>
                  </a:cubicBezTo>
                  <a:cubicBezTo>
                    <a:pt x="635" y="552"/>
                    <a:pt x="868" y="485"/>
                    <a:pt x="1335" y="418"/>
                  </a:cubicBezTo>
                  <a:lnTo>
                    <a:pt x="1468" y="385"/>
                  </a:lnTo>
                  <a:cubicBezTo>
                    <a:pt x="1689" y="330"/>
                    <a:pt x="1889" y="305"/>
                    <a:pt x="2074" y="305"/>
                  </a:cubicBezTo>
                  <a:close/>
                  <a:moveTo>
                    <a:pt x="2098" y="0"/>
                  </a:moveTo>
                  <a:cubicBezTo>
                    <a:pt x="1835" y="0"/>
                    <a:pt x="1592" y="42"/>
                    <a:pt x="1402" y="85"/>
                  </a:cubicBezTo>
                  <a:lnTo>
                    <a:pt x="1302" y="85"/>
                  </a:lnTo>
                  <a:cubicBezTo>
                    <a:pt x="301" y="285"/>
                    <a:pt x="301" y="318"/>
                    <a:pt x="268" y="452"/>
                  </a:cubicBezTo>
                  <a:cubicBezTo>
                    <a:pt x="268" y="518"/>
                    <a:pt x="234" y="618"/>
                    <a:pt x="201" y="718"/>
                  </a:cubicBezTo>
                  <a:cubicBezTo>
                    <a:pt x="101" y="1119"/>
                    <a:pt x="1" y="1519"/>
                    <a:pt x="168" y="1886"/>
                  </a:cubicBezTo>
                  <a:cubicBezTo>
                    <a:pt x="234" y="2053"/>
                    <a:pt x="401" y="2186"/>
                    <a:pt x="601" y="2286"/>
                  </a:cubicBezTo>
                  <a:cubicBezTo>
                    <a:pt x="2169" y="3087"/>
                    <a:pt x="3803" y="3754"/>
                    <a:pt x="5438" y="4354"/>
                  </a:cubicBezTo>
                  <a:lnTo>
                    <a:pt x="5471" y="4354"/>
                  </a:lnTo>
                  <a:cubicBezTo>
                    <a:pt x="5538" y="4354"/>
                    <a:pt x="5605" y="4321"/>
                    <a:pt x="5638" y="4254"/>
                  </a:cubicBezTo>
                  <a:cubicBezTo>
                    <a:pt x="5705" y="4021"/>
                    <a:pt x="5772" y="3787"/>
                    <a:pt x="5838" y="3554"/>
                  </a:cubicBezTo>
                  <a:lnTo>
                    <a:pt x="7406" y="4121"/>
                  </a:lnTo>
                  <a:cubicBezTo>
                    <a:pt x="7428" y="4132"/>
                    <a:pt x="7447" y="4136"/>
                    <a:pt x="7463" y="4136"/>
                  </a:cubicBezTo>
                  <a:cubicBezTo>
                    <a:pt x="7495" y="4136"/>
                    <a:pt x="7517" y="4121"/>
                    <a:pt x="7539" y="4121"/>
                  </a:cubicBezTo>
                  <a:cubicBezTo>
                    <a:pt x="7573" y="4088"/>
                    <a:pt x="7606" y="4054"/>
                    <a:pt x="7640" y="4021"/>
                  </a:cubicBezTo>
                  <a:lnTo>
                    <a:pt x="7873" y="2887"/>
                  </a:lnTo>
                  <a:cubicBezTo>
                    <a:pt x="7873" y="2853"/>
                    <a:pt x="7906" y="2720"/>
                    <a:pt x="7840" y="2620"/>
                  </a:cubicBezTo>
                  <a:cubicBezTo>
                    <a:pt x="7806" y="2553"/>
                    <a:pt x="7740" y="2520"/>
                    <a:pt x="7706" y="2486"/>
                  </a:cubicBezTo>
                  <a:lnTo>
                    <a:pt x="3303" y="352"/>
                  </a:lnTo>
                  <a:cubicBezTo>
                    <a:pt x="3070" y="218"/>
                    <a:pt x="2836" y="118"/>
                    <a:pt x="2569" y="51"/>
                  </a:cubicBezTo>
                  <a:cubicBezTo>
                    <a:pt x="2410" y="15"/>
                    <a:pt x="2250" y="0"/>
                    <a:pt x="2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6"/>
            <p:cNvSpPr/>
            <p:nvPr/>
          </p:nvSpPr>
          <p:spPr>
            <a:xfrm>
              <a:off x="1383650" y="1295225"/>
              <a:ext cx="106775" cy="87900"/>
            </a:xfrm>
            <a:custGeom>
              <a:avLst/>
              <a:gdLst/>
              <a:ahLst/>
              <a:cxnLst/>
              <a:rect l="l" t="t" r="r" b="b"/>
              <a:pathLst>
                <a:path w="4271" h="3516" extrusionOk="0">
                  <a:moveTo>
                    <a:pt x="713" y="0"/>
                  </a:moveTo>
                  <a:cubicBezTo>
                    <a:pt x="655" y="0"/>
                    <a:pt x="593" y="38"/>
                    <a:pt x="568" y="113"/>
                  </a:cubicBezTo>
                  <a:cubicBezTo>
                    <a:pt x="501" y="280"/>
                    <a:pt x="401" y="480"/>
                    <a:pt x="301" y="647"/>
                  </a:cubicBezTo>
                  <a:cubicBezTo>
                    <a:pt x="234" y="847"/>
                    <a:pt x="134" y="1014"/>
                    <a:pt x="34" y="1214"/>
                  </a:cubicBezTo>
                  <a:cubicBezTo>
                    <a:pt x="34" y="1247"/>
                    <a:pt x="1" y="1347"/>
                    <a:pt x="34" y="1414"/>
                  </a:cubicBezTo>
                  <a:cubicBezTo>
                    <a:pt x="68" y="1481"/>
                    <a:pt x="134" y="1514"/>
                    <a:pt x="168" y="1547"/>
                  </a:cubicBezTo>
                  <a:lnTo>
                    <a:pt x="334" y="1647"/>
                  </a:lnTo>
                  <a:cubicBezTo>
                    <a:pt x="1102" y="2114"/>
                    <a:pt x="1902" y="2581"/>
                    <a:pt x="2770" y="2915"/>
                  </a:cubicBezTo>
                  <a:cubicBezTo>
                    <a:pt x="3136" y="3048"/>
                    <a:pt x="3470" y="3215"/>
                    <a:pt x="3837" y="3382"/>
                  </a:cubicBezTo>
                  <a:lnTo>
                    <a:pt x="4037" y="3482"/>
                  </a:lnTo>
                  <a:cubicBezTo>
                    <a:pt x="4037" y="3482"/>
                    <a:pt x="4070" y="3515"/>
                    <a:pt x="4104" y="3515"/>
                  </a:cubicBezTo>
                  <a:cubicBezTo>
                    <a:pt x="4171" y="3515"/>
                    <a:pt x="4204" y="3482"/>
                    <a:pt x="4237" y="3415"/>
                  </a:cubicBezTo>
                  <a:cubicBezTo>
                    <a:pt x="4271" y="3349"/>
                    <a:pt x="4237" y="3249"/>
                    <a:pt x="4171" y="3215"/>
                  </a:cubicBezTo>
                  <a:lnTo>
                    <a:pt x="3970" y="3115"/>
                  </a:lnTo>
                  <a:cubicBezTo>
                    <a:pt x="3603" y="2915"/>
                    <a:pt x="3270" y="2748"/>
                    <a:pt x="2870" y="2615"/>
                  </a:cubicBezTo>
                  <a:cubicBezTo>
                    <a:pt x="2036" y="2281"/>
                    <a:pt x="1268" y="1848"/>
                    <a:pt x="468" y="1381"/>
                  </a:cubicBezTo>
                  <a:lnTo>
                    <a:pt x="334" y="1281"/>
                  </a:lnTo>
                  <a:cubicBezTo>
                    <a:pt x="401" y="1114"/>
                    <a:pt x="501" y="947"/>
                    <a:pt x="601" y="780"/>
                  </a:cubicBezTo>
                  <a:cubicBezTo>
                    <a:pt x="668" y="613"/>
                    <a:pt x="768" y="413"/>
                    <a:pt x="868" y="213"/>
                  </a:cubicBezTo>
                  <a:cubicBezTo>
                    <a:pt x="902" y="146"/>
                    <a:pt x="835" y="46"/>
                    <a:pt x="768" y="13"/>
                  </a:cubicBezTo>
                  <a:cubicBezTo>
                    <a:pt x="751" y="5"/>
                    <a:pt x="733" y="0"/>
                    <a:pt x="7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6"/>
            <p:cNvSpPr/>
            <p:nvPr/>
          </p:nvSpPr>
          <p:spPr>
            <a:xfrm>
              <a:off x="1350300" y="1302825"/>
              <a:ext cx="44225" cy="25250"/>
            </a:xfrm>
            <a:custGeom>
              <a:avLst/>
              <a:gdLst/>
              <a:ahLst/>
              <a:cxnLst/>
              <a:rect l="l" t="t" r="r" b="b"/>
              <a:pathLst>
                <a:path w="1769" h="1010" extrusionOk="0">
                  <a:moveTo>
                    <a:pt x="161" y="0"/>
                  </a:moveTo>
                  <a:cubicBezTo>
                    <a:pt x="100" y="0"/>
                    <a:pt x="28" y="55"/>
                    <a:pt x="1" y="109"/>
                  </a:cubicBezTo>
                  <a:cubicBezTo>
                    <a:pt x="1" y="176"/>
                    <a:pt x="34" y="276"/>
                    <a:pt x="101" y="309"/>
                  </a:cubicBezTo>
                  <a:cubicBezTo>
                    <a:pt x="468" y="443"/>
                    <a:pt x="1201" y="810"/>
                    <a:pt x="1502" y="977"/>
                  </a:cubicBezTo>
                  <a:cubicBezTo>
                    <a:pt x="1535" y="1010"/>
                    <a:pt x="1568" y="1010"/>
                    <a:pt x="1568" y="1010"/>
                  </a:cubicBezTo>
                  <a:cubicBezTo>
                    <a:pt x="1635" y="1010"/>
                    <a:pt x="1668" y="977"/>
                    <a:pt x="1702" y="910"/>
                  </a:cubicBezTo>
                  <a:cubicBezTo>
                    <a:pt x="1769" y="843"/>
                    <a:pt x="1735" y="743"/>
                    <a:pt x="1668" y="710"/>
                  </a:cubicBezTo>
                  <a:cubicBezTo>
                    <a:pt x="1335" y="510"/>
                    <a:pt x="601" y="176"/>
                    <a:pt x="201" y="9"/>
                  </a:cubicBezTo>
                  <a:cubicBezTo>
                    <a:pt x="188" y="3"/>
                    <a:pt x="175"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6"/>
            <p:cNvSpPr/>
            <p:nvPr/>
          </p:nvSpPr>
          <p:spPr>
            <a:xfrm>
              <a:off x="1739750" y="1341125"/>
              <a:ext cx="542075" cy="312200"/>
            </a:xfrm>
            <a:custGeom>
              <a:avLst/>
              <a:gdLst/>
              <a:ahLst/>
              <a:cxnLst/>
              <a:rect l="l" t="t" r="r" b="b"/>
              <a:pathLst>
                <a:path w="21683" h="12488" extrusionOk="0">
                  <a:moveTo>
                    <a:pt x="7659" y="0"/>
                  </a:moveTo>
                  <a:cubicBezTo>
                    <a:pt x="6391" y="0"/>
                    <a:pt x="5391" y="409"/>
                    <a:pt x="4770" y="1046"/>
                  </a:cubicBezTo>
                  <a:cubicBezTo>
                    <a:pt x="3636" y="2213"/>
                    <a:pt x="3636" y="4014"/>
                    <a:pt x="4837" y="5782"/>
                  </a:cubicBezTo>
                  <a:cubicBezTo>
                    <a:pt x="5071" y="6149"/>
                    <a:pt x="5171" y="6450"/>
                    <a:pt x="5071" y="6616"/>
                  </a:cubicBezTo>
                  <a:cubicBezTo>
                    <a:pt x="5020" y="6718"/>
                    <a:pt x="4891" y="6762"/>
                    <a:pt x="4699" y="6762"/>
                  </a:cubicBezTo>
                  <a:cubicBezTo>
                    <a:pt x="4640" y="6762"/>
                    <a:pt x="4574" y="6758"/>
                    <a:pt x="4504" y="6750"/>
                  </a:cubicBezTo>
                  <a:cubicBezTo>
                    <a:pt x="3670" y="6683"/>
                    <a:pt x="2969" y="6316"/>
                    <a:pt x="2202" y="5949"/>
                  </a:cubicBezTo>
                  <a:cubicBezTo>
                    <a:pt x="1568" y="5649"/>
                    <a:pt x="901" y="5315"/>
                    <a:pt x="201" y="5149"/>
                  </a:cubicBezTo>
                  <a:cubicBezTo>
                    <a:pt x="134" y="5149"/>
                    <a:pt x="67" y="5182"/>
                    <a:pt x="34" y="5249"/>
                  </a:cubicBezTo>
                  <a:cubicBezTo>
                    <a:pt x="0" y="5282"/>
                    <a:pt x="0" y="5382"/>
                    <a:pt x="67" y="5415"/>
                  </a:cubicBezTo>
                  <a:cubicBezTo>
                    <a:pt x="4037" y="9618"/>
                    <a:pt x="12476" y="12454"/>
                    <a:pt x="13410" y="12487"/>
                  </a:cubicBezTo>
                  <a:lnTo>
                    <a:pt x="13510" y="12487"/>
                  </a:lnTo>
                  <a:cubicBezTo>
                    <a:pt x="15211" y="12487"/>
                    <a:pt x="19414" y="10986"/>
                    <a:pt x="20815" y="10452"/>
                  </a:cubicBezTo>
                  <a:cubicBezTo>
                    <a:pt x="21549" y="10152"/>
                    <a:pt x="21683" y="9685"/>
                    <a:pt x="21616" y="9018"/>
                  </a:cubicBezTo>
                  <a:cubicBezTo>
                    <a:pt x="21616" y="8951"/>
                    <a:pt x="21549" y="8885"/>
                    <a:pt x="21449" y="8885"/>
                  </a:cubicBezTo>
                  <a:cubicBezTo>
                    <a:pt x="21349" y="8885"/>
                    <a:pt x="21282" y="8985"/>
                    <a:pt x="21316" y="9051"/>
                  </a:cubicBezTo>
                  <a:cubicBezTo>
                    <a:pt x="21349" y="9719"/>
                    <a:pt x="21216" y="9952"/>
                    <a:pt x="20682" y="10152"/>
                  </a:cubicBezTo>
                  <a:cubicBezTo>
                    <a:pt x="18641" y="10975"/>
                    <a:pt x="14912" y="12188"/>
                    <a:pt x="13467" y="12188"/>
                  </a:cubicBezTo>
                  <a:cubicBezTo>
                    <a:pt x="13448" y="12188"/>
                    <a:pt x="13429" y="12187"/>
                    <a:pt x="13410" y="12187"/>
                  </a:cubicBezTo>
                  <a:cubicBezTo>
                    <a:pt x="12543" y="12120"/>
                    <a:pt x="4770" y="9552"/>
                    <a:pt x="701" y="5616"/>
                  </a:cubicBezTo>
                  <a:lnTo>
                    <a:pt x="701" y="5616"/>
                  </a:lnTo>
                  <a:cubicBezTo>
                    <a:pt x="1168" y="5782"/>
                    <a:pt x="1602" y="6016"/>
                    <a:pt x="2069" y="6216"/>
                  </a:cubicBezTo>
                  <a:cubicBezTo>
                    <a:pt x="2802" y="6583"/>
                    <a:pt x="3603" y="6983"/>
                    <a:pt x="4437" y="7050"/>
                  </a:cubicBezTo>
                  <a:cubicBezTo>
                    <a:pt x="4525" y="7064"/>
                    <a:pt x="4610" y="7070"/>
                    <a:pt x="4689" y="7070"/>
                  </a:cubicBezTo>
                  <a:cubicBezTo>
                    <a:pt x="4998" y="7070"/>
                    <a:pt x="5231" y="6969"/>
                    <a:pt x="5338" y="6783"/>
                  </a:cubicBezTo>
                  <a:cubicBezTo>
                    <a:pt x="5504" y="6483"/>
                    <a:pt x="5438" y="6116"/>
                    <a:pt x="5104" y="5616"/>
                  </a:cubicBezTo>
                  <a:cubicBezTo>
                    <a:pt x="4003" y="3981"/>
                    <a:pt x="3970" y="2313"/>
                    <a:pt x="4971" y="1279"/>
                  </a:cubicBezTo>
                  <a:cubicBezTo>
                    <a:pt x="5549" y="685"/>
                    <a:pt x="6472" y="311"/>
                    <a:pt x="7646" y="311"/>
                  </a:cubicBezTo>
                  <a:cubicBezTo>
                    <a:pt x="8977" y="311"/>
                    <a:pt x="10633" y="792"/>
                    <a:pt x="12476" y="1980"/>
                  </a:cubicBezTo>
                  <a:cubicBezTo>
                    <a:pt x="12501" y="2005"/>
                    <a:pt x="12532" y="2016"/>
                    <a:pt x="12563" y="2016"/>
                  </a:cubicBezTo>
                  <a:cubicBezTo>
                    <a:pt x="12614" y="2016"/>
                    <a:pt x="12668" y="1988"/>
                    <a:pt x="12709" y="1946"/>
                  </a:cubicBezTo>
                  <a:cubicBezTo>
                    <a:pt x="12743" y="1880"/>
                    <a:pt x="12743" y="1780"/>
                    <a:pt x="12643" y="1713"/>
                  </a:cubicBezTo>
                  <a:cubicBezTo>
                    <a:pt x="10759" y="492"/>
                    <a:pt x="9048" y="0"/>
                    <a:pt x="76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6"/>
            <p:cNvSpPr/>
            <p:nvPr/>
          </p:nvSpPr>
          <p:spPr>
            <a:xfrm>
              <a:off x="1527925" y="1383700"/>
              <a:ext cx="221025" cy="94500"/>
            </a:xfrm>
            <a:custGeom>
              <a:avLst/>
              <a:gdLst/>
              <a:ahLst/>
              <a:cxnLst/>
              <a:rect l="l" t="t" r="r" b="b"/>
              <a:pathLst>
                <a:path w="8841" h="3780" extrusionOk="0">
                  <a:moveTo>
                    <a:pt x="179" y="1"/>
                  </a:moveTo>
                  <a:cubicBezTo>
                    <a:pt x="100" y="1"/>
                    <a:pt x="28" y="55"/>
                    <a:pt x="1" y="110"/>
                  </a:cubicBezTo>
                  <a:cubicBezTo>
                    <a:pt x="1" y="177"/>
                    <a:pt x="34" y="277"/>
                    <a:pt x="101" y="310"/>
                  </a:cubicBezTo>
                  <a:cubicBezTo>
                    <a:pt x="1502" y="877"/>
                    <a:pt x="2936" y="1444"/>
                    <a:pt x="4337" y="2045"/>
                  </a:cubicBezTo>
                  <a:cubicBezTo>
                    <a:pt x="5771" y="2612"/>
                    <a:pt x="7206" y="3179"/>
                    <a:pt x="8607" y="3746"/>
                  </a:cubicBezTo>
                  <a:cubicBezTo>
                    <a:pt x="8607" y="3779"/>
                    <a:pt x="8640" y="3779"/>
                    <a:pt x="8640" y="3779"/>
                  </a:cubicBezTo>
                  <a:cubicBezTo>
                    <a:pt x="8707" y="3779"/>
                    <a:pt x="8774" y="3746"/>
                    <a:pt x="8807" y="3679"/>
                  </a:cubicBezTo>
                  <a:cubicBezTo>
                    <a:pt x="8840" y="3579"/>
                    <a:pt x="8774" y="3512"/>
                    <a:pt x="8707" y="3479"/>
                  </a:cubicBezTo>
                  <a:cubicBezTo>
                    <a:pt x="7306" y="2879"/>
                    <a:pt x="5905" y="2311"/>
                    <a:pt x="4471" y="1744"/>
                  </a:cubicBezTo>
                  <a:cubicBezTo>
                    <a:pt x="3036" y="1177"/>
                    <a:pt x="1602" y="577"/>
                    <a:pt x="234" y="10"/>
                  </a:cubicBezTo>
                  <a:cubicBezTo>
                    <a:pt x="216"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6"/>
            <p:cNvSpPr/>
            <p:nvPr/>
          </p:nvSpPr>
          <p:spPr>
            <a:xfrm>
              <a:off x="1838150" y="1411025"/>
              <a:ext cx="406975" cy="198925"/>
            </a:xfrm>
            <a:custGeom>
              <a:avLst/>
              <a:gdLst/>
              <a:ahLst/>
              <a:cxnLst/>
              <a:rect l="l" t="t" r="r" b="b"/>
              <a:pathLst>
                <a:path w="16279" h="7957" extrusionOk="0">
                  <a:moveTo>
                    <a:pt x="155" y="1"/>
                  </a:moveTo>
                  <a:cubicBezTo>
                    <a:pt x="117" y="1"/>
                    <a:pt x="84" y="18"/>
                    <a:pt x="67" y="51"/>
                  </a:cubicBezTo>
                  <a:cubicBezTo>
                    <a:pt x="1" y="118"/>
                    <a:pt x="1" y="218"/>
                    <a:pt x="34" y="251"/>
                  </a:cubicBezTo>
                  <a:cubicBezTo>
                    <a:pt x="1001" y="1319"/>
                    <a:pt x="2169" y="2253"/>
                    <a:pt x="3303" y="2886"/>
                  </a:cubicBezTo>
                  <a:cubicBezTo>
                    <a:pt x="4337" y="3453"/>
                    <a:pt x="5504" y="3887"/>
                    <a:pt x="6605" y="4321"/>
                  </a:cubicBezTo>
                  <a:cubicBezTo>
                    <a:pt x="8106" y="4921"/>
                    <a:pt x="9707" y="5522"/>
                    <a:pt x="11309" y="6122"/>
                  </a:cubicBezTo>
                  <a:cubicBezTo>
                    <a:pt x="12910" y="6756"/>
                    <a:pt x="14511" y="7356"/>
                    <a:pt x="16045" y="7957"/>
                  </a:cubicBezTo>
                  <a:lnTo>
                    <a:pt x="16079" y="7957"/>
                  </a:lnTo>
                  <a:cubicBezTo>
                    <a:pt x="16145" y="7957"/>
                    <a:pt x="16212" y="7923"/>
                    <a:pt x="16245" y="7857"/>
                  </a:cubicBezTo>
                  <a:cubicBezTo>
                    <a:pt x="16279" y="7756"/>
                    <a:pt x="16212" y="7690"/>
                    <a:pt x="16145" y="7656"/>
                  </a:cubicBezTo>
                  <a:cubicBezTo>
                    <a:pt x="14611" y="7056"/>
                    <a:pt x="13010" y="6456"/>
                    <a:pt x="11442" y="5855"/>
                  </a:cubicBezTo>
                  <a:cubicBezTo>
                    <a:pt x="9841" y="5221"/>
                    <a:pt x="8240" y="4621"/>
                    <a:pt x="6705" y="4020"/>
                  </a:cubicBezTo>
                  <a:cubicBezTo>
                    <a:pt x="5605" y="3620"/>
                    <a:pt x="4470" y="3187"/>
                    <a:pt x="3436" y="2586"/>
                  </a:cubicBezTo>
                  <a:cubicBezTo>
                    <a:pt x="2336" y="1986"/>
                    <a:pt x="1201" y="1085"/>
                    <a:pt x="267" y="51"/>
                  </a:cubicBezTo>
                  <a:cubicBezTo>
                    <a:pt x="234" y="18"/>
                    <a:pt x="192"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6"/>
            <p:cNvSpPr/>
            <p:nvPr/>
          </p:nvSpPr>
          <p:spPr>
            <a:xfrm>
              <a:off x="1964075" y="1384775"/>
              <a:ext cx="37550" cy="95925"/>
            </a:xfrm>
            <a:custGeom>
              <a:avLst/>
              <a:gdLst/>
              <a:ahLst/>
              <a:cxnLst/>
              <a:rect l="l" t="t" r="r" b="b"/>
              <a:pathLst>
                <a:path w="1502" h="3837" extrusionOk="0">
                  <a:moveTo>
                    <a:pt x="1335" y="0"/>
                  </a:moveTo>
                  <a:cubicBezTo>
                    <a:pt x="1268" y="0"/>
                    <a:pt x="1201" y="100"/>
                    <a:pt x="1201" y="167"/>
                  </a:cubicBezTo>
                  <a:cubicBezTo>
                    <a:pt x="1201" y="1401"/>
                    <a:pt x="801" y="2602"/>
                    <a:pt x="34" y="3569"/>
                  </a:cubicBezTo>
                  <a:cubicBezTo>
                    <a:pt x="0" y="3636"/>
                    <a:pt x="0" y="3736"/>
                    <a:pt x="67" y="3803"/>
                  </a:cubicBezTo>
                  <a:cubicBezTo>
                    <a:pt x="101" y="3803"/>
                    <a:pt x="134" y="3836"/>
                    <a:pt x="167" y="3836"/>
                  </a:cubicBezTo>
                  <a:cubicBezTo>
                    <a:pt x="201" y="3836"/>
                    <a:pt x="267" y="3803"/>
                    <a:pt x="301" y="3770"/>
                  </a:cubicBezTo>
                  <a:cubicBezTo>
                    <a:pt x="1068" y="2735"/>
                    <a:pt x="1502" y="1468"/>
                    <a:pt x="1502" y="167"/>
                  </a:cubicBezTo>
                  <a:cubicBezTo>
                    <a:pt x="1502" y="100"/>
                    <a:pt x="1435"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6"/>
            <p:cNvSpPr/>
            <p:nvPr/>
          </p:nvSpPr>
          <p:spPr>
            <a:xfrm>
              <a:off x="1910700" y="1532800"/>
              <a:ext cx="70900" cy="41300"/>
            </a:xfrm>
            <a:custGeom>
              <a:avLst/>
              <a:gdLst/>
              <a:ahLst/>
              <a:cxnLst/>
              <a:rect l="l" t="t" r="r" b="b"/>
              <a:pathLst>
                <a:path w="2836" h="1652" extrusionOk="0">
                  <a:moveTo>
                    <a:pt x="2669" y="0"/>
                  </a:moveTo>
                  <a:cubicBezTo>
                    <a:pt x="2636" y="0"/>
                    <a:pt x="2602" y="17"/>
                    <a:pt x="2569" y="50"/>
                  </a:cubicBezTo>
                  <a:cubicBezTo>
                    <a:pt x="1902" y="717"/>
                    <a:pt x="1035" y="1184"/>
                    <a:pt x="134" y="1351"/>
                  </a:cubicBezTo>
                  <a:cubicBezTo>
                    <a:pt x="67" y="1351"/>
                    <a:pt x="1" y="1451"/>
                    <a:pt x="1" y="1518"/>
                  </a:cubicBezTo>
                  <a:cubicBezTo>
                    <a:pt x="34" y="1585"/>
                    <a:pt x="101" y="1651"/>
                    <a:pt x="167" y="1651"/>
                  </a:cubicBezTo>
                  <a:lnTo>
                    <a:pt x="201" y="1651"/>
                  </a:lnTo>
                  <a:cubicBezTo>
                    <a:pt x="1168" y="1451"/>
                    <a:pt x="2069" y="984"/>
                    <a:pt x="2769" y="284"/>
                  </a:cubicBezTo>
                  <a:cubicBezTo>
                    <a:pt x="2836" y="217"/>
                    <a:pt x="2836" y="117"/>
                    <a:pt x="2769" y="50"/>
                  </a:cubicBezTo>
                  <a:cubicBezTo>
                    <a:pt x="2736" y="17"/>
                    <a:pt x="2703" y="0"/>
                    <a:pt x="26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6"/>
            <p:cNvSpPr/>
            <p:nvPr/>
          </p:nvSpPr>
          <p:spPr>
            <a:xfrm>
              <a:off x="2009100" y="1573650"/>
              <a:ext cx="78425" cy="44650"/>
            </a:xfrm>
            <a:custGeom>
              <a:avLst/>
              <a:gdLst/>
              <a:ahLst/>
              <a:cxnLst/>
              <a:rect l="l" t="t" r="r" b="b"/>
              <a:pathLst>
                <a:path w="3137" h="1786" extrusionOk="0">
                  <a:moveTo>
                    <a:pt x="2986" y="1"/>
                  </a:moveTo>
                  <a:cubicBezTo>
                    <a:pt x="2944" y="1"/>
                    <a:pt x="2903" y="17"/>
                    <a:pt x="2869" y="51"/>
                  </a:cubicBezTo>
                  <a:cubicBezTo>
                    <a:pt x="2136" y="784"/>
                    <a:pt x="1168" y="1285"/>
                    <a:pt x="134" y="1452"/>
                  </a:cubicBezTo>
                  <a:cubicBezTo>
                    <a:pt x="34" y="1485"/>
                    <a:pt x="1" y="1552"/>
                    <a:pt x="1" y="1652"/>
                  </a:cubicBezTo>
                  <a:cubicBezTo>
                    <a:pt x="1" y="1718"/>
                    <a:pt x="67" y="1785"/>
                    <a:pt x="168" y="1785"/>
                  </a:cubicBezTo>
                  <a:cubicBezTo>
                    <a:pt x="1268" y="1585"/>
                    <a:pt x="2302" y="1051"/>
                    <a:pt x="3103" y="284"/>
                  </a:cubicBezTo>
                  <a:cubicBezTo>
                    <a:pt x="3136" y="217"/>
                    <a:pt x="3136" y="117"/>
                    <a:pt x="3103" y="51"/>
                  </a:cubicBezTo>
                  <a:cubicBezTo>
                    <a:pt x="3070" y="17"/>
                    <a:pt x="3028" y="1"/>
                    <a:pt x="2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6"/>
            <p:cNvSpPr/>
            <p:nvPr/>
          </p:nvSpPr>
          <p:spPr>
            <a:xfrm>
              <a:off x="1758100" y="1664425"/>
              <a:ext cx="152625" cy="112325"/>
            </a:xfrm>
            <a:custGeom>
              <a:avLst/>
              <a:gdLst/>
              <a:ahLst/>
              <a:cxnLst/>
              <a:rect l="l" t="t" r="r" b="b"/>
              <a:pathLst>
                <a:path w="6105" h="4493" extrusionOk="0">
                  <a:moveTo>
                    <a:pt x="136" y="0"/>
                  </a:moveTo>
                  <a:cubicBezTo>
                    <a:pt x="106" y="0"/>
                    <a:pt x="81" y="8"/>
                    <a:pt x="67" y="22"/>
                  </a:cubicBezTo>
                  <a:cubicBezTo>
                    <a:pt x="0" y="89"/>
                    <a:pt x="0" y="189"/>
                    <a:pt x="34" y="256"/>
                  </a:cubicBezTo>
                  <a:cubicBezTo>
                    <a:pt x="1335" y="1657"/>
                    <a:pt x="4103" y="3992"/>
                    <a:pt x="5904" y="4492"/>
                  </a:cubicBezTo>
                  <a:lnTo>
                    <a:pt x="5971" y="4492"/>
                  </a:lnTo>
                  <a:cubicBezTo>
                    <a:pt x="6005" y="4492"/>
                    <a:pt x="6038" y="4492"/>
                    <a:pt x="6071" y="4459"/>
                  </a:cubicBezTo>
                  <a:cubicBezTo>
                    <a:pt x="6105" y="4425"/>
                    <a:pt x="6105" y="4359"/>
                    <a:pt x="6105" y="4292"/>
                  </a:cubicBezTo>
                  <a:cubicBezTo>
                    <a:pt x="5738" y="3258"/>
                    <a:pt x="4103" y="823"/>
                    <a:pt x="3203" y="189"/>
                  </a:cubicBezTo>
                  <a:cubicBezTo>
                    <a:pt x="3185" y="180"/>
                    <a:pt x="3164" y="176"/>
                    <a:pt x="3143" y="176"/>
                  </a:cubicBezTo>
                  <a:cubicBezTo>
                    <a:pt x="3085" y="176"/>
                    <a:pt x="3018" y="207"/>
                    <a:pt x="2969" y="256"/>
                  </a:cubicBezTo>
                  <a:cubicBezTo>
                    <a:pt x="2936" y="322"/>
                    <a:pt x="2936" y="422"/>
                    <a:pt x="3036" y="456"/>
                  </a:cubicBezTo>
                  <a:cubicBezTo>
                    <a:pt x="3803" y="990"/>
                    <a:pt x="5204" y="2991"/>
                    <a:pt x="5671" y="4092"/>
                  </a:cubicBezTo>
                  <a:cubicBezTo>
                    <a:pt x="3936" y="3425"/>
                    <a:pt x="1468" y="1323"/>
                    <a:pt x="267" y="56"/>
                  </a:cubicBezTo>
                  <a:cubicBezTo>
                    <a:pt x="228" y="16"/>
                    <a:pt x="177" y="0"/>
                    <a:pt x="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6"/>
            <p:cNvSpPr/>
            <p:nvPr/>
          </p:nvSpPr>
          <p:spPr>
            <a:xfrm>
              <a:off x="1723075" y="1510275"/>
              <a:ext cx="70900" cy="22125"/>
            </a:xfrm>
            <a:custGeom>
              <a:avLst/>
              <a:gdLst/>
              <a:ahLst/>
              <a:cxnLst/>
              <a:rect l="l" t="t" r="r" b="b"/>
              <a:pathLst>
                <a:path w="2836" h="885" extrusionOk="0">
                  <a:moveTo>
                    <a:pt x="2652" y="0"/>
                  </a:moveTo>
                  <a:cubicBezTo>
                    <a:pt x="2610" y="0"/>
                    <a:pt x="2569" y="17"/>
                    <a:pt x="2535" y="50"/>
                  </a:cubicBezTo>
                  <a:cubicBezTo>
                    <a:pt x="2502" y="117"/>
                    <a:pt x="2435" y="184"/>
                    <a:pt x="2369" y="284"/>
                  </a:cubicBezTo>
                  <a:cubicBezTo>
                    <a:pt x="2302" y="384"/>
                    <a:pt x="2235" y="517"/>
                    <a:pt x="2168" y="551"/>
                  </a:cubicBezTo>
                  <a:cubicBezTo>
                    <a:pt x="2135" y="559"/>
                    <a:pt x="2089" y="563"/>
                    <a:pt x="2033" y="563"/>
                  </a:cubicBezTo>
                  <a:cubicBezTo>
                    <a:pt x="1866" y="563"/>
                    <a:pt x="1610" y="526"/>
                    <a:pt x="1335" y="451"/>
                  </a:cubicBezTo>
                  <a:cubicBezTo>
                    <a:pt x="1001" y="417"/>
                    <a:pt x="634" y="317"/>
                    <a:pt x="200" y="284"/>
                  </a:cubicBezTo>
                  <a:cubicBezTo>
                    <a:pt x="183" y="278"/>
                    <a:pt x="166" y="275"/>
                    <a:pt x="151" y="275"/>
                  </a:cubicBezTo>
                  <a:cubicBezTo>
                    <a:pt x="79" y="275"/>
                    <a:pt x="34" y="335"/>
                    <a:pt x="34" y="417"/>
                  </a:cubicBezTo>
                  <a:cubicBezTo>
                    <a:pt x="0" y="484"/>
                    <a:pt x="67" y="584"/>
                    <a:pt x="167" y="584"/>
                  </a:cubicBezTo>
                  <a:cubicBezTo>
                    <a:pt x="601" y="651"/>
                    <a:pt x="968" y="718"/>
                    <a:pt x="1268" y="784"/>
                  </a:cubicBezTo>
                  <a:cubicBezTo>
                    <a:pt x="1568" y="851"/>
                    <a:pt x="1835" y="884"/>
                    <a:pt x="2035" y="884"/>
                  </a:cubicBezTo>
                  <a:cubicBezTo>
                    <a:pt x="2102" y="884"/>
                    <a:pt x="2202" y="884"/>
                    <a:pt x="2269" y="851"/>
                  </a:cubicBezTo>
                  <a:cubicBezTo>
                    <a:pt x="2435" y="784"/>
                    <a:pt x="2569" y="584"/>
                    <a:pt x="2669" y="451"/>
                  </a:cubicBezTo>
                  <a:cubicBezTo>
                    <a:pt x="2702" y="384"/>
                    <a:pt x="2736" y="317"/>
                    <a:pt x="2769" y="251"/>
                  </a:cubicBezTo>
                  <a:cubicBezTo>
                    <a:pt x="2836" y="184"/>
                    <a:pt x="2836" y="84"/>
                    <a:pt x="2769" y="50"/>
                  </a:cubicBezTo>
                  <a:cubicBezTo>
                    <a:pt x="2736" y="17"/>
                    <a:pt x="2694" y="0"/>
                    <a:pt x="26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6"/>
            <p:cNvSpPr/>
            <p:nvPr/>
          </p:nvSpPr>
          <p:spPr>
            <a:xfrm>
              <a:off x="1769775" y="1520625"/>
              <a:ext cx="37550" cy="33450"/>
            </a:xfrm>
            <a:custGeom>
              <a:avLst/>
              <a:gdLst/>
              <a:ahLst/>
              <a:cxnLst/>
              <a:rect l="l" t="t" r="r" b="b"/>
              <a:pathLst>
                <a:path w="1502" h="1338" extrusionOk="0">
                  <a:moveTo>
                    <a:pt x="1316" y="0"/>
                  </a:moveTo>
                  <a:cubicBezTo>
                    <a:pt x="1268" y="0"/>
                    <a:pt x="1222" y="29"/>
                    <a:pt x="1201" y="70"/>
                  </a:cubicBezTo>
                  <a:cubicBezTo>
                    <a:pt x="1034" y="337"/>
                    <a:pt x="634" y="671"/>
                    <a:pt x="300" y="904"/>
                  </a:cubicBezTo>
                  <a:cubicBezTo>
                    <a:pt x="234" y="971"/>
                    <a:pt x="167" y="1004"/>
                    <a:pt x="100" y="1071"/>
                  </a:cubicBezTo>
                  <a:cubicBezTo>
                    <a:pt x="34" y="1138"/>
                    <a:pt x="0" y="1238"/>
                    <a:pt x="67" y="1304"/>
                  </a:cubicBezTo>
                  <a:cubicBezTo>
                    <a:pt x="100" y="1338"/>
                    <a:pt x="134" y="1338"/>
                    <a:pt x="200" y="1338"/>
                  </a:cubicBezTo>
                  <a:cubicBezTo>
                    <a:pt x="234" y="1338"/>
                    <a:pt x="267" y="1338"/>
                    <a:pt x="300" y="1304"/>
                  </a:cubicBezTo>
                  <a:cubicBezTo>
                    <a:pt x="334" y="1271"/>
                    <a:pt x="434" y="1204"/>
                    <a:pt x="501" y="1138"/>
                  </a:cubicBezTo>
                  <a:cubicBezTo>
                    <a:pt x="834" y="904"/>
                    <a:pt x="1268" y="570"/>
                    <a:pt x="1468" y="237"/>
                  </a:cubicBezTo>
                  <a:cubicBezTo>
                    <a:pt x="1501" y="170"/>
                    <a:pt x="1501" y="70"/>
                    <a:pt x="1401" y="37"/>
                  </a:cubicBezTo>
                  <a:cubicBezTo>
                    <a:pt x="1376" y="11"/>
                    <a:pt x="1345" y="0"/>
                    <a:pt x="1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6"/>
            <p:cNvSpPr/>
            <p:nvPr/>
          </p:nvSpPr>
          <p:spPr>
            <a:xfrm>
              <a:off x="1654675" y="1676150"/>
              <a:ext cx="174325" cy="83075"/>
            </a:xfrm>
            <a:custGeom>
              <a:avLst/>
              <a:gdLst/>
              <a:ahLst/>
              <a:cxnLst/>
              <a:rect l="l" t="t" r="r" b="b"/>
              <a:pathLst>
                <a:path w="6973" h="3323" extrusionOk="0">
                  <a:moveTo>
                    <a:pt x="485" y="0"/>
                  </a:moveTo>
                  <a:cubicBezTo>
                    <a:pt x="455" y="0"/>
                    <a:pt x="426" y="8"/>
                    <a:pt x="401" y="20"/>
                  </a:cubicBezTo>
                  <a:cubicBezTo>
                    <a:pt x="134" y="220"/>
                    <a:pt x="1" y="420"/>
                    <a:pt x="1" y="687"/>
                  </a:cubicBezTo>
                  <a:cubicBezTo>
                    <a:pt x="1" y="1254"/>
                    <a:pt x="568" y="2022"/>
                    <a:pt x="1802" y="2956"/>
                  </a:cubicBezTo>
                  <a:cubicBezTo>
                    <a:pt x="2102" y="3189"/>
                    <a:pt x="2303" y="3323"/>
                    <a:pt x="2636" y="3323"/>
                  </a:cubicBezTo>
                  <a:cubicBezTo>
                    <a:pt x="3036" y="3323"/>
                    <a:pt x="3637" y="3122"/>
                    <a:pt x="4971" y="2689"/>
                  </a:cubicBezTo>
                  <a:cubicBezTo>
                    <a:pt x="5472" y="2522"/>
                    <a:pt x="6105" y="2322"/>
                    <a:pt x="6839" y="2088"/>
                  </a:cubicBezTo>
                  <a:cubicBezTo>
                    <a:pt x="6939" y="2055"/>
                    <a:pt x="6973" y="1988"/>
                    <a:pt x="6939" y="1888"/>
                  </a:cubicBezTo>
                  <a:cubicBezTo>
                    <a:pt x="6939" y="1834"/>
                    <a:pt x="6873" y="1779"/>
                    <a:pt x="6812" y="1779"/>
                  </a:cubicBezTo>
                  <a:cubicBezTo>
                    <a:pt x="6798" y="1779"/>
                    <a:pt x="6785" y="1782"/>
                    <a:pt x="6772" y="1788"/>
                  </a:cubicBezTo>
                  <a:cubicBezTo>
                    <a:pt x="6005" y="2022"/>
                    <a:pt x="5405" y="2222"/>
                    <a:pt x="4871" y="2389"/>
                  </a:cubicBezTo>
                  <a:cubicBezTo>
                    <a:pt x="3570" y="2803"/>
                    <a:pt x="3004" y="2984"/>
                    <a:pt x="2656" y="2984"/>
                  </a:cubicBezTo>
                  <a:cubicBezTo>
                    <a:pt x="2388" y="2984"/>
                    <a:pt x="2249" y="2877"/>
                    <a:pt x="2002" y="2689"/>
                  </a:cubicBezTo>
                  <a:cubicBezTo>
                    <a:pt x="601" y="1621"/>
                    <a:pt x="301" y="1021"/>
                    <a:pt x="301" y="687"/>
                  </a:cubicBezTo>
                  <a:cubicBezTo>
                    <a:pt x="335" y="554"/>
                    <a:pt x="401" y="420"/>
                    <a:pt x="568" y="287"/>
                  </a:cubicBezTo>
                  <a:cubicBezTo>
                    <a:pt x="635" y="254"/>
                    <a:pt x="668" y="154"/>
                    <a:pt x="635" y="87"/>
                  </a:cubicBezTo>
                  <a:cubicBezTo>
                    <a:pt x="592" y="23"/>
                    <a:pt x="537"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6"/>
            <p:cNvSpPr/>
            <p:nvPr/>
          </p:nvSpPr>
          <p:spPr>
            <a:xfrm>
              <a:off x="1789775" y="1573850"/>
              <a:ext cx="115950" cy="84475"/>
            </a:xfrm>
            <a:custGeom>
              <a:avLst/>
              <a:gdLst/>
              <a:ahLst/>
              <a:cxnLst/>
              <a:rect l="l" t="t" r="r" b="b"/>
              <a:pathLst>
                <a:path w="4638" h="3379" extrusionOk="0">
                  <a:moveTo>
                    <a:pt x="151" y="1"/>
                  </a:moveTo>
                  <a:cubicBezTo>
                    <a:pt x="78" y="1"/>
                    <a:pt x="28" y="60"/>
                    <a:pt x="1" y="143"/>
                  </a:cubicBezTo>
                  <a:cubicBezTo>
                    <a:pt x="1" y="209"/>
                    <a:pt x="68" y="309"/>
                    <a:pt x="134" y="309"/>
                  </a:cubicBezTo>
                  <a:cubicBezTo>
                    <a:pt x="368" y="343"/>
                    <a:pt x="535" y="343"/>
                    <a:pt x="668" y="343"/>
                  </a:cubicBezTo>
                  <a:cubicBezTo>
                    <a:pt x="801" y="343"/>
                    <a:pt x="935" y="343"/>
                    <a:pt x="1135" y="376"/>
                  </a:cubicBezTo>
                  <a:cubicBezTo>
                    <a:pt x="2636" y="610"/>
                    <a:pt x="4070" y="1877"/>
                    <a:pt x="4271" y="2077"/>
                  </a:cubicBezTo>
                  <a:cubicBezTo>
                    <a:pt x="4237" y="2244"/>
                    <a:pt x="4037" y="2711"/>
                    <a:pt x="3870" y="3045"/>
                  </a:cubicBezTo>
                  <a:cubicBezTo>
                    <a:pt x="3637" y="3011"/>
                    <a:pt x="3303" y="2845"/>
                    <a:pt x="2870" y="2544"/>
                  </a:cubicBezTo>
                  <a:cubicBezTo>
                    <a:pt x="2831" y="2519"/>
                    <a:pt x="2798" y="2508"/>
                    <a:pt x="2768" y="2508"/>
                  </a:cubicBezTo>
                  <a:cubicBezTo>
                    <a:pt x="2718" y="2508"/>
                    <a:pt x="2677" y="2537"/>
                    <a:pt x="2636" y="2578"/>
                  </a:cubicBezTo>
                  <a:cubicBezTo>
                    <a:pt x="2603" y="2644"/>
                    <a:pt x="2603" y="2745"/>
                    <a:pt x="2669" y="2778"/>
                  </a:cubicBezTo>
                  <a:cubicBezTo>
                    <a:pt x="3270" y="3178"/>
                    <a:pt x="3670" y="3378"/>
                    <a:pt x="3970" y="3378"/>
                  </a:cubicBezTo>
                  <a:cubicBezTo>
                    <a:pt x="4037" y="3378"/>
                    <a:pt x="4070" y="3345"/>
                    <a:pt x="4104" y="3312"/>
                  </a:cubicBezTo>
                  <a:cubicBezTo>
                    <a:pt x="4237" y="3045"/>
                    <a:pt x="4637" y="2211"/>
                    <a:pt x="4571" y="1977"/>
                  </a:cubicBezTo>
                  <a:cubicBezTo>
                    <a:pt x="4504" y="1811"/>
                    <a:pt x="2836" y="343"/>
                    <a:pt x="1202" y="43"/>
                  </a:cubicBezTo>
                  <a:cubicBezTo>
                    <a:pt x="1085" y="26"/>
                    <a:pt x="985" y="18"/>
                    <a:pt x="897" y="18"/>
                  </a:cubicBezTo>
                  <a:cubicBezTo>
                    <a:pt x="810" y="18"/>
                    <a:pt x="735" y="26"/>
                    <a:pt x="668" y="43"/>
                  </a:cubicBezTo>
                  <a:cubicBezTo>
                    <a:pt x="535" y="43"/>
                    <a:pt x="401" y="43"/>
                    <a:pt x="201" y="9"/>
                  </a:cubicBezTo>
                  <a:cubicBezTo>
                    <a:pt x="183" y="3"/>
                    <a:pt x="167" y="1"/>
                    <a:pt x="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6"/>
            <p:cNvSpPr/>
            <p:nvPr/>
          </p:nvSpPr>
          <p:spPr>
            <a:xfrm>
              <a:off x="1878175" y="1604000"/>
              <a:ext cx="239375" cy="117700"/>
            </a:xfrm>
            <a:custGeom>
              <a:avLst/>
              <a:gdLst/>
              <a:ahLst/>
              <a:cxnLst/>
              <a:rect l="l" t="t" r="r" b="b"/>
              <a:pathLst>
                <a:path w="9575" h="4708" extrusionOk="0">
                  <a:moveTo>
                    <a:pt x="692" y="1"/>
                  </a:moveTo>
                  <a:cubicBezTo>
                    <a:pt x="508" y="1"/>
                    <a:pt x="322" y="13"/>
                    <a:pt x="134" y="37"/>
                  </a:cubicBezTo>
                  <a:cubicBezTo>
                    <a:pt x="67" y="71"/>
                    <a:pt x="1" y="138"/>
                    <a:pt x="1" y="204"/>
                  </a:cubicBezTo>
                  <a:cubicBezTo>
                    <a:pt x="1" y="287"/>
                    <a:pt x="68" y="346"/>
                    <a:pt x="130" y="346"/>
                  </a:cubicBezTo>
                  <a:cubicBezTo>
                    <a:pt x="143" y="346"/>
                    <a:pt x="156" y="344"/>
                    <a:pt x="167" y="338"/>
                  </a:cubicBezTo>
                  <a:cubicBezTo>
                    <a:pt x="333" y="317"/>
                    <a:pt x="497" y="307"/>
                    <a:pt x="660" y="307"/>
                  </a:cubicBezTo>
                  <a:cubicBezTo>
                    <a:pt x="2595" y="307"/>
                    <a:pt x="4323" y="1704"/>
                    <a:pt x="5738" y="2873"/>
                  </a:cubicBezTo>
                  <a:lnTo>
                    <a:pt x="5905" y="3006"/>
                  </a:lnTo>
                  <a:cubicBezTo>
                    <a:pt x="6272" y="3273"/>
                    <a:pt x="8207" y="4707"/>
                    <a:pt x="9074" y="4707"/>
                  </a:cubicBezTo>
                  <a:cubicBezTo>
                    <a:pt x="9141" y="4707"/>
                    <a:pt x="9207" y="4707"/>
                    <a:pt x="9241" y="4674"/>
                  </a:cubicBezTo>
                  <a:cubicBezTo>
                    <a:pt x="9374" y="4641"/>
                    <a:pt x="9474" y="4541"/>
                    <a:pt x="9507" y="4407"/>
                  </a:cubicBezTo>
                  <a:cubicBezTo>
                    <a:pt x="9574" y="4140"/>
                    <a:pt x="9574" y="4140"/>
                    <a:pt x="7806" y="1705"/>
                  </a:cubicBezTo>
                  <a:cubicBezTo>
                    <a:pt x="7787" y="1666"/>
                    <a:pt x="7744" y="1650"/>
                    <a:pt x="7699" y="1650"/>
                  </a:cubicBezTo>
                  <a:cubicBezTo>
                    <a:pt x="7667" y="1650"/>
                    <a:pt x="7634" y="1658"/>
                    <a:pt x="7606" y="1672"/>
                  </a:cubicBezTo>
                  <a:cubicBezTo>
                    <a:pt x="7539" y="1739"/>
                    <a:pt x="7506" y="1805"/>
                    <a:pt x="7573" y="1905"/>
                  </a:cubicBezTo>
                  <a:cubicBezTo>
                    <a:pt x="9040" y="3940"/>
                    <a:pt x="9241" y="4207"/>
                    <a:pt x="9207" y="4307"/>
                  </a:cubicBezTo>
                  <a:cubicBezTo>
                    <a:pt x="9207" y="4374"/>
                    <a:pt x="9207" y="4374"/>
                    <a:pt x="9174" y="4374"/>
                  </a:cubicBezTo>
                  <a:cubicBezTo>
                    <a:pt x="9142" y="4385"/>
                    <a:pt x="9105" y="4390"/>
                    <a:pt x="9062" y="4390"/>
                  </a:cubicBezTo>
                  <a:cubicBezTo>
                    <a:pt x="8469" y="4390"/>
                    <a:pt x="6852" y="3364"/>
                    <a:pt x="6105" y="2773"/>
                  </a:cubicBezTo>
                  <a:lnTo>
                    <a:pt x="5905" y="2639"/>
                  </a:lnTo>
                  <a:cubicBezTo>
                    <a:pt x="4467" y="1446"/>
                    <a:pt x="2721" y="1"/>
                    <a:pt x="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6"/>
            <p:cNvSpPr/>
            <p:nvPr/>
          </p:nvSpPr>
          <p:spPr>
            <a:xfrm>
              <a:off x="1896525" y="1623100"/>
              <a:ext cx="163475" cy="103600"/>
            </a:xfrm>
            <a:custGeom>
              <a:avLst/>
              <a:gdLst/>
              <a:ahLst/>
              <a:cxnLst/>
              <a:rect l="l" t="t" r="r" b="b"/>
              <a:pathLst>
                <a:path w="6539" h="4144" extrusionOk="0">
                  <a:moveTo>
                    <a:pt x="128" y="1"/>
                  </a:moveTo>
                  <a:cubicBezTo>
                    <a:pt x="50" y="1"/>
                    <a:pt x="1" y="83"/>
                    <a:pt x="1" y="141"/>
                  </a:cubicBezTo>
                  <a:cubicBezTo>
                    <a:pt x="1" y="241"/>
                    <a:pt x="67" y="308"/>
                    <a:pt x="134" y="308"/>
                  </a:cubicBezTo>
                  <a:cubicBezTo>
                    <a:pt x="1768" y="374"/>
                    <a:pt x="3670" y="2075"/>
                    <a:pt x="4937" y="3176"/>
                  </a:cubicBezTo>
                  <a:cubicBezTo>
                    <a:pt x="5671" y="3843"/>
                    <a:pt x="6038" y="4144"/>
                    <a:pt x="6238" y="4144"/>
                  </a:cubicBezTo>
                  <a:cubicBezTo>
                    <a:pt x="6305" y="4144"/>
                    <a:pt x="6338" y="4110"/>
                    <a:pt x="6372" y="4110"/>
                  </a:cubicBezTo>
                  <a:cubicBezTo>
                    <a:pt x="6539" y="3977"/>
                    <a:pt x="6539" y="3710"/>
                    <a:pt x="6038" y="2509"/>
                  </a:cubicBezTo>
                  <a:cubicBezTo>
                    <a:pt x="6014" y="2460"/>
                    <a:pt x="5954" y="2429"/>
                    <a:pt x="5897" y="2429"/>
                  </a:cubicBezTo>
                  <a:cubicBezTo>
                    <a:pt x="5876" y="2429"/>
                    <a:pt x="5856" y="2433"/>
                    <a:pt x="5838" y="2442"/>
                  </a:cubicBezTo>
                  <a:cubicBezTo>
                    <a:pt x="5738" y="2476"/>
                    <a:pt x="5705" y="2576"/>
                    <a:pt x="5738" y="2643"/>
                  </a:cubicBezTo>
                  <a:cubicBezTo>
                    <a:pt x="6072" y="3376"/>
                    <a:pt x="6138" y="3677"/>
                    <a:pt x="6172" y="3810"/>
                  </a:cubicBezTo>
                  <a:cubicBezTo>
                    <a:pt x="5971" y="3677"/>
                    <a:pt x="5538" y="3276"/>
                    <a:pt x="5138" y="2943"/>
                  </a:cubicBezTo>
                  <a:cubicBezTo>
                    <a:pt x="3837" y="1809"/>
                    <a:pt x="1902" y="74"/>
                    <a:pt x="167" y="7"/>
                  </a:cubicBezTo>
                  <a:cubicBezTo>
                    <a:pt x="154" y="3"/>
                    <a:pt x="141" y="1"/>
                    <a:pt x="1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6"/>
            <p:cNvSpPr/>
            <p:nvPr/>
          </p:nvSpPr>
          <p:spPr>
            <a:xfrm>
              <a:off x="1850650" y="1655475"/>
              <a:ext cx="135975" cy="28700"/>
            </a:xfrm>
            <a:custGeom>
              <a:avLst/>
              <a:gdLst/>
              <a:ahLst/>
              <a:cxnLst/>
              <a:rect l="l" t="t" r="r" b="b"/>
              <a:pathLst>
                <a:path w="5439" h="1148" extrusionOk="0">
                  <a:moveTo>
                    <a:pt x="175" y="0"/>
                  </a:moveTo>
                  <a:cubicBezTo>
                    <a:pt x="119" y="0"/>
                    <a:pt x="59" y="31"/>
                    <a:pt x="34" y="80"/>
                  </a:cubicBezTo>
                  <a:cubicBezTo>
                    <a:pt x="1" y="180"/>
                    <a:pt x="34" y="247"/>
                    <a:pt x="101" y="280"/>
                  </a:cubicBezTo>
                  <a:cubicBezTo>
                    <a:pt x="234" y="347"/>
                    <a:pt x="334" y="447"/>
                    <a:pt x="468" y="547"/>
                  </a:cubicBezTo>
                  <a:cubicBezTo>
                    <a:pt x="801" y="814"/>
                    <a:pt x="1202" y="1147"/>
                    <a:pt x="2236" y="1147"/>
                  </a:cubicBezTo>
                  <a:cubicBezTo>
                    <a:pt x="2903" y="1147"/>
                    <a:pt x="3904" y="1014"/>
                    <a:pt x="5305" y="547"/>
                  </a:cubicBezTo>
                  <a:cubicBezTo>
                    <a:pt x="5405" y="514"/>
                    <a:pt x="5438" y="447"/>
                    <a:pt x="5405" y="347"/>
                  </a:cubicBezTo>
                  <a:cubicBezTo>
                    <a:pt x="5377" y="292"/>
                    <a:pt x="5328" y="238"/>
                    <a:pt x="5256" y="238"/>
                  </a:cubicBezTo>
                  <a:cubicBezTo>
                    <a:pt x="5240" y="238"/>
                    <a:pt x="5223" y="241"/>
                    <a:pt x="5205" y="247"/>
                  </a:cubicBezTo>
                  <a:cubicBezTo>
                    <a:pt x="3822" y="689"/>
                    <a:pt x="2892" y="845"/>
                    <a:pt x="2242" y="845"/>
                  </a:cubicBezTo>
                  <a:cubicBezTo>
                    <a:pt x="1323" y="845"/>
                    <a:pt x="961" y="534"/>
                    <a:pt x="668" y="280"/>
                  </a:cubicBezTo>
                  <a:cubicBezTo>
                    <a:pt x="535" y="180"/>
                    <a:pt x="401" y="80"/>
                    <a:pt x="234" y="13"/>
                  </a:cubicBezTo>
                  <a:cubicBezTo>
                    <a:pt x="216" y="4"/>
                    <a:pt x="196" y="0"/>
                    <a:pt x="1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6"/>
            <p:cNvSpPr/>
            <p:nvPr/>
          </p:nvSpPr>
          <p:spPr>
            <a:xfrm>
              <a:off x="1902375" y="1670725"/>
              <a:ext cx="110100" cy="71825"/>
            </a:xfrm>
            <a:custGeom>
              <a:avLst/>
              <a:gdLst/>
              <a:ahLst/>
              <a:cxnLst/>
              <a:rect l="l" t="t" r="r" b="b"/>
              <a:pathLst>
                <a:path w="4404" h="2873" extrusionOk="0">
                  <a:moveTo>
                    <a:pt x="1981" y="1"/>
                  </a:moveTo>
                  <a:cubicBezTo>
                    <a:pt x="1930" y="1"/>
                    <a:pt x="1876" y="29"/>
                    <a:pt x="1835" y="70"/>
                  </a:cubicBezTo>
                  <a:cubicBezTo>
                    <a:pt x="1801" y="137"/>
                    <a:pt x="1801" y="204"/>
                    <a:pt x="1868" y="271"/>
                  </a:cubicBezTo>
                  <a:cubicBezTo>
                    <a:pt x="3970" y="2139"/>
                    <a:pt x="4003" y="2539"/>
                    <a:pt x="4003" y="2539"/>
                  </a:cubicBezTo>
                  <a:cubicBezTo>
                    <a:pt x="3985" y="2549"/>
                    <a:pt x="3959" y="2554"/>
                    <a:pt x="3926" y="2554"/>
                  </a:cubicBezTo>
                  <a:cubicBezTo>
                    <a:pt x="3418" y="2554"/>
                    <a:pt x="1241" y="1376"/>
                    <a:pt x="300" y="404"/>
                  </a:cubicBezTo>
                  <a:cubicBezTo>
                    <a:pt x="267" y="387"/>
                    <a:pt x="225" y="379"/>
                    <a:pt x="183" y="379"/>
                  </a:cubicBezTo>
                  <a:cubicBezTo>
                    <a:pt x="142" y="379"/>
                    <a:pt x="100" y="387"/>
                    <a:pt x="67" y="404"/>
                  </a:cubicBezTo>
                  <a:cubicBezTo>
                    <a:pt x="0" y="471"/>
                    <a:pt x="0" y="571"/>
                    <a:pt x="67" y="637"/>
                  </a:cubicBezTo>
                  <a:cubicBezTo>
                    <a:pt x="867" y="1471"/>
                    <a:pt x="3169" y="2872"/>
                    <a:pt x="3970" y="2872"/>
                  </a:cubicBezTo>
                  <a:cubicBezTo>
                    <a:pt x="4003" y="2872"/>
                    <a:pt x="4070" y="2872"/>
                    <a:pt x="4103" y="2839"/>
                  </a:cubicBezTo>
                  <a:cubicBezTo>
                    <a:pt x="4203" y="2806"/>
                    <a:pt x="4270" y="2739"/>
                    <a:pt x="4303" y="2639"/>
                  </a:cubicBezTo>
                  <a:cubicBezTo>
                    <a:pt x="4336" y="2505"/>
                    <a:pt x="4403" y="2139"/>
                    <a:pt x="2068" y="37"/>
                  </a:cubicBezTo>
                  <a:cubicBezTo>
                    <a:pt x="2043" y="12"/>
                    <a:pt x="2012" y="1"/>
                    <a:pt x="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6"/>
            <p:cNvSpPr/>
            <p:nvPr/>
          </p:nvSpPr>
          <p:spPr>
            <a:xfrm>
              <a:off x="1878175" y="1703325"/>
              <a:ext cx="62575" cy="28375"/>
            </a:xfrm>
            <a:custGeom>
              <a:avLst/>
              <a:gdLst/>
              <a:ahLst/>
              <a:cxnLst/>
              <a:rect l="l" t="t" r="r" b="b"/>
              <a:pathLst>
                <a:path w="2503" h="1135" extrusionOk="0">
                  <a:moveTo>
                    <a:pt x="2302" y="1"/>
                  </a:moveTo>
                  <a:cubicBezTo>
                    <a:pt x="1969" y="134"/>
                    <a:pt x="1602" y="267"/>
                    <a:pt x="1202" y="434"/>
                  </a:cubicBezTo>
                  <a:cubicBezTo>
                    <a:pt x="835" y="568"/>
                    <a:pt x="468" y="734"/>
                    <a:pt x="134" y="835"/>
                  </a:cubicBezTo>
                  <a:cubicBezTo>
                    <a:pt x="67" y="868"/>
                    <a:pt x="1" y="968"/>
                    <a:pt x="34" y="1035"/>
                  </a:cubicBezTo>
                  <a:cubicBezTo>
                    <a:pt x="67" y="1101"/>
                    <a:pt x="101" y="1135"/>
                    <a:pt x="167" y="1135"/>
                  </a:cubicBezTo>
                  <a:lnTo>
                    <a:pt x="234" y="1135"/>
                  </a:lnTo>
                  <a:cubicBezTo>
                    <a:pt x="568" y="1001"/>
                    <a:pt x="935" y="868"/>
                    <a:pt x="1335" y="701"/>
                  </a:cubicBezTo>
                  <a:cubicBezTo>
                    <a:pt x="1702" y="568"/>
                    <a:pt x="2069" y="434"/>
                    <a:pt x="2402" y="301"/>
                  </a:cubicBezTo>
                  <a:cubicBezTo>
                    <a:pt x="2469" y="267"/>
                    <a:pt x="2502" y="201"/>
                    <a:pt x="2502" y="101"/>
                  </a:cubicBezTo>
                  <a:cubicBezTo>
                    <a:pt x="2469" y="34"/>
                    <a:pt x="2369" y="1"/>
                    <a:pt x="2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6"/>
            <p:cNvSpPr/>
            <p:nvPr/>
          </p:nvSpPr>
          <p:spPr>
            <a:xfrm>
              <a:off x="1968250" y="1677175"/>
              <a:ext cx="37550" cy="21175"/>
            </a:xfrm>
            <a:custGeom>
              <a:avLst/>
              <a:gdLst/>
              <a:ahLst/>
              <a:cxnLst/>
              <a:rect l="l" t="t" r="r" b="b"/>
              <a:pathLst>
                <a:path w="1502" h="847" extrusionOk="0">
                  <a:moveTo>
                    <a:pt x="1323" y="0"/>
                  </a:moveTo>
                  <a:cubicBezTo>
                    <a:pt x="1303" y="0"/>
                    <a:pt x="1284" y="4"/>
                    <a:pt x="1268" y="13"/>
                  </a:cubicBezTo>
                  <a:lnTo>
                    <a:pt x="134" y="546"/>
                  </a:lnTo>
                  <a:cubicBezTo>
                    <a:pt x="34" y="580"/>
                    <a:pt x="0" y="680"/>
                    <a:pt x="34" y="746"/>
                  </a:cubicBezTo>
                  <a:cubicBezTo>
                    <a:pt x="67" y="813"/>
                    <a:pt x="134" y="846"/>
                    <a:pt x="200" y="846"/>
                  </a:cubicBezTo>
                  <a:cubicBezTo>
                    <a:pt x="200" y="846"/>
                    <a:pt x="234" y="846"/>
                    <a:pt x="267" y="813"/>
                  </a:cubicBezTo>
                  <a:lnTo>
                    <a:pt x="1401" y="313"/>
                  </a:lnTo>
                  <a:cubicBezTo>
                    <a:pt x="1468" y="279"/>
                    <a:pt x="1501" y="179"/>
                    <a:pt x="1468" y="113"/>
                  </a:cubicBezTo>
                  <a:cubicBezTo>
                    <a:pt x="1443" y="38"/>
                    <a:pt x="1380" y="0"/>
                    <a:pt x="13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6"/>
            <p:cNvSpPr/>
            <p:nvPr/>
          </p:nvSpPr>
          <p:spPr>
            <a:xfrm>
              <a:off x="2210075" y="1291175"/>
              <a:ext cx="1200900" cy="140325"/>
            </a:xfrm>
            <a:custGeom>
              <a:avLst/>
              <a:gdLst/>
              <a:ahLst/>
              <a:cxnLst/>
              <a:rect l="l" t="t" r="r" b="b"/>
              <a:pathLst>
                <a:path w="48036" h="5613" extrusionOk="0">
                  <a:moveTo>
                    <a:pt x="41596" y="1"/>
                  </a:moveTo>
                  <a:cubicBezTo>
                    <a:pt x="40915" y="1"/>
                    <a:pt x="40053" y="47"/>
                    <a:pt x="38929" y="175"/>
                  </a:cubicBezTo>
                  <a:cubicBezTo>
                    <a:pt x="34459" y="709"/>
                    <a:pt x="30556" y="1176"/>
                    <a:pt x="27154" y="1576"/>
                  </a:cubicBezTo>
                  <a:cubicBezTo>
                    <a:pt x="16231" y="2872"/>
                    <a:pt x="10446" y="3559"/>
                    <a:pt x="6434" y="3559"/>
                  </a:cubicBezTo>
                  <a:cubicBezTo>
                    <a:pt x="3940" y="3559"/>
                    <a:pt x="2132" y="3293"/>
                    <a:pt x="201" y="2743"/>
                  </a:cubicBezTo>
                  <a:cubicBezTo>
                    <a:pt x="134" y="2743"/>
                    <a:pt x="34" y="2777"/>
                    <a:pt x="1" y="2844"/>
                  </a:cubicBezTo>
                  <a:cubicBezTo>
                    <a:pt x="1" y="2944"/>
                    <a:pt x="34" y="3010"/>
                    <a:pt x="134" y="3044"/>
                  </a:cubicBezTo>
                  <a:cubicBezTo>
                    <a:pt x="2102" y="3609"/>
                    <a:pt x="3935" y="3883"/>
                    <a:pt x="6464" y="3883"/>
                  </a:cubicBezTo>
                  <a:cubicBezTo>
                    <a:pt x="10495" y="3883"/>
                    <a:pt x="16294" y="3188"/>
                    <a:pt x="27220" y="1876"/>
                  </a:cubicBezTo>
                  <a:cubicBezTo>
                    <a:pt x="30589" y="1476"/>
                    <a:pt x="34492" y="1009"/>
                    <a:pt x="38995" y="509"/>
                  </a:cubicBezTo>
                  <a:cubicBezTo>
                    <a:pt x="40149" y="374"/>
                    <a:pt x="41017" y="324"/>
                    <a:pt x="41693" y="324"/>
                  </a:cubicBezTo>
                  <a:cubicBezTo>
                    <a:pt x="42855" y="324"/>
                    <a:pt x="43447" y="470"/>
                    <a:pt x="43932" y="575"/>
                  </a:cubicBezTo>
                  <a:cubicBezTo>
                    <a:pt x="44267" y="671"/>
                    <a:pt x="44550" y="749"/>
                    <a:pt x="44905" y="749"/>
                  </a:cubicBezTo>
                  <a:cubicBezTo>
                    <a:pt x="45045" y="749"/>
                    <a:pt x="45196" y="737"/>
                    <a:pt x="45367" y="709"/>
                  </a:cubicBezTo>
                  <a:cubicBezTo>
                    <a:pt x="45767" y="642"/>
                    <a:pt x="46134" y="575"/>
                    <a:pt x="46434" y="509"/>
                  </a:cubicBezTo>
                  <a:cubicBezTo>
                    <a:pt x="46834" y="442"/>
                    <a:pt x="47201" y="375"/>
                    <a:pt x="47468" y="375"/>
                  </a:cubicBezTo>
                  <a:cubicBezTo>
                    <a:pt x="47335" y="442"/>
                    <a:pt x="47168" y="575"/>
                    <a:pt x="47001" y="675"/>
                  </a:cubicBezTo>
                  <a:cubicBezTo>
                    <a:pt x="46367" y="1109"/>
                    <a:pt x="46401" y="1910"/>
                    <a:pt x="46534" y="2510"/>
                  </a:cubicBezTo>
                  <a:cubicBezTo>
                    <a:pt x="46434" y="2443"/>
                    <a:pt x="46334" y="2377"/>
                    <a:pt x="46234" y="2310"/>
                  </a:cubicBezTo>
                  <a:cubicBezTo>
                    <a:pt x="45555" y="1790"/>
                    <a:pt x="45258" y="1570"/>
                    <a:pt x="44936" y="1570"/>
                  </a:cubicBezTo>
                  <a:cubicBezTo>
                    <a:pt x="44721" y="1570"/>
                    <a:pt x="44494" y="1669"/>
                    <a:pt x="44132" y="1843"/>
                  </a:cubicBezTo>
                  <a:cubicBezTo>
                    <a:pt x="43298" y="2210"/>
                    <a:pt x="41564" y="3010"/>
                    <a:pt x="36827" y="3744"/>
                  </a:cubicBezTo>
                  <a:cubicBezTo>
                    <a:pt x="36794" y="3747"/>
                    <a:pt x="36761" y="3748"/>
                    <a:pt x="36728" y="3748"/>
                  </a:cubicBezTo>
                  <a:cubicBezTo>
                    <a:pt x="36324" y="3748"/>
                    <a:pt x="35906" y="3570"/>
                    <a:pt x="35660" y="3477"/>
                  </a:cubicBezTo>
                  <a:cubicBezTo>
                    <a:pt x="35520" y="3417"/>
                    <a:pt x="35427" y="3369"/>
                    <a:pt x="35355" y="3369"/>
                  </a:cubicBezTo>
                  <a:cubicBezTo>
                    <a:pt x="35306" y="3369"/>
                    <a:pt x="35266" y="3391"/>
                    <a:pt x="35226" y="3444"/>
                  </a:cubicBezTo>
                  <a:cubicBezTo>
                    <a:pt x="35126" y="3577"/>
                    <a:pt x="35126" y="3577"/>
                    <a:pt x="36060" y="4511"/>
                  </a:cubicBezTo>
                  <a:cubicBezTo>
                    <a:pt x="35726" y="4578"/>
                    <a:pt x="35426" y="4645"/>
                    <a:pt x="35126" y="4745"/>
                  </a:cubicBezTo>
                  <a:cubicBezTo>
                    <a:pt x="34492" y="4878"/>
                    <a:pt x="33925" y="5045"/>
                    <a:pt x="33091" y="5312"/>
                  </a:cubicBezTo>
                  <a:cubicBezTo>
                    <a:pt x="32991" y="5345"/>
                    <a:pt x="32958" y="5412"/>
                    <a:pt x="32991" y="5512"/>
                  </a:cubicBezTo>
                  <a:cubicBezTo>
                    <a:pt x="32991" y="5579"/>
                    <a:pt x="33058" y="5612"/>
                    <a:pt x="33124" y="5612"/>
                  </a:cubicBezTo>
                  <a:lnTo>
                    <a:pt x="33158" y="5612"/>
                  </a:lnTo>
                  <a:cubicBezTo>
                    <a:pt x="33992" y="5345"/>
                    <a:pt x="34559" y="5179"/>
                    <a:pt x="35193" y="5045"/>
                  </a:cubicBezTo>
                  <a:cubicBezTo>
                    <a:pt x="35560" y="4945"/>
                    <a:pt x="35960" y="4845"/>
                    <a:pt x="36393" y="4712"/>
                  </a:cubicBezTo>
                  <a:cubicBezTo>
                    <a:pt x="36460" y="4712"/>
                    <a:pt x="36494" y="4678"/>
                    <a:pt x="36494" y="4611"/>
                  </a:cubicBezTo>
                  <a:cubicBezTo>
                    <a:pt x="36527" y="4578"/>
                    <a:pt x="36494" y="4511"/>
                    <a:pt x="36460" y="4478"/>
                  </a:cubicBezTo>
                  <a:lnTo>
                    <a:pt x="36293" y="4311"/>
                  </a:lnTo>
                  <a:cubicBezTo>
                    <a:pt x="36127" y="4144"/>
                    <a:pt x="35993" y="4011"/>
                    <a:pt x="35893" y="3911"/>
                  </a:cubicBezTo>
                  <a:lnTo>
                    <a:pt x="35893" y="3911"/>
                  </a:lnTo>
                  <a:cubicBezTo>
                    <a:pt x="36113" y="3993"/>
                    <a:pt x="36400" y="4053"/>
                    <a:pt x="36681" y="4053"/>
                  </a:cubicBezTo>
                  <a:cubicBezTo>
                    <a:pt x="36741" y="4053"/>
                    <a:pt x="36801" y="4050"/>
                    <a:pt x="36860" y="4044"/>
                  </a:cubicBezTo>
                  <a:cubicBezTo>
                    <a:pt x="41664" y="3311"/>
                    <a:pt x="43432" y="2510"/>
                    <a:pt x="44266" y="2110"/>
                  </a:cubicBezTo>
                  <a:cubicBezTo>
                    <a:pt x="44557" y="1977"/>
                    <a:pt x="44733" y="1897"/>
                    <a:pt x="44904" y="1897"/>
                  </a:cubicBezTo>
                  <a:cubicBezTo>
                    <a:pt x="45163" y="1897"/>
                    <a:pt x="45411" y="2081"/>
                    <a:pt x="46034" y="2543"/>
                  </a:cubicBezTo>
                  <a:cubicBezTo>
                    <a:pt x="46234" y="2677"/>
                    <a:pt x="46434" y="2844"/>
                    <a:pt x="46667" y="3010"/>
                  </a:cubicBezTo>
                  <a:cubicBezTo>
                    <a:pt x="46701" y="3027"/>
                    <a:pt x="46734" y="3035"/>
                    <a:pt x="46768" y="3035"/>
                  </a:cubicBezTo>
                  <a:cubicBezTo>
                    <a:pt x="46801" y="3035"/>
                    <a:pt x="46834" y="3027"/>
                    <a:pt x="46868" y="3010"/>
                  </a:cubicBezTo>
                  <a:cubicBezTo>
                    <a:pt x="46901" y="2977"/>
                    <a:pt x="46934" y="2910"/>
                    <a:pt x="46934" y="2844"/>
                  </a:cubicBezTo>
                  <a:cubicBezTo>
                    <a:pt x="46734" y="2076"/>
                    <a:pt x="46634" y="1309"/>
                    <a:pt x="47201" y="942"/>
                  </a:cubicBezTo>
                  <a:cubicBezTo>
                    <a:pt x="47868" y="475"/>
                    <a:pt x="48035" y="342"/>
                    <a:pt x="47968" y="175"/>
                  </a:cubicBezTo>
                  <a:cubicBezTo>
                    <a:pt x="47923" y="83"/>
                    <a:pt x="47856" y="40"/>
                    <a:pt x="47671" y="40"/>
                  </a:cubicBezTo>
                  <a:cubicBezTo>
                    <a:pt x="47453" y="40"/>
                    <a:pt x="47072" y="100"/>
                    <a:pt x="46367" y="208"/>
                  </a:cubicBezTo>
                  <a:cubicBezTo>
                    <a:pt x="46067" y="275"/>
                    <a:pt x="45733" y="342"/>
                    <a:pt x="45333" y="375"/>
                  </a:cubicBezTo>
                  <a:cubicBezTo>
                    <a:pt x="45144" y="408"/>
                    <a:pt x="44985" y="423"/>
                    <a:pt x="44840" y="423"/>
                  </a:cubicBezTo>
                  <a:cubicBezTo>
                    <a:pt x="44551" y="423"/>
                    <a:pt x="44321" y="364"/>
                    <a:pt x="44032" y="275"/>
                  </a:cubicBezTo>
                  <a:cubicBezTo>
                    <a:pt x="43510" y="166"/>
                    <a:pt x="42874" y="1"/>
                    <a:pt x="4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6"/>
            <p:cNvSpPr/>
            <p:nvPr/>
          </p:nvSpPr>
          <p:spPr>
            <a:xfrm>
              <a:off x="2878900" y="1361400"/>
              <a:ext cx="183475" cy="110125"/>
            </a:xfrm>
            <a:custGeom>
              <a:avLst/>
              <a:gdLst/>
              <a:ahLst/>
              <a:cxnLst/>
              <a:rect l="l" t="t" r="r" b="b"/>
              <a:pathLst>
                <a:path w="7339" h="4405" extrusionOk="0">
                  <a:moveTo>
                    <a:pt x="467" y="301"/>
                  </a:moveTo>
                  <a:lnTo>
                    <a:pt x="467" y="301"/>
                  </a:lnTo>
                  <a:cubicBezTo>
                    <a:pt x="734" y="335"/>
                    <a:pt x="1301" y="502"/>
                    <a:pt x="1902" y="668"/>
                  </a:cubicBezTo>
                  <a:cubicBezTo>
                    <a:pt x="2335" y="768"/>
                    <a:pt x="2836" y="935"/>
                    <a:pt x="3403" y="1069"/>
                  </a:cubicBezTo>
                  <a:cubicBezTo>
                    <a:pt x="5237" y="1536"/>
                    <a:pt x="6138" y="2069"/>
                    <a:pt x="6972" y="4104"/>
                  </a:cubicBezTo>
                  <a:cubicBezTo>
                    <a:pt x="6038" y="4104"/>
                    <a:pt x="5304" y="4104"/>
                    <a:pt x="1735" y="1369"/>
                  </a:cubicBezTo>
                  <a:cubicBezTo>
                    <a:pt x="1068" y="835"/>
                    <a:pt x="634" y="502"/>
                    <a:pt x="467" y="301"/>
                  </a:cubicBezTo>
                  <a:close/>
                  <a:moveTo>
                    <a:pt x="390" y="0"/>
                  </a:moveTo>
                  <a:cubicBezTo>
                    <a:pt x="231" y="0"/>
                    <a:pt x="151" y="46"/>
                    <a:pt x="100" y="135"/>
                  </a:cubicBezTo>
                  <a:cubicBezTo>
                    <a:pt x="0" y="335"/>
                    <a:pt x="167" y="568"/>
                    <a:pt x="1535" y="1602"/>
                  </a:cubicBezTo>
                  <a:cubicBezTo>
                    <a:pt x="4937" y="4238"/>
                    <a:pt x="5871" y="4404"/>
                    <a:pt x="6738" y="4404"/>
                  </a:cubicBezTo>
                  <a:lnTo>
                    <a:pt x="7172" y="4404"/>
                  </a:lnTo>
                  <a:cubicBezTo>
                    <a:pt x="7239" y="4404"/>
                    <a:pt x="7272" y="4371"/>
                    <a:pt x="7305" y="4338"/>
                  </a:cubicBezTo>
                  <a:cubicBezTo>
                    <a:pt x="7339" y="4304"/>
                    <a:pt x="7339" y="4238"/>
                    <a:pt x="7339" y="4204"/>
                  </a:cubicBezTo>
                  <a:cubicBezTo>
                    <a:pt x="6472" y="1869"/>
                    <a:pt x="5437" y="1269"/>
                    <a:pt x="3469" y="768"/>
                  </a:cubicBezTo>
                  <a:cubicBezTo>
                    <a:pt x="2936" y="635"/>
                    <a:pt x="2435" y="468"/>
                    <a:pt x="2002" y="368"/>
                  </a:cubicBezTo>
                  <a:cubicBezTo>
                    <a:pt x="1114" y="120"/>
                    <a:pt x="647"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6"/>
            <p:cNvSpPr/>
            <p:nvPr/>
          </p:nvSpPr>
          <p:spPr>
            <a:xfrm>
              <a:off x="3302525" y="1297175"/>
              <a:ext cx="39225" cy="41750"/>
            </a:xfrm>
            <a:custGeom>
              <a:avLst/>
              <a:gdLst/>
              <a:ahLst/>
              <a:cxnLst/>
              <a:rect l="l" t="t" r="r" b="b"/>
              <a:pathLst>
                <a:path w="1569" h="1670" extrusionOk="0">
                  <a:moveTo>
                    <a:pt x="172" y="0"/>
                  </a:moveTo>
                  <a:cubicBezTo>
                    <a:pt x="120" y="0"/>
                    <a:pt x="77" y="37"/>
                    <a:pt x="34" y="102"/>
                  </a:cubicBezTo>
                  <a:cubicBezTo>
                    <a:pt x="1" y="168"/>
                    <a:pt x="34" y="269"/>
                    <a:pt x="101" y="302"/>
                  </a:cubicBezTo>
                  <a:cubicBezTo>
                    <a:pt x="401" y="435"/>
                    <a:pt x="568" y="702"/>
                    <a:pt x="735" y="969"/>
                  </a:cubicBezTo>
                  <a:cubicBezTo>
                    <a:pt x="901" y="1203"/>
                    <a:pt x="1068" y="1436"/>
                    <a:pt x="1302" y="1636"/>
                  </a:cubicBezTo>
                  <a:cubicBezTo>
                    <a:pt x="1335" y="1636"/>
                    <a:pt x="1368" y="1670"/>
                    <a:pt x="1402" y="1670"/>
                  </a:cubicBezTo>
                  <a:cubicBezTo>
                    <a:pt x="1435" y="1670"/>
                    <a:pt x="1502" y="1636"/>
                    <a:pt x="1535" y="1603"/>
                  </a:cubicBezTo>
                  <a:cubicBezTo>
                    <a:pt x="1568" y="1536"/>
                    <a:pt x="1568" y="1436"/>
                    <a:pt x="1502" y="1369"/>
                  </a:cubicBezTo>
                  <a:cubicBezTo>
                    <a:pt x="1268" y="1203"/>
                    <a:pt x="1135" y="1002"/>
                    <a:pt x="1001" y="769"/>
                  </a:cubicBezTo>
                  <a:cubicBezTo>
                    <a:pt x="801" y="502"/>
                    <a:pt x="601" y="202"/>
                    <a:pt x="268" y="35"/>
                  </a:cubicBezTo>
                  <a:cubicBezTo>
                    <a:pt x="232" y="11"/>
                    <a:pt x="201" y="0"/>
                    <a:pt x="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6"/>
            <p:cNvSpPr/>
            <p:nvPr/>
          </p:nvSpPr>
          <p:spPr>
            <a:xfrm>
              <a:off x="2586175" y="1400600"/>
              <a:ext cx="226875" cy="125950"/>
            </a:xfrm>
            <a:custGeom>
              <a:avLst/>
              <a:gdLst/>
              <a:ahLst/>
              <a:cxnLst/>
              <a:rect l="l" t="t" r="r" b="b"/>
              <a:pathLst>
                <a:path w="9075" h="5038" extrusionOk="0">
                  <a:moveTo>
                    <a:pt x="535" y="335"/>
                  </a:moveTo>
                  <a:lnTo>
                    <a:pt x="535" y="335"/>
                  </a:lnTo>
                  <a:cubicBezTo>
                    <a:pt x="768" y="401"/>
                    <a:pt x="1068" y="535"/>
                    <a:pt x="1502" y="701"/>
                  </a:cubicBezTo>
                  <a:cubicBezTo>
                    <a:pt x="2303" y="1035"/>
                    <a:pt x="3603" y="1602"/>
                    <a:pt x="6072" y="2369"/>
                  </a:cubicBezTo>
                  <a:cubicBezTo>
                    <a:pt x="6906" y="2636"/>
                    <a:pt x="7073" y="2736"/>
                    <a:pt x="7573" y="3303"/>
                  </a:cubicBezTo>
                  <a:cubicBezTo>
                    <a:pt x="8640" y="4437"/>
                    <a:pt x="8674" y="4704"/>
                    <a:pt x="8674" y="4738"/>
                  </a:cubicBezTo>
                  <a:cubicBezTo>
                    <a:pt x="8653" y="4750"/>
                    <a:pt x="8624" y="4756"/>
                    <a:pt x="8586" y="4756"/>
                  </a:cubicBezTo>
                  <a:cubicBezTo>
                    <a:pt x="8008" y="4756"/>
                    <a:pt x="5483" y="3369"/>
                    <a:pt x="3603" y="2336"/>
                  </a:cubicBezTo>
                  <a:lnTo>
                    <a:pt x="2803" y="1902"/>
                  </a:lnTo>
                  <a:lnTo>
                    <a:pt x="2703" y="2036"/>
                  </a:lnTo>
                  <a:lnTo>
                    <a:pt x="2736" y="1869"/>
                  </a:lnTo>
                  <a:cubicBezTo>
                    <a:pt x="2002" y="1469"/>
                    <a:pt x="1102" y="968"/>
                    <a:pt x="535" y="335"/>
                  </a:cubicBezTo>
                  <a:close/>
                  <a:moveTo>
                    <a:pt x="168" y="1"/>
                  </a:moveTo>
                  <a:cubicBezTo>
                    <a:pt x="101" y="1"/>
                    <a:pt x="68" y="34"/>
                    <a:pt x="34" y="101"/>
                  </a:cubicBezTo>
                  <a:cubicBezTo>
                    <a:pt x="1" y="134"/>
                    <a:pt x="34" y="201"/>
                    <a:pt x="68" y="268"/>
                  </a:cubicBezTo>
                  <a:cubicBezTo>
                    <a:pt x="635" y="1068"/>
                    <a:pt x="1735" y="1669"/>
                    <a:pt x="2603" y="2136"/>
                  </a:cubicBezTo>
                  <a:lnTo>
                    <a:pt x="2703" y="2036"/>
                  </a:lnTo>
                  <a:lnTo>
                    <a:pt x="2636" y="2169"/>
                  </a:lnTo>
                  <a:lnTo>
                    <a:pt x="3437" y="2603"/>
                  </a:lnTo>
                  <a:cubicBezTo>
                    <a:pt x="6472" y="4271"/>
                    <a:pt x="7973" y="5038"/>
                    <a:pt x="8607" y="5038"/>
                  </a:cubicBezTo>
                  <a:cubicBezTo>
                    <a:pt x="8740" y="5038"/>
                    <a:pt x="8841" y="5005"/>
                    <a:pt x="8907" y="4938"/>
                  </a:cubicBezTo>
                  <a:cubicBezTo>
                    <a:pt x="9074" y="4704"/>
                    <a:pt x="8941" y="4337"/>
                    <a:pt x="7806" y="3070"/>
                  </a:cubicBezTo>
                  <a:cubicBezTo>
                    <a:pt x="7273" y="2503"/>
                    <a:pt x="7039" y="2369"/>
                    <a:pt x="6172" y="2069"/>
                  </a:cubicBezTo>
                  <a:cubicBezTo>
                    <a:pt x="3704" y="1302"/>
                    <a:pt x="2403" y="768"/>
                    <a:pt x="1635" y="435"/>
                  </a:cubicBezTo>
                  <a:cubicBezTo>
                    <a:pt x="935" y="134"/>
                    <a:pt x="601"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6"/>
            <p:cNvSpPr/>
            <p:nvPr/>
          </p:nvSpPr>
          <p:spPr>
            <a:xfrm>
              <a:off x="3131575" y="1337000"/>
              <a:ext cx="137625" cy="31125"/>
            </a:xfrm>
            <a:custGeom>
              <a:avLst/>
              <a:gdLst/>
              <a:ahLst/>
              <a:cxnLst/>
              <a:rect l="l" t="t" r="r" b="b"/>
              <a:pathLst>
                <a:path w="5505" h="1245" extrusionOk="0">
                  <a:moveTo>
                    <a:pt x="5344" y="1"/>
                  </a:moveTo>
                  <a:cubicBezTo>
                    <a:pt x="5330" y="1"/>
                    <a:pt x="5316" y="4"/>
                    <a:pt x="5304" y="10"/>
                  </a:cubicBezTo>
                  <a:cubicBezTo>
                    <a:pt x="3603" y="443"/>
                    <a:pt x="1868" y="744"/>
                    <a:pt x="134" y="944"/>
                  </a:cubicBezTo>
                  <a:cubicBezTo>
                    <a:pt x="34" y="944"/>
                    <a:pt x="0" y="1044"/>
                    <a:pt x="0" y="1111"/>
                  </a:cubicBezTo>
                  <a:cubicBezTo>
                    <a:pt x="0" y="1211"/>
                    <a:pt x="67" y="1244"/>
                    <a:pt x="134" y="1244"/>
                  </a:cubicBezTo>
                  <a:lnTo>
                    <a:pt x="167" y="1244"/>
                  </a:lnTo>
                  <a:cubicBezTo>
                    <a:pt x="1902" y="1044"/>
                    <a:pt x="3670" y="744"/>
                    <a:pt x="5371" y="310"/>
                  </a:cubicBezTo>
                  <a:cubicBezTo>
                    <a:pt x="5438" y="277"/>
                    <a:pt x="5504" y="210"/>
                    <a:pt x="5471" y="110"/>
                  </a:cubicBezTo>
                  <a:cubicBezTo>
                    <a:pt x="5471" y="55"/>
                    <a:pt x="5404" y="1"/>
                    <a:pt x="5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6"/>
            <p:cNvSpPr/>
            <p:nvPr/>
          </p:nvSpPr>
          <p:spPr>
            <a:xfrm>
              <a:off x="3022325" y="1376425"/>
              <a:ext cx="54225" cy="14200"/>
            </a:xfrm>
            <a:custGeom>
              <a:avLst/>
              <a:gdLst/>
              <a:ahLst/>
              <a:cxnLst/>
              <a:rect l="l" t="t" r="r" b="b"/>
              <a:pathLst>
                <a:path w="2169" h="568" extrusionOk="0">
                  <a:moveTo>
                    <a:pt x="1386" y="1"/>
                  </a:moveTo>
                  <a:cubicBezTo>
                    <a:pt x="946" y="1"/>
                    <a:pt x="501" y="90"/>
                    <a:pt x="101" y="267"/>
                  </a:cubicBezTo>
                  <a:cubicBezTo>
                    <a:pt x="34" y="301"/>
                    <a:pt x="1" y="401"/>
                    <a:pt x="34" y="468"/>
                  </a:cubicBezTo>
                  <a:cubicBezTo>
                    <a:pt x="34" y="534"/>
                    <a:pt x="101" y="568"/>
                    <a:pt x="167" y="568"/>
                  </a:cubicBezTo>
                  <a:cubicBezTo>
                    <a:pt x="201" y="568"/>
                    <a:pt x="201" y="568"/>
                    <a:pt x="234" y="534"/>
                  </a:cubicBezTo>
                  <a:cubicBezTo>
                    <a:pt x="585" y="381"/>
                    <a:pt x="978" y="300"/>
                    <a:pt x="1368" y="300"/>
                  </a:cubicBezTo>
                  <a:cubicBezTo>
                    <a:pt x="1572" y="300"/>
                    <a:pt x="1774" y="322"/>
                    <a:pt x="1969" y="368"/>
                  </a:cubicBezTo>
                  <a:cubicBezTo>
                    <a:pt x="2069" y="368"/>
                    <a:pt x="2136" y="334"/>
                    <a:pt x="2169" y="234"/>
                  </a:cubicBezTo>
                  <a:cubicBezTo>
                    <a:pt x="2169" y="167"/>
                    <a:pt x="2136" y="67"/>
                    <a:pt x="2035" y="67"/>
                  </a:cubicBezTo>
                  <a:cubicBezTo>
                    <a:pt x="1824" y="23"/>
                    <a:pt x="1606" y="1"/>
                    <a:pt x="1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6"/>
            <p:cNvSpPr/>
            <p:nvPr/>
          </p:nvSpPr>
          <p:spPr>
            <a:xfrm>
              <a:off x="2296800" y="1403725"/>
              <a:ext cx="368625" cy="174550"/>
            </a:xfrm>
            <a:custGeom>
              <a:avLst/>
              <a:gdLst/>
              <a:ahLst/>
              <a:cxnLst/>
              <a:rect l="l" t="t" r="r" b="b"/>
              <a:pathLst>
                <a:path w="14745" h="6982" extrusionOk="0">
                  <a:moveTo>
                    <a:pt x="149" y="1"/>
                  </a:moveTo>
                  <a:cubicBezTo>
                    <a:pt x="78" y="1"/>
                    <a:pt x="28" y="55"/>
                    <a:pt x="1" y="109"/>
                  </a:cubicBezTo>
                  <a:cubicBezTo>
                    <a:pt x="1" y="210"/>
                    <a:pt x="34" y="276"/>
                    <a:pt x="134" y="310"/>
                  </a:cubicBezTo>
                  <a:cubicBezTo>
                    <a:pt x="4738" y="1377"/>
                    <a:pt x="9908" y="4846"/>
                    <a:pt x="12577" y="6814"/>
                  </a:cubicBezTo>
                  <a:cubicBezTo>
                    <a:pt x="12677" y="6914"/>
                    <a:pt x="12743" y="6948"/>
                    <a:pt x="12777" y="6981"/>
                  </a:cubicBezTo>
                  <a:lnTo>
                    <a:pt x="12944" y="6981"/>
                  </a:lnTo>
                  <a:cubicBezTo>
                    <a:pt x="12977" y="6948"/>
                    <a:pt x="13010" y="6881"/>
                    <a:pt x="13010" y="6814"/>
                  </a:cubicBezTo>
                  <a:cubicBezTo>
                    <a:pt x="12944" y="5914"/>
                    <a:pt x="12343" y="5213"/>
                    <a:pt x="11809" y="4679"/>
                  </a:cubicBezTo>
                  <a:cubicBezTo>
                    <a:pt x="11242" y="4079"/>
                    <a:pt x="10742" y="3679"/>
                    <a:pt x="10408" y="3412"/>
                  </a:cubicBezTo>
                  <a:cubicBezTo>
                    <a:pt x="10275" y="3278"/>
                    <a:pt x="10108" y="3145"/>
                    <a:pt x="10041" y="3078"/>
                  </a:cubicBezTo>
                  <a:cubicBezTo>
                    <a:pt x="10175" y="3012"/>
                    <a:pt x="10508" y="2978"/>
                    <a:pt x="10875" y="2911"/>
                  </a:cubicBezTo>
                  <a:cubicBezTo>
                    <a:pt x="11609" y="2811"/>
                    <a:pt x="12810" y="2645"/>
                    <a:pt x="14611" y="2211"/>
                  </a:cubicBezTo>
                  <a:cubicBezTo>
                    <a:pt x="14678" y="2178"/>
                    <a:pt x="14745" y="2111"/>
                    <a:pt x="14711" y="2011"/>
                  </a:cubicBezTo>
                  <a:cubicBezTo>
                    <a:pt x="14711" y="1956"/>
                    <a:pt x="14667" y="1902"/>
                    <a:pt x="14596" y="1902"/>
                  </a:cubicBezTo>
                  <a:cubicBezTo>
                    <a:pt x="14580" y="1902"/>
                    <a:pt x="14563" y="1905"/>
                    <a:pt x="14545" y="1911"/>
                  </a:cubicBezTo>
                  <a:cubicBezTo>
                    <a:pt x="12777" y="2311"/>
                    <a:pt x="11543" y="2511"/>
                    <a:pt x="10809" y="2611"/>
                  </a:cubicBezTo>
                  <a:cubicBezTo>
                    <a:pt x="10008" y="2745"/>
                    <a:pt x="9741" y="2778"/>
                    <a:pt x="9708" y="2978"/>
                  </a:cubicBezTo>
                  <a:cubicBezTo>
                    <a:pt x="9641" y="3178"/>
                    <a:pt x="9808" y="3312"/>
                    <a:pt x="10208" y="3645"/>
                  </a:cubicBezTo>
                  <a:cubicBezTo>
                    <a:pt x="10542" y="3912"/>
                    <a:pt x="11009" y="4279"/>
                    <a:pt x="11576" y="4880"/>
                  </a:cubicBezTo>
                  <a:cubicBezTo>
                    <a:pt x="12010" y="5313"/>
                    <a:pt x="12477" y="5847"/>
                    <a:pt x="12643" y="6481"/>
                  </a:cubicBezTo>
                  <a:cubicBezTo>
                    <a:pt x="9908" y="4479"/>
                    <a:pt x="4804" y="1077"/>
                    <a:pt x="201" y="9"/>
                  </a:cubicBezTo>
                  <a:cubicBezTo>
                    <a:pt x="183" y="3"/>
                    <a:pt x="165" y="1"/>
                    <a:pt x="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6"/>
            <p:cNvSpPr/>
            <p:nvPr/>
          </p:nvSpPr>
          <p:spPr>
            <a:xfrm>
              <a:off x="2369375" y="1306375"/>
              <a:ext cx="919825" cy="170150"/>
            </a:xfrm>
            <a:custGeom>
              <a:avLst/>
              <a:gdLst/>
              <a:ahLst/>
              <a:cxnLst/>
              <a:rect l="l" t="t" r="r" b="b"/>
              <a:pathLst>
                <a:path w="36793" h="6806" extrusionOk="0">
                  <a:moveTo>
                    <a:pt x="36626" y="1"/>
                  </a:moveTo>
                  <a:cubicBezTo>
                    <a:pt x="35592" y="67"/>
                    <a:pt x="34558" y="134"/>
                    <a:pt x="33524" y="167"/>
                  </a:cubicBezTo>
                  <a:cubicBezTo>
                    <a:pt x="32023" y="234"/>
                    <a:pt x="30488" y="301"/>
                    <a:pt x="28987" y="468"/>
                  </a:cubicBezTo>
                  <a:cubicBezTo>
                    <a:pt x="26019" y="768"/>
                    <a:pt x="23050" y="1168"/>
                    <a:pt x="20114" y="1602"/>
                  </a:cubicBezTo>
                  <a:cubicBezTo>
                    <a:pt x="17246" y="2035"/>
                    <a:pt x="14377" y="2369"/>
                    <a:pt x="11408" y="2669"/>
                  </a:cubicBezTo>
                  <a:cubicBezTo>
                    <a:pt x="7706" y="3036"/>
                    <a:pt x="3903" y="3436"/>
                    <a:pt x="133" y="3770"/>
                  </a:cubicBezTo>
                  <a:cubicBezTo>
                    <a:pt x="100" y="3770"/>
                    <a:pt x="33" y="3803"/>
                    <a:pt x="0" y="3870"/>
                  </a:cubicBezTo>
                  <a:cubicBezTo>
                    <a:pt x="0" y="3937"/>
                    <a:pt x="0" y="4003"/>
                    <a:pt x="67" y="4037"/>
                  </a:cubicBezTo>
                  <a:cubicBezTo>
                    <a:pt x="701" y="4671"/>
                    <a:pt x="1568" y="5038"/>
                    <a:pt x="2368" y="5404"/>
                  </a:cubicBezTo>
                  <a:lnTo>
                    <a:pt x="2735" y="5571"/>
                  </a:lnTo>
                  <a:cubicBezTo>
                    <a:pt x="3736" y="6005"/>
                    <a:pt x="4770" y="6439"/>
                    <a:pt x="5804" y="6772"/>
                  </a:cubicBezTo>
                  <a:cubicBezTo>
                    <a:pt x="5838" y="6772"/>
                    <a:pt x="5838" y="6805"/>
                    <a:pt x="5871" y="6805"/>
                  </a:cubicBezTo>
                  <a:cubicBezTo>
                    <a:pt x="5938" y="6805"/>
                    <a:pt x="5971" y="6739"/>
                    <a:pt x="6004" y="6705"/>
                  </a:cubicBezTo>
                  <a:cubicBezTo>
                    <a:pt x="6038" y="6605"/>
                    <a:pt x="5971" y="6505"/>
                    <a:pt x="5904" y="6505"/>
                  </a:cubicBezTo>
                  <a:cubicBezTo>
                    <a:pt x="4870" y="6138"/>
                    <a:pt x="3836" y="5738"/>
                    <a:pt x="2835" y="5271"/>
                  </a:cubicBezTo>
                  <a:lnTo>
                    <a:pt x="2502" y="5138"/>
                  </a:lnTo>
                  <a:cubicBezTo>
                    <a:pt x="1801" y="4804"/>
                    <a:pt x="1101" y="4504"/>
                    <a:pt x="534" y="4037"/>
                  </a:cubicBezTo>
                  <a:cubicBezTo>
                    <a:pt x="4170" y="3737"/>
                    <a:pt x="7872" y="3336"/>
                    <a:pt x="11442" y="2969"/>
                  </a:cubicBezTo>
                  <a:cubicBezTo>
                    <a:pt x="14410" y="2669"/>
                    <a:pt x="17279" y="2369"/>
                    <a:pt x="20148" y="1935"/>
                  </a:cubicBezTo>
                  <a:cubicBezTo>
                    <a:pt x="23083" y="1468"/>
                    <a:pt x="26052" y="1101"/>
                    <a:pt x="28987" y="768"/>
                  </a:cubicBezTo>
                  <a:cubicBezTo>
                    <a:pt x="30522" y="601"/>
                    <a:pt x="32056" y="534"/>
                    <a:pt x="33524" y="468"/>
                  </a:cubicBezTo>
                  <a:cubicBezTo>
                    <a:pt x="34558" y="434"/>
                    <a:pt x="35625" y="401"/>
                    <a:pt x="36660" y="334"/>
                  </a:cubicBezTo>
                  <a:cubicBezTo>
                    <a:pt x="36726" y="301"/>
                    <a:pt x="36793" y="234"/>
                    <a:pt x="36793" y="167"/>
                  </a:cubicBezTo>
                  <a:cubicBezTo>
                    <a:pt x="36793" y="67"/>
                    <a:pt x="36726" y="1"/>
                    <a:pt x="366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6"/>
            <p:cNvSpPr/>
            <p:nvPr/>
          </p:nvSpPr>
          <p:spPr>
            <a:xfrm>
              <a:off x="2697100" y="1401450"/>
              <a:ext cx="236025" cy="46725"/>
            </a:xfrm>
            <a:custGeom>
              <a:avLst/>
              <a:gdLst/>
              <a:ahLst/>
              <a:cxnLst/>
              <a:rect l="l" t="t" r="r" b="b"/>
              <a:pathLst>
                <a:path w="9441" h="1869" extrusionOk="0">
                  <a:moveTo>
                    <a:pt x="9240" y="0"/>
                  </a:moveTo>
                  <a:cubicBezTo>
                    <a:pt x="6272" y="567"/>
                    <a:pt x="3136" y="1101"/>
                    <a:pt x="167" y="1535"/>
                  </a:cubicBezTo>
                  <a:cubicBezTo>
                    <a:pt x="67" y="1568"/>
                    <a:pt x="0" y="1635"/>
                    <a:pt x="34" y="1735"/>
                  </a:cubicBezTo>
                  <a:cubicBezTo>
                    <a:pt x="34" y="1802"/>
                    <a:pt x="100" y="1868"/>
                    <a:pt x="167" y="1868"/>
                  </a:cubicBezTo>
                  <a:lnTo>
                    <a:pt x="201" y="1868"/>
                  </a:lnTo>
                  <a:cubicBezTo>
                    <a:pt x="3169" y="1401"/>
                    <a:pt x="6338" y="868"/>
                    <a:pt x="9274" y="334"/>
                  </a:cubicBezTo>
                  <a:cubicBezTo>
                    <a:pt x="9374" y="301"/>
                    <a:pt x="9440" y="234"/>
                    <a:pt x="9407" y="134"/>
                  </a:cubicBezTo>
                  <a:cubicBezTo>
                    <a:pt x="9407" y="67"/>
                    <a:pt x="9307" y="0"/>
                    <a:pt x="9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6"/>
            <p:cNvSpPr/>
            <p:nvPr/>
          </p:nvSpPr>
          <p:spPr>
            <a:xfrm>
              <a:off x="2416075" y="1511200"/>
              <a:ext cx="120100" cy="33700"/>
            </a:xfrm>
            <a:custGeom>
              <a:avLst/>
              <a:gdLst/>
              <a:ahLst/>
              <a:cxnLst/>
              <a:rect l="l" t="t" r="r" b="b"/>
              <a:pathLst>
                <a:path w="4804" h="1348" extrusionOk="0">
                  <a:moveTo>
                    <a:pt x="4658" y="1"/>
                  </a:moveTo>
                  <a:cubicBezTo>
                    <a:pt x="4639" y="1"/>
                    <a:pt x="4620" y="5"/>
                    <a:pt x="4603" y="13"/>
                  </a:cubicBezTo>
                  <a:cubicBezTo>
                    <a:pt x="4370" y="80"/>
                    <a:pt x="4136" y="147"/>
                    <a:pt x="3869" y="180"/>
                  </a:cubicBezTo>
                  <a:cubicBezTo>
                    <a:pt x="3336" y="314"/>
                    <a:pt x="2802" y="447"/>
                    <a:pt x="2302" y="714"/>
                  </a:cubicBezTo>
                  <a:cubicBezTo>
                    <a:pt x="2235" y="747"/>
                    <a:pt x="2168" y="781"/>
                    <a:pt x="2102" y="814"/>
                  </a:cubicBezTo>
                  <a:cubicBezTo>
                    <a:pt x="1968" y="914"/>
                    <a:pt x="1801" y="981"/>
                    <a:pt x="1668" y="1014"/>
                  </a:cubicBezTo>
                  <a:cubicBezTo>
                    <a:pt x="1623" y="1026"/>
                    <a:pt x="1575" y="1032"/>
                    <a:pt x="1524" y="1032"/>
                  </a:cubicBezTo>
                  <a:cubicBezTo>
                    <a:pt x="1157" y="1032"/>
                    <a:pt x="647" y="736"/>
                    <a:pt x="267" y="414"/>
                  </a:cubicBezTo>
                  <a:cubicBezTo>
                    <a:pt x="241" y="388"/>
                    <a:pt x="211" y="377"/>
                    <a:pt x="181" y="377"/>
                  </a:cubicBezTo>
                  <a:cubicBezTo>
                    <a:pt x="133" y="377"/>
                    <a:pt x="87" y="406"/>
                    <a:pt x="67" y="447"/>
                  </a:cubicBezTo>
                  <a:cubicBezTo>
                    <a:pt x="0" y="514"/>
                    <a:pt x="0" y="614"/>
                    <a:pt x="67" y="647"/>
                  </a:cubicBezTo>
                  <a:cubicBezTo>
                    <a:pt x="467" y="981"/>
                    <a:pt x="1067" y="1348"/>
                    <a:pt x="1568" y="1348"/>
                  </a:cubicBezTo>
                  <a:cubicBezTo>
                    <a:pt x="1601" y="1348"/>
                    <a:pt x="1668" y="1348"/>
                    <a:pt x="1735" y="1314"/>
                  </a:cubicBezTo>
                  <a:cubicBezTo>
                    <a:pt x="1935" y="1281"/>
                    <a:pt x="2102" y="1181"/>
                    <a:pt x="2268" y="1081"/>
                  </a:cubicBezTo>
                  <a:cubicBezTo>
                    <a:pt x="2335" y="1048"/>
                    <a:pt x="2368" y="1014"/>
                    <a:pt x="2435" y="981"/>
                  </a:cubicBezTo>
                  <a:cubicBezTo>
                    <a:pt x="2935" y="747"/>
                    <a:pt x="3436" y="614"/>
                    <a:pt x="3970" y="480"/>
                  </a:cubicBezTo>
                  <a:cubicBezTo>
                    <a:pt x="4203" y="447"/>
                    <a:pt x="4437" y="380"/>
                    <a:pt x="4670" y="314"/>
                  </a:cubicBezTo>
                  <a:cubicBezTo>
                    <a:pt x="4770" y="280"/>
                    <a:pt x="4803" y="180"/>
                    <a:pt x="4803" y="114"/>
                  </a:cubicBezTo>
                  <a:cubicBezTo>
                    <a:pt x="4778" y="38"/>
                    <a:pt x="4716" y="1"/>
                    <a:pt x="46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6"/>
            <p:cNvSpPr/>
            <p:nvPr/>
          </p:nvSpPr>
          <p:spPr>
            <a:xfrm>
              <a:off x="2368525" y="1461275"/>
              <a:ext cx="103425" cy="58625"/>
            </a:xfrm>
            <a:custGeom>
              <a:avLst/>
              <a:gdLst/>
              <a:ahLst/>
              <a:cxnLst/>
              <a:rect l="l" t="t" r="r" b="b"/>
              <a:pathLst>
                <a:path w="4137" h="2345" extrusionOk="0">
                  <a:moveTo>
                    <a:pt x="182" y="0"/>
                  </a:moveTo>
                  <a:cubicBezTo>
                    <a:pt x="111" y="0"/>
                    <a:pt x="61" y="55"/>
                    <a:pt x="34" y="109"/>
                  </a:cubicBezTo>
                  <a:cubicBezTo>
                    <a:pt x="1" y="176"/>
                    <a:pt x="34" y="276"/>
                    <a:pt x="101" y="309"/>
                  </a:cubicBezTo>
                  <a:cubicBezTo>
                    <a:pt x="1435" y="843"/>
                    <a:pt x="2703" y="1510"/>
                    <a:pt x="3870" y="2311"/>
                  </a:cubicBezTo>
                  <a:cubicBezTo>
                    <a:pt x="3870" y="2344"/>
                    <a:pt x="3903" y="2344"/>
                    <a:pt x="3937" y="2344"/>
                  </a:cubicBezTo>
                  <a:cubicBezTo>
                    <a:pt x="4004" y="2344"/>
                    <a:pt x="4037" y="2311"/>
                    <a:pt x="4070" y="2277"/>
                  </a:cubicBezTo>
                  <a:cubicBezTo>
                    <a:pt x="4137" y="2211"/>
                    <a:pt x="4104" y="2111"/>
                    <a:pt x="4037" y="2044"/>
                  </a:cubicBezTo>
                  <a:cubicBezTo>
                    <a:pt x="2836" y="1243"/>
                    <a:pt x="1568" y="543"/>
                    <a:pt x="234" y="9"/>
                  </a:cubicBezTo>
                  <a:cubicBezTo>
                    <a:pt x="216" y="3"/>
                    <a:pt x="199" y="0"/>
                    <a:pt x="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6"/>
            <p:cNvSpPr/>
            <p:nvPr/>
          </p:nvSpPr>
          <p:spPr>
            <a:xfrm>
              <a:off x="2471100" y="1518600"/>
              <a:ext cx="127625" cy="80500"/>
            </a:xfrm>
            <a:custGeom>
              <a:avLst/>
              <a:gdLst/>
              <a:ahLst/>
              <a:cxnLst/>
              <a:rect l="l" t="t" r="r" b="b"/>
              <a:pathLst>
                <a:path w="5105" h="3220" extrusionOk="0">
                  <a:moveTo>
                    <a:pt x="2886" y="1"/>
                  </a:moveTo>
                  <a:cubicBezTo>
                    <a:pt x="2844" y="1"/>
                    <a:pt x="2803" y="18"/>
                    <a:pt x="2769" y="51"/>
                  </a:cubicBezTo>
                  <a:cubicBezTo>
                    <a:pt x="2736" y="118"/>
                    <a:pt x="2736" y="218"/>
                    <a:pt x="2803" y="285"/>
                  </a:cubicBezTo>
                  <a:cubicBezTo>
                    <a:pt x="3637" y="1018"/>
                    <a:pt x="4137" y="1819"/>
                    <a:pt x="4704" y="2920"/>
                  </a:cubicBezTo>
                  <a:cubicBezTo>
                    <a:pt x="3436" y="2786"/>
                    <a:pt x="2002" y="1719"/>
                    <a:pt x="935" y="918"/>
                  </a:cubicBezTo>
                  <a:cubicBezTo>
                    <a:pt x="668" y="752"/>
                    <a:pt x="434" y="585"/>
                    <a:pt x="234" y="418"/>
                  </a:cubicBezTo>
                  <a:cubicBezTo>
                    <a:pt x="216" y="409"/>
                    <a:pt x="196" y="405"/>
                    <a:pt x="175" y="405"/>
                  </a:cubicBezTo>
                  <a:cubicBezTo>
                    <a:pt x="119" y="405"/>
                    <a:pt x="58" y="436"/>
                    <a:pt x="34" y="485"/>
                  </a:cubicBezTo>
                  <a:cubicBezTo>
                    <a:pt x="1" y="551"/>
                    <a:pt x="1" y="651"/>
                    <a:pt x="67" y="685"/>
                  </a:cubicBezTo>
                  <a:cubicBezTo>
                    <a:pt x="267" y="818"/>
                    <a:pt x="501" y="985"/>
                    <a:pt x="734" y="1185"/>
                  </a:cubicBezTo>
                  <a:cubicBezTo>
                    <a:pt x="1902" y="2052"/>
                    <a:pt x="3503" y="3220"/>
                    <a:pt x="4904" y="3220"/>
                  </a:cubicBezTo>
                  <a:lnTo>
                    <a:pt x="4971" y="3220"/>
                  </a:lnTo>
                  <a:cubicBezTo>
                    <a:pt x="5004" y="3220"/>
                    <a:pt x="5071" y="3187"/>
                    <a:pt x="5104" y="3153"/>
                  </a:cubicBezTo>
                  <a:cubicBezTo>
                    <a:pt x="5104" y="3120"/>
                    <a:pt x="5104" y="3053"/>
                    <a:pt x="5104" y="3020"/>
                  </a:cubicBezTo>
                  <a:cubicBezTo>
                    <a:pt x="4571" y="1986"/>
                    <a:pt x="4003" y="985"/>
                    <a:pt x="3003" y="51"/>
                  </a:cubicBezTo>
                  <a:cubicBezTo>
                    <a:pt x="2969" y="18"/>
                    <a:pt x="2928" y="1"/>
                    <a:pt x="2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6"/>
            <p:cNvSpPr/>
            <p:nvPr/>
          </p:nvSpPr>
          <p:spPr>
            <a:xfrm>
              <a:off x="2591200" y="1485675"/>
              <a:ext cx="138450" cy="48400"/>
            </a:xfrm>
            <a:custGeom>
              <a:avLst/>
              <a:gdLst/>
              <a:ahLst/>
              <a:cxnLst/>
              <a:rect l="l" t="t" r="r" b="b"/>
              <a:pathLst>
                <a:path w="5538" h="1936" extrusionOk="0">
                  <a:moveTo>
                    <a:pt x="5304" y="0"/>
                  </a:moveTo>
                  <a:cubicBezTo>
                    <a:pt x="5237" y="34"/>
                    <a:pt x="5137" y="67"/>
                    <a:pt x="5037" y="67"/>
                  </a:cubicBezTo>
                  <a:cubicBezTo>
                    <a:pt x="4637" y="167"/>
                    <a:pt x="3903" y="301"/>
                    <a:pt x="2402" y="801"/>
                  </a:cubicBezTo>
                  <a:cubicBezTo>
                    <a:pt x="2366" y="819"/>
                    <a:pt x="2337" y="827"/>
                    <a:pt x="2312" y="827"/>
                  </a:cubicBezTo>
                  <a:cubicBezTo>
                    <a:pt x="2243" y="827"/>
                    <a:pt x="2199" y="765"/>
                    <a:pt x="2102" y="668"/>
                  </a:cubicBezTo>
                  <a:cubicBezTo>
                    <a:pt x="2006" y="572"/>
                    <a:pt x="1876" y="408"/>
                    <a:pt x="1639" y="408"/>
                  </a:cubicBezTo>
                  <a:cubicBezTo>
                    <a:pt x="1545" y="408"/>
                    <a:pt x="1434" y="434"/>
                    <a:pt x="1301" y="501"/>
                  </a:cubicBezTo>
                  <a:cubicBezTo>
                    <a:pt x="1234" y="534"/>
                    <a:pt x="1201" y="601"/>
                    <a:pt x="1234" y="701"/>
                  </a:cubicBezTo>
                  <a:lnTo>
                    <a:pt x="1301" y="868"/>
                  </a:lnTo>
                  <a:cubicBezTo>
                    <a:pt x="1368" y="1001"/>
                    <a:pt x="1434" y="1168"/>
                    <a:pt x="1434" y="1201"/>
                  </a:cubicBezTo>
                  <a:cubicBezTo>
                    <a:pt x="1401" y="1268"/>
                    <a:pt x="1101" y="1335"/>
                    <a:pt x="801" y="1435"/>
                  </a:cubicBezTo>
                  <a:cubicBezTo>
                    <a:pt x="634" y="1468"/>
                    <a:pt x="400" y="1535"/>
                    <a:pt x="133" y="1635"/>
                  </a:cubicBezTo>
                  <a:cubicBezTo>
                    <a:pt x="67" y="1635"/>
                    <a:pt x="0" y="1735"/>
                    <a:pt x="33" y="1802"/>
                  </a:cubicBezTo>
                  <a:cubicBezTo>
                    <a:pt x="67" y="1902"/>
                    <a:pt x="100" y="1935"/>
                    <a:pt x="167" y="1935"/>
                  </a:cubicBezTo>
                  <a:cubicBezTo>
                    <a:pt x="200" y="1935"/>
                    <a:pt x="200" y="1935"/>
                    <a:pt x="234" y="1902"/>
                  </a:cubicBezTo>
                  <a:cubicBezTo>
                    <a:pt x="500" y="1835"/>
                    <a:pt x="734" y="1768"/>
                    <a:pt x="901" y="1735"/>
                  </a:cubicBezTo>
                  <a:cubicBezTo>
                    <a:pt x="1434" y="1568"/>
                    <a:pt x="1635" y="1501"/>
                    <a:pt x="1735" y="1335"/>
                  </a:cubicBezTo>
                  <a:cubicBezTo>
                    <a:pt x="1801" y="1168"/>
                    <a:pt x="1735" y="1001"/>
                    <a:pt x="1601" y="734"/>
                  </a:cubicBezTo>
                  <a:cubicBezTo>
                    <a:pt x="1618" y="729"/>
                    <a:pt x="1635" y="726"/>
                    <a:pt x="1650" y="726"/>
                  </a:cubicBezTo>
                  <a:cubicBezTo>
                    <a:pt x="1725" y="726"/>
                    <a:pt x="1785" y="790"/>
                    <a:pt x="1868" y="901"/>
                  </a:cubicBezTo>
                  <a:cubicBezTo>
                    <a:pt x="1970" y="1003"/>
                    <a:pt x="2093" y="1145"/>
                    <a:pt x="2295" y="1145"/>
                  </a:cubicBezTo>
                  <a:cubicBezTo>
                    <a:pt x="2356" y="1145"/>
                    <a:pt x="2424" y="1132"/>
                    <a:pt x="2502" y="1101"/>
                  </a:cubicBezTo>
                  <a:cubicBezTo>
                    <a:pt x="3970" y="601"/>
                    <a:pt x="4703" y="467"/>
                    <a:pt x="5104" y="367"/>
                  </a:cubicBezTo>
                  <a:cubicBezTo>
                    <a:pt x="5237" y="367"/>
                    <a:pt x="5337" y="334"/>
                    <a:pt x="5404" y="301"/>
                  </a:cubicBezTo>
                  <a:cubicBezTo>
                    <a:pt x="5471" y="301"/>
                    <a:pt x="5537" y="201"/>
                    <a:pt x="5504" y="100"/>
                  </a:cubicBezTo>
                  <a:cubicBezTo>
                    <a:pt x="5471" y="34"/>
                    <a:pt x="5404" y="0"/>
                    <a:pt x="5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6"/>
            <p:cNvSpPr/>
            <p:nvPr/>
          </p:nvSpPr>
          <p:spPr>
            <a:xfrm>
              <a:off x="2342675" y="1560425"/>
              <a:ext cx="183500" cy="66200"/>
            </a:xfrm>
            <a:custGeom>
              <a:avLst/>
              <a:gdLst/>
              <a:ahLst/>
              <a:cxnLst/>
              <a:rect l="l" t="t" r="r" b="b"/>
              <a:pathLst>
                <a:path w="7340" h="2648" extrusionOk="0">
                  <a:moveTo>
                    <a:pt x="1523" y="0"/>
                  </a:moveTo>
                  <a:cubicBezTo>
                    <a:pt x="1504" y="0"/>
                    <a:pt x="1485" y="4"/>
                    <a:pt x="1468" y="13"/>
                  </a:cubicBezTo>
                  <a:cubicBezTo>
                    <a:pt x="1235" y="113"/>
                    <a:pt x="101" y="646"/>
                    <a:pt x="34" y="1113"/>
                  </a:cubicBezTo>
                  <a:cubicBezTo>
                    <a:pt x="1" y="1213"/>
                    <a:pt x="67" y="1347"/>
                    <a:pt x="134" y="1414"/>
                  </a:cubicBezTo>
                  <a:cubicBezTo>
                    <a:pt x="801" y="1981"/>
                    <a:pt x="2035" y="2648"/>
                    <a:pt x="2569" y="2648"/>
                  </a:cubicBezTo>
                  <a:lnTo>
                    <a:pt x="2602" y="2648"/>
                  </a:lnTo>
                  <a:cubicBezTo>
                    <a:pt x="2703" y="2648"/>
                    <a:pt x="2703" y="2648"/>
                    <a:pt x="3837" y="2081"/>
                  </a:cubicBezTo>
                  <a:cubicBezTo>
                    <a:pt x="4470" y="1780"/>
                    <a:pt x="5538" y="1213"/>
                    <a:pt x="7239" y="379"/>
                  </a:cubicBezTo>
                  <a:cubicBezTo>
                    <a:pt x="7306" y="346"/>
                    <a:pt x="7339" y="246"/>
                    <a:pt x="7306" y="146"/>
                  </a:cubicBezTo>
                  <a:cubicBezTo>
                    <a:pt x="7281" y="97"/>
                    <a:pt x="7221" y="66"/>
                    <a:pt x="7165" y="66"/>
                  </a:cubicBezTo>
                  <a:cubicBezTo>
                    <a:pt x="7144" y="66"/>
                    <a:pt x="7124" y="70"/>
                    <a:pt x="7106" y="79"/>
                  </a:cubicBezTo>
                  <a:cubicBezTo>
                    <a:pt x="5371" y="947"/>
                    <a:pt x="4337" y="1480"/>
                    <a:pt x="3670" y="1814"/>
                  </a:cubicBezTo>
                  <a:cubicBezTo>
                    <a:pt x="2736" y="2314"/>
                    <a:pt x="2636" y="2348"/>
                    <a:pt x="2569" y="2348"/>
                  </a:cubicBezTo>
                  <a:lnTo>
                    <a:pt x="2536" y="2348"/>
                  </a:lnTo>
                  <a:cubicBezTo>
                    <a:pt x="2135" y="2348"/>
                    <a:pt x="1001" y="1747"/>
                    <a:pt x="334" y="1147"/>
                  </a:cubicBezTo>
                  <a:cubicBezTo>
                    <a:pt x="368" y="947"/>
                    <a:pt x="1001" y="546"/>
                    <a:pt x="1602" y="313"/>
                  </a:cubicBezTo>
                  <a:cubicBezTo>
                    <a:pt x="1668" y="279"/>
                    <a:pt x="1702" y="179"/>
                    <a:pt x="1668" y="113"/>
                  </a:cubicBezTo>
                  <a:cubicBezTo>
                    <a:pt x="1643" y="38"/>
                    <a:pt x="1581" y="0"/>
                    <a:pt x="1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6"/>
            <p:cNvSpPr/>
            <p:nvPr/>
          </p:nvSpPr>
          <p:spPr>
            <a:xfrm>
              <a:off x="2079150" y="1590250"/>
              <a:ext cx="502900" cy="150625"/>
            </a:xfrm>
            <a:custGeom>
              <a:avLst/>
              <a:gdLst/>
              <a:ahLst/>
              <a:cxnLst/>
              <a:rect l="l" t="t" r="r" b="b"/>
              <a:pathLst>
                <a:path w="20116" h="6025" extrusionOk="0">
                  <a:moveTo>
                    <a:pt x="15463" y="0"/>
                  </a:moveTo>
                  <a:cubicBezTo>
                    <a:pt x="15414" y="0"/>
                    <a:pt x="15366" y="24"/>
                    <a:pt x="15345" y="87"/>
                  </a:cubicBezTo>
                  <a:cubicBezTo>
                    <a:pt x="15278" y="154"/>
                    <a:pt x="15312" y="254"/>
                    <a:pt x="15378" y="287"/>
                  </a:cubicBezTo>
                  <a:cubicBezTo>
                    <a:pt x="17513" y="1788"/>
                    <a:pt x="19681" y="3856"/>
                    <a:pt x="19381" y="4824"/>
                  </a:cubicBezTo>
                  <a:cubicBezTo>
                    <a:pt x="19315" y="5157"/>
                    <a:pt x="18881" y="5324"/>
                    <a:pt x="18114" y="5391"/>
                  </a:cubicBezTo>
                  <a:cubicBezTo>
                    <a:pt x="17447" y="5424"/>
                    <a:pt x="16779" y="5458"/>
                    <a:pt x="16146" y="5524"/>
                  </a:cubicBezTo>
                  <a:cubicBezTo>
                    <a:pt x="14798" y="5624"/>
                    <a:pt x="13474" y="5721"/>
                    <a:pt x="12089" y="5721"/>
                  </a:cubicBezTo>
                  <a:cubicBezTo>
                    <a:pt x="8844" y="5721"/>
                    <a:pt x="5260" y="5190"/>
                    <a:pt x="234" y="2922"/>
                  </a:cubicBezTo>
                  <a:cubicBezTo>
                    <a:pt x="216" y="2914"/>
                    <a:pt x="196" y="2909"/>
                    <a:pt x="175" y="2909"/>
                  </a:cubicBezTo>
                  <a:cubicBezTo>
                    <a:pt x="119" y="2909"/>
                    <a:pt x="59" y="2940"/>
                    <a:pt x="34" y="2989"/>
                  </a:cubicBezTo>
                  <a:cubicBezTo>
                    <a:pt x="1" y="3056"/>
                    <a:pt x="34" y="3156"/>
                    <a:pt x="101" y="3189"/>
                  </a:cubicBezTo>
                  <a:cubicBezTo>
                    <a:pt x="5171" y="5491"/>
                    <a:pt x="8807" y="6025"/>
                    <a:pt x="12076" y="6025"/>
                  </a:cubicBezTo>
                  <a:cubicBezTo>
                    <a:pt x="13477" y="6025"/>
                    <a:pt x="14811" y="5925"/>
                    <a:pt x="16179" y="5825"/>
                  </a:cubicBezTo>
                  <a:cubicBezTo>
                    <a:pt x="16813" y="5791"/>
                    <a:pt x="17447" y="5724"/>
                    <a:pt x="18114" y="5691"/>
                  </a:cubicBezTo>
                  <a:cubicBezTo>
                    <a:pt x="19014" y="5624"/>
                    <a:pt x="19548" y="5391"/>
                    <a:pt x="19681" y="4891"/>
                  </a:cubicBezTo>
                  <a:cubicBezTo>
                    <a:pt x="20115" y="3389"/>
                    <a:pt x="16312" y="587"/>
                    <a:pt x="15545" y="20"/>
                  </a:cubicBezTo>
                  <a:cubicBezTo>
                    <a:pt x="15521" y="8"/>
                    <a:pt x="15492" y="0"/>
                    <a:pt x="15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6"/>
            <p:cNvSpPr/>
            <p:nvPr/>
          </p:nvSpPr>
          <p:spPr>
            <a:xfrm>
              <a:off x="2264300" y="1617125"/>
              <a:ext cx="274375" cy="93725"/>
            </a:xfrm>
            <a:custGeom>
              <a:avLst/>
              <a:gdLst/>
              <a:ahLst/>
              <a:cxnLst/>
              <a:rect l="l" t="t" r="r" b="b"/>
              <a:pathLst>
                <a:path w="10975" h="3749" extrusionOk="0">
                  <a:moveTo>
                    <a:pt x="146" y="0"/>
                  </a:moveTo>
                  <a:cubicBezTo>
                    <a:pt x="90" y="0"/>
                    <a:pt x="33" y="38"/>
                    <a:pt x="33" y="113"/>
                  </a:cubicBezTo>
                  <a:cubicBezTo>
                    <a:pt x="0" y="180"/>
                    <a:pt x="33" y="280"/>
                    <a:pt x="133" y="313"/>
                  </a:cubicBezTo>
                  <a:cubicBezTo>
                    <a:pt x="1401" y="680"/>
                    <a:pt x="2669" y="1214"/>
                    <a:pt x="3903" y="1747"/>
                  </a:cubicBezTo>
                  <a:cubicBezTo>
                    <a:pt x="6104" y="2648"/>
                    <a:pt x="8373" y="3615"/>
                    <a:pt x="10774" y="3749"/>
                  </a:cubicBezTo>
                  <a:lnTo>
                    <a:pt x="10808" y="3749"/>
                  </a:lnTo>
                  <a:cubicBezTo>
                    <a:pt x="10874" y="3749"/>
                    <a:pt x="10941" y="3682"/>
                    <a:pt x="10941" y="3582"/>
                  </a:cubicBezTo>
                  <a:cubicBezTo>
                    <a:pt x="10975" y="3515"/>
                    <a:pt x="10908" y="3415"/>
                    <a:pt x="10808" y="3415"/>
                  </a:cubicBezTo>
                  <a:cubicBezTo>
                    <a:pt x="8439" y="3315"/>
                    <a:pt x="6204" y="2348"/>
                    <a:pt x="4036" y="1447"/>
                  </a:cubicBezTo>
                  <a:cubicBezTo>
                    <a:pt x="2802" y="913"/>
                    <a:pt x="1501" y="380"/>
                    <a:pt x="200" y="13"/>
                  </a:cubicBezTo>
                  <a:cubicBezTo>
                    <a:pt x="183" y="4"/>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6"/>
            <p:cNvSpPr/>
            <p:nvPr/>
          </p:nvSpPr>
          <p:spPr>
            <a:xfrm>
              <a:off x="2423575" y="1641575"/>
              <a:ext cx="97600" cy="35100"/>
            </a:xfrm>
            <a:custGeom>
              <a:avLst/>
              <a:gdLst/>
              <a:ahLst/>
              <a:cxnLst/>
              <a:rect l="l" t="t" r="r" b="b"/>
              <a:pathLst>
                <a:path w="3904" h="1404" extrusionOk="0">
                  <a:moveTo>
                    <a:pt x="164" y="1"/>
                  </a:moveTo>
                  <a:cubicBezTo>
                    <a:pt x="104" y="1"/>
                    <a:pt x="55" y="38"/>
                    <a:pt x="34" y="102"/>
                  </a:cubicBezTo>
                  <a:cubicBezTo>
                    <a:pt x="0" y="169"/>
                    <a:pt x="34" y="269"/>
                    <a:pt x="134" y="302"/>
                  </a:cubicBezTo>
                  <a:cubicBezTo>
                    <a:pt x="1268" y="836"/>
                    <a:pt x="2469" y="1203"/>
                    <a:pt x="3703" y="1403"/>
                  </a:cubicBezTo>
                  <a:lnTo>
                    <a:pt x="3736" y="1403"/>
                  </a:lnTo>
                  <a:cubicBezTo>
                    <a:pt x="3803" y="1403"/>
                    <a:pt x="3870" y="1336"/>
                    <a:pt x="3903" y="1270"/>
                  </a:cubicBezTo>
                  <a:cubicBezTo>
                    <a:pt x="3903" y="1170"/>
                    <a:pt x="3836" y="1103"/>
                    <a:pt x="3770" y="1103"/>
                  </a:cubicBezTo>
                  <a:cubicBezTo>
                    <a:pt x="2535" y="903"/>
                    <a:pt x="1368" y="536"/>
                    <a:pt x="267" y="36"/>
                  </a:cubicBezTo>
                  <a:cubicBezTo>
                    <a:pt x="232" y="12"/>
                    <a:pt x="196" y="1"/>
                    <a:pt x="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6"/>
            <p:cNvSpPr/>
            <p:nvPr/>
          </p:nvSpPr>
          <p:spPr>
            <a:xfrm>
              <a:off x="2248450" y="1666925"/>
              <a:ext cx="105100" cy="42275"/>
            </a:xfrm>
            <a:custGeom>
              <a:avLst/>
              <a:gdLst/>
              <a:ahLst/>
              <a:cxnLst/>
              <a:rect l="l" t="t" r="r" b="b"/>
              <a:pathLst>
                <a:path w="4204" h="1691" extrusionOk="0">
                  <a:moveTo>
                    <a:pt x="3998" y="0"/>
                  </a:moveTo>
                  <a:cubicBezTo>
                    <a:pt x="3964" y="0"/>
                    <a:pt x="3931" y="8"/>
                    <a:pt x="3903" y="22"/>
                  </a:cubicBezTo>
                  <a:cubicBezTo>
                    <a:pt x="2802" y="1023"/>
                    <a:pt x="1201" y="1390"/>
                    <a:pt x="134" y="1390"/>
                  </a:cubicBezTo>
                  <a:cubicBezTo>
                    <a:pt x="67" y="1390"/>
                    <a:pt x="0" y="1457"/>
                    <a:pt x="0" y="1557"/>
                  </a:cubicBezTo>
                  <a:cubicBezTo>
                    <a:pt x="0" y="1623"/>
                    <a:pt x="67" y="1690"/>
                    <a:pt x="167" y="1690"/>
                  </a:cubicBezTo>
                  <a:cubicBezTo>
                    <a:pt x="1268" y="1690"/>
                    <a:pt x="2969" y="1290"/>
                    <a:pt x="4103" y="256"/>
                  </a:cubicBezTo>
                  <a:cubicBezTo>
                    <a:pt x="4170" y="222"/>
                    <a:pt x="4203" y="122"/>
                    <a:pt x="4137" y="56"/>
                  </a:cubicBezTo>
                  <a:cubicBezTo>
                    <a:pt x="4097" y="17"/>
                    <a:pt x="4047" y="0"/>
                    <a:pt x="39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6"/>
            <p:cNvSpPr/>
            <p:nvPr/>
          </p:nvSpPr>
          <p:spPr>
            <a:xfrm>
              <a:off x="3088200" y="1698325"/>
              <a:ext cx="546250" cy="123450"/>
            </a:xfrm>
            <a:custGeom>
              <a:avLst/>
              <a:gdLst/>
              <a:ahLst/>
              <a:cxnLst/>
              <a:rect l="l" t="t" r="r" b="b"/>
              <a:pathLst>
                <a:path w="21850" h="4938" extrusionOk="0">
                  <a:moveTo>
                    <a:pt x="16063" y="333"/>
                  </a:moveTo>
                  <a:cubicBezTo>
                    <a:pt x="16072" y="333"/>
                    <a:pt x="16077" y="333"/>
                    <a:pt x="16079" y="334"/>
                  </a:cubicBezTo>
                  <a:cubicBezTo>
                    <a:pt x="18981" y="334"/>
                    <a:pt x="21083" y="1301"/>
                    <a:pt x="21450" y="1702"/>
                  </a:cubicBezTo>
                  <a:cubicBezTo>
                    <a:pt x="14711" y="2869"/>
                    <a:pt x="11209" y="3670"/>
                    <a:pt x="9107" y="4137"/>
                  </a:cubicBezTo>
                  <a:cubicBezTo>
                    <a:pt x="7672" y="4456"/>
                    <a:pt x="6999" y="4605"/>
                    <a:pt x="6488" y="4605"/>
                  </a:cubicBezTo>
                  <a:cubicBezTo>
                    <a:pt x="6038" y="4605"/>
                    <a:pt x="5714" y="4489"/>
                    <a:pt x="5105" y="4270"/>
                  </a:cubicBezTo>
                  <a:lnTo>
                    <a:pt x="4771" y="4137"/>
                  </a:lnTo>
                  <a:cubicBezTo>
                    <a:pt x="3070" y="3536"/>
                    <a:pt x="668" y="2369"/>
                    <a:pt x="401" y="1735"/>
                  </a:cubicBezTo>
                  <a:cubicBezTo>
                    <a:pt x="2926" y="1276"/>
                    <a:pt x="15543" y="333"/>
                    <a:pt x="16063" y="333"/>
                  </a:cubicBezTo>
                  <a:close/>
                  <a:moveTo>
                    <a:pt x="16079" y="0"/>
                  </a:moveTo>
                  <a:cubicBezTo>
                    <a:pt x="15445" y="0"/>
                    <a:pt x="2269" y="1001"/>
                    <a:pt x="201" y="1468"/>
                  </a:cubicBezTo>
                  <a:cubicBezTo>
                    <a:pt x="134" y="1468"/>
                    <a:pt x="68" y="1535"/>
                    <a:pt x="68" y="1602"/>
                  </a:cubicBezTo>
                  <a:cubicBezTo>
                    <a:pt x="1" y="2736"/>
                    <a:pt x="4604" y="4404"/>
                    <a:pt x="4671" y="4437"/>
                  </a:cubicBezTo>
                  <a:lnTo>
                    <a:pt x="4971" y="4537"/>
                  </a:lnTo>
                  <a:cubicBezTo>
                    <a:pt x="5672" y="4804"/>
                    <a:pt x="6005" y="4937"/>
                    <a:pt x="6506" y="4937"/>
                  </a:cubicBezTo>
                  <a:cubicBezTo>
                    <a:pt x="7039" y="4937"/>
                    <a:pt x="7740" y="4771"/>
                    <a:pt x="9174" y="4437"/>
                  </a:cubicBezTo>
                  <a:cubicBezTo>
                    <a:pt x="11276" y="3970"/>
                    <a:pt x="14778" y="3203"/>
                    <a:pt x="21516" y="2002"/>
                  </a:cubicBezTo>
                  <a:cubicBezTo>
                    <a:pt x="21583" y="2002"/>
                    <a:pt x="21750" y="1969"/>
                    <a:pt x="21816" y="1868"/>
                  </a:cubicBezTo>
                  <a:cubicBezTo>
                    <a:pt x="21816" y="1802"/>
                    <a:pt x="21850" y="1702"/>
                    <a:pt x="21750" y="1602"/>
                  </a:cubicBezTo>
                  <a:cubicBezTo>
                    <a:pt x="21416" y="1035"/>
                    <a:pt x="18981" y="0"/>
                    <a:pt x="16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6"/>
            <p:cNvSpPr/>
            <p:nvPr/>
          </p:nvSpPr>
          <p:spPr>
            <a:xfrm>
              <a:off x="3150750" y="1713325"/>
              <a:ext cx="366950" cy="45900"/>
            </a:xfrm>
            <a:custGeom>
              <a:avLst/>
              <a:gdLst/>
              <a:ahLst/>
              <a:cxnLst/>
              <a:rect l="l" t="t" r="r" b="b"/>
              <a:pathLst>
                <a:path w="14678" h="1836" extrusionOk="0">
                  <a:moveTo>
                    <a:pt x="14511" y="1"/>
                  </a:moveTo>
                  <a:cubicBezTo>
                    <a:pt x="9741" y="201"/>
                    <a:pt x="4904" y="701"/>
                    <a:pt x="167" y="1535"/>
                  </a:cubicBezTo>
                  <a:cubicBezTo>
                    <a:pt x="67" y="1535"/>
                    <a:pt x="1" y="1635"/>
                    <a:pt x="34" y="1702"/>
                  </a:cubicBezTo>
                  <a:cubicBezTo>
                    <a:pt x="34" y="1769"/>
                    <a:pt x="101" y="1836"/>
                    <a:pt x="201" y="1836"/>
                  </a:cubicBezTo>
                  <a:cubicBezTo>
                    <a:pt x="4938" y="1035"/>
                    <a:pt x="9741" y="535"/>
                    <a:pt x="14544" y="334"/>
                  </a:cubicBezTo>
                  <a:cubicBezTo>
                    <a:pt x="14611" y="334"/>
                    <a:pt x="14678" y="234"/>
                    <a:pt x="14678" y="168"/>
                  </a:cubicBezTo>
                  <a:cubicBezTo>
                    <a:pt x="14678" y="68"/>
                    <a:pt x="14644" y="1"/>
                    <a:pt x="14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6"/>
            <p:cNvSpPr/>
            <p:nvPr/>
          </p:nvSpPr>
          <p:spPr>
            <a:xfrm>
              <a:off x="2326825" y="1731375"/>
              <a:ext cx="1056625" cy="166275"/>
            </a:xfrm>
            <a:custGeom>
              <a:avLst/>
              <a:gdLst/>
              <a:ahLst/>
              <a:cxnLst/>
              <a:rect l="l" t="t" r="r" b="b"/>
              <a:pathLst>
                <a:path w="42265" h="6651" extrusionOk="0">
                  <a:moveTo>
                    <a:pt x="180" y="0"/>
                  </a:moveTo>
                  <a:cubicBezTo>
                    <a:pt x="122" y="0"/>
                    <a:pt x="59" y="38"/>
                    <a:pt x="34" y="113"/>
                  </a:cubicBezTo>
                  <a:cubicBezTo>
                    <a:pt x="1" y="180"/>
                    <a:pt x="68" y="280"/>
                    <a:pt x="134" y="313"/>
                  </a:cubicBezTo>
                  <a:cubicBezTo>
                    <a:pt x="6339" y="2314"/>
                    <a:pt x="9441" y="2915"/>
                    <a:pt x="11142" y="3215"/>
                  </a:cubicBezTo>
                  <a:cubicBezTo>
                    <a:pt x="11509" y="3315"/>
                    <a:pt x="11809" y="3348"/>
                    <a:pt x="12043" y="3415"/>
                  </a:cubicBezTo>
                  <a:cubicBezTo>
                    <a:pt x="12743" y="3549"/>
                    <a:pt x="33258" y="6584"/>
                    <a:pt x="39929" y="6651"/>
                  </a:cubicBezTo>
                  <a:lnTo>
                    <a:pt x="39996" y="6651"/>
                  </a:lnTo>
                  <a:cubicBezTo>
                    <a:pt x="40897" y="6651"/>
                    <a:pt x="41564" y="6451"/>
                    <a:pt x="41931" y="6084"/>
                  </a:cubicBezTo>
                  <a:cubicBezTo>
                    <a:pt x="42131" y="5884"/>
                    <a:pt x="42264" y="5583"/>
                    <a:pt x="42264" y="5250"/>
                  </a:cubicBezTo>
                  <a:cubicBezTo>
                    <a:pt x="42231" y="4016"/>
                    <a:pt x="41364" y="3482"/>
                    <a:pt x="39929" y="2781"/>
                  </a:cubicBezTo>
                  <a:cubicBezTo>
                    <a:pt x="39911" y="2772"/>
                    <a:pt x="39891" y="2768"/>
                    <a:pt x="39870" y="2768"/>
                  </a:cubicBezTo>
                  <a:cubicBezTo>
                    <a:pt x="39814" y="2768"/>
                    <a:pt x="39754" y="2799"/>
                    <a:pt x="39729" y="2848"/>
                  </a:cubicBezTo>
                  <a:cubicBezTo>
                    <a:pt x="39696" y="2915"/>
                    <a:pt x="39729" y="3015"/>
                    <a:pt x="39796" y="3048"/>
                  </a:cubicBezTo>
                  <a:cubicBezTo>
                    <a:pt x="41397" y="3849"/>
                    <a:pt x="41931" y="4282"/>
                    <a:pt x="41931" y="5250"/>
                  </a:cubicBezTo>
                  <a:cubicBezTo>
                    <a:pt x="41931" y="5517"/>
                    <a:pt x="41864" y="5717"/>
                    <a:pt x="41697" y="5884"/>
                  </a:cubicBezTo>
                  <a:cubicBezTo>
                    <a:pt x="41422" y="6158"/>
                    <a:pt x="40896" y="6321"/>
                    <a:pt x="40144" y="6321"/>
                  </a:cubicBezTo>
                  <a:cubicBezTo>
                    <a:pt x="40074" y="6321"/>
                    <a:pt x="40003" y="6320"/>
                    <a:pt x="39929" y="6317"/>
                  </a:cubicBezTo>
                  <a:cubicBezTo>
                    <a:pt x="33258" y="6284"/>
                    <a:pt x="12810" y="3248"/>
                    <a:pt x="12109" y="3115"/>
                  </a:cubicBezTo>
                  <a:cubicBezTo>
                    <a:pt x="11876" y="3048"/>
                    <a:pt x="11576" y="2982"/>
                    <a:pt x="11209" y="2915"/>
                  </a:cubicBezTo>
                  <a:cubicBezTo>
                    <a:pt x="9508" y="2581"/>
                    <a:pt x="6405" y="2014"/>
                    <a:pt x="234" y="13"/>
                  </a:cubicBezTo>
                  <a:cubicBezTo>
                    <a:pt x="218" y="4"/>
                    <a:pt x="199" y="0"/>
                    <a:pt x="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6"/>
            <p:cNvSpPr/>
            <p:nvPr/>
          </p:nvSpPr>
          <p:spPr>
            <a:xfrm>
              <a:off x="2692925" y="1492125"/>
              <a:ext cx="507050" cy="237925"/>
            </a:xfrm>
            <a:custGeom>
              <a:avLst/>
              <a:gdLst/>
              <a:ahLst/>
              <a:cxnLst/>
              <a:rect l="l" t="t" r="r" b="b"/>
              <a:pathLst>
                <a:path w="20282" h="9517" extrusionOk="0">
                  <a:moveTo>
                    <a:pt x="195" y="0"/>
                  </a:moveTo>
                  <a:cubicBezTo>
                    <a:pt x="133" y="0"/>
                    <a:pt x="61" y="55"/>
                    <a:pt x="34" y="109"/>
                  </a:cubicBezTo>
                  <a:cubicBezTo>
                    <a:pt x="1" y="176"/>
                    <a:pt x="34" y="276"/>
                    <a:pt x="101" y="309"/>
                  </a:cubicBezTo>
                  <a:cubicBezTo>
                    <a:pt x="11776" y="5146"/>
                    <a:pt x="16246" y="7348"/>
                    <a:pt x="20048" y="9483"/>
                  </a:cubicBezTo>
                  <a:cubicBezTo>
                    <a:pt x="20048" y="9483"/>
                    <a:pt x="20082" y="9516"/>
                    <a:pt x="20115" y="9516"/>
                  </a:cubicBezTo>
                  <a:cubicBezTo>
                    <a:pt x="20182" y="9516"/>
                    <a:pt x="20215" y="9483"/>
                    <a:pt x="20248" y="9416"/>
                  </a:cubicBezTo>
                  <a:cubicBezTo>
                    <a:pt x="20282" y="9349"/>
                    <a:pt x="20282" y="9249"/>
                    <a:pt x="20182" y="9216"/>
                  </a:cubicBezTo>
                  <a:cubicBezTo>
                    <a:pt x="16412" y="7081"/>
                    <a:pt x="11942" y="4879"/>
                    <a:pt x="234" y="9"/>
                  </a:cubicBezTo>
                  <a:cubicBezTo>
                    <a:pt x="222" y="3"/>
                    <a:pt x="208" y="0"/>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6"/>
            <p:cNvSpPr/>
            <p:nvPr/>
          </p:nvSpPr>
          <p:spPr>
            <a:xfrm>
              <a:off x="2890575" y="1373375"/>
              <a:ext cx="307750" cy="210725"/>
            </a:xfrm>
            <a:custGeom>
              <a:avLst/>
              <a:gdLst/>
              <a:ahLst/>
              <a:cxnLst/>
              <a:rect l="l" t="t" r="r" b="b"/>
              <a:pathLst>
                <a:path w="12310" h="8429" extrusionOk="0">
                  <a:moveTo>
                    <a:pt x="12138" y="1"/>
                  </a:moveTo>
                  <a:cubicBezTo>
                    <a:pt x="12103" y="1"/>
                    <a:pt x="12070" y="9"/>
                    <a:pt x="12042" y="23"/>
                  </a:cubicBezTo>
                  <a:cubicBezTo>
                    <a:pt x="11375" y="623"/>
                    <a:pt x="10675" y="1190"/>
                    <a:pt x="9974" y="1790"/>
                  </a:cubicBezTo>
                  <a:cubicBezTo>
                    <a:pt x="9274" y="2391"/>
                    <a:pt x="8573" y="2991"/>
                    <a:pt x="7906" y="3558"/>
                  </a:cubicBezTo>
                  <a:cubicBezTo>
                    <a:pt x="5404" y="5693"/>
                    <a:pt x="2936" y="7661"/>
                    <a:pt x="134" y="8095"/>
                  </a:cubicBezTo>
                  <a:cubicBezTo>
                    <a:pt x="67" y="8128"/>
                    <a:pt x="0" y="8195"/>
                    <a:pt x="0" y="8295"/>
                  </a:cubicBezTo>
                  <a:cubicBezTo>
                    <a:pt x="34" y="8362"/>
                    <a:pt x="100" y="8429"/>
                    <a:pt x="167" y="8429"/>
                  </a:cubicBezTo>
                  <a:cubicBezTo>
                    <a:pt x="3069" y="7962"/>
                    <a:pt x="5571" y="5960"/>
                    <a:pt x="8106" y="3825"/>
                  </a:cubicBezTo>
                  <a:cubicBezTo>
                    <a:pt x="8773" y="3225"/>
                    <a:pt x="9474" y="2624"/>
                    <a:pt x="10174" y="2024"/>
                  </a:cubicBezTo>
                  <a:cubicBezTo>
                    <a:pt x="10875" y="1424"/>
                    <a:pt x="11575" y="856"/>
                    <a:pt x="12242" y="289"/>
                  </a:cubicBezTo>
                  <a:cubicBezTo>
                    <a:pt x="12309" y="223"/>
                    <a:pt x="12309" y="123"/>
                    <a:pt x="12276" y="56"/>
                  </a:cubicBezTo>
                  <a:cubicBezTo>
                    <a:pt x="12237" y="17"/>
                    <a:pt x="12186" y="1"/>
                    <a:pt x="12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6"/>
            <p:cNvSpPr/>
            <p:nvPr/>
          </p:nvSpPr>
          <p:spPr>
            <a:xfrm>
              <a:off x="3249150" y="1227650"/>
              <a:ext cx="229375" cy="497375"/>
            </a:xfrm>
            <a:custGeom>
              <a:avLst/>
              <a:gdLst/>
              <a:ahLst/>
              <a:cxnLst/>
              <a:rect l="l" t="t" r="r" b="b"/>
              <a:pathLst>
                <a:path w="9175" h="19895" extrusionOk="0">
                  <a:moveTo>
                    <a:pt x="5440" y="1"/>
                  </a:moveTo>
                  <a:cubicBezTo>
                    <a:pt x="4211" y="1"/>
                    <a:pt x="3490" y="769"/>
                    <a:pt x="2469" y="1849"/>
                  </a:cubicBezTo>
                  <a:cubicBezTo>
                    <a:pt x="2236" y="2116"/>
                    <a:pt x="1969" y="2416"/>
                    <a:pt x="1669" y="2716"/>
                  </a:cubicBezTo>
                  <a:cubicBezTo>
                    <a:pt x="1602" y="2783"/>
                    <a:pt x="1602" y="2883"/>
                    <a:pt x="1669" y="2949"/>
                  </a:cubicBezTo>
                  <a:cubicBezTo>
                    <a:pt x="1702" y="2983"/>
                    <a:pt x="1735" y="2999"/>
                    <a:pt x="1769" y="2999"/>
                  </a:cubicBezTo>
                  <a:cubicBezTo>
                    <a:pt x="1802" y="2999"/>
                    <a:pt x="1835" y="2983"/>
                    <a:pt x="1869" y="2949"/>
                  </a:cubicBezTo>
                  <a:cubicBezTo>
                    <a:pt x="2169" y="2616"/>
                    <a:pt x="2436" y="2349"/>
                    <a:pt x="2703" y="2082"/>
                  </a:cubicBezTo>
                  <a:cubicBezTo>
                    <a:pt x="3697" y="1009"/>
                    <a:pt x="4350" y="313"/>
                    <a:pt x="5454" y="313"/>
                  </a:cubicBezTo>
                  <a:cubicBezTo>
                    <a:pt x="6238" y="313"/>
                    <a:pt x="7250" y="664"/>
                    <a:pt x="8774" y="1482"/>
                  </a:cubicBezTo>
                  <a:cubicBezTo>
                    <a:pt x="7039" y="4651"/>
                    <a:pt x="5505" y="8053"/>
                    <a:pt x="4004" y="11355"/>
                  </a:cubicBezTo>
                  <a:cubicBezTo>
                    <a:pt x="2636" y="14391"/>
                    <a:pt x="1368" y="17226"/>
                    <a:pt x="34" y="19661"/>
                  </a:cubicBezTo>
                  <a:cubicBezTo>
                    <a:pt x="1" y="19728"/>
                    <a:pt x="34" y="19828"/>
                    <a:pt x="101" y="19862"/>
                  </a:cubicBezTo>
                  <a:cubicBezTo>
                    <a:pt x="134" y="19895"/>
                    <a:pt x="168" y="19895"/>
                    <a:pt x="201" y="19895"/>
                  </a:cubicBezTo>
                  <a:cubicBezTo>
                    <a:pt x="234" y="19895"/>
                    <a:pt x="301" y="19862"/>
                    <a:pt x="334" y="19795"/>
                  </a:cubicBezTo>
                  <a:cubicBezTo>
                    <a:pt x="1635" y="17360"/>
                    <a:pt x="2936" y="14524"/>
                    <a:pt x="4304" y="11489"/>
                  </a:cubicBezTo>
                  <a:cubicBezTo>
                    <a:pt x="5805" y="8153"/>
                    <a:pt x="7373" y="4684"/>
                    <a:pt x="9107" y="1482"/>
                  </a:cubicBezTo>
                  <a:cubicBezTo>
                    <a:pt x="9174" y="1415"/>
                    <a:pt x="9141" y="1315"/>
                    <a:pt x="9041" y="1282"/>
                  </a:cubicBezTo>
                  <a:cubicBezTo>
                    <a:pt x="7408" y="376"/>
                    <a:pt x="6300" y="1"/>
                    <a:pt x="54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6"/>
            <p:cNvSpPr/>
            <p:nvPr/>
          </p:nvSpPr>
          <p:spPr>
            <a:xfrm>
              <a:off x="3024000" y="1396850"/>
              <a:ext cx="189325" cy="161400"/>
            </a:xfrm>
            <a:custGeom>
              <a:avLst/>
              <a:gdLst/>
              <a:ahLst/>
              <a:cxnLst/>
              <a:rect l="l" t="t" r="r" b="b"/>
              <a:pathLst>
                <a:path w="7573" h="6456" extrusionOk="0">
                  <a:moveTo>
                    <a:pt x="7389" y="1"/>
                  </a:moveTo>
                  <a:cubicBezTo>
                    <a:pt x="7347" y="1"/>
                    <a:pt x="7306" y="18"/>
                    <a:pt x="7272" y="51"/>
                  </a:cubicBezTo>
                  <a:cubicBezTo>
                    <a:pt x="5304" y="2519"/>
                    <a:pt x="2836" y="4621"/>
                    <a:pt x="100" y="6155"/>
                  </a:cubicBezTo>
                  <a:cubicBezTo>
                    <a:pt x="34" y="6222"/>
                    <a:pt x="0" y="6322"/>
                    <a:pt x="34" y="6389"/>
                  </a:cubicBezTo>
                  <a:cubicBezTo>
                    <a:pt x="67" y="6422"/>
                    <a:pt x="134" y="6455"/>
                    <a:pt x="201" y="6455"/>
                  </a:cubicBezTo>
                  <a:lnTo>
                    <a:pt x="267" y="6455"/>
                  </a:lnTo>
                  <a:cubicBezTo>
                    <a:pt x="3036" y="4888"/>
                    <a:pt x="5538" y="2753"/>
                    <a:pt x="7506" y="251"/>
                  </a:cubicBezTo>
                  <a:cubicBezTo>
                    <a:pt x="7572" y="184"/>
                    <a:pt x="7572" y="84"/>
                    <a:pt x="7506" y="51"/>
                  </a:cubicBezTo>
                  <a:cubicBezTo>
                    <a:pt x="7472" y="18"/>
                    <a:pt x="7431" y="1"/>
                    <a:pt x="7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6"/>
            <p:cNvSpPr/>
            <p:nvPr/>
          </p:nvSpPr>
          <p:spPr>
            <a:xfrm>
              <a:off x="3218300" y="1296650"/>
              <a:ext cx="216025" cy="405025"/>
            </a:xfrm>
            <a:custGeom>
              <a:avLst/>
              <a:gdLst/>
              <a:ahLst/>
              <a:cxnLst/>
              <a:rect l="l" t="t" r="r" b="b"/>
              <a:pathLst>
                <a:path w="8641" h="16201" extrusionOk="0">
                  <a:moveTo>
                    <a:pt x="8478" y="1"/>
                  </a:moveTo>
                  <a:cubicBezTo>
                    <a:pt x="8430" y="1"/>
                    <a:pt x="8379" y="17"/>
                    <a:pt x="8340" y="56"/>
                  </a:cubicBezTo>
                  <a:cubicBezTo>
                    <a:pt x="7272" y="1390"/>
                    <a:pt x="6605" y="2991"/>
                    <a:pt x="5972" y="4526"/>
                  </a:cubicBezTo>
                  <a:cubicBezTo>
                    <a:pt x="5738" y="5060"/>
                    <a:pt x="5538" y="5560"/>
                    <a:pt x="5304" y="6060"/>
                  </a:cubicBezTo>
                  <a:cubicBezTo>
                    <a:pt x="4571" y="7695"/>
                    <a:pt x="3670" y="9296"/>
                    <a:pt x="2769" y="10797"/>
                  </a:cubicBezTo>
                  <a:cubicBezTo>
                    <a:pt x="1802" y="12465"/>
                    <a:pt x="801" y="14199"/>
                    <a:pt x="34" y="15967"/>
                  </a:cubicBezTo>
                  <a:cubicBezTo>
                    <a:pt x="1" y="16067"/>
                    <a:pt x="34" y="16134"/>
                    <a:pt x="134" y="16168"/>
                  </a:cubicBezTo>
                  <a:cubicBezTo>
                    <a:pt x="134" y="16201"/>
                    <a:pt x="167" y="16201"/>
                    <a:pt x="201" y="16201"/>
                  </a:cubicBezTo>
                  <a:cubicBezTo>
                    <a:pt x="234" y="16201"/>
                    <a:pt x="301" y="16168"/>
                    <a:pt x="334" y="16101"/>
                  </a:cubicBezTo>
                  <a:cubicBezTo>
                    <a:pt x="1101" y="14333"/>
                    <a:pt x="2069" y="12632"/>
                    <a:pt x="3036" y="10964"/>
                  </a:cubicBezTo>
                  <a:cubicBezTo>
                    <a:pt x="3937" y="9429"/>
                    <a:pt x="4837" y="7828"/>
                    <a:pt x="5605" y="6194"/>
                  </a:cubicBezTo>
                  <a:cubicBezTo>
                    <a:pt x="5805" y="5693"/>
                    <a:pt x="6038" y="5193"/>
                    <a:pt x="6238" y="4659"/>
                  </a:cubicBezTo>
                  <a:cubicBezTo>
                    <a:pt x="6872" y="3125"/>
                    <a:pt x="7539" y="1557"/>
                    <a:pt x="8607" y="256"/>
                  </a:cubicBezTo>
                  <a:cubicBezTo>
                    <a:pt x="8640" y="189"/>
                    <a:pt x="8640" y="89"/>
                    <a:pt x="8573" y="23"/>
                  </a:cubicBezTo>
                  <a:cubicBezTo>
                    <a:pt x="8546" y="9"/>
                    <a:pt x="8512" y="1"/>
                    <a:pt x="8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6"/>
            <p:cNvSpPr/>
            <p:nvPr/>
          </p:nvSpPr>
          <p:spPr>
            <a:xfrm>
              <a:off x="2564500" y="1733125"/>
              <a:ext cx="783925" cy="127000"/>
            </a:xfrm>
            <a:custGeom>
              <a:avLst/>
              <a:gdLst/>
              <a:ahLst/>
              <a:cxnLst/>
              <a:rect l="l" t="t" r="r" b="b"/>
              <a:pathLst>
                <a:path w="31357" h="5080" extrusionOk="0">
                  <a:moveTo>
                    <a:pt x="184" y="1"/>
                  </a:moveTo>
                  <a:cubicBezTo>
                    <a:pt x="111" y="1"/>
                    <a:pt x="61" y="61"/>
                    <a:pt x="34" y="143"/>
                  </a:cubicBezTo>
                  <a:cubicBezTo>
                    <a:pt x="1" y="210"/>
                    <a:pt x="67" y="310"/>
                    <a:pt x="134" y="310"/>
                  </a:cubicBezTo>
                  <a:cubicBezTo>
                    <a:pt x="6338" y="1777"/>
                    <a:pt x="12676" y="3012"/>
                    <a:pt x="18947" y="3946"/>
                  </a:cubicBezTo>
                  <a:cubicBezTo>
                    <a:pt x="22617" y="4513"/>
                    <a:pt x="26920" y="5080"/>
                    <a:pt x="31223" y="5080"/>
                  </a:cubicBezTo>
                  <a:cubicBezTo>
                    <a:pt x="31290" y="5080"/>
                    <a:pt x="31356" y="5013"/>
                    <a:pt x="31356" y="4946"/>
                  </a:cubicBezTo>
                  <a:cubicBezTo>
                    <a:pt x="31356" y="4846"/>
                    <a:pt x="31290" y="4780"/>
                    <a:pt x="31223" y="4780"/>
                  </a:cubicBezTo>
                  <a:cubicBezTo>
                    <a:pt x="26953" y="4746"/>
                    <a:pt x="22650" y="4212"/>
                    <a:pt x="19014" y="3645"/>
                  </a:cubicBezTo>
                  <a:cubicBezTo>
                    <a:pt x="12710" y="2711"/>
                    <a:pt x="6405" y="1477"/>
                    <a:pt x="234" y="9"/>
                  </a:cubicBezTo>
                  <a:cubicBezTo>
                    <a:pt x="216" y="4"/>
                    <a:pt x="200"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6"/>
            <p:cNvSpPr/>
            <p:nvPr/>
          </p:nvSpPr>
          <p:spPr>
            <a:xfrm>
              <a:off x="1178525" y="1033075"/>
              <a:ext cx="1231725" cy="354225"/>
            </a:xfrm>
            <a:custGeom>
              <a:avLst/>
              <a:gdLst/>
              <a:ahLst/>
              <a:cxnLst/>
              <a:rect l="l" t="t" r="r" b="b"/>
              <a:pathLst>
                <a:path w="49269" h="14169" extrusionOk="0">
                  <a:moveTo>
                    <a:pt x="9859" y="1"/>
                  </a:moveTo>
                  <a:cubicBezTo>
                    <a:pt x="8206" y="1"/>
                    <a:pt x="7475" y="455"/>
                    <a:pt x="6772" y="892"/>
                  </a:cubicBezTo>
                  <a:cubicBezTo>
                    <a:pt x="6271" y="1192"/>
                    <a:pt x="5804" y="1492"/>
                    <a:pt x="5037" y="1559"/>
                  </a:cubicBezTo>
                  <a:cubicBezTo>
                    <a:pt x="2135" y="1926"/>
                    <a:pt x="567" y="2793"/>
                    <a:pt x="334" y="4228"/>
                  </a:cubicBezTo>
                  <a:cubicBezTo>
                    <a:pt x="0" y="6696"/>
                    <a:pt x="4036" y="9865"/>
                    <a:pt x="6972" y="11099"/>
                  </a:cubicBezTo>
                  <a:cubicBezTo>
                    <a:pt x="6988" y="11108"/>
                    <a:pt x="7007" y="11112"/>
                    <a:pt x="7026" y="11112"/>
                  </a:cubicBezTo>
                  <a:cubicBezTo>
                    <a:pt x="7084" y="11112"/>
                    <a:pt x="7147" y="11074"/>
                    <a:pt x="7172" y="10999"/>
                  </a:cubicBezTo>
                  <a:cubicBezTo>
                    <a:pt x="7205" y="10933"/>
                    <a:pt x="7172" y="10833"/>
                    <a:pt x="7105" y="10799"/>
                  </a:cubicBezTo>
                  <a:cubicBezTo>
                    <a:pt x="3803" y="9432"/>
                    <a:pt x="367" y="6396"/>
                    <a:pt x="667" y="4261"/>
                  </a:cubicBezTo>
                  <a:cubicBezTo>
                    <a:pt x="834" y="3027"/>
                    <a:pt x="2368" y="2193"/>
                    <a:pt x="5070" y="1893"/>
                  </a:cubicBezTo>
                  <a:cubicBezTo>
                    <a:pt x="5938" y="1793"/>
                    <a:pt x="6438" y="1459"/>
                    <a:pt x="6938" y="1159"/>
                  </a:cubicBezTo>
                  <a:cubicBezTo>
                    <a:pt x="7608" y="752"/>
                    <a:pt x="8304" y="324"/>
                    <a:pt x="9883" y="324"/>
                  </a:cubicBezTo>
                  <a:cubicBezTo>
                    <a:pt x="12704" y="324"/>
                    <a:pt x="18342" y="1692"/>
                    <a:pt x="31689" y="6996"/>
                  </a:cubicBezTo>
                  <a:cubicBezTo>
                    <a:pt x="33824" y="7864"/>
                    <a:pt x="35659" y="8564"/>
                    <a:pt x="37227" y="9198"/>
                  </a:cubicBezTo>
                  <a:cubicBezTo>
                    <a:pt x="45232" y="12400"/>
                    <a:pt x="46433" y="12867"/>
                    <a:pt x="49002" y="14135"/>
                  </a:cubicBezTo>
                  <a:cubicBezTo>
                    <a:pt x="49035" y="14168"/>
                    <a:pt x="49035" y="14168"/>
                    <a:pt x="49068" y="14168"/>
                  </a:cubicBezTo>
                  <a:cubicBezTo>
                    <a:pt x="49135" y="14168"/>
                    <a:pt x="49202" y="14135"/>
                    <a:pt x="49202" y="14068"/>
                  </a:cubicBezTo>
                  <a:cubicBezTo>
                    <a:pt x="49269" y="14001"/>
                    <a:pt x="49235" y="13901"/>
                    <a:pt x="49135" y="13868"/>
                  </a:cubicBezTo>
                  <a:cubicBezTo>
                    <a:pt x="46567" y="12600"/>
                    <a:pt x="45366" y="12100"/>
                    <a:pt x="37327" y="8898"/>
                  </a:cubicBezTo>
                  <a:cubicBezTo>
                    <a:pt x="35759" y="8297"/>
                    <a:pt x="33958" y="7564"/>
                    <a:pt x="31789" y="6696"/>
                  </a:cubicBezTo>
                  <a:cubicBezTo>
                    <a:pt x="18462" y="1391"/>
                    <a:pt x="12749" y="1"/>
                    <a:pt x="98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6"/>
            <p:cNvSpPr/>
            <p:nvPr/>
          </p:nvSpPr>
          <p:spPr>
            <a:xfrm>
              <a:off x="1261900" y="1091225"/>
              <a:ext cx="57575" cy="129275"/>
            </a:xfrm>
            <a:custGeom>
              <a:avLst/>
              <a:gdLst/>
              <a:ahLst/>
              <a:cxnLst/>
              <a:rect l="l" t="t" r="r" b="b"/>
              <a:pathLst>
                <a:path w="2303" h="5171" extrusionOk="0">
                  <a:moveTo>
                    <a:pt x="2136" y="0"/>
                  </a:moveTo>
                  <a:cubicBezTo>
                    <a:pt x="2036" y="0"/>
                    <a:pt x="1969" y="67"/>
                    <a:pt x="1969" y="167"/>
                  </a:cubicBezTo>
                  <a:cubicBezTo>
                    <a:pt x="1902" y="1902"/>
                    <a:pt x="1202" y="3603"/>
                    <a:pt x="34" y="4904"/>
                  </a:cubicBezTo>
                  <a:cubicBezTo>
                    <a:pt x="1" y="4971"/>
                    <a:pt x="1" y="5071"/>
                    <a:pt x="67" y="5104"/>
                  </a:cubicBezTo>
                  <a:cubicBezTo>
                    <a:pt x="101" y="5137"/>
                    <a:pt x="134" y="5171"/>
                    <a:pt x="168" y="5171"/>
                  </a:cubicBezTo>
                  <a:cubicBezTo>
                    <a:pt x="201" y="5171"/>
                    <a:pt x="234" y="5137"/>
                    <a:pt x="268" y="5104"/>
                  </a:cubicBezTo>
                  <a:cubicBezTo>
                    <a:pt x="1468" y="3770"/>
                    <a:pt x="2202" y="1969"/>
                    <a:pt x="2269" y="167"/>
                  </a:cubicBezTo>
                  <a:cubicBezTo>
                    <a:pt x="2302" y="101"/>
                    <a:pt x="2236" y="34"/>
                    <a:pt x="2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6"/>
            <p:cNvSpPr/>
            <p:nvPr/>
          </p:nvSpPr>
          <p:spPr>
            <a:xfrm>
              <a:off x="1345300" y="1176900"/>
              <a:ext cx="517050" cy="180375"/>
            </a:xfrm>
            <a:custGeom>
              <a:avLst/>
              <a:gdLst/>
              <a:ahLst/>
              <a:cxnLst/>
              <a:rect l="l" t="t" r="r" b="b"/>
              <a:pathLst>
                <a:path w="20682" h="7215" extrusionOk="0">
                  <a:moveTo>
                    <a:pt x="117" y="1"/>
                  </a:moveTo>
                  <a:cubicBezTo>
                    <a:pt x="46" y="1"/>
                    <a:pt x="0" y="60"/>
                    <a:pt x="0" y="143"/>
                  </a:cubicBezTo>
                  <a:cubicBezTo>
                    <a:pt x="0" y="243"/>
                    <a:pt x="67" y="309"/>
                    <a:pt x="167" y="309"/>
                  </a:cubicBezTo>
                  <a:cubicBezTo>
                    <a:pt x="3636" y="443"/>
                    <a:pt x="6939" y="1710"/>
                    <a:pt x="10174" y="2945"/>
                  </a:cubicBezTo>
                  <a:cubicBezTo>
                    <a:pt x="13577" y="4246"/>
                    <a:pt x="17079" y="5613"/>
                    <a:pt x="20448" y="7181"/>
                  </a:cubicBezTo>
                  <a:cubicBezTo>
                    <a:pt x="20448" y="7214"/>
                    <a:pt x="20482" y="7214"/>
                    <a:pt x="20515" y="7214"/>
                  </a:cubicBezTo>
                  <a:cubicBezTo>
                    <a:pt x="20582" y="7214"/>
                    <a:pt x="20615" y="7181"/>
                    <a:pt x="20649" y="7114"/>
                  </a:cubicBezTo>
                  <a:cubicBezTo>
                    <a:pt x="20682" y="7048"/>
                    <a:pt x="20649" y="6948"/>
                    <a:pt x="20582" y="6914"/>
                  </a:cubicBezTo>
                  <a:cubicBezTo>
                    <a:pt x="17213" y="5313"/>
                    <a:pt x="13677" y="3979"/>
                    <a:pt x="10274" y="2678"/>
                  </a:cubicBezTo>
                  <a:cubicBezTo>
                    <a:pt x="7039" y="1410"/>
                    <a:pt x="3703" y="143"/>
                    <a:pt x="167" y="9"/>
                  </a:cubicBezTo>
                  <a:cubicBezTo>
                    <a:pt x="149" y="3"/>
                    <a:pt x="133" y="1"/>
                    <a:pt x="1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6"/>
            <p:cNvSpPr/>
            <p:nvPr/>
          </p:nvSpPr>
          <p:spPr>
            <a:xfrm>
              <a:off x="1661350" y="1326800"/>
              <a:ext cx="64250" cy="56325"/>
            </a:xfrm>
            <a:custGeom>
              <a:avLst/>
              <a:gdLst/>
              <a:ahLst/>
              <a:cxnLst/>
              <a:rect l="l" t="t" r="r" b="b"/>
              <a:pathLst>
                <a:path w="2570" h="2253" extrusionOk="0">
                  <a:moveTo>
                    <a:pt x="1268" y="318"/>
                  </a:moveTo>
                  <a:cubicBezTo>
                    <a:pt x="1435" y="318"/>
                    <a:pt x="1635" y="384"/>
                    <a:pt x="1835" y="451"/>
                  </a:cubicBezTo>
                  <a:cubicBezTo>
                    <a:pt x="2136" y="618"/>
                    <a:pt x="2202" y="785"/>
                    <a:pt x="2202" y="818"/>
                  </a:cubicBezTo>
                  <a:cubicBezTo>
                    <a:pt x="2036" y="1185"/>
                    <a:pt x="1502" y="1852"/>
                    <a:pt x="1402" y="1919"/>
                  </a:cubicBezTo>
                  <a:cubicBezTo>
                    <a:pt x="1390" y="1931"/>
                    <a:pt x="1382" y="1939"/>
                    <a:pt x="1370" y="1939"/>
                  </a:cubicBezTo>
                  <a:cubicBezTo>
                    <a:pt x="1351" y="1939"/>
                    <a:pt x="1320" y="1916"/>
                    <a:pt x="1235" y="1852"/>
                  </a:cubicBezTo>
                  <a:cubicBezTo>
                    <a:pt x="1102" y="1785"/>
                    <a:pt x="901" y="1685"/>
                    <a:pt x="501" y="1519"/>
                  </a:cubicBezTo>
                  <a:cubicBezTo>
                    <a:pt x="434" y="1519"/>
                    <a:pt x="401" y="1485"/>
                    <a:pt x="401" y="1452"/>
                  </a:cubicBezTo>
                  <a:cubicBezTo>
                    <a:pt x="334" y="1318"/>
                    <a:pt x="568" y="985"/>
                    <a:pt x="768" y="718"/>
                  </a:cubicBezTo>
                  <a:cubicBezTo>
                    <a:pt x="835" y="651"/>
                    <a:pt x="901" y="551"/>
                    <a:pt x="935" y="451"/>
                  </a:cubicBezTo>
                  <a:cubicBezTo>
                    <a:pt x="1002" y="351"/>
                    <a:pt x="1135" y="318"/>
                    <a:pt x="1268" y="318"/>
                  </a:cubicBezTo>
                  <a:close/>
                  <a:moveTo>
                    <a:pt x="1256" y="1"/>
                  </a:moveTo>
                  <a:cubicBezTo>
                    <a:pt x="1018" y="1"/>
                    <a:pt x="801" y="84"/>
                    <a:pt x="668" y="284"/>
                  </a:cubicBezTo>
                  <a:cubicBezTo>
                    <a:pt x="635" y="384"/>
                    <a:pt x="568" y="451"/>
                    <a:pt x="501" y="551"/>
                  </a:cubicBezTo>
                  <a:cubicBezTo>
                    <a:pt x="234" y="918"/>
                    <a:pt x="1" y="1252"/>
                    <a:pt x="68" y="1552"/>
                  </a:cubicBezTo>
                  <a:cubicBezTo>
                    <a:pt x="134" y="1685"/>
                    <a:pt x="234" y="1785"/>
                    <a:pt x="401" y="1852"/>
                  </a:cubicBezTo>
                  <a:cubicBezTo>
                    <a:pt x="768" y="1986"/>
                    <a:pt x="935" y="2086"/>
                    <a:pt x="1068" y="2152"/>
                  </a:cubicBezTo>
                  <a:cubicBezTo>
                    <a:pt x="1168" y="2219"/>
                    <a:pt x="1268" y="2252"/>
                    <a:pt x="1368" y="2252"/>
                  </a:cubicBezTo>
                  <a:cubicBezTo>
                    <a:pt x="1402" y="2252"/>
                    <a:pt x="1435" y="2252"/>
                    <a:pt x="1502" y="2219"/>
                  </a:cubicBezTo>
                  <a:cubicBezTo>
                    <a:pt x="1735" y="2152"/>
                    <a:pt x="2336" y="1318"/>
                    <a:pt x="2469" y="952"/>
                  </a:cubicBezTo>
                  <a:cubicBezTo>
                    <a:pt x="2569" y="718"/>
                    <a:pt x="2403" y="418"/>
                    <a:pt x="1969" y="218"/>
                  </a:cubicBezTo>
                  <a:cubicBezTo>
                    <a:pt x="1752" y="84"/>
                    <a:pt x="1494" y="1"/>
                    <a:pt x="12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6"/>
            <p:cNvSpPr/>
            <p:nvPr/>
          </p:nvSpPr>
          <p:spPr>
            <a:xfrm>
              <a:off x="2907250" y="1609975"/>
              <a:ext cx="81750" cy="152575"/>
            </a:xfrm>
            <a:custGeom>
              <a:avLst/>
              <a:gdLst/>
              <a:ahLst/>
              <a:cxnLst/>
              <a:rect l="l" t="t" r="r" b="b"/>
              <a:pathLst>
                <a:path w="3270" h="6103" extrusionOk="0">
                  <a:moveTo>
                    <a:pt x="1168" y="299"/>
                  </a:moveTo>
                  <a:cubicBezTo>
                    <a:pt x="1301" y="299"/>
                    <a:pt x="1535" y="366"/>
                    <a:pt x="2102" y="599"/>
                  </a:cubicBezTo>
                  <a:cubicBezTo>
                    <a:pt x="2702" y="899"/>
                    <a:pt x="2936" y="1099"/>
                    <a:pt x="2869" y="2133"/>
                  </a:cubicBezTo>
                  <a:cubicBezTo>
                    <a:pt x="2769" y="3067"/>
                    <a:pt x="2602" y="5269"/>
                    <a:pt x="1902" y="5736"/>
                  </a:cubicBezTo>
                  <a:cubicBezTo>
                    <a:pt x="1824" y="5775"/>
                    <a:pt x="1734" y="5791"/>
                    <a:pt x="1646" y="5791"/>
                  </a:cubicBezTo>
                  <a:cubicBezTo>
                    <a:pt x="1584" y="5791"/>
                    <a:pt x="1523" y="5783"/>
                    <a:pt x="1468" y="5769"/>
                  </a:cubicBezTo>
                  <a:cubicBezTo>
                    <a:pt x="834" y="5536"/>
                    <a:pt x="501" y="5336"/>
                    <a:pt x="434" y="5136"/>
                  </a:cubicBezTo>
                  <a:cubicBezTo>
                    <a:pt x="367" y="4935"/>
                    <a:pt x="467" y="4702"/>
                    <a:pt x="668" y="4368"/>
                  </a:cubicBezTo>
                  <a:cubicBezTo>
                    <a:pt x="968" y="3768"/>
                    <a:pt x="1401" y="2901"/>
                    <a:pt x="1268" y="1533"/>
                  </a:cubicBezTo>
                  <a:cubicBezTo>
                    <a:pt x="1235" y="1300"/>
                    <a:pt x="1201" y="1099"/>
                    <a:pt x="1135" y="933"/>
                  </a:cubicBezTo>
                  <a:cubicBezTo>
                    <a:pt x="1101" y="699"/>
                    <a:pt x="1034" y="366"/>
                    <a:pt x="1101" y="332"/>
                  </a:cubicBezTo>
                  <a:cubicBezTo>
                    <a:pt x="1101" y="332"/>
                    <a:pt x="1135" y="299"/>
                    <a:pt x="1168" y="299"/>
                  </a:cubicBezTo>
                  <a:close/>
                  <a:moveTo>
                    <a:pt x="1149" y="1"/>
                  </a:moveTo>
                  <a:cubicBezTo>
                    <a:pt x="1044" y="1"/>
                    <a:pt x="964" y="23"/>
                    <a:pt x="901" y="65"/>
                  </a:cubicBezTo>
                  <a:cubicBezTo>
                    <a:pt x="701" y="232"/>
                    <a:pt x="768" y="566"/>
                    <a:pt x="834" y="999"/>
                  </a:cubicBezTo>
                  <a:cubicBezTo>
                    <a:pt x="868" y="1166"/>
                    <a:pt x="901" y="1366"/>
                    <a:pt x="934" y="1566"/>
                  </a:cubicBezTo>
                  <a:cubicBezTo>
                    <a:pt x="1068" y="2867"/>
                    <a:pt x="668" y="3635"/>
                    <a:pt x="367" y="4202"/>
                  </a:cubicBezTo>
                  <a:cubicBezTo>
                    <a:pt x="167" y="4602"/>
                    <a:pt x="0" y="4935"/>
                    <a:pt x="134" y="5236"/>
                  </a:cubicBezTo>
                  <a:cubicBezTo>
                    <a:pt x="234" y="5536"/>
                    <a:pt x="601" y="5769"/>
                    <a:pt x="1335" y="6070"/>
                  </a:cubicBezTo>
                  <a:cubicBezTo>
                    <a:pt x="1435" y="6103"/>
                    <a:pt x="1535" y="6103"/>
                    <a:pt x="1635" y="6103"/>
                  </a:cubicBezTo>
                  <a:cubicBezTo>
                    <a:pt x="1802" y="6103"/>
                    <a:pt x="1935" y="6070"/>
                    <a:pt x="2069" y="6003"/>
                  </a:cubicBezTo>
                  <a:cubicBezTo>
                    <a:pt x="2902" y="5469"/>
                    <a:pt x="3069" y="3234"/>
                    <a:pt x="3169" y="2133"/>
                  </a:cubicBezTo>
                  <a:cubicBezTo>
                    <a:pt x="3269" y="999"/>
                    <a:pt x="2969" y="666"/>
                    <a:pt x="2235" y="332"/>
                  </a:cubicBezTo>
                  <a:cubicBezTo>
                    <a:pt x="1711" y="104"/>
                    <a:pt x="1374" y="1"/>
                    <a:pt x="1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6"/>
            <p:cNvSpPr/>
            <p:nvPr/>
          </p:nvSpPr>
          <p:spPr>
            <a:xfrm>
              <a:off x="1585475" y="1093975"/>
              <a:ext cx="85925" cy="138200"/>
            </a:xfrm>
            <a:custGeom>
              <a:avLst/>
              <a:gdLst/>
              <a:ahLst/>
              <a:cxnLst/>
              <a:rect l="l" t="t" r="r" b="b"/>
              <a:pathLst>
                <a:path w="3437" h="5528" extrusionOk="0">
                  <a:moveTo>
                    <a:pt x="1101" y="291"/>
                  </a:moveTo>
                  <a:cubicBezTo>
                    <a:pt x="1702" y="291"/>
                    <a:pt x="2669" y="691"/>
                    <a:pt x="2869" y="1025"/>
                  </a:cubicBezTo>
                  <a:cubicBezTo>
                    <a:pt x="3103" y="1325"/>
                    <a:pt x="3136" y="1758"/>
                    <a:pt x="3103" y="2326"/>
                  </a:cubicBezTo>
                  <a:cubicBezTo>
                    <a:pt x="3069" y="4027"/>
                    <a:pt x="2736" y="4994"/>
                    <a:pt x="2102" y="5194"/>
                  </a:cubicBezTo>
                  <a:cubicBezTo>
                    <a:pt x="2029" y="5214"/>
                    <a:pt x="1954" y="5223"/>
                    <a:pt x="1879" y="5223"/>
                  </a:cubicBezTo>
                  <a:cubicBezTo>
                    <a:pt x="1197" y="5223"/>
                    <a:pt x="457" y="4480"/>
                    <a:pt x="367" y="4360"/>
                  </a:cubicBezTo>
                  <a:cubicBezTo>
                    <a:pt x="334" y="4160"/>
                    <a:pt x="367" y="4060"/>
                    <a:pt x="434" y="3793"/>
                  </a:cubicBezTo>
                  <a:cubicBezTo>
                    <a:pt x="601" y="3326"/>
                    <a:pt x="868" y="2559"/>
                    <a:pt x="701" y="558"/>
                  </a:cubicBezTo>
                  <a:cubicBezTo>
                    <a:pt x="701" y="424"/>
                    <a:pt x="734" y="391"/>
                    <a:pt x="868" y="357"/>
                  </a:cubicBezTo>
                  <a:cubicBezTo>
                    <a:pt x="934" y="324"/>
                    <a:pt x="1001" y="291"/>
                    <a:pt x="1101" y="291"/>
                  </a:cubicBezTo>
                  <a:close/>
                  <a:moveTo>
                    <a:pt x="1140" y="1"/>
                  </a:moveTo>
                  <a:cubicBezTo>
                    <a:pt x="1000" y="1"/>
                    <a:pt x="873" y="18"/>
                    <a:pt x="768" y="57"/>
                  </a:cubicBezTo>
                  <a:cubicBezTo>
                    <a:pt x="501" y="124"/>
                    <a:pt x="367" y="324"/>
                    <a:pt x="401" y="558"/>
                  </a:cubicBezTo>
                  <a:cubicBezTo>
                    <a:pt x="534" y="2526"/>
                    <a:pt x="301" y="3260"/>
                    <a:pt x="134" y="3693"/>
                  </a:cubicBezTo>
                  <a:cubicBezTo>
                    <a:pt x="67" y="3960"/>
                    <a:pt x="0" y="4160"/>
                    <a:pt x="100" y="4427"/>
                  </a:cubicBezTo>
                  <a:cubicBezTo>
                    <a:pt x="134" y="4594"/>
                    <a:pt x="1034" y="5528"/>
                    <a:pt x="1902" y="5528"/>
                  </a:cubicBezTo>
                  <a:cubicBezTo>
                    <a:pt x="1968" y="5528"/>
                    <a:pt x="2002" y="5528"/>
                    <a:pt x="2068" y="5494"/>
                  </a:cubicBezTo>
                  <a:cubicBezTo>
                    <a:pt x="2936" y="5361"/>
                    <a:pt x="3369" y="4294"/>
                    <a:pt x="3436" y="2326"/>
                  </a:cubicBezTo>
                  <a:cubicBezTo>
                    <a:pt x="3436" y="1825"/>
                    <a:pt x="3436" y="1258"/>
                    <a:pt x="3136" y="858"/>
                  </a:cubicBezTo>
                  <a:cubicBezTo>
                    <a:pt x="2858" y="441"/>
                    <a:pt x="1839" y="1"/>
                    <a:pt x="1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6"/>
            <p:cNvSpPr/>
            <p:nvPr/>
          </p:nvSpPr>
          <p:spPr>
            <a:xfrm>
              <a:off x="2632875" y="1532375"/>
              <a:ext cx="12550" cy="26700"/>
            </a:xfrm>
            <a:custGeom>
              <a:avLst/>
              <a:gdLst/>
              <a:ahLst/>
              <a:cxnLst/>
              <a:rect l="l" t="t" r="r" b="b"/>
              <a:pathLst>
                <a:path w="502" h="1068" extrusionOk="0">
                  <a:moveTo>
                    <a:pt x="301" y="0"/>
                  </a:moveTo>
                  <a:cubicBezTo>
                    <a:pt x="234" y="34"/>
                    <a:pt x="168" y="100"/>
                    <a:pt x="168" y="167"/>
                  </a:cubicBezTo>
                  <a:cubicBezTo>
                    <a:pt x="168" y="401"/>
                    <a:pt x="134" y="634"/>
                    <a:pt x="34" y="834"/>
                  </a:cubicBezTo>
                  <a:cubicBezTo>
                    <a:pt x="1" y="901"/>
                    <a:pt x="68" y="1001"/>
                    <a:pt x="134" y="1034"/>
                  </a:cubicBezTo>
                  <a:cubicBezTo>
                    <a:pt x="168" y="1034"/>
                    <a:pt x="168" y="1068"/>
                    <a:pt x="201" y="1068"/>
                  </a:cubicBezTo>
                  <a:cubicBezTo>
                    <a:pt x="268" y="1068"/>
                    <a:pt x="301" y="1001"/>
                    <a:pt x="334" y="968"/>
                  </a:cubicBezTo>
                  <a:cubicBezTo>
                    <a:pt x="435" y="701"/>
                    <a:pt x="501" y="434"/>
                    <a:pt x="468" y="167"/>
                  </a:cubicBezTo>
                  <a:cubicBezTo>
                    <a:pt x="468" y="67"/>
                    <a:pt x="401"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6"/>
            <p:cNvSpPr/>
            <p:nvPr/>
          </p:nvSpPr>
          <p:spPr>
            <a:xfrm>
              <a:off x="2667900" y="1546325"/>
              <a:ext cx="10875" cy="26925"/>
            </a:xfrm>
            <a:custGeom>
              <a:avLst/>
              <a:gdLst/>
              <a:ahLst/>
              <a:cxnLst/>
              <a:rect l="l" t="t" r="r" b="b"/>
              <a:pathLst>
                <a:path w="435" h="1077" extrusionOk="0">
                  <a:moveTo>
                    <a:pt x="284" y="1"/>
                  </a:moveTo>
                  <a:cubicBezTo>
                    <a:pt x="269" y="1"/>
                    <a:pt x="252" y="4"/>
                    <a:pt x="234" y="9"/>
                  </a:cubicBezTo>
                  <a:cubicBezTo>
                    <a:pt x="134" y="9"/>
                    <a:pt x="68" y="76"/>
                    <a:pt x="101" y="176"/>
                  </a:cubicBezTo>
                  <a:cubicBezTo>
                    <a:pt x="101" y="410"/>
                    <a:pt x="68" y="643"/>
                    <a:pt x="1" y="877"/>
                  </a:cubicBezTo>
                  <a:cubicBezTo>
                    <a:pt x="1" y="977"/>
                    <a:pt x="34" y="1044"/>
                    <a:pt x="134" y="1077"/>
                  </a:cubicBezTo>
                  <a:lnTo>
                    <a:pt x="168" y="1077"/>
                  </a:lnTo>
                  <a:cubicBezTo>
                    <a:pt x="234" y="1077"/>
                    <a:pt x="301" y="1044"/>
                    <a:pt x="334" y="977"/>
                  </a:cubicBezTo>
                  <a:cubicBezTo>
                    <a:pt x="401" y="710"/>
                    <a:pt x="435" y="410"/>
                    <a:pt x="401" y="143"/>
                  </a:cubicBezTo>
                  <a:cubicBezTo>
                    <a:pt x="401" y="61"/>
                    <a:pt x="356" y="1"/>
                    <a:pt x="2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6"/>
            <p:cNvSpPr/>
            <p:nvPr/>
          </p:nvSpPr>
          <p:spPr>
            <a:xfrm>
              <a:off x="2700425" y="1561550"/>
              <a:ext cx="10050" cy="25050"/>
            </a:xfrm>
            <a:custGeom>
              <a:avLst/>
              <a:gdLst/>
              <a:ahLst/>
              <a:cxnLst/>
              <a:rect l="l" t="t" r="r" b="b"/>
              <a:pathLst>
                <a:path w="402" h="1002" extrusionOk="0">
                  <a:moveTo>
                    <a:pt x="268" y="1"/>
                  </a:moveTo>
                  <a:cubicBezTo>
                    <a:pt x="201" y="1"/>
                    <a:pt x="101" y="68"/>
                    <a:pt x="101" y="134"/>
                  </a:cubicBezTo>
                  <a:lnTo>
                    <a:pt x="1" y="835"/>
                  </a:lnTo>
                  <a:cubicBezTo>
                    <a:pt x="1" y="902"/>
                    <a:pt x="34" y="1002"/>
                    <a:pt x="134" y="1002"/>
                  </a:cubicBezTo>
                  <a:lnTo>
                    <a:pt x="168" y="1002"/>
                  </a:lnTo>
                  <a:cubicBezTo>
                    <a:pt x="234" y="1002"/>
                    <a:pt x="301" y="935"/>
                    <a:pt x="301" y="868"/>
                  </a:cubicBezTo>
                  <a:lnTo>
                    <a:pt x="401" y="201"/>
                  </a:lnTo>
                  <a:cubicBezTo>
                    <a:pt x="401" y="101"/>
                    <a:pt x="368" y="34"/>
                    <a:pt x="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6"/>
            <p:cNvSpPr/>
            <p:nvPr/>
          </p:nvSpPr>
          <p:spPr>
            <a:xfrm>
              <a:off x="2735450" y="1574900"/>
              <a:ext cx="9200" cy="27550"/>
            </a:xfrm>
            <a:custGeom>
              <a:avLst/>
              <a:gdLst/>
              <a:ahLst/>
              <a:cxnLst/>
              <a:rect l="l" t="t" r="r" b="b"/>
              <a:pathLst>
                <a:path w="368" h="1102" extrusionOk="0">
                  <a:moveTo>
                    <a:pt x="234" y="1"/>
                  </a:moveTo>
                  <a:cubicBezTo>
                    <a:pt x="134" y="1"/>
                    <a:pt x="68" y="67"/>
                    <a:pt x="68" y="167"/>
                  </a:cubicBezTo>
                  <a:lnTo>
                    <a:pt x="1" y="935"/>
                  </a:lnTo>
                  <a:cubicBezTo>
                    <a:pt x="1" y="1001"/>
                    <a:pt x="68" y="1101"/>
                    <a:pt x="134" y="1101"/>
                  </a:cubicBezTo>
                  <a:lnTo>
                    <a:pt x="168" y="1101"/>
                  </a:lnTo>
                  <a:cubicBezTo>
                    <a:pt x="234" y="1101"/>
                    <a:pt x="301" y="1035"/>
                    <a:pt x="301" y="935"/>
                  </a:cubicBezTo>
                  <a:lnTo>
                    <a:pt x="368" y="167"/>
                  </a:lnTo>
                  <a:cubicBezTo>
                    <a:pt x="368" y="101"/>
                    <a:pt x="301"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6"/>
            <p:cNvSpPr/>
            <p:nvPr/>
          </p:nvSpPr>
          <p:spPr>
            <a:xfrm>
              <a:off x="2767975" y="1589700"/>
              <a:ext cx="9200" cy="24425"/>
            </a:xfrm>
            <a:custGeom>
              <a:avLst/>
              <a:gdLst/>
              <a:ahLst/>
              <a:cxnLst/>
              <a:rect l="l" t="t" r="r" b="b"/>
              <a:pathLst>
                <a:path w="368" h="977" extrusionOk="0">
                  <a:moveTo>
                    <a:pt x="163" y="0"/>
                  </a:moveTo>
                  <a:cubicBezTo>
                    <a:pt x="102" y="0"/>
                    <a:pt x="34" y="60"/>
                    <a:pt x="34" y="142"/>
                  </a:cubicBezTo>
                  <a:lnTo>
                    <a:pt x="1" y="810"/>
                  </a:lnTo>
                  <a:cubicBezTo>
                    <a:pt x="1" y="910"/>
                    <a:pt x="67" y="976"/>
                    <a:pt x="134" y="976"/>
                  </a:cubicBezTo>
                  <a:lnTo>
                    <a:pt x="168" y="976"/>
                  </a:lnTo>
                  <a:cubicBezTo>
                    <a:pt x="234" y="976"/>
                    <a:pt x="301" y="910"/>
                    <a:pt x="301" y="843"/>
                  </a:cubicBezTo>
                  <a:lnTo>
                    <a:pt x="368" y="176"/>
                  </a:lnTo>
                  <a:cubicBezTo>
                    <a:pt x="368" y="76"/>
                    <a:pt x="301" y="9"/>
                    <a:pt x="201" y="9"/>
                  </a:cubicBezTo>
                  <a:cubicBezTo>
                    <a:pt x="189" y="3"/>
                    <a:pt x="176" y="0"/>
                    <a:pt x="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6"/>
            <p:cNvSpPr/>
            <p:nvPr/>
          </p:nvSpPr>
          <p:spPr>
            <a:xfrm>
              <a:off x="2796325" y="1601600"/>
              <a:ext cx="12550" cy="23375"/>
            </a:xfrm>
            <a:custGeom>
              <a:avLst/>
              <a:gdLst/>
              <a:ahLst/>
              <a:cxnLst/>
              <a:rect l="l" t="t" r="r" b="b"/>
              <a:pathLst>
                <a:path w="502" h="935" extrusionOk="0">
                  <a:moveTo>
                    <a:pt x="334" y="0"/>
                  </a:moveTo>
                  <a:cubicBezTo>
                    <a:pt x="234" y="0"/>
                    <a:pt x="168" y="67"/>
                    <a:pt x="168" y="167"/>
                  </a:cubicBezTo>
                  <a:cubicBezTo>
                    <a:pt x="201" y="367"/>
                    <a:pt x="134" y="534"/>
                    <a:pt x="68" y="701"/>
                  </a:cubicBezTo>
                  <a:cubicBezTo>
                    <a:pt x="1" y="767"/>
                    <a:pt x="34" y="867"/>
                    <a:pt x="101" y="934"/>
                  </a:cubicBezTo>
                  <a:lnTo>
                    <a:pt x="201" y="934"/>
                  </a:lnTo>
                  <a:cubicBezTo>
                    <a:pt x="234" y="934"/>
                    <a:pt x="301" y="901"/>
                    <a:pt x="334" y="867"/>
                  </a:cubicBezTo>
                  <a:cubicBezTo>
                    <a:pt x="468" y="634"/>
                    <a:pt x="501" y="400"/>
                    <a:pt x="501" y="133"/>
                  </a:cubicBezTo>
                  <a:cubicBezTo>
                    <a:pt x="468" y="67"/>
                    <a:pt x="401"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6"/>
            <p:cNvSpPr/>
            <p:nvPr/>
          </p:nvSpPr>
          <p:spPr>
            <a:xfrm>
              <a:off x="2831350" y="1612425"/>
              <a:ext cx="9200" cy="27550"/>
            </a:xfrm>
            <a:custGeom>
              <a:avLst/>
              <a:gdLst/>
              <a:ahLst/>
              <a:cxnLst/>
              <a:rect l="l" t="t" r="r" b="b"/>
              <a:pathLst>
                <a:path w="368" h="1102" extrusionOk="0">
                  <a:moveTo>
                    <a:pt x="168" y="1"/>
                  </a:moveTo>
                  <a:cubicBezTo>
                    <a:pt x="68" y="1"/>
                    <a:pt x="1" y="101"/>
                    <a:pt x="34" y="167"/>
                  </a:cubicBezTo>
                  <a:cubicBezTo>
                    <a:pt x="34" y="434"/>
                    <a:pt x="34" y="668"/>
                    <a:pt x="1" y="901"/>
                  </a:cubicBezTo>
                  <a:cubicBezTo>
                    <a:pt x="1" y="1001"/>
                    <a:pt x="34" y="1068"/>
                    <a:pt x="134" y="1101"/>
                  </a:cubicBezTo>
                  <a:lnTo>
                    <a:pt x="168" y="1101"/>
                  </a:lnTo>
                  <a:cubicBezTo>
                    <a:pt x="234" y="1101"/>
                    <a:pt x="301" y="1035"/>
                    <a:pt x="301" y="968"/>
                  </a:cubicBezTo>
                  <a:cubicBezTo>
                    <a:pt x="368" y="701"/>
                    <a:pt x="368" y="434"/>
                    <a:pt x="334" y="134"/>
                  </a:cubicBezTo>
                  <a:cubicBezTo>
                    <a:pt x="334" y="67"/>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6"/>
            <p:cNvSpPr/>
            <p:nvPr/>
          </p:nvSpPr>
          <p:spPr>
            <a:xfrm>
              <a:off x="1705550" y="1161900"/>
              <a:ext cx="10875" cy="26925"/>
            </a:xfrm>
            <a:custGeom>
              <a:avLst/>
              <a:gdLst/>
              <a:ahLst/>
              <a:cxnLst/>
              <a:rect l="l" t="t" r="r" b="b"/>
              <a:pathLst>
                <a:path w="435" h="1077" extrusionOk="0">
                  <a:moveTo>
                    <a:pt x="284" y="0"/>
                  </a:moveTo>
                  <a:cubicBezTo>
                    <a:pt x="269" y="0"/>
                    <a:pt x="252" y="3"/>
                    <a:pt x="234" y="9"/>
                  </a:cubicBezTo>
                  <a:cubicBezTo>
                    <a:pt x="134" y="9"/>
                    <a:pt x="101" y="76"/>
                    <a:pt x="101" y="176"/>
                  </a:cubicBezTo>
                  <a:cubicBezTo>
                    <a:pt x="134" y="409"/>
                    <a:pt x="101" y="643"/>
                    <a:pt x="1" y="876"/>
                  </a:cubicBezTo>
                  <a:cubicBezTo>
                    <a:pt x="1" y="943"/>
                    <a:pt x="34" y="1043"/>
                    <a:pt x="101" y="1076"/>
                  </a:cubicBezTo>
                  <a:lnTo>
                    <a:pt x="168" y="1076"/>
                  </a:lnTo>
                  <a:cubicBezTo>
                    <a:pt x="234" y="1076"/>
                    <a:pt x="268" y="1043"/>
                    <a:pt x="301" y="976"/>
                  </a:cubicBezTo>
                  <a:cubicBezTo>
                    <a:pt x="401" y="709"/>
                    <a:pt x="434" y="409"/>
                    <a:pt x="401" y="142"/>
                  </a:cubicBezTo>
                  <a:cubicBezTo>
                    <a:pt x="401" y="60"/>
                    <a:pt x="356" y="0"/>
                    <a:pt x="2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6"/>
            <p:cNvSpPr/>
            <p:nvPr/>
          </p:nvSpPr>
          <p:spPr>
            <a:xfrm>
              <a:off x="1743925" y="1176075"/>
              <a:ext cx="9200" cy="24425"/>
            </a:xfrm>
            <a:custGeom>
              <a:avLst/>
              <a:gdLst/>
              <a:ahLst/>
              <a:cxnLst/>
              <a:rect l="l" t="t" r="r" b="b"/>
              <a:pathLst>
                <a:path w="368" h="977" extrusionOk="0">
                  <a:moveTo>
                    <a:pt x="217" y="0"/>
                  </a:moveTo>
                  <a:cubicBezTo>
                    <a:pt x="201" y="0"/>
                    <a:pt x="185" y="3"/>
                    <a:pt x="167" y="9"/>
                  </a:cubicBezTo>
                  <a:cubicBezTo>
                    <a:pt x="67" y="9"/>
                    <a:pt x="34" y="76"/>
                    <a:pt x="34" y="176"/>
                  </a:cubicBezTo>
                  <a:cubicBezTo>
                    <a:pt x="67" y="376"/>
                    <a:pt x="67" y="609"/>
                    <a:pt x="0" y="809"/>
                  </a:cubicBezTo>
                  <a:cubicBezTo>
                    <a:pt x="0" y="876"/>
                    <a:pt x="34" y="976"/>
                    <a:pt x="134" y="976"/>
                  </a:cubicBezTo>
                  <a:lnTo>
                    <a:pt x="167" y="976"/>
                  </a:lnTo>
                  <a:cubicBezTo>
                    <a:pt x="234" y="976"/>
                    <a:pt x="300" y="943"/>
                    <a:pt x="300" y="876"/>
                  </a:cubicBezTo>
                  <a:cubicBezTo>
                    <a:pt x="367" y="609"/>
                    <a:pt x="367" y="376"/>
                    <a:pt x="334" y="142"/>
                  </a:cubicBezTo>
                  <a:cubicBezTo>
                    <a:pt x="334" y="60"/>
                    <a:pt x="289" y="0"/>
                    <a:pt x="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6"/>
            <p:cNvSpPr/>
            <p:nvPr/>
          </p:nvSpPr>
          <p:spPr>
            <a:xfrm>
              <a:off x="1776450" y="1190450"/>
              <a:ext cx="10025" cy="23375"/>
            </a:xfrm>
            <a:custGeom>
              <a:avLst/>
              <a:gdLst/>
              <a:ahLst/>
              <a:cxnLst/>
              <a:rect l="l" t="t" r="r" b="b"/>
              <a:pathLst>
                <a:path w="401" h="935" extrusionOk="0">
                  <a:moveTo>
                    <a:pt x="234" y="1"/>
                  </a:moveTo>
                  <a:cubicBezTo>
                    <a:pt x="134" y="34"/>
                    <a:pt x="67" y="101"/>
                    <a:pt x="67" y="168"/>
                  </a:cubicBezTo>
                  <a:cubicBezTo>
                    <a:pt x="67" y="368"/>
                    <a:pt x="67" y="568"/>
                    <a:pt x="0" y="768"/>
                  </a:cubicBezTo>
                  <a:cubicBezTo>
                    <a:pt x="0" y="835"/>
                    <a:pt x="33" y="935"/>
                    <a:pt x="134" y="935"/>
                  </a:cubicBezTo>
                  <a:lnTo>
                    <a:pt x="167" y="935"/>
                  </a:lnTo>
                  <a:cubicBezTo>
                    <a:pt x="234" y="935"/>
                    <a:pt x="300" y="902"/>
                    <a:pt x="334" y="835"/>
                  </a:cubicBezTo>
                  <a:cubicBezTo>
                    <a:pt x="367" y="601"/>
                    <a:pt x="400" y="368"/>
                    <a:pt x="400" y="168"/>
                  </a:cubicBezTo>
                  <a:cubicBezTo>
                    <a:pt x="367" y="68"/>
                    <a:pt x="300"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6"/>
            <p:cNvSpPr/>
            <p:nvPr/>
          </p:nvSpPr>
          <p:spPr>
            <a:xfrm>
              <a:off x="1808125" y="1202750"/>
              <a:ext cx="11700" cy="27775"/>
            </a:xfrm>
            <a:custGeom>
              <a:avLst/>
              <a:gdLst/>
              <a:ahLst/>
              <a:cxnLst/>
              <a:rect l="l" t="t" r="r" b="b"/>
              <a:pathLst>
                <a:path w="468" h="1111" extrusionOk="0">
                  <a:moveTo>
                    <a:pt x="272" y="1"/>
                  </a:moveTo>
                  <a:cubicBezTo>
                    <a:pt x="259" y="1"/>
                    <a:pt x="246" y="3"/>
                    <a:pt x="234" y="9"/>
                  </a:cubicBezTo>
                  <a:cubicBezTo>
                    <a:pt x="134" y="9"/>
                    <a:pt x="67" y="109"/>
                    <a:pt x="101" y="176"/>
                  </a:cubicBezTo>
                  <a:cubicBezTo>
                    <a:pt x="134" y="410"/>
                    <a:pt x="134" y="676"/>
                    <a:pt x="34" y="877"/>
                  </a:cubicBezTo>
                  <a:cubicBezTo>
                    <a:pt x="1" y="943"/>
                    <a:pt x="34" y="1043"/>
                    <a:pt x="134" y="1077"/>
                  </a:cubicBezTo>
                  <a:cubicBezTo>
                    <a:pt x="134" y="1077"/>
                    <a:pt x="167" y="1110"/>
                    <a:pt x="167" y="1110"/>
                  </a:cubicBezTo>
                  <a:cubicBezTo>
                    <a:pt x="234" y="1110"/>
                    <a:pt x="301" y="1043"/>
                    <a:pt x="334" y="1010"/>
                  </a:cubicBezTo>
                  <a:cubicBezTo>
                    <a:pt x="434" y="710"/>
                    <a:pt x="468" y="410"/>
                    <a:pt x="401" y="143"/>
                  </a:cubicBezTo>
                  <a:cubicBezTo>
                    <a:pt x="401" y="60"/>
                    <a:pt x="333" y="1"/>
                    <a:pt x="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6"/>
            <p:cNvSpPr/>
            <p:nvPr/>
          </p:nvSpPr>
          <p:spPr>
            <a:xfrm>
              <a:off x="1845650" y="1212150"/>
              <a:ext cx="10050" cy="30050"/>
            </a:xfrm>
            <a:custGeom>
              <a:avLst/>
              <a:gdLst/>
              <a:ahLst/>
              <a:cxnLst/>
              <a:rect l="l" t="t" r="r" b="b"/>
              <a:pathLst>
                <a:path w="402" h="1202" extrusionOk="0">
                  <a:moveTo>
                    <a:pt x="201" y="0"/>
                  </a:moveTo>
                  <a:cubicBezTo>
                    <a:pt x="101" y="34"/>
                    <a:pt x="34" y="100"/>
                    <a:pt x="34" y="200"/>
                  </a:cubicBezTo>
                  <a:cubicBezTo>
                    <a:pt x="67" y="467"/>
                    <a:pt x="67" y="734"/>
                    <a:pt x="34" y="1034"/>
                  </a:cubicBezTo>
                  <a:cubicBezTo>
                    <a:pt x="1" y="1101"/>
                    <a:pt x="67" y="1201"/>
                    <a:pt x="134" y="1201"/>
                  </a:cubicBezTo>
                  <a:lnTo>
                    <a:pt x="168" y="1201"/>
                  </a:lnTo>
                  <a:cubicBezTo>
                    <a:pt x="268" y="1201"/>
                    <a:pt x="334" y="1134"/>
                    <a:pt x="334" y="1068"/>
                  </a:cubicBezTo>
                  <a:cubicBezTo>
                    <a:pt x="368" y="767"/>
                    <a:pt x="401" y="467"/>
                    <a:pt x="368" y="167"/>
                  </a:cubicBezTo>
                  <a:cubicBezTo>
                    <a:pt x="368" y="67"/>
                    <a:pt x="268" y="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6"/>
            <p:cNvSpPr/>
            <p:nvPr/>
          </p:nvSpPr>
          <p:spPr>
            <a:xfrm>
              <a:off x="1881525" y="1230500"/>
              <a:ext cx="10025" cy="25875"/>
            </a:xfrm>
            <a:custGeom>
              <a:avLst/>
              <a:gdLst/>
              <a:ahLst/>
              <a:cxnLst/>
              <a:rect l="l" t="t" r="r" b="b"/>
              <a:pathLst>
                <a:path w="401" h="1035" extrusionOk="0">
                  <a:moveTo>
                    <a:pt x="267" y="0"/>
                  </a:moveTo>
                  <a:cubicBezTo>
                    <a:pt x="167" y="0"/>
                    <a:pt x="100" y="33"/>
                    <a:pt x="67" y="134"/>
                  </a:cubicBezTo>
                  <a:cubicBezTo>
                    <a:pt x="33" y="367"/>
                    <a:pt x="0" y="634"/>
                    <a:pt x="33" y="901"/>
                  </a:cubicBezTo>
                  <a:cubicBezTo>
                    <a:pt x="33" y="967"/>
                    <a:pt x="100" y="1034"/>
                    <a:pt x="167" y="1034"/>
                  </a:cubicBezTo>
                  <a:cubicBezTo>
                    <a:pt x="267" y="1034"/>
                    <a:pt x="334" y="967"/>
                    <a:pt x="334" y="867"/>
                  </a:cubicBezTo>
                  <a:cubicBezTo>
                    <a:pt x="334" y="634"/>
                    <a:pt x="334" y="400"/>
                    <a:pt x="367" y="200"/>
                  </a:cubicBezTo>
                  <a:cubicBezTo>
                    <a:pt x="400" y="100"/>
                    <a:pt x="334" y="33"/>
                    <a:pt x="2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6"/>
            <p:cNvSpPr/>
            <p:nvPr/>
          </p:nvSpPr>
          <p:spPr>
            <a:xfrm>
              <a:off x="1915700" y="1244675"/>
              <a:ext cx="9200" cy="26700"/>
            </a:xfrm>
            <a:custGeom>
              <a:avLst/>
              <a:gdLst/>
              <a:ahLst/>
              <a:cxnLst/>
              <a:rect l="l" t="t" r="r" b="b"/>
              <a:pathLst>
                <a:path w="368" h="1068" extrusionOk="0">
                  <a:moveTo>
                    <a:pt x="234" y="0"/>
                  </a:moveTo>
                  <a:cubicBezTo>
                    <a:pt x="134" y="0"/>
                    <a:pt x="67" y="67"/>
                    <a:pt x="67" y="167"/>
                  </a:cubicBezTo>
                  <a:lnTo>
                    <a:pt x="1" y="901"/>
                  </a:lnTo>
                  <a:cubicBezTo>
                    <a:pt x="1" y="968"/>
                    <a:pt x="67" y="1034"/>
                    <a:pt x="134" y="1068"/>
                  </a:cubicBezTo>
                  <a:lnTo>
                    <a:pt x="168" y="1068"/>
                  </a:lnTo>
                  <a:cubicBezTo>
                    <a:pt x="234" y="1068"/>
                    <a:pt x="301" y="1001"/>
                    <a:pt x="301" y="901"/>
                  </a:cubicBezTo>
                  <a:lnTo>
                    <a:pt x="368" y="167"/>
                  </a:lnTo>
                  <a:cubicBezTo>
                    <a:pt x="368" y="100"/>
                    <a:pt x="301" y="34"/>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6"/>
            <p:cNvSpPr/>
            <p:nvPr/>
          </p:nvSpPr>
          <p:spPr>
            <a:xfrm>
              <a:off x="1949075" y="1254675"/>
              <a:ext cx="9175" cy="30050"/>
            </a:xfrm>
            <a:custGeom>
              <a:avLst/>
              <a:gdLst/>
              <a:ahLst/>
              <a:cxnLst/>
              <a:rect l="l" t="t" r="r" b="b"/>
              <a:pathLst>
                <a:path w="367" h="1202" extrusionOk="0">
                  <a:moveTo>
                    <a:pt x="133" y="0"/>
                  </a:moveTo>
                  <a:cubicBezTo>
                    <a:pt x="67" y="0"/>
                    <a:pt x="0" y="101"/>
                    <a:pt x="0" y="167"/>
                  </a:cubicBezTo>
                  <a:cubicBezTo>
                    <a:pt x="33" y="467"/>
                    <a:pt x="33" y="734"/>
                    <a:pt x="33" y="1035"/>
                  </a:cubicBezTo>
                  <a:cubicBezTo>
                    <a:pt x="0" y="1101"/>
                    <a:pt x="67" y="1168"/>
                    <a:pt x="167" y="1201"/>
                  </a:cubicBezTo>
                  <a:cubicBezTo>
                    <a:pt x="267" y="1201"/>
                    <a:pt x="334" y="1135"/>
                    <a:pt x="334" y="1035"/>
                  </a:cubicBezTo>
                  <a:cubicBezTo>
                    <a:pt x="367" y="734"/>
                    <a:pt x="334" y="434"/>
                    <a:pt x="300" y="134"/>
                  </a:cubicBezTo>
                  <a:cubicBezTo>
                    <a:pt x="300" y="67"/>
                    <a:pt x="200" y="0"/>
                    <a:pt x="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6"/>
            <p:cNvSpPr/>
            <p:nvPr/>
          </p:nvSpPr>
          <p:spPr>
            <a:xfrm>
              <a:off x="1981575" y="1276350"/>
              <a:ext cx="10050" cy="20050"/>
            </a:xfrm>
            <a:custGeom>
              <a:avLst/>
              <a:gdLst/>
              <a:ahLst/>
              <a:cxnLst/>
              <a:rect l="l" t="t" r="r" b="b"/>
              <a:pathLst>
                <a:path w="402" h="802" extrusionOk="0">
                  <a:moveTo>
                    <a:pt x="234" y="1"/>
                  </a:moveTo>
                  <a:lnTo>
                    <a:pt x="68" y="34"/>
                  </a:lnTo>
                  <a:lnTo>
                    <a:pt x="34" y="635"/>
                  </a:lnTo>
                  <a:cubicBezTo>
                    <a:pt x="1" y="735"/>
                    <a:pt x="68" y="801"/>
                    <a:pt x="168" y="801"/>
                  </a:cubicBezTo>
                  <a:cubicBezTo>
                    <a:pt x="268" y="801"/>
                    <a:pt x="335" y="735"/>
                    <a:pt x="335" y="668"/>
                  </a:cubicBezTo>
                  <a:lnTo>
                    <a:pt x="401" y="34"/>
                  </a:lnTo>
                  <a:lnTo>
                    <a:pt x="2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6"/>
            <p:cNvSpPr/>
            <p:nvPr/>
          </p:nvSpPr>
          <p:spPr>
            <a:xfrm>
              <a:off x="2017450" y="1283850"/>
              <a:ext cx="7525" cy="26725"/>
            </a:xfrm>
            <a:custGeom>
              <a:avLst/>
              <a:gdLst/>
              <a:ahLst/>
              <a:cxnLst/>
              <a:rect l="l" t="t" r="r" b="b"/>
              <a:pathLst>
                <a:path w="301" h="1069" extrusionOk="0">
                  <a:moveTo>
                    <a:pt x="167" y="1"/>
                  </a:moveTo>
                  <a:cubicBezTo>
                    <a:pt x="67" y="1"/>
                    <a:pt x="0" y="68"/>
                    <a:pt x="0" y="168"/>
                  </a:cubicBezTo>
                  <a:lnTo>
                    <a:pt x="0" y="935"/>
                  </a:lnTo>
                  <a:cubicBezTo>
                    <a:pt x="0" y="1002"/>
                    <a:pt x="67" y="1068"/>
                    <a:pt x="167" y="1068"/>
                  </a:cubicBezTo>
                  <a:cubicBezTo>
                    <a:pt x="234" y="1068"/>
                    <a:pt x="301" y="1002"/>
                    <a:pt x="301" y="935"/>
                  </a:cubicBezTo>
                  <a:lnTo>
                    <a:pt x="301" y="168"/>
                  </a:lnTo>
                  <a:cubicBezTo>
                    <a:pt x="301" y="68"/>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6"/>
            <p:cNvSpPr/>
            <p:nvPr/>
          </p:nvSpPr>
          <p:spPr>
            <a:xfrm>
              <a:off x="2052475" y="1299700"/>
              <a:ext cx="7525" cy="25875"/>
            </a:xfrm>
            <a:custGeom>
              <a:avLst/>
              <a:gdLst/>
              <a:ahLst/>
              <a:cxnLst/>
              <a:rect l="l" t="t" r="r" b="b"/>
              <a:pathLst>
                <a:path w="301" h="1035" extrusionOk="0">
                  <a:moveTo>
                    <a:pt x="167" y="1"/>
                  </a:moveTo>
                  <a:cubicBezTo>
                    <a:pt x="67" y="1"/>
                    <a:pt x="0" y="67"/>
                    <a:pt x="0" y="134"/>
                  </a:cubicBezTo>
                  <a:lnTo>
                    <a:pt x="0" y="868"/>
                  </a:lnTo>
                  <a:cubicBezTo>
                    <a:pt x="0" y="968"/>
                    <a:pt x="67" y="1035"/>
                    <a:pt x="167" y="1035"/>
                  </a:cubicBezTo>
                  <a:cubicBezTo>
                    <a:pt x="234" y="1035"/>
                    <a:pt x="301" y="968"/>
                    <a:pt x="301" y="868"/>
                  </a:cubicBezTo>
                  <a:lnTo>
                    <a:pt x="301" y="134"/>
                  </a:lnTo>
                  <a:cubicBezTo>
                    <a:pt x="301"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6"/>
            <p:cNvSpPr/>
            <p:nvPr/>
          </p:nvSpPr>
          <p:spPr>
            <a:xfrm>
              <a:off x="2087500" y="1313050"/>
              <a:ext cx="7525" cy="23375"/>
            </a:xfrm>
            <a:custGeom>
              <a:avLst/>
              <a:gdLst/>
              <a:ahLst/>
              <a:cxnLst/>
              <a:rect l="l" t="t" r="r" b="b"/>
              <a:pathLst>
                <a:path w="301" h="935" extrusionOk="0">
                  <a:moveTo>
                    <a:pt x="167" y="0"/>
                  </a:moveTo>
                  <a:cubicBezTo>
                    <a:pt x="67" y="0"/>
                    <a:pt x="0" y="67"/>
                    <a:pt x="0" y="134"/>
                  </a:cubicBezTo>
                  <a:lnTo>
                    <a:pt x="0" y="768"/>
                  </a:lnTo>
                  <a:cubicBezTo>
                    <a:pt x="0" y="868"/>
                    <a:pt x="67" y="934"/>
                    <a:pt x="167" y="934"/>
                  </a:cubicBezTo>
                  <a:cubicBezTo>
                    <a:pt x="234" y="934"/>
                    <a:pt x="301" y="868"/>
                    <a:pt x="301" y="768"/>
                  </a:cubicBezTo>
                  <a:lnTo>
                    <a:pt x="301" y="134"/>
                  </a:lnTo>
                  <a:cubicBezTo>
                    <a:pt x="301" y="67"/>
                    <a:pt x="234"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6"/>
            <p:cNvSpPr/>
            <p:nvPr/>
          </p:nvSpPr>
          <p:spPr>
            <a:xfrm>
              <a:off x="1453700" y="1062400"/>
              <a:ext cx="52575" cy="53025"/>
            </a:xfrm>
            <a:custGeom>
              <a:avLst/>
              <a:gdLst/>
              <a:ahLst/>
              <a:cxnLst/>
              <a:rect l="l" t="t" r="r" b="b"/>
              <a:pathLst>
                <a:path w="2103" h="2121" extrusionOk="0">
                  <a:moveTo>
                    <a:pt x="368" y="319"/>
                  </a:moveTo>
                  <a:lnTo>
                    <a:pt x="368" y="319"/>
                  </a:lnTo>
                  <a:cubicBezTo>
                    <a:pt x="568" y="353"/>
                    <a:pt x="1035" y="453"/>
                    <a:pt x="1335" y="653"/>
                  </a:cubicBezTo>
                  <a:cubicBezTo>
                    <a:pt x="1469" y="720"/>
                    <a:pt x="1569" y="820"/>
                    <a:pt x="1569" y="887"/>
                  </a:cubicBezTo>
                  <a:cubicBezTo>
                    <a:pt x="1635" y="1254"/>
                    <a:pt x="1735" y="1721"/>
                    <a:pt x="1702" y="1787"/>
                  </a:cubicBezTo>
                  <a:cubicBezTo>
                    <a:pt x="1696" y="1794"/>
                    <a:pt x="1682" y="1796"/>
                    <a:pt x="1663" y="1796"/>
                  </a:cubicBezTo>
                  <a:cubicBezTo>
                    <a:pt x="1581" y="1796"/>
                    <a:pt x="1397" y="1747"/>
                    <a:pt x="1235" y="1721"/>
                  </a:cubicBezTo>
                  <a:cubicBezTo>
                    <a:pt x="1102" y="1687"/>
                    <a:pt x="902" y="1654"/>
                    <a:pt x="701" y="1620"/>
                  </a:cubicBezTo>
                  <a:cubicBezTo>
                    <a:pt x="701" y="1587"/>
                    <a:pt x="668" y="1587"/>
                    <a:pt x="668" y="1587"/>
                  </a:cubicBezTo>
                  <a:cubicBezTo>
                    <a:pt x="668" y="1587"/>
                    <a:pt x="668" y="1620"/>
                    <a:pt x="635" y="1620"/>
                  </a:cubicBezTo>
                  <a:lnTo>
                    <a:pt x="468" y="786"/>
                  </a:lnTo>
                  <a:cubicBezTo>
                    <a:pt x="401" y="553"/>
                    <a:pt x="368" y="420"/>
                    <a:pt x="368" y="319"/>
                  </a:cubicBezTo>
                  <a:close/>
                  <a:moveTo>
                    <a:pt x="305" y="1"/>
                  </a:moveTo>
                  <a:cubicBezTo>
                    <a:pt x="201" y="1"/>
                    <a:pt x="112" y="30"/>
                    <a:pt x="68" y="119"/>
                  </a:cubicBezTo>
                  <a:cubicBezTo>
                    <a:pt x="1" y="219"/>
                    <a:pt x="1" y="219"/>
                    <a:pt x="168" y="853"/>
                  </a:cubicBezTo>
                  <a:lnTo>
                    <a:pt x="368" y="1754"/>
                  </a:lnTo>
                  <a:cubicBezTo>
                    <a:pt x="401" y="1921"/>
                    <a:pt x="601" y="1921"/>
                    <a:pt x="635" y="1921"/>
                  </a:cubicBezTo>
                  <a:cubicBezTo>
                    <a:pt x="835" y="1954"/>
                    <a:pt x="1035" y="1987"/>
                    <a:pt x="1168" y="2021"/>
                  </a:cubicBezTo>
                  <a:cubicBezTo>
                    <a:pt x="1369" y="2087"/>
                    <a:pt x="1535" y="2121"/>
                    <a:pt x="1669" y="2121"/>
                  </a:cubicBezTo>
                  <a:cubicBezTo>
                    <a:pt x="1769" y="2121"/>
                    <a:pt x="1869" y="2087"/>
                    <a:pt x="1936" y="2021"/>
                  </a:cubicBezTo>
                  <a:cubicBezTo>
                    <a:pt x="2102" y="1854"/>
                    <a:pt x="2036" y="1587"/>
                    <a:pt x="1869" y="820"/>
                  </a:cubicBezTo>
                  <a:cubicBezTo>
                    <a:pt x="1769" y="353"/>
                    <a:pt x="902" y="86"/>
                    <a:pt x="468" y="19"/>
                  </a:cubicBezTo>
                  <a:cubicBezTo>
                    <a:pt x="412" y="8"/>
                    <a:pt x="357"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6"/>
            <p:cNvSpPr/>
            <p:nvPr/>
          </p:nvSpPr>
          <p:spPr>
            <a:xfrm>
              <a:off x="1387000" y="1058700"/>
              <a:ext cx="65075" cy="42550"/>
            </a:xfrm>
            <a:custGeom>
              <a:avLst/>
              <a:gdLst/>
              <a:ahLst/>
              <a:cxnLst/>
              <a:rect l="l" t="t" r="r" b="b"/>
              <a:pathLst>
                <a:path w="2603" h="1702" extrusionOk="0">
                  <a:moveTo>
                    <a:pt x="1222" y="328"/>
                  </a:moveTo>
                  <a:cubicBezTo>
                    <a:pt x="1559" y="328"/>
                    <a:pt x="1960" y="394"/>
                    <a:pt x="2102" y="434"/>
                  </a:cubicBezTo>
                  <a:cubicBezTo>
                    <a:pt x="2169" y="634"/>
                    <a:pt x="2269" y="1201"/>
                    <a:pt x="2202" y="1402"/>
                  </a:cubicBezTo>
                  <a:cubicBezTo>
                    <a:pt x="1635" y="1301"/>
                    <a:pt x="1101" y="1101"/>
                    <a:pt x="601" y="934"/>
                  </a:cubicBezTo>
                  <a:lnTo>
                    <a:pt x="567" y="901"/>
                  </a:lnTo>
                  <a:cubicBezTo>
                    <a:pt x="501" y="901"/>
                    <a:pt x="434" y="868"/>
                    <a:pt x="367" y="834"/>
                  </a:cubicBezTo>
                  <a:cubicBezTo>
                    <a:pt x="401" y="801"/>
                    <a:pt x="467" y="734"/>
                    <a:pt x="534" y="668"/>
                  </a:cubicBezTo>
                  <a:cubicBezTo>
                    <a:pt x="601" y="601"/>
                    <a:pt x="667" y="501"/>
                    <a:pt x="734" y="434"/>
                  </a:cubicBezTo>
                  <a:cubicBezTo>
                    <a:pt x="813" y="356"/>
                    <a:pt x="1004" y="328"/>
                    <a:pt x="1222" y="328"/>
                  </a:cubicBezTo>
                  <a:close/>
                  <a:moveTo>
                    <a:pt x="1134" y="0"/>
                  </a:moveTo>
                  <a:cubicBezTo>
                    <a:pt x="834" y="0"/>
                    <a:pt x="634" y="67"/>
                    <a:pt x="501" y="201"/>
                  </a:cubicBezTo>
                  <a:cubicBezTo>
                    <a:pt x="434" y="301"/>
                    <a:pt x="367" y="367"/>
                    <a:pt x="301" y="434"/>
                  </a:cubicBezTo>
                  <a:cubicBezTo>
                    <a:pt x="100" y="668"/>
                    <a:pt x="0" y="768"/>
                    <a:pt x="34" y="901"/>
                  </a:cubicBezTo>
                  <a:cubicBezTo>
                    <a:pt x="67" y="1068"/>
                    <a:pt x="200" y="1101"/>
                    <a:pt x="434" y="1201"/>
                  </a:cubicBezTo>
                  <a:lnTo>
                    <a:pt x="501" y="1201"/>
                  </a:lnTo>
                  <a:cubicBezTo>
                    <a:pt x="1001" y="1402"/>
                    <a:pt x="1601" y="1602"/>
                    <a:pt x="2202" y="1702"/>
                  </a:cubicBezTo>
                  <a:lnTo>
                    <a:pt x="2235" y="1702"/>
                  </a:lnTo>
                  <a:cubicBezTo>
                    <a:pt x="2335" y="1702"/>
                    <a:pt x="2435" y="1635"/>
                    <a:pt x="2469" y="1535"/>
                  </a:cubicBezTo>
                  <a:cubicBezTo>
                    <a:pt x="2602" y="1268"/>
                    <a:pt x="2469" y="334"/>
                    <a:pt x="2335" y="201"/>
                  </a:cubicBezTo>
                  <a:cubicBezTo>
                    <a:pt x="2235" y="101"/>
                    <a:pt x="1568" y="0"/>
                    <a:pt x="1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6"/>
            <p:cNvSpPr/>
            <p:nvPr/>
          </p:nvSpPr>
          <p:spPr>
            <a:xfrm>
              <a:off x="1306950" y="1054700"/>
              <a:ext cx="90075" cy="29050"/>
            </a:xfrm>
            <a:custGeom>
              <a:avLst/>
              <a:gdLst/>
              <a:ahLst/>
              <a:cxnLst/>
              <a:rect l="l" t="t" r="r" b="b"/>
              <a:pathLst>
                <a:path w="3603" h="1162" extrusionOk="0">
                  <a:moveTo>
                    <a:pt x="2546" y="1"/>
                  </a:moveTo>
                  <a:cubicBezTo>
                    <a:pt x="2192" y="1"/>
                    <a:pt x="1823" y="34"/>
                    <a:pt x="1568" y="94"/>
                  </a:cubicBezTo>
                  <a:cubicBezTo>
                    <a:pt x="1468" y="94"/>
                    <a:pt x="1434" y="194"/>
                    <a:pt x="1434" y="261"/>
                  </a:cubicBezTo>
                  <a:cubicBezTo>
                    <a:pt x="1468" y="361"/>
                    <a:pt x="1534" y="394"/>
                    <a:pt x="1635" y="394"/>
                  </a:cubicBezTo>
                  <a:cubicBezTo>
                    <a:pt x="1931" y="331"/>
                    <a:pt x="2320" y="307"/>
                    <a:pt x="2651" y="307"/>
                  </a:cubicBezTo>
                  <a:cubicBezTo>
                    <a:pt x="2842" y="307"/>
                    <a:pt x="3013" y="315"/>
                    <a:pt x="3136" y="327"/>
                  </a:cubicBezTo>
                  <a:cubicBezTo>
                    <a:pt x="2935" y="561"/>
                    <a:pt x="2635" y="794"/>
                    <a:pt x="2602" y="828"/>
                  </a:cubicBezTo>
                  <a:cubicBezTo>
                    <a:pt x="2568" y="833"/>
                    <a:pt x="2485" y="836"/>
                    <a:pt x="2370" y="836"/>
                  </a:cubicBezTo>
                  <a:cubicBezTo>
                    <a:pt x="1816" y="836"/>
                    <a:pt x="510" y="771"/>
                    <a:pt x="234" y="661"/>
                  </a:cubicBezTo>
                  <a:cubicBezTo>
                    <a:pt x="133" y="661"/>
                    <a:pt x="33" y="694"/>
                    <a:pt x="33" y="761"/>
                  </a:cubicBezTo>
                  <a:cubicBezTo>
                    <a:pt x="0" y="861"/>
                    <a:pt x="33" y="961"/>
                    <a:pt x="100" y="961"/>
                  </a:cubicBezTo>
                  <a:cubicBezTo>
                    <a:pt x="400" y="1061"/>
                    <a:pt x="1534" y="1161"/>
                    <a:pt x="2202" y="1161"/>
                  </a:cubicBezTo>
                  <a:cubicBezTo>
                    <a:pt x="2468" y="1161"/>
                    <a:pt x="2669" y="1128"/>
                    <a:pt x="2702" y="1128"/>
                  </a:cubicBezTo>
                  <a:cubicBezTo>
                    <a:pt x="2802" y="1061"/>
                    <a:pt x="3036" y="861"/>
                    <a:pt x="3469" y="461"/>
                  </a:cubicBezTo>
                  <a:lnTo>
                    <a:pt x="3536" y="394"/>
                  </a:lnTo>
                  <a:cubicBezTo>
                    <a:pt x="3569" y="361"/>
                    <a:pt x="3603" y="327"/>
                    <a:pt x="3603" y="261"/>
                  </a:cubicBezTo>
                  <a:cubicBezTo>
                    <a:pt x="3603" y="227"/>
                    <a:pt x="3569" y="160"/>
                    <a:pt x="3536" y="160"/>
                  </a:cubicBezTo>
                  <a:cubicBezTo>
                    <a:pt x="3389" y="50"/>
                    <a:pt x="2979" y="1"/>
                    <a:pt x="2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6"/>
            <p:cNvSpPr/>
            <p:nvPr/>
          </p:nvSpPr>
          <p:spPr>
            <a:xfrm>
              <a:off x="1361975" y="1614600"/>
              <a:ext cx="206000" cy="157125"/>
            </a:xfrm>
            <a:custGeom>
              <a:avLst/>
              <a:gdLst/>
              <a:ahLst/>
              <a:cxnLst/>
              <a:rect l="l" t="t" r="r" b="b"/>
              <a:pathLst>
                <a:path w="8240" h="6285" extrusionOk="0">
                  <a:moveTo>
                    <a:pt x="7852" y="1"/>
                  </a:moveTo>
                  <a:cubicBezTo>
                    <a:pt x="7826" y="1"/>
                    <a:pt x="7800" y="5"/>
                    <a:pt x="7773" y="14"/>
                  </a:cubicBezTo>
                  <a:lnTo>
                    <a:pt x="1435" y="3116"/>
                  </a:lnTo>
                  <a:cubicBezTo>
                    <a:pt x="34" y="4050"/>
                    <a:pt x="34" y="5518"/>
                    <a:pt x="34" y="5584"/>
                  </a:cubicBezTo>
                  <a:cubicBezTo>
                    <a:pt x="1" y="5785"/>
                    <a:pt x="101" y="5985"/>
                    <a:pt x="267" y="6118"/>
                  </a:cubicBezTo>
                  <a:cubicBezTo>
                    <a:pt x="401" y="6218"/>
                    <a:pt x="534" y="6285"/>
                    <a:pt x="668" y="6285"/>
                  </a:cubicBezTo>
                  <a:cubicBezTo>
                    <a:pt x="734" y="6285"/>
                    <a:pt x="801" y="6285"/>
                    <a:pt x="868" y="6252"/>
                  </a:cubicBezTo>
                  <a:lnTo>
                    <a:pt x="8106" y="4050"/>
                  </a:lnTo>
                  <a:cubicBezTo>
                    <a:pt x="8206" y="4017"/>
                    <a:pt x="8240" y="3917"/>
                    <a:pt x="8206" y="3850"/>
                  </a:cubicBezTo>
                  <a:cubicBezTo>
                    <a:pt x="8206" y="3775"/>
                    <a:pt x="8150" y="3737"/>
                    <a:pt x="8094" y="3737"/>
                  </a:cubicBezTo>
                  <a:cubicBezTo>
                    <a:pt x="8075" y="3737"/>
                    <a:pt x="8056" y="3741"/>
                    <a:pt x="8040" y="3750"/>
                  </a:cubicBezTo>
                  <a:lnTo>
                    <a:pt x="768" y="5951"/>
                  </a:lnTo>
                  <a:cubicBezTo>
                    <a:pt x="741" y="5960"/>
                    <a:pt x="714" y="5964"/>
                    <a:pt x="687" y="5964"/>
                  </a:cubicBezTo>
                  <a:cubicBezTo>
                    <a:pt x="614" y="5964"/>
                    <a:pt x="541" y="5933"/>
                    <a:pt x="468" y="5885"/>
                  </a:cubicBezTo>
                  <a:cubicBezTo>
                    <a:pt x="368" y="5818"/>
                    <a:pt x="334" y="5718"/>
                    <a:pt x="334" y="5584"/>
                  </a:cubicBezTo>
                  <a:cubicBezTo>
                    <a:pt x="334" y="5551"/>
                    <a:pt x="368" y="4183"/>
                    <a:pt x="1602" y="3383"/>
                  </a:cubicBezTo>
                  <a:lnTo>
                    <a:pt x="7940" y="314"/>
                  </a:lnTo>
                  <a:cubicBezTo>
                    <a:pt x="8006" y="281"/>
                    <a:pt x="8040" y="181"/>
                    <a:pt x="8006" y="80"/>
                  </a:cubicBezTo>
                  <a:cubicBezTo>
                    <a:pt x="7982" y="32"/>
                    <a:pt x="7922" y="1"/>
                    <a:pt x="7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6"/>
            <p:cNvSpPr/>
            <p:nvPr/>
          </p:nvSpPr>
          <p:spPr>
            <a:xfrm>
              <a:off x="1506250" y="1662450"/>
              <a:ext cx="184325" cy="110125"/>
            </a:xfrm>
            <a:custGeom>
              <a:avLst/>
              <a:gdLst/>
              <a:ahLst/>
              <a:cxnLst/>
              <a:rect l="l" t="t" r="r" b="b"/>
              <a:pathLst>
                <a:path w="7373" h="4405" extrusionOk="0">
                  <a:moveTo>
                    <a:pt x="467" y="301"/>
                  </a:moveTo>
                  <a:cubicBezTo>
                    <a:pt x="734" y="335"/>
                    <a:pt x="1301" y="501"/>
                    <a:pt x="1902" y="668"/>
                  </a:cubicBezTo>
                  <a:cubicBezTo>
                    <a:pt x="2335" y="768"/>
                    <a:pt x="2836" y="902"/>
                    <a:pt x="3403" y="1069"/>
                  </a:cubicBezTo>
                  <a:cubicBezTo>
                    <a:pt x="5237" y="1502"/>
                    <a:pt x="6171" y="2069"/>
                    <a:pt x="6972" y="4104"/>
                  </a:cubicBezTo>
                  <a:cubicBezTo>
                    <a:pt x="6071" y="4104"/>
                    <a:pt x="5338" y="4104"/>
                    <a:pt x="1735" y="1369"/>
                  </a:cubicBezTo>
                  <a:cubicBezTo>
                    <a:pt x="1068" y="835"/>
                    <a:pt x="634" y="501"/>
                    <a:pt x="467" y="301"/>
                  </a:cubicBezTo>
                  <a:close/>
                  <a:moveTo>
                    <a:pt x="390" y="0"/>
                  </a:moveTo>
                  <a:cubicBezTo>
                    <a:pt x="231" y="0"/>
                    <a:pt x="151" y="46"/>
                    <a:pt x="100" y="135"/>
                  </a:cubicBezTo>
                  <a:cubicBezTo>
                    <a:pt x="0" y="335"/>
                    <a:pt x="201" y="568"/>
                    <a:pt x="1535" y="1602"/>
                  </a:cubicBezTo>
                  <a:cubicBezTo>
                    <a:pt x="4937" y="4237"/>
                    <a:pt x="5871" y="4404"/>
                    <a:pt x="6772" y="4404"/>
                  </a:cubicBezTo>
                  <a:lnTo>
                    <a:pt x="7206" y="4404"/>
                  </a:lnTo>
                  <a:cubicBezTo>
                    <a:pt x="7239" y="4404"/>
                    <a:pt x="7306" y="4371"/>
                    <a:pt x="7339" y="4338"/>
                  </a:cubicBezTo>
                  <a:cubicBezTo>
                    <a:pt x="7339" y="4271"/>
                    <a:pt x="7372" y="4237"/>
                    <a:pt x="7339" y="4171"/>
                  </a:cubicBezTo>
                  <a:cubicBezTo>
                    <a:pt x="6472" y="1869"/>
                    <a:pt x="5438" y="1235"/>
                    <a:pt x="3503" y="768"/>
                  </a:cubicBezTo>
                  <a:cubicBezTo>
                    <a:pt x="2936" y="602"/>
                    <a:pt x="2435" y="468"/>
                    <a:pt x="2002" y="368"/>
                  </a:cubicBezTo>
                  <a:cubicBezTo>
                    <a:pt x="1114" y="120"/>
                    <a:pt x="648"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6"/>
            <p:cNvSpPr/>
            <p:nvPr/>
          </p:nvSpPr>
          <p:spPr>
            <a:xfrm>
              <a:off x="1614650" y="1665800"/>
              <a:ext cx="93425" cy="31725"/>
            </a:xfrm>
            <a:custGeom>
              <a:avLst/>
              <a:gdLst/>
              <a:ahLst/>
              <a:cxnLst/>
              <a:rect l="l" t="t" r="r" b="b"/>
              <a:pathLst>
                <a:path w="3737" h="1269" extrusionOk="0">
                  <a:moveTo>
                    <a:pt x="3537" y="1"/>
                  </a:moveTo>
                  <a:lnTo>
                    <a:pt x="134" y="935"/>
                  </a:lnTo>
                  <a:cubicBezTo>
                    <a:pt x="68" y="968"/>
                    <a:pt x="1" y="1068"/>
                    <a:pt x="34" y="1135"/>
                  </a:cubicBezTo>
                  <a:cubicBezTo>
                    <a:pt x="34" y="1201"/>
                    <a:pt x="101" y="1268"/>
                    <a:pt x="201" y="1268"/>
                  </a:cubicBezTo>
                  <a:cubicBezTo>
                    <a:pt x="201" y="1268"/>
                    <a:pt x="201" y="1268"/>
                    <a:pt x="234" y="1235"/>
                  </a:cubicBezTo>
                  <a:lnTo>
                    <a:pt x="3603" y="301"/>
                  </a:lnTo>
                  <a:cubicBezTo>
                    <a:pt x="3703" y="301"/>
                    <a:pt x="3737" y="201"/>
                    <a:pt x="3737" y="134"/>
                  </a:cubicBezTo>
                  <a:cubicBezTo>
                    <a:pt x="3703" y="34"/>
                    <a:pt x="3603" y="1"/>
                    <a:pt x="35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2" name="Google Shape;1712;p36"/>
          <p:cNvSpPr txBox="1">
            <a:spLocks noGrp="1"/>
          </p:cNvSpPr>
          <p:nvPr>
            <p:ph type="ctrTitle"/>
          </p:nvPr>
        </p:nvSpPr>
        <p:spPr>
          <a:xfrm>
            <a:off x="1125300" y="2109025"/>
            <a:ext cx="6893400" cy="98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700"/>
              <a:t>Describe Aircraft Control Surfaces</a:t>
            </a:r>
            <a:endParaRPr sz="2700"/>
          </a:p>
        </p:txBody>
      </p:sp>
      <p:sp>
        <p:nvSpPr>
          <p:cNvPr id="1713" name="Google Shape;1713;p36"/>
          <p:cNvSpPr txBox="1">
            <a:spLocks noGrp="1"/>
          </p:cNvSpPr>
          <p:nvPr>
            <p:ph type="subTitle" idx="1"/>
          </p:nvPr>
        </p:nvSpPr>
        <p:spPr>
          <a:xfrm>
            <a:off x="675600" y="3800675"/>
            <a:ext cx="2548500" cy="6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Orbitron"/>
                <a:ea typeface="Orbitron"/>
                <a:cs typeface="Orbitron"/>
                <a:sym typeface="Orbitron"/>
              </a:rPr>
              <a:t>60 Minutes</a:t>
            </a:r>
            <a:endParaRPr>
              <a:latin typeface="Orbitron"/>
              <a:ea typeface="Orbitron"/>
              <a:cs typeface="Orbitron"/>
              <a:sym typeface="Orbitron"/>
            </a:endParaRPr>
          </a:p>
        </p:txBody>
      </p:sp>
      <p:sp>
        <p:nvSpPr>
          <p:cNvPr id="1714" name="Google Shape;1714;p36"/>
          <p:cNvSpPr txBox="1">
            <a:spLocks noGrp="1"/>
          </p:cNvSpPr>
          <p:nvPr>
            <p:ph type="subTitle" idx="1"/>
          </p:nvPr>
        </p:nvSpPr>
        <p:spPr>
          <a:xfrm>
            <a:off x="5407100" y="955125"/>
            <a:ext cx="2548500" cy="677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dirty="0">
              <a:latin typeface="Orbitron"/>
              <a:ea typeface="Orbitron"/>
              <a:cs typeface="Orbitron"/>
              <a:sym typeface="Orbitro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37"/>
          <p:cNvSpPr txBox="1">
            <a:spLocks noGrp="1"/>
          </p:cNvSpPr>
          <p:nvPr>
            <p:ph type="title"/>
          </p:nvPr>
        </p:nvSpPr>
        <p:spPr>
          <a:xfrm>
            <a:off x="8484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400"/>
              <a:t>Objective</a:t>
            </a:r>
            <a:endParaRPr sz="3400"/>
          </a:p>
        </p:txBody>
      </p:sp>
      <p:sp>
        <p:nvSpPr>
          <p:cNvPr id="1720" name="Google Shape;1720;p37"/>
          <p:cNvSpPr txBox="1"/>
          <p:nvPr/>
        </p:nvSpPr>
        <p:spPr>
          <a:xfrm>
            <a:off x="848450" y="1235975"/>
            <a:ext cx="6559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Orbitron"/>
                <a:ea typeface="Orbitron"/>
                <a:cs typeface="Orbitron"/>
                <a:sym typeface="Orbitron"/>
              </a:rPr>
              <a:t>By the end of this lesson the cadet shall be expected to identify and describe the locations, operations, methods and purposes of aircraft control surfaces.</a:t>
            </a:r>
            <a:endParaRPr sz="1800">
              <a:solidFill>
                <a:schemeClr val="dk1"/>
              </a:solidFill>
              <a:latin typeface="Orbitron"/>
              <a:ea typeface="Orbitron"/>
              <a:cs typeface="Orbitron"/>
              <a:sym typeface="Orbitron"/>
            </a:endParaRPr>
          </a:p>
        </p:txBody>
      </p:sp>
      <p:sp>
        <p:nvSpPr>
          <p:cNvPr id="1721" name="Google Shape;1721;p37"/>
          <p:cNvSpPr txBox="1">
            <a:spLocks noGrp="1"/>
          </p:cNvSpPr>
          <p:nvPr>
            <p:ph type="title"/>
          </p:nvPr>
        </p:nvSpPr>
        <p:spPr>
          <a:xfrm>
            <a:off x="-138575" y="2824750"/>
            <a:ext cx="7717500" cy="738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3400"/>
              <a:t>Importance</a:t>
            </a:r>
            <a:endParaRPr sz="3400"/>
          </a:p>
        </p:txBody>
      </p:sp>
      <p:sp>
        <p:nvSpPr>
          <p:cNvPr id="1722" name="Google Shape;1722;p37"/>
          <p:cNvSpPr txBox="1"/>
          <p:nvPr/>
        </p:nvSpPr>
        <p:spPr>
          <a:xfrm>
            <a:off x="1795425" y="3437600"/>
            <a:ext cx="6714600" cy="1015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800">
                <a:solidFill>
                  <a:schemeClr val="dk1"/>
                </a:solidFill>
                <a:latin typeface="Orbitron"/>
                <a:ea typeface="Orbitron"/>
                <a:cs typeface="Orbitron"/>
                <a:sym typeface="Orbitron"/>
              </a:rPr>
              <a:t>It is important for cadets to learn about aircraft control surfaces so they can understand subsequent and related principles of flight.</a:t>
            </a:r>
            <a:endParaRPr sz="1800">
              <a:solidFill>
                <a:schemeClr val="dk1"/>
              </a:solidFill>
              <a:latin typeface="Orbitron"/>
              <a:ea typeface="Orbitron"/>
              <a:cs typeface="Orbitron"/>
              <a:sym typeface="Orbitro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6"/>
        <p:cNvGrpSpPr/>
        <p:nvPr/>
      </p:nvGrpSpPr>
      <p:grpSpPr>
        <a:xfrm>
          <a:off x="0" y="0"/>
          <a:ext cx="0" cy="0"/>
          <a:chOff x="0" y="0"/>
          <a:chExt cx="0" cy="0"/>
        </a:xfrm>
      </p:grpSpPr>
      <p:sp>
        <p:nvSpPr>
          <p:cNvPr id="1727" name="Google Shape;1727;p38"/>
          <p:cNvSpPr txBox="1">
            <a:spLocks noGrp="1"/>
          </p:cNvSpPr>
          <p:nvPr>
            <p:ph type="title"/>
          </p:nvPr>
        </p:nvSpPr>
        <p:spPr>
          <a:xfrm>
            <a:off x="-2531200" y="1345000"/>
            <a:ext cx="7717500" cy="74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Teaching </a:t>
            </a:r>
            <a:endParaRPr/>
          </a:p>
          <a:p>
            <a:pPr marL="0" lvl="0" indent="0" algn="ctr" rtl="0">
              <a:spcBef>
                <a:spcPts val="0"/>
              </a:spcBef>
              <a:spcAft>
                <a:spcPts val="0"/>
              </a:spcAft>
              <a:buNone/>
            </a:pPr>
            <a:r>
              <a:rPr lang="en"/>
              <a:t>Points</a:t>
            </a:r>
            <a:endParaRPr/>
          </a:p>
        </p:txBody>
      </p:sp>
      <p:graphicFrame>
        <p:nvGraphicFramePr>
          <p:cNvPr id="1728" name="Google Shape;1728;p38"/>
          <p:cNvGraphicFramePr/>
          <p:nvPr/>
        </p:nvGraphicFramePr>
        <p:xfrm>
          <a:off x="2503225" y="644000"/>
          <a:ext cx="6146150" cy="3855500"/>
        </p:xfrm>
        <a:graphic>
          <a:graphicData uri="http://schemas.openxmlformats.org/drawingml/2006/table">
            <a:tbl>
              <a:tblPr>
                <a:noFill/>
                <a:tableStyleId>{A52F1501-3A20-437E-B531-3AAC58612AAC}</a:tableStyleId>
              </a:tblPr>
              <a:tblGrid>
                <a:gridCol w="646550">
                  <a:extLst>
                    <a:ext uri="{9D8B030D-6E8A-4147-A177-3AD203B41FA5}">
                      <a16:colId xmlns:a16="http://schemas.microsoft.com/office/drawing/2014/main" val="20000"/>
                    </a:ext>
                  </a:extLst>
                </a:gridCol>
                <a:gridCol w="5499600">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TP1</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Identify Control Surface of the Empennage</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TP2</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Explain How Stabilizers Reduce Unwanted Axial Movement</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TP3</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Explain How the Rudder Produces Yaw</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TP4</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Explain How the Elevator Controls Pitch</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TP5</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Enact Control Surface Movements Controlled by a Pilot</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TP6</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Identify the Wing Control Surfaces</a:t>
                      </a:r>
                      <a:endParaRPr sz="1000" b="1" u="sng">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5"/>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TP7</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Explain the Operation of Ailerons</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6"/>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TP8</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Explain the Operation of Flaps</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7"/>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TP9</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Explain the Use of Trim Tabs</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8"/>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TP10</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Explain the Use of Dynamically Balanced Control Surfaces</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9"/>
                  </a:ext>
                </a:extLst>
              </a:tr>
              <a:tr h="350500">
                <a:tc>
                  <a:txBody>
                    <a:bodyPr/>
                    <a:lstStyle/>
                    <a:p>
                      <a:pPr marL="0" lvl="0" indent="0" algn="l" rtl="0">
                        <a:spcBef>
                          <a:spcPts val="0"/>
                        </a:spcBef>
                        <a:spcAft>
                          <a:spcPts val="0"/>
                        </a:spcAft>
                        <a:buNone/>
                      </a:pPr>
                      <a:r>
                        <a:rPr lang="en" sz="1000" b="1" u="sng">
                          <a:solidFill>
                            <a:schemeClr val="dk1"/>
                          </a:solidFill>
                          <a:latin typeface="Space Grotesk"/>
                          <a:ea typeface="Space Grotesk"/>
                          <a:cs typeface="Space Grotesk"/>
                          <a:sym typeface="Space Grotesk"/>
                        </a:rPr>
                        <a:t>TP11</a:t>
                      </a:r>
                      <a:endParaRPr sz="1000" b="1" u="sng">
                        <a:solidFill>
                          <a:schemeClr val="dk1"/>
                        </a:solidFill>
                        <a:latin typeface="Space Grotesk"/>
                        <a:ea typeface="Space Grotesk"/>
                        <a:cs typeface="Space Grotesk"/>
                        <a:sym typeface="Space Grotesk"/>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Space Grotesk"/>
                          <a:ea typeface="Space Grotesk"/>
                          <a:cs typeface="Space Grotesk"/>
                          <a:sym typeface="Space Grotesk"/>
                        </a:rPr>
                        <a:t>Label the Control Surfaces in a Drawing of an Aircraft</a:t>
                      </a:r>
                      <a:endParaRPr sz="1000">
                        <a:solidFill>
                          <a:schemeClr val="dk1"/>
                        </a:solidFill>
                        <a:latin typeface="Space Grotesk"/>
                        <a:ea typeface="Space Grotesk"/>
                        <a:cs typeface="Space Grotesk"/>
                        <a:sym typeface="Space Grotesk"/>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sp>
        <p:nvSpPr>
          <p:cNvPr id="1733" name="Google Shape;1733;p39"/>
          <p:cNvSpPr txBox="1">
            <a:spLocks noGrp="1"/>
          </p:cNvSpPr>
          <p:nvPr>
            <p:ph type="title"/>
          </p:nvPr>
        </p:nvSpPr>
        <p:spPr>
          <a:xfrm>
            <a:off x="928150" y="2560750"/>
            <a:ext cx="57405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Identify Control </a:t>
            </a:r>
            <a:endParaRPr sz="2700"/>
          </a:p>
          <a:p>
            <a:pPr marL="0" lvl="0" indent="0" algn="l" rtl="0">
              <a:spcBef>
                <a:spcPts val="0"/>
              </a:spcBef>
              <a:spcAft>
                <a:spcPts val="0"/>
              </a:spcAft>
              <a:buNone/>
            </a:pPr>
            <a:r>
              <a:rPr lang="en" sz="2700"/>
              <a:t>Surfaces of the Empennage</a:t>
            </a:r>
            <a:endParaRPr sz="2700"/>
          </a:p>
        </p:txBody>
      </p:sp>
      <p:sp>
        <p:nvSpPr>
          <p:cNvPr id="1734" name="Google Shape;1734;p39"/>
          <p:cNvSpPr txBox="1">
            <a:spLocks noGrp="1"/>
          </p:cNvSpPr>
          <p:nvPr>
            <p:ph type="title" idx="2"/>
          </p:nvPr>
        </p:nvSpPr>
        <p:spPr>
          <a:xfrm>
            <a:off x="1018275" y="1164988"/>
            <a:ext cx="12483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TP1</a:t>
            </a:r>
            <a:endParaRPr/>
          </a:p>
        </p:txBody>
      </p:sp>
      <p:grpSp>
        <p:nvGrpSpPr>
          <p:cNvPr id="1735" name="Google Shape;1735;p39"/>
          <p:cNvGrpSpPr/>
          <p:nvPr/>
        </p:nvGrpSpPr>
        <p:grpSpPr>
          <a:xfrm>
            <a:off x="5105014" y="1544662"/>
            <a:ext cx="3012438" cy="1269556"/>
            <a:chOff x="5111464" y="1950237"/>
            <a:chExt cx="3012438" cy="1269556"/>
          </a:xfrm>
        </p:grpSpPr>
        <p:sp>
          <p:nvSpPr>
            <p:cNvPr id="1736" name="Google Shape;1736;p39"/>
            <p:cNvSpPr/>
            <p:nvPr/>
          </p:nvSpPr>
          <p:spPr>
            <a:xfrm rot="1552745">
              <a:off x="6523052" y="1995257"/>
              <a:ext cx="257748" cy="222860"/>
            </a:xfrm>
            <a:prstGeom prst="triangle">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1737" name="Google Shape;1737;p39"/>
            <p:cNvGrpSpPr/>
            <p:nvPr/>
          </p:nvGrpSpPr>
          <p:grpSpPr>
            <a:xfrm>
              <a:off x="5111464" y="2159305"/>
              <a:ext cx="3012438" cy="1060488"/>
              <a:chOff x="1178525" y="1033075"/>
              <a:chExt cx="2455925" cy="864575"/>
            </a:xfrm>
          </p:grpSpPr>
          <p:sp>
            <p:nvSpPr>
              <p:cNvPr id="1738" name="Google Shape;1738;p39"/>
              <p:cNvSpPr/>
              <p:nvPr/>
            </p:nvSpPr>
            <p:spPr>
              <a:xfrm>
                <a:off x="2013275" y="1339525"/>
                <a:ext cx="348600" cy="231225"/>
              </a:xfrm>
              <a:custGeom>
                <a:avLst/>
                <a:gdLst/>
                <a:ahLst/>
                <a:cxnLst/>
                <a:rect l="l" t="t" r="r" b="b"/>
                <a:pathLst>
                  <a:path w="13944" h="9249" extrusionOk="0">
                    <a:moveTo>
                      <a:pt x="3970" y="309"/>
                    </a:moveTo>
                    <a:cubicBezTo>
                      <a:pt x="4137" y="309"/>
                      <a:pt x="4337" y="342"/>
                      <a:pt x="4504" y="342"/>
                    </a:cubicBezTo>
                    <a:cubicBezTo>
                      <a:pt x="7739" y="809"/>
                      <a:pt x="12610" y="2944"/>
                      <a:pt x="13177" y="4512"/>
                    </a:cubicBezTo>
                    <a:cubicBezTo>
                      <a:pt x="13610" y="5813"/>
                      <a:pt x="13377" y="7648"/>
                      <a:pt x="11809" y="8782"/>
                    </a:cubicBezTo>
                    <a:cubicBezTo>
                      <a:pt x="11642" y="8898"/>
                      <a:pt x="11275" y="8956"/>
                      <a:pt x="10770" y="8956"/>
                    </a:cubicBezTo>
                    <a:cubicBezTo>
                      <a:pt x="8955" y="8956"/>
                      <a:pt x="5363" y="8209"/>
                      <a:pt x="2936" y="6747"/>
                    </a:cubicBezTo>
                    <a:cubicBezTo>
                      <a:pt x="1568" y="5913"/>
                      <a:pt x="367" y="5213"/>
                      <a:pt x="1468" y="2644"/>
                    </a:cubicBezTo>
                    <a:cubicBezTo>
                      <a:pt x="2269" y="709"/>
                      <a:pt x="3136" y="309"/>
                      <a:pt x="3970" y="309"/>
                    </a:cubicBezTo>
                    <a:close/>
                    <a:moveTo>
                      <a:pt x="3956" y="0"/>
                    </a:moveTo>
                    <a:cubicBezTo>
                      <a:pt x="3038" y="0"/>
                      <a:pt x="2046" y="397"/>
                      <a:pt x="1168" y="2511"/>
                    </a:cubicBezTo>
                    <a:cubicBezTo>
                      <a:pt x="1" y="5346"/>
                      <a:pt x="1402" y="6180"/>
                      <a:pt x="2803" y="7047"/>
                    </a:cubicBezTo>
                    <a:cubicBezTo>
                      <a:pt x="5138" y="8448"/>
                      <a:pt x="8740" y="9249"/>
                      <a:pt x="10708" y="9249"/>
                    </a:cubicBezTo>
                    <a:cubicBezTo>
                      <a:pt x="11309" y="9249"/>
                      <a:pt x="11776" y="9182"/>
                      <a:pt x="11976" y="9015"/>
                    </a:cubicBezTo>
                    <a:cubicBezTo>
                      <a:pt x="13677" y="7814"/>
                      <a:pt x="13944" y="5813"/>
                      <a:pt x="13477" y="4412"/>
                    </a:cubicBezTo>
                    <a:cubicBezTo>
                      <a:pt x="12843" y="2577"/>
                      <a:pt x="7606" y="476"/>
                      <a:pt x="4537" y="42"/>
                    </a:cubicBezTo>
                    <a:cubicBezTo>
                      <a:pt x="4348" y="19"/>
                      <a:pt x="4154" y="0"/>
                      <a:pt x="3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p:cNvSpPr/>
              <p:nvPr/>
            </p:nvSpPr>
            <p:spPr>
              <a:xfrm>
                <a:off x="2316825" y="1472825"/>
                <a:ext cx="112600" cy="99600"/>
              </a:xfrm>
              <a:custGeom>
                <a:avLst/>
                <a:gdLst/>
                <a:ahLst/>
                <a:cxnLst/>
                <a:rect l="l" t="t" r="r" b="b"/>
                <a:pathLst>
                  <a:path w="4504" h="3984" extrusionOk="0">
                    <a:moveTo>
                      <a:pt x="1376" y="1"/>
                    </a:moveTo>
                    <a:cubicBezTo>
                      <a:pt x="1319" y="1"/>
                      <a:pt x="1259" y="32"/>
                      <a:pt x="1235" y="81"/>
                    </a:cubicBezTo>
                    <a:cubicBezTo>
                      <a:pt x="1201" y="181"/>
                      <a:pt x="1235" y="281"/>
                      <a:pt x="1301" y="314"/>
                    </a:cubicBezTo>
                    <a:cubicBezTo>
                      <a:pt x="2069" y="715"/>
                      <a:pt x="3970" y="1915"/>
                      <a:pt x="4137" y="2316"/>
                    </a:cubicBezTo>
                    <a:cubicBezTo>
                      <a:pt x="4304" y="2816"/>
                      <a:pt x="3636" y="3550"/>
                      <a:pt x="3470" y="3650"/>
                    </a:cubicBezTo>
                    <a:cubicBezTo>
                      <a:pt x="3136" y="3617"/>
                      <a:pt x="968" y="3216"/>
                      <a:pt x="201" y="3083"/>
                    </a:cubicBezTo>
                    <a:cubicBezTo>
                      <a:pt x="182" y="3077"/>
                      <a:pt x="165" y="3074"/>
                      <a:pt x="149" y="3074"/>
                    </a:cubicBezTo>
                    <a:cubicBezTo>
                      <a:pt x="77" y="3074"/>
                      <a:pt x="28" y="3128"/>
                      <a:pt x="1" y="3183"/>
                    </a:cubicBezTo>
                    <a:cubicBezTo>
                      <a:pt x="1" y="3283"/>
                      <a:pt x="67" y="3350"/>
                      <a:pt x="134" y="3383"/>
                    </a:cubicBezTo>
                    <a:cubicBezTo>
                      <a:pt x="2969" y="3917"/>
                      <a:pt x="3403" y="3984"/>
                      <a:pt x="3503" y="3984"/>
                    </a:cubicBezTo>
                    <a:lnTo>
                      <a:pt x="3536" y="3984"/>
                    </a:lnTo>
                    <a:cubicBezTo>
                      <a:pt x="3703" y="3917"/>
                      <a:pt x="4070" y="3550"/>
                      <a:pt x="4270" y="3150"/>
                    </a:cubicBezTo>
                    <a:cubicBezTo>
                      <a:pt x="4470" y="2783"/>
                      <a:pt x="4504" y="2482"/>
                      <a:pt x="4437" y="2216"/>
                    </a:cubicBezTo>
                    <a:cubicBezTo>
                      <a:pt x="4204" y="1582"/>
                      <a:pt x="1768" y="214"/>
                      <a:pt x="1435" y="14"/>
                    </a:cubicBezTo>
                    <a:cubicBezTo>
                      <a:pt x="1417" y="5"/>
                      <a:pt x="1397" y="1"/>
                      <a:pt x="1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p:cNvSpPr/>
              <p:nvPr/>
            </p:nvSpPr>
            <p:spPr>
              <a:xfrm>
                <a:off x="2074150" y="1342150"/>
                <a:ext cx="85100" cy="169400"/>
              </a:xfrm>
              <a:custGeom>
                <a:avLst/>
                <a:gdLst/>
                <a:ahLst/>
                <a:cxnLst/>
                <a:rect l="l" t="t" r="r" b="b"/>
                <a:pathLst>
                  <a:path w="3404" h="6776" extrusionOk="0">
                    <a:moveTo>
                      <a:pt x="2456" y="1"/>
                    </a:moveTo>
                    <a:cubicBezTo>
                      <a:pt x="2425" y="1"/>
                      <a:pt x="2394" y="12"/>
                      <a:pt x="2369" y="37"/>
                    </a:cubicBezTo>
                    <a:cubicBezTo>
                      <a:pt x="2302" y="71"/>
                      <a:pt x="2269" y="171"/>
                      <a:pt x="2336" y="237"/>
                    </a:cubicBezTo>
                    <a:cubicBezTo>
                      <a:pt x="3370" y="2005"/>
                      <a:pt x="2703" y="3773"/>
                      <a:pt x="2369" y="4474"/>
                    </a:cubicBezTo>
                    <a:cubicBezTo>
                      <a:pt x="1802" y="5575"/>
                      <a:pt x="901" y="6375"/>
                      <a:pt x="134" y="6475"/>
                    </a:cubicBezTo>
                    <a:cubicBezTo>
                      <a:pt x="34" y="6475"/>
                      <a:pt x="1" y="6542"/>
                      <a:pt x="1" y="6642"/>
                    </a:cubicBezTo>
                    <a:cubicBezTo>
                      <a:pt x="1" y="6709"/>
                      <a:pt x="67" y="6775"/>
                      <a:pt x="134" y="6775"/>
                    </a:cubicBezTo>
                    <a:lnTo>
                      <a:pt x="167" y="6775"/>
                    </a:lnTo>
                    <a:cubicBezTo>
                      <a:pt x="1035" y="6675"/>
                      <a:pt x="2035" y="5808"/>
                      <a:pt x="2636" y="4607"/>
                    </a:cubicBezTo>
                    <a:cubicBezTo>
                      <a:pt x="3403" y="3073"/>
                      <a:pt x="3370" y="1405"/>
                      <a:pt x="2602" y="71"/>
                    </a:cubicBezTo>
                    <a:cubicBezTo>
                      <a:pt x="2561" y="29"/>
                      <a:pt x="2507" y="1"/>
                      <a:pt x="2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p:cNvSpPr/>
              <p:nvPr/>
            </p:nvSpPr>
            <p:spPr>
              <a:xfrm>
                <a:off x="2045800" y="1340025"/>
                <a:ext cx="100100" cy="155675"/>
              </a:xfrm>
              <a:custGeom>
                <a:avLst/>
                <a:gdLst/>
                <a:ahLst/>
                <a:cxnLst/>
                <a:rect l="l" t="t" r="r" b="b"/>
                <a:pathLst>
                  <a:path w="4004" h="6227" extrusionOk="0">
                    <a:moveTo>
                      <a:pt x="2476" y="0"/>
                    </a:moveTo>
                    <a:cubicBezTo>
                      <a:pt x="2431" y="0"/>
                      <a:pt x="2388" y="17"/>
                      <a:pt x="2369" y="56"/>
                    </a:cubicBezTo>
                    <a:cubicBezTo>
                      <a:pt x="2302" y="89"/>
                      <a:pt x="2302" y="189"/>
                      <a:pt x="2369" y="256"/>
                    </a:cubicBezTo>
                    <a:cubicBezTo>
                      <a:pt x="3670" y="1457"/>
                      <a:pt x="3003" y="3925"/>
                      <a:pt x="1969" y="5159"/>
                    </a:cubicBezTo>
                    <a:cubicBezTo>
                      <a:pt x="1742" y="5411"/>
                      <a:pt x="1268" y="5910"/>
                      <a:pt x="763" y="5910"/>
                    </a:cubicBezTo>
                    <a:cubicBezTo>
                      <a:pt x="599" y="5910"/>
                      <a:pt x="431" y="5857"/>
                      <a:pt x="267" y="5726"/>
                    </a:cubicBezTo>
                    <a:cubicBezTo>
                      <a:pt x="240" y="5713"/>
                      <a:pt x="206" y="5704"/>
                      <a:pt x="172" y="5704"/>
                    </a:cubicBezTo>
                    <a:cubicBezTo>
                      <a:pt x="123" y="5704"/>
                      <a:pt x="73" y="5721"/>
                      <a:pt x="34" y="5760"/>
                    </a:cubicBezTo>
                    <a:cubicBezTo>
                      <a:pt x="0" y="5826"/>
                      <a:pt x="0" y="5926"/>
                      <a:pt x="67" y="5993"/>
                    </a:cubicBezTo>
                    <a:cubicBezTo>
                      <a:pt x="267" y="6127"/>
                      <a:pt x="501" y="6227"/>
                      <a:pt x="768" y="6227"/>
                    </a:cubicBezTo>
                    <a:cubicBezTo>
                      <a:pt x="1235" y="6227"/>
                      <a:pt x="1735" y="5926"/>
                      <a:pt x="2202" y="5359"/>
                    </a:cubicBezTo>
                    <a:cubicBezTo>
                      <a:pt x="3336" y="4025"/>
                      <a:pt x="4003" y="1357"/>
                      <a:pt x="2569" y="22"/>
                    </a:cubicBezTo>
                    <a:cubicBezTo>
                      <a:pt x="2541" y="8"/>
                      <a:pt x="2508" y="0"/>
                      <a:pt x="2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p:cNvSpPr/>
              <p:nvPr/>
            </p:nvSpPr>
            <p:spPr>
              <a:xfrm>
                <a:off x="2058300" y="1358925"/>
                <a:ext cx="65925" cy="131775"/>
              </a:xfrm>
              <a:custGeom>
                <a:avLst/>
                <a:gdLst/>
                <a:ahLst/>
                <a:cxnLst/>
                <a:rect l="l" t="t" r="r" b="b"/>
                <a:pathLst>
                  <a:path w="2637" h="5271" extrusionOk="0">
                    <a:moveTo>
                      <a:pt x="2503" y="0"/>
                    </a:moveTo>
                    <a:cubicBezTo>
                      <a:pt x="1936" y="0"/>
                      <a:pt x="1268" y="634"/>
                      <a:pt x="801" y="1635"/>
                    </a:cubicBezTo>
                    <a:cubicBezTo>
                      <a:pt x="301" y="2669"/>
                      <a:pt x="1" y="4236"/>
                      <a:pt x="735" y="5204"/>
                    </a:cubicBezTo>
                    <a:cubicBezTo>
                      <a:pt x="768" y="5271"/>
                      <a:pt x="835" y="5271"/>
                      <a:pt x="868" y="5271"/>
                    </a:cubicBezTo>
                    <a:lnTo>
                      <a:pt x="935" y="5271"/>
                    </a:lnTo>
                    <a:cubicBezTo>
                      <a:pt x="1002" y="5204"/>
                      <a:pt x="1035" y="5104"/>
                      <a:pt x="968" y="5037"/>
                    </a:cubicBezTo>
                    <a:cubicBezTo>
                      <a:pt x="301" y="4136"/>
                      <a:pt x="601" y="2735"/>
                      <a:pt x="1068" y="1768"/>
                    </a:cubicBezTo>
                    <a:cubicBezTo>
                      <a:pt x="1502" y="934"/>
                      <a:pt x="2069" y="334"/>
                      <a:pt x="2503" y="300"/>
                    </a:cubicBezTo>
                    <a:cubicBezTo>
                      <a:pt x="2569" y="300"/>
                      <a:pt x="2636" y="234"/>
                      <a:pt x="2636" y="167"/>
                    </a:cubicBezTo>
                    <a:cubicBezTo>
                      <a:pt x="2636" y="67"/>
                      <a:pt x="2569" y="0"/>
                      <a:pt x="2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p:cNvSpPr/>
              <p:nvPr/>
            </p:nvSpPr>
            <p:spPr>
              <a:xfrm>
                <a:off x="2131700" y="1391450"/>
                <a:ext cx="65900" cy="132600"/>
              </a:xfrm>
              <a:custGeom>
                <a:avLst/>
                <a:gdLst/>
                <a:ahLst/>
                <a:cxnLst/>
                <a:rect l="l" t="t" r="r" b="b"/>
                <a:pathLst>
                  <a:path w="2636" h="5304" extrusionOk="0">
                    <a:moveTo>
                      <a:pt x="2369" y="0"/>
                    </a:moveTo>
                    <a:cubicBezTo>
                      <a:pt x="2269" y="0"/>
                      <a:pt x="2202" y="67"/>
                      <a:pt x="2202" y="167"/>
                    </a:cubicBezTo>
                    <a:cubicBezTo>
                      <a:pt x="2302" y="2001"/>
                      <a:pt x="1501" y="3836"/>
                      <a:pt x="67" y="5004"/>
                    </a:cubicBezTo>
                    <a:cubicBezTo>
                      <a:pt x="0" y="5070"/>
                      <a:pt x="0" y="5170"/>
                      <a:pt x="67" y="5237"/>
                    </a:cubicBezTo>
                    <a:cubicBezTo>
                      <a:pt x="67" y="5270"/>
                      <a:pt x="134" y="5304"/>
                      <a:pt x="167" y="5304"/>
                    </a:cubicBezTo>
                    <a:cubicBezTo>
                      <a:pt x="200" y="5304"/>
                      <a:pt x="234" y="5270"/>
                      <a:pt x="267" y="5237"/>
                    </a:cubicBezTo>
                    <a:cubicBezTo>
                      <a:pt x="1768" y="4036"/>
                      <a:pt x="2635" y="2068"/>
                      <a:pt x="2535" y="167"/>
                    </a:cubicBezTo>
                    <a:cubicBezTo>
                      <a:pt x="2535" y="67"/>
                      <a:pt x="2469" y="0"/>
                      <a:pt x="23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p:cNvSpPr/>
              <p:nvPr/>
            </p:nvSpPr>
            <p:spPr>
              <a:xfrm>
                <a:off x="2223425" y="1416250"/>
                <a:ext cx="60900" cy="127825"/>
              </a:xfrm>
              <a:custGeom>
                <a:avLst/>
                <a:gdLst/>
                <a:ahLst/>
                <a:cxnLst/>
                <a:rect l="l" t="t" r="r" b="b"/>
                <a:pathLst>
                  <a:path w="2436" h="5113" extrusionOk="0">
                    <a:moveTo>
                      <a:pt x="2152" y="0"/>
                    </a:moveTo>
                    <a:cubicBezTo>
                      <a:pt x="2136" y="0"/>
                      <a:pt x="2120" y="3"/>
                      <a:pt x="2102" y="9"/>
                    </a:cubicBezTo>
                    <a:cubicBezTo>
                      <a:pt x="2035" y="9"/>
                      <a:pt x="1969" y="75"/>
                      <a:pt x="1969" y="176"/>
                    </a:cubicBezTo>
                    <a:cubicBezTo>
                      <a:pt x="2102" y="1877"/>
                      <a:pt x="1368" y="3678"/>
                      <a:pt x="67" y="4812"/>
                    </a:cubicBezTo>
                    <a:cubicBezTo>
                      <a:pt x="1" y="4879"/>
                      <a:pt x="1" y="4979"/>
                      <a:pt x="67" y="5046"/>
                    </a:cubicBezTo>
                    <a:cubicBezTo>
                      <a:pt x="101" y="5079"/>
                      <a:pt x="134" y="5112"/>
                      <a:pt x="167" y="5112"/>
                    </a:cubicBezTo>
                    <a:cubicBezTo>
                      <a:pt x="201" y="5112"/>
                      <a:pt x="267" y="5079"/>
                      <a:pt x="267" y="5046"/>
                    </a:cubicBezTo>
                    <a:cubicBezTo>
                      <a:pt x="1668" y="3845"/>
                      <a:pt x="2436" y="1977"/>
                      <a:pt x="2269" y="142"/>
                    </a:cubicBezTo>
                    <a:cubicBezTo>
                      <a:pt x="2269" y="60"/>
                      <a:pt x="2224"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9"/>
              <p:cNvSpPr/>
              <p:nvPr/>
            </p:nvSpPr>
            <p:spPr>
              <a:xfrm>
                <a:off x="2279300" y="1452325"/>
                <a:ext cx="45050" cy="97575"/>
              </a:xfrm>
              <a:custGeom>
                <a:avLst/>
                <a:gdLst/>
                <a:ahLst/>
                <a:cxnLst/>
                <a:rect l="l" t="t" r="r" b="b"/>
                <a:pathLst>
                  <a:path w="1802" h="3903" extrusionOk="0">
                    <a:moveTo>
                      <a:pt x="1635" y="0"/>
                    </a:moveTo>
                    <a:cubicBezTo>
                      <a:pt x="1535" y="0"/>
                      <a:pt x="1468" y="67"/>
                      <a:pt x="1468" y="167"/>
                    </a:cubicBezTo>
                    <a:cubicBezTo>
                      <a:pt x="1468" y="1434"/>
                      <a:pt x="968" y="2702"/>
                      <a:pt x="67" y="3636"/>
                    </a:cubicBezTo>
                    <a:cubicBezTo>
                      <a:pt x="0" y="3703"/>
                      <a:pt x="0" y="3803"/>
                      <a:pt x="67" y="3870"/>
                    </a:cubicBezTo>
                    <a:cubicBezTo>
                      <a:pt x="101" y="3903"/>
                      <a:pt x="134" y="3903"/>
                      <a:pt x="167" y="3903"/>
                    </a:cubicBezTo>
                    <a:cubicBezTo>
                      <a:pt x="234" y="3903"/>
                      <a:pt x="267" y="3870"/>
                      <a:pt x="301" y="3836"/>
                    </a:cubicBezTo>
                    <a:cubicBezTo>
                      <a:pt x="1235" y="2869"/>
                      <a:pt x="1768" y="1535"/>
                      <a:pt x="1802" y="167"/>
                    </a:cubicBezTo>
                    <a:cubicBezTo>
                      <a:pt x="1802" y="67"/>
                      <a:pt x="1735" y="0"/>
                      <a:pt x="16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9"/>
              <p:cNvSpPr/>
              <p:nvPr/>
            </p:nvSpPr>
            <p:spPr>
              <a:xfrm>
                <a:off x="1506250" y="1476300"/>
                <a:ext cx="300225" cy="200375"/>
              </a:xfrm>
              <a:custGeom>
                <a:avLst/>
                <a:gdLst/>
                <a:ahLst/>
                <a:cxnLst/>
                <a:rect l="l" t="t" r="r" b="b"/>
                <a:pathLst>
                  <a:path w="12009" h="8015" extrusionOk="0">
                    <a:moveTo>
                      <a:pt x="3436" y="342"/>
                    </a:moveTo>
                    <a:cubicBezTo>
                      <a:pt x="3570" y="342"/>
                      <a:pt x="3736" y="342"/>
                      <a:pt x="3870" y="375"/>
                    </a:cubicBezTo>
                    <a:cubicBezTo>
                      <a:pt x="6672" y="742"/>
                      <a:pt x="10841" y="2577"/>
                      <a:pt x="11308" y="3911"/>
                    </a:cubicBezTo>
                    <a:cubicBezTo>
                      <a:pt x="11675" y="5045"/>
                      <a:pt x="11475" y="6580"/>
                      <a:pt x="10141" y="7547"/>
                    </a:cubicBezTo>
                    <a:cubicBezTo>
                      <a:pt x="9994" y="7650"/>
                      <a:pt x="9672" y="7701"/>
                      <a:pt x="9232" y="7701"/>
                    </a:cubicBezTo>
                    <a:cubicBezTo>
                      <a:pt x="7672" y="7701"/>
                      <a:pt x="4624" y="7061"/>
                      <a:pt x="2569" y="5813"/>
                    </a:cubicBezTo>
                    <a:cubicBezTo>
                      <a:pt x="1401" y="5112"/>
                      <a:pt x="401" y="4512"/>
                      <a:pt x="1301" y="2310"/>
                    </a:cubicBezTo>
                    <a:cubicBezTo>
                      <a:pt x="2002" y="642"/>
                      <a:pt x="2702" y="342"/>
                      <a:pt x="3436" y="342"/>
                    </a:cubicBezTo>
                    <a:close/>
                    <a:moveTo>
                      <a:pt x="3424" y="1"/>
                    </a:moveTo>
                    <a:cubicBezTo>
                      <a:pt x="2625" y="1"/>
                      <a:pt x="1768" y="369"/>
                      <a:pt x="1001" y="2177"/>
                    </a:cubicBezTo>
                    <a:cubicBezTo>
                      <a:pt x="0" y="4612"/>
                      <a:pt x="1201" y="5346"/>
                      <a:pt x="2402" y="6079"/>
                    </a:cubicBezTo>
                    <a:cubicBezTo>
                      <a:pt x="4337" y="7247"/>
                      <a:pt x="7472" y="8014"/>
                      <a:pt x="9207" y="8014"/>
                    </a:cubicBezTo>
                    <a:cubicBezTo>
                      <a:pt x="9741" y="8014"/>
                      <a:pt x="10141" y="7947"/>
                      <a:pt x="10308" y="7781"/>
                    </a:cubicBezTo>
                    <a:cubicBezTo>
                      <a:pt x="11775" y="6747"/>
                      <a:pt x="12009" y="5045"/>
                      <a:pt x="11609" y="3811"/>
                    </a:cubicBezTo>
                    <a:cubicBezTo>
                      <a:pt x="11075" y="2243"/>
                      <a:pt x="6572" y="409"/>
                      <a:pt x="3937" y="42"/>
                    </a:cubicBezTo>
                    <a:cubicBezTo>
                      <a:pt x="3770" y="18"/>
                      <a:pt x="3598" y="1"/>
                      <a:pt x="34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p:cNvSpPr/>
              <p:nvPr/>
            </p:nvSpPr>
            <p:spPr>
              <a:xfrm>
                <a:off x="1766425" y="1591250"/>
                <a:ext cx="98425" cy="86250"/>
              </a:xfrm>
              <a:custGeom>
                <a:avLst/>
                <a:gdLst/>
                <a:ahLst/>
                <a:cxnLst/>
                <a:rect l="l" t="t" r="r" b="b"/>
                <a:pathLst>
                  <a:path w="3937" h="3450" extrusionOk="0">
                    <a:moveTo>
                      <a:pt x="1209" y="1"/>
                    </a:moveTo>
                    <a:cubicBezTo>
                      <a:pt x="1153" y="1"/>
                      <a:pt x="1093" y="32"/>
                      <a:pt x="1068" y="80"/>
                    </a:cubicBezTo>
                    <a:cubicBezTo>
                      <a:pt x="1035" y="147"/>
                      <a:pt x="1068" y="247"/>
                      <a:pt x="1135" y="281"/>
                    </a:cubicBezTo>
                    <a:cubicBezTo>
                      <a:pt x="1802" y="648"/>
                      <a:pt x="3437" y="1648"/>
                      <a:pt x="3570" y="2015"/>
                    </a:cubicBezTo>
                    <a:cubicBezTo>
                      <a:pt x="3703" y="2415"/>
                      <a:pt x="3170" y="3016"/>
                      <a:pt x="3003" y="3116"/>
                    </a:cubicBezTo>
                    <a:cubicBezTo>
                      <a:pt x="2669" y="3083"/>
                      <a:pt x="401" y="2649"/>
                      <a:pt x="201" y="2616"/>
                    </a:cubicBezTo>
                    <a:cubicBezTo>
                      <a:pt x="134" y="2616"/>
                      <a:pt x="34" y="2649"/>
                      <a:pt x="34" y="2749"/>
                    </a:cubicBezTo>
                    <a:cubicBezTo>
                      <a:pt x="1" y="2816"/>
                      <a:pt x="68" y="2916"/>
                      <a:pt x="168" y="2916"/>
                    </a:cubicBezTo>
                    <a:cubicBezTo>
                      <a:pt x="168" y="2949"/>
                      <a:pt x="2803" y="3450"/>
                      <a:pt x="3070" y="3450"/>
                    </a:cubicBezTo>
                    <a:cubicBezTo>
                      <a:pt x="3236" y="3416"/>
                      <a:pt x="3570" y="3049"/>
                      <a:pt x="3737" y="2716"/>
                    </a:cubicBezTo>
                    <a:cubicBezTo>
                      <a:pt x="3870" y="2415"/>
                      <a:pt x="3937" y="2149"/>
                      <a:pt x="3837" y="1915"/>
                    </a:cubicBezTo>
                    <a:cubicBezTo>
                      <a:pt x="3637" y="1348"/>
                      <a:pt x="1569" y="181"/>
                      <a:pt x="1268" y="14"/>
                    </a:cubicBezTo>
                    <a:cubicBezTo>
                      <a:pt x="1250" y="5"/>
                      <a:pt x="1230" y="1"/>
                      <a:pt x="1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p:cNvSpPr/>
              <p:nvPr/>
            </p:nvSpPr>
            <p:spPr>
              <a:xfrm>
                <a:off x="1557950" y="1478675"/>
                <a:ext cx="75075" cy="146300"/>
              </a:xfrm>
              <a:custGeom>
                <a:avLst/>
                <a:gdLst/>
                <a:ahLst/>
                <a:cxnLst/>
                <a:rect l="l" t="t" r="r" b="b"/>
                <a:pathLst>
                  <a:path w="3003" h="5852" extrusionOk="0">
                    <a:moveTo>
                      <a:pt x="2128" y="0"/>
                    </a:moveTo>
                    <a:cubicBezTo>
                      <a:pt x="2107" y="0"/>
                      <a:pt x="2087" y="5"/>
                      <a:pt x="2069" y="14"/>
                    </a:cubicBezTo>
                    <a:cubicBezTo>
                      <a:pt x="2002" y="80"/>
                      <a:pt x="1969" y="147"/>
                      <a:pt x="2035" y="247"/>
                    </a:cubicBezTo>
                    <a:cubicBezTo>
                      <a:pt x="2936" y="1748"/>
                      <a:pt x="2336" y="3249"/>
                      <a:pt x="2069" y="3850"/>
                    </a:cubicBezTo>
                    <a:cubicBezTo>
                      <a:pt x="1568" y="4784"/>
                      <a:pt x="834" y="5484"/>
                      <a:pt x="167" y="5551"/>
                    </a:cubicBezTo>
                    <a:cubicBezTo>
                      <a:pt x="67" y="5551"/>
                      <a:pt x="1" y="5651"/>
                      <a:pt x="34" y="5718"/>
                    </a:cubicBezTo>
                    <a:cubicBezTo>
                      <a:pt x="34" y="5818"/>
                      <a:pt x="101" y="5851"/>
                      <a:pt x="167" y="5851"/>
                    </a:cubicBezTo>
                    <a:lnTo>
                      <a:pt x="201" y="5851"/>
                    </a:lnTo>
                    <a:cubicBezTo>
                      <a:pt x="968" y="5784"/>
                      <a:pt x="1802" y="5017"/>
                      <a:pt x="2336" y="3983"/>
                    </a:cubicBezTo>
                    <a:cubicBezTo>
                      <a:pt x="3003" y="2649"/>
                      <a:pt x="2969" y="1248"/>
                      <a:pt x="2302" y="80"/>
                    </a:cubicBezTo>
                    <a:cubicBezTo>
                      <a:pt x="2253" y="31"/>
                      <a:pt x="2187" y="0"/>
                      <a:pt x="21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p:cNvSpPr/>
              <p:nvPr/>
            </p:nvSpPr>
            <p:spPr>
              <a:xfrm>
                <a:off x="1533775" y="1476925"/>
                <a:ext cx="87575" cy="134700"/>
              </a:xfrm>
              <a:custGeom>
                <a:avLst/>
                <a:gdLst/>
                <a:ahLst/>
                <a:cxnLst/>
                <a:rect l="l" t="t" r="r" b="b"/>
                <a:pathLst>
                  <a:path w="3503" h="5388" extrusionOk="0">
                    <a:moveTo>
                      <a:pt x="2152" y="0"/>
                    </a:moveTo>
                    <a:cubicBezTo>
                      <a:pt x="2110" y="0"/>
                      <a:pt x="2068" y="17"/>
                      <a:pt x="2035" y="50"/>
                    </a:cubicBezTo>
                    <a:cubicBezTo>
                      <a:pt x="2002" y="117"/>
                      <a:pt x="2002" y="217"/>
                      <a:pt x="2068" y="250"/>
                    </a:cubicBezTo>
                    <a:cubicBezTo>
                      <a:pt x="3169" y="1284"/>
                      <a:pt x="2602" y="3386"/>
                      <a:pt x="1701" y="4420"/>
                    </a:cubicBezTo>
                    <a:cubicBezTo>
                      <a:pt x="1524" y="4648"/>
                      <a:pt x="1117" y="5067"/>
                      <a:pt x="683" y="5067"/>
                    </a:cubicBezTo>
                    <a:cubicBezTo>
                      <a:pt x="545" y="5067"/>
                      <a:pt x="404" y="5025"/>
                      <a:pt x="267" y="4920"/>
                    </a:cubicBezTo>
                    <a:cubicBezTo>
                      <a:pt x="242" y="4895"/>
                      <a:pt x="211" y="4884"/>
                      <a:pt x="182" y="4884"/>
                    </a:cubicBezTo>
                    <a:cubicBezTo>
                      <a:pt x="134" y="4884"/>
                      <a:pt x="87" y="4912"/>
                      <a:pt x="67" y="4954"/>
                    </a:cubicBezTo>
                    <a:cubicBezTo>
                      <a:pt x="0" y="5020"/>
                      <a:pt x="34" y="5120"/>
                      <a:pt x="100" y="5187"/>
                    </a:cubicBezTo>
                    <a:cubicBezTo>
                      <a:pt x="267" y="5321"/>
                      <a:pt x="467" y="5387"/>
                      <a:pt x="701" y="5387"/>
                    </a:cubicBezTo>
                    <a:cubicBezTo>
                      <a:pt x="1101" y="5387"/>
                      <a:pt x="1535" y="5120"/>
                      <a:pt x="1935" y="4620"/>
                    </a:cubicBezTo>
                    <a:cubicBezTo>
                      <a:pt x="2902" y="3486"/>
                      <a:pt x="3503" y="1184"/>
                      <a:pt x="2268" y="50"/>
                    </a:cubicBezTo>
                    <a:cubicBezTo>
                      <a:pt x="2235" y="17"/>
                      <a:pt x="2193"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p:cNvSpPr/>
              <p:nvPr/>
            </p:nvSpPr>
            <p:spPr>
              <a:xfrm>
                <a:off x="1544600" y="1493175"/>
                <a:ext cx="58400" cy="114275"/>
              </a:xfrm>
              <a:custGeom>
                <a:avLst/>
                <a:gdLst/>
                <a:ahLst/>
                <a:cxnLst/>
                <a:rect l="l" t="t" r="r" b="b"/>
                <a:pathLst>
                  <a:path w="2336" h="4571" extrusionOk="0">
                    <a:moveTo>
                      <a:pt x="2202" y="1"/>
                    </a:moveTo>
                    <a:cubicBezTo>
                      <a:pt x="1602" y="1"/>
                      <a:pt x="1035" y="734"/>
                      <a:pt x="701" y="1402"/>
                    </a:cubicBezTo>
                    <a:cubicBezTo>
                      <a:pt x="301" y="2302"/>
                      <a:pt x="1" y="3670"/>
                      <a:pt x="668" y="4504"/>
                    </a:cubicBezTo>
                    <a:cubicBezTo>
                      <a:pt x="701" y="4571"/>
                      <a:pt x="735" y="4571"/>
                      <a:pt x="801" y="4571"/>
                    </a:cubicBezTo>
                    <a:cubicBezTo>
                      <a:pt x="835" y="4571"/>
                      <a:pt x="835" y="4571"/>
                      <a:pt x="868" y="4537"/>
                    </a:cubicBezTo>
                    <a:cubicBezTo>
                      <a:pt x="935" y="4504"/>
                      <a:pt x="968" y="4404"/>
                      <a:pt x="901" y="4337"/>
                    </a:cubicBezTo>
                    <a:cubicBezTo>
                      <a:pt x="334" y="3570"/>
                      <a:pt x="601" y="2369"/>
                      <a:pt x="1002" y="1535"/>
                    </a:cubicBezTo>
                    <a:cubicBezTo>
                      <a:pt x="1335" y="835"/>
                      <a:pt x="1835" y="301"/>
                      <a:pt x="2202" y="301"/>
                    </a:cubicBezTo>
                    <a:cubicBezTo>
                      <a:pt x="2269" y="301"/>
                      <a:pt x="2336" y="234"/>
                      <a:pt x="2336" y="134"/>
                    </a:cubicBezTo>
                    <a:cubicBezTo>
                      <a:pt x="2336" y="67"/>
                      <a:pt x="2269" y="1"/>
                      <a:pt x="2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p:cNvSpPr/>
              <p:nvPr/>
            </p:nvSpPr>
            <p:spPr>
              <a:xfrm>
                <a:off x="1607975" y="1521525"/>
                <a:ext cx="57575" cy="114275"/>
              </a:xfrm>
              <a:custGeom>
                <a:avLst/>
                <a:gdLst/>
                <a:ahLst/>
                <a:cxnLst/>
                <a:rect l="l" t="t" r="r" b="b"/>
                <a:pathLst>
                  <a:path w="2303" h="4571" extrusionOk="0">
                    <a:moveTo>
                      <a:pt x="2069" y="1"/>
                    </a:moveTo>
                    <a:cubicBezTo>
                      <a:pt x="1969" y="1"/>
                      <a:pt x="1902" y="67"/>
                      <a:pt x="1902" y="168"/>
                    </a:cubicBezTo>
                    <a:cubicBezTo>
                      <a:pt x="1969" y="1702"/>
                      <a:pt x="1269" y="3303"/>
                      <a:pt x="68" y="4270"/>
                    </a:cubicBezTo>
                    <a:cubicBezTo>
                      <a:pt x="1" y="4337"/>
                      <a:pt x="1" y="4437"/>
                      <a:pt x="68" y="4504"/>
                    </a:cubicBezTo>
                    <a:cubicBezTo>
                      <a:pt x="68" y="4537"/>
                      <a:pt x="134" y="4571"/>
                      <a:pt x="168" y="4571"/>
                    </a:cubicBezTo>
                    <a:cubicBezTo>
                      <a:pt x="201" y="4571"/>
                      <a:pt x="234" y="4537"/>
                      <a:pt x="268" y="4537"/>
                    </a:cubicBezTo>
                    <a:cubicBezTo>
                      <a:pt x="1569" y="3470"/>
                      <a:pt x="2303" y="1802"/>
                      <a:pt x="2203" y="134"/>
                    </a:cubicBezTo>
                    <a:cubicBezTo>
                      <a:pt x="2203" y="67"/>
                      <a:pt x="2136" y="1"/>
                      <a:pt x="2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p:cNvSpPr/>
              <p:nvPr/>
            </p:nvSpPr>
            <p:spPr>
              <a:xfrm>
                <a:off x="1686375" y="1542375"/>
                <a:ext cx="53400" cy="110950"/>
              </a:xfrm>
              <a:custGeom>
                <a:avLst/>
                <a:gdLst/>
                <a:ahLst/>
                <a:cxnLst/>
                <a:rect l="l" t="t" r="r" b="b"/>
                <a:pathLst>
                  <a:path w="2136" h="4438" extrusionOk="0">
                    <a:moveTo>
                      <a:pt x="1835" y="1"/>
                    </a:moveTo>
                    <a:cubicBezTo>
                      <a:pt x="1768" y="1"/>
                      <a:pt x="1702" y="67"/>
                      <a:pt x="1702" y="167"/>
                    </a:cubicBezTo>
                    <a:cubicBezTo>
                      <a:pt x="1802" y="1635"/>
                      <a:pt x="1201" y="3170"/>
                      <a:pt x="101" y="4137"/>
                    </a:cubicBezTo>
                    <a:cubicBezTo>
                      <a:pt x="34" y="4204"/>
                      <a:pt x="1" y="4304"/>
                      <a:pt x="67" y="4370"/>
                    </a:cubicBezTo>
                    <a:cubicBezTo>
                      <a:pt x="101" y="4404"/>
                      <a:pt x="134" y="4437"/>
                      <a:pt x="201" y="4437"/>
                    </a:cubicBezTo>
                    <a:cubicBezTo>
                      <a:pt x="234" y="4437"/>
                      <a:pt x="267" y="4404"/>
                      <a:pt x="301" y="4370"/>
                    </a:cubicBezTo>
                    <a:cubicBezTo>
                      <a:pt x="1468" y="3336"/>
                      <a:pt x="2135" y="1702"/>
                      <a:pt x="2002" y="134"/>
                    </a:cubicBezTo>
                    <a:cubicBezTo>
                      <a:pt x="2002" y="67"/>
                      <a:pt x="1935" y="1"/>
                      <a:pt x="1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p:cNvSpPr/>
              <p:nvPr/>
            </p:nvSpPr>
            <p:spPr>
              <a:xfrm>
                <a:off x="1734750" y="1573225"/>
                <a:ext cx="39225" cy="85100"/>
              </a:xfrm>
              <a:custGeom>
                <a:avLst/>
                <a:gdLst/>
                <a:ahLst/>
                <a:cxnLst/>
                <a:rect l="l" t="t" r="r" b="b"/>
                <a:pathLst>
                  <a:path w="1569" h="3404" extrusionOk="0">
                    <a:moveTo>
                      <a:pt x="1435" y="1"/>
                    </a:moveTo>
                    <a:cubicBezTo>
                      <a:pt x="1335" y="1"/>
                      <a:pt x="1268" y="68"/>
                      <a:pt x="1268" y="168"/>
                    </a:cubicBezTo>
                    <a:cubicBezTo>
                      <a:pt x="1268" y="1268"/>
                      <a:pt x="801" y="2336"/>
                      <a:pt x="67" y="3136"/>
                    </a:cubicBezTo>
                    <a:cubicBezTo>
                      <a:pt x="0" y="3203"/>
                      <a:pt x="0" y="3303"/>
                      <a:pt x="67" y="3370"/>
                    </a:cubicBezTo>
                    <a:cubicBezTo>
                      <a:pt x="100" y="3370"/>
                      <a:pt x="134" y="3403"/>
                      <a:pt x="167" y="3403"/>
                    </a:cubicBezTo>
                    <a:cubicBezTo>
                      <a:pt x="200" y="3403"/>
                      <a:pt x="267" y="3370"/>
                      <a:pt x="300" y="3337"/>
                    </a:cubicBezTo>
                    <a:cubicBezTo>
                      <a:pt x="1101" y="2503"/>
                      <a:pt x="1568" y="1335"/>
                      <a:pt x="1568" y="168"/>
                    </a:cubicBezTo>
                    <a:cubicBezTo>
                      <a:pt x="1568" y="68"/>
                      <a:pt x="1501" y="1"/>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p:cNvSpPr/>
              <p:nvPr/>
            </p:nvSpPr>
            <p:spPr>
              <a:xfrm>
                <a:off x="1343625" y="1295100"/>
                <a:ext cx="197675" cy="108875"/>
              </a:xfrm>
              <a:custGeom>
                <a:avLst/>
                <a:gdLst/>
                <a:ahLst/>
                <a:cxnLst/>
                <a:rect l="l" t="t" r="r" b="b"/>
                <a:pathLst>
                  <a:path w="7907" h="4355" extrusionOk="0">
                    <a:moveTo>
                      <a:pt x="2074" y="305"/>
                    </a:moveTo>
                    <a:cubicBezTo>
                      <a:pt x="2226" y="305"/>
                      <a:pt x="2368" y="322"/>
                      <a:pt x="2503" y="352"/>
                    </a:cubicBezTo>
                    <a:cubicBezTo>
                      <a:pt x="2736" y="418"/>
                      <a:pt x="2936" y="518"/>
                      <a:pt x="3170" y="618"/>
                    </a:cubicBezTo>
                    <a:lnTo>
                      <a:pt x="7573" y="2787"/>
                    </a:lnTo>
                    <a:cubicBezTo>
                      <a:pt x="7573" y="2787"/>
                      <a:pt x="7573" y="2820"/>
                      <a:pt x="7573" y="2853"/>
                    </a:cubicBezTo>
                    <a:lnTo>
                      <a:pt x="7373" y="3787"/>
                    </a:lnTo>
                    <a:lnTo>
                      <a:pt x="5738" y="3187"/>
                    </a:lnTo>
                    <a:cubicBezTo>
                      <a:pt x="5705" y="3187"/>
                      <a:pt x="5671" y="3187"/>
                      <a:pt x="5605" y="3220"/>
                    </a:cubicBezTo>
                    <a:cubicBezTo>
                      <a:pt x="5571" y="3254"/>
                      <a:pt x="5538" y="3287"/>
                      <a:pt x="5538" y="3320"/>
                    </a:cubicBezTo>
                    <a:cubicBezTo>
                      <a:pt x="5505" y="3554"/>
                      <a:pt x="5471" y="3787"/>
                      <a:pt x="5405" y="3987"/>
                    </a:cubicBezTo>
                    <a:cubicBezTo>
                      <a:pt x="3803" y="3454"/>
                      <a:pt x="2236" y="2787"/>
                      <a:pt x="735" y="2019"/>
                    </a:cubicBezTo>
                    <a:cubicBezTo>
                      <a:pt x="601" y="1953"/>
                      <a:pt x="501" y="1853"/>
                      <a:pt x="434" y="1753"/>
                    </a:cubicBezTo>
                    <a:cubicBezTo>
                      <a:pt x="334" y="1486"/>
                      <a:pt x="434" y="1152"/>
                      <a:pt x="501" y="785"/>
                    </a:cubicBezTo>
                    <a:cubicBezTo>
                      <a:pt x="534" y="718"/>
                      <a:pt x="534" y="652"/>
                      <a:pt x="568" y="585"/>
                    </a:cubicBezTo>
                    <a:cubicBezTo>
                      <a:pt x="635" y="552"/>
                      <a:pt x="868" y="485"/>
                      <a:pt x="1335" y="418"/>
                    </a:cubicBezTo>
                    <a:lnTo>
                      <a:pt x="1468" y="385"/>
                    </a:lnTo>
                    <a:cubicBezTo>
                      <a:pt x="1689" y="330"/>
                      <a:pt x="1889" y="305"/>
                      <a:pt x="2074" y="305"/>
                    </a:cubicBezTo>
                    <a:close/>
                    <a:moveTo>
                      <a:pt x="2098" y="0"/>
                    </a:moveTo>
                    <a:cubicBezTo>
                      <a:pt x="1835" y="0"/>
                      <a:pt x="1592" y="42"/>
                      <a:pt x="1402" y="85"/>
                    </a:cubicBezTo>
                    <a:lnTo>
                      <a:pt x="1302" y="85"/>
                    </a:lnTo>
                    <a:cubicBezTo>
                      <a:pt x="301" y="285"/>
                      <a:pt x="301" y="318"/>
                      <a:pt x="268" y="452"/>
                    </a:cubicBezTo>
                    <a:cubicBezTo>
                      <a:pt x="268" y="518"/>
                      <a:pt x="234" y="618"/>
                      <a:pt x="201" y="718"/>
                    </a:cubicBezTo>
                    <a:cubicBezTo>
                      <a:pt x="101" y="1119"/>
                      <a:pt x="1" y="1519"/>
                      <a:pt x="168" y="1886"/>
                    </a:cubicBezTo>
                    <a:cubicBezTo>
                      <a:pt x="234" y="2053"/>
                      <a:pt x="401" y="2186"/>
                      <a:pt x="601" y="2286"/>
                    </a:cubicBezTo>
                    <a:cubicBezTo>
                      <a:pt x="2169" y="3087"/>
                      <a:pt x="3803" y="3754"/>
                      <a:pt x="5438" y="4354"/>
                    </a:cubicBezTo>
                    <a:lnTo>
                      <a:pt x="5471" y="4354"/>
                    </a:lnTo>
                    <a:cubicBezTo>
                      <a:pt x="5538" y="4354"/>
                      <a:pt x="5605" y="4321"/>
                      <a:pt x="5638" y="4254"/>
                    </a:cubicBezTo>
                    <a:cubicBezTo>
                      <a:pt x="5705" y="4021"/>
                      <a:pt x="5772" y="3787"/>
                      <a:pt x="5838" y="3554"/>
                    </a:cubicBezTo>
                    <a:lnTo>
                      <a:pt x="7406" y="4121"/>
                    </a:lnTo>
                    <a:cubicBezTo>
                      <a:pt x="7428" y="4132"/>
                      <a:pt x="7447" y="4136"/>
                      <a:pt x="7463" y="4136"/>
                    </a:cubicBezTo>
                    <a:cubicBezTo>
                      <a:pt x="7495" y="4136"/>
                      <a:pt x="7517" y="4121"/>
                      <a:pt x="7539" y="4121"/>
                    </a:cubicBezTo>
                    <a:cubicBezTo>
                      <a:pt x="7573" y="4088"/>
                      <a:pt x="7606" y="4054"/>
                      <a:pt x="7640" y="4021"/>
                    </a:cubicBezTo>
                    <a:lnTo>
                      <a:pt x="7873" y="2887"/>
                    </a:lnTo>
                    <a:cubicBezTo>
                      <a:pt x="7873" y="2853"/>
                      <a:pt x="7906" y="2720"/>
                      <a:pt x="7840" y="2620"/>
                    </a:cubicBezTo>
                    <a:cubicBezTo>
                      <a:pt x="7806" y="2553"/>
                      <a:pt x="7740" y="2520"/>
                      <a:pt x="7706" y="2486"/>
                    </a:cubicBezTo>
                    <a:lnTo>
                      <a:pt x="3303" y="352"/>
                    </a:lnTo>
                    <a:cubicBezTo>
                      <a:pt x="3070" y="218"/>
                      <a:pt x="2836" y="118"/>
                      <a:pt x="2569" y="51"/>
                    </a:cubicBezTo>
                    <a:cubicBezTo>
                      <a:pt x="2410" y="15"/>
                      <a:pt x="2250" y="0"/>
                      <a:pt x="2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p:cNvSpPr/>
              <p:nvPr/>
            </p:nvSpPr>
            <p:spPr>
              <a:xfrm>
                <a:off x="1383650" y="1295225"/>
                <a:ext cx="106775" cy="87900"/>
              </a:xfrm>
              <a:custGeom>
                <a:avLst/>
                <a:gdLst/>
                <a:ahLst/>
                <a:cxnLst/>
                <a:rect l="l" t="t" r="r" b="b"/>
                <a:pathLst>
                  <a:path w="4271" h="3516" extrusionOk="0">
                    <a:moveTo>
                      <a:pt x="713" y="0"/>
                    </a:moveTo>
                    <a:cubicBezTo>
                      <a:pt x="655" y="0"/>
                      <a:pt x="593" y="38"/>
                      <a:pt x="568" y="113"/>
                    </a:cubicBezTo>
                    <a:cubicBezTo>
                      <a:pt x="501" y="280"/>
                      <a:pt x="401" y="480"/>
                      <a:pt x="301" y="647"/>
                    </a:cubicBezTo>
                    <a:cubicBezTo>
                      <a:pt x="234" y="847"/>
                      <a:pt x="134" y="1014"/>
                      <a:pt x="34" y="1214"/>
                    </a:cubicBezTo>
                    <a:cubicBezTo>
                      <a:pt x="34" y="1247"/>
                      <a:pt x="1" y="1347"/>
                      <a:pt x="34" y="1414"/>
                    </a:cubicBezTo>
                    <a:cubicBezTo>
                      <a:pt x="68" y="1481"/>
                      <a:pt x="134" y="1514"/>
                      <a:pt x="168" y="1547"/>
                    </a:cubicBezTo>
                    <a:lnTo>
                      <a:pt x="334" y="1647"/>
                    </a:lnTo>
                    <a:cubicBezTo>
                      <a:pt x="1102" y="2114"/>
                      <a:pt x="1902" y="2581"/>
                      <a:pt x="2770" y="2915"/>
                    </a:cubicBezTo>
                    <a:cubicBezTo>
                      <a:pt x="3136" y="3048"/>
                      <a:pt x="3470" y="3215"/>
                      <a:pt x="3837" y="3382"/>
                    </a:cubicBezTo>
                    <a:lnTo>
                      <a:pt x="4037" y="3482"/>
                    </a:lnTo>
                    <a:cubicBezTo>
                      <a:pt x="4037" y="3482"/>
                      <a:pt x="4070" y="3515"/>
                      <a:pt x="4104" y="3515"/>
                    </a:cubicBezTo>
                    <a:cubicBezTo>
                      <a:pt x="4171" y="3515"/>
                      <a:pt x="4204" y="3482"/>
                      <a:pt x="4237" y="3415"/>
                    </a:cubicBezTo>
                    <a:cubicBezTo>
                      <a:pt x="4271" y="3349"/>
                      <a:pt x="4237" y="3249"/>
                      <a:pt x="4171" y="3215"/>
                    </a:cubicBezTo>
                    <a:lnTo>
                      <a:pt x="3970" y="3115"/>
                    </a:lnTo>
                    <a:cubicBezTo>
                      <a:pt x="3603" y="2915"/>
                      <a:pt x="3270" y="2748"/>
                      <a:pt x="2870" y="2615"/>
                    </a:cubicBezTo>
                    <a:cubicBezTo>
                      <a:pt x="2036" y="2281"/>
                      <a:pt x="1268" y="1848"/>
                      <a:pt x="468" y="1381"/>
                    </a:cubicBezTo>
                    <a:lnTo>
                      <a:pt x="334" y="1281"/>
                    </a:lnTo>
                    <a:cubicBezTo>
                      <a:pt x="401" y="1114"/>
                      <a:pt x="501" y="947"/>
                      <a:pt x="601" y="780"/>
                    </a:cubicBezTo>
                    <a:cubicBezTo>
                      <a:pt x="668" y="613"/>
                      <a:pt x="768" y="413"/>
                      <a:pt x="868" y="213"/>
                    </a:cubicBezTo>
                    <a:cubicBezTo>
                      <a:pt x="902" y="146"/>
                      <a:pt x="835" y="46"/>
                      <a:pt x="768" y="13"/>
                    </a:cubicBezTo>
                    <a:cubicBezTo>
                      <a:pt x="751" y="5"/>
                      <a:pt x="733" y="0"/>
                      <a:pt x="7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p:cNvSpPr/>
              <p:nvPr/>
            </p:nvSpPr>
            <p:spPr>
              <a:xfrm>
                <a:off x="1350300" y="1302825"/>
                <a:ext cx="44225" cy="25250"/>
              </a:xfrm>
              <a:custGeom>
                <a:avLst/>
                <a:gdLst/>
                <a:ahLst/>
                <a:cxnLst/>
                <a:rect l="l" t="t" r="r" b="b"/>
                <a:pathLst>
                  <a:path w="1769" h="1010" extrusionOk="0">
                    <a:moveTo>
                      <a:pt x="161" y="0"/>
                    </a:moveTo>
                    <a:cubicBezTo>
                      <a:pt x="100" y="0"/>
                      <a:pt x="28" y="55"/>
                      <a:pt x="1" y="109"/>
                    </a:cubicBezTo>
                    <a:cubicBezTo>
                      <a:pt x="1" y="176"/>
                      <a:pt x="34" y="276"/>
                      <a:pt x="101" y="309"/>
                    </a:cubicBezTo>
                    <a:cubicBezTo>
                      <a:pt x="468" y="443"/>
                      <a:pt x="1201" y="810"/>
                      <a:pt x="1502" y="977"/>
                    </a:cubicBezTo>
                    <a:cubicBezTo>
                      <a:pt x="1535" y="1010"/>
                      <a:pt x="1568" y="1010"/>
                      <a:pt x="1568" y="1010"/>
                    </a:cubicBezTo>
                    <a:cubicBezTo>
                      <a:pt x="1635" y="1010"/>
                      <a:pt x="1668" y="977"/>
                      <a:pt x="1702" y="910"/>
                    </a:cubicBezTo>
                    <a:cubicBezTo>
                      <a:pt x="1769" y="843"/>
                      <a:pt x="1735" y="743"/>
                      <a:pt x="1668" y="710"/>
                    </a:cubicBezTo>
                    <a:cubicBezTo>
                      <a:pt x="1335" y="510"/>
                      <a:pt x="601" y="176"/>
                      <a:pt x="201" y="9"/>
                    </a:cubicBezTo>
                    <a:cubicBezTo>
                      <a:pt x="188" y="3"/>
                      <a:pt x="175"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p:cNvSpPr/>
              <p:nvPr/>
            </p:nvSpPr>
            <p:spPr>
              <a:xfrm>
                <a:off x="1739750" y="1341125"/>
                <a:ext cx="542075" cy="312200"/>
              </a:xfrm>
              <a:custGeom>
                <a:avLst/>
                <a:gdLst/>
                <a:ahLst/>
                <a:cxnLst/>
                <a:rect l="l" t="t" r="r" b="b"/>
                <a:pathLst>
                  <a:path w="21683" h="12488" extrusionOk="0">
                    <a:moveTo>
                      <a:pt x="7659" y="0"/>
                    </a:moveTo>
                    <a:cubicBezTo>
                      <a:pt x="6391" y="0"/>
                      <a:pt x="5391" y="409"/>
                      <a:pt x="4770" y="1046"/>
                    </a:cubicBezTo>
                    <a:cubicBezTo>
                      <a:pt x="3636" y="2213"/>
                      <a:pt x="3636" y="4014"/>
                      <a:pt x="4837" y="5782"/>
                    </a:cubicBezTo>
                    <a:cubicBezTo>
                      <a:pt x="5071" y="6149"/>
                      <a:pt x="5171" y="6450"/>
                      <a:pt x="5071" y="6616"/>
                    </a:cubicBezTo>
                    <a:cubicBezTo>
                      <a:pt x="5020" y="6718"/>
                      <a:pt x="4891" y="6762"/>
                      <a:pt x="4699" y="6762"/>
                    </a:cubicBezTo>
                    <a:cubicBezTo>
                      <a:pt x="4640" y="6762"/>
                      <a:pt x="4574" y="6758"/>
                      <a:pt x="4504" y="6750"/>
                    </a:cubicBezTo>
                    <a:cubicBezTo>
                      <a:pt x="3670" y="6683"/>
                      <a:pt x="2969" y="6316"/>
                      <a:pt x="2202" y="5949"/>
                    </a:cubicBezTo>
                    <a:cubicBezTo>
                      <a:pt x="1568" y="5649"/>
                      <a:pt x="901" y="5315"/>
                      <a:pt x="201" y="5149"/>
                    </a:cubicBezTo>
                    <a:cubicBezTo>
                      <a:pt x="134" y="5149"/>
                      <a:pt x="67" y="5182"/>
                      <a:pt x="34" y="5249"/>
                    </a:cubicBezTo>
                    <a:cubicBezTo>
                      <a:pt x="0" y="5282"/>
                      <a:pt x="0" y="5382"/>
                      <a:pt x="67" y="5415"/>
                    </a:cubicBezTo>
                    <a:cubicBezTo>
                      <a:pt x="4037" y="9618"/>
                      <a:pt x="12476" y="12454"/>
                      <a:pt x="13410" y="12487"/>
                    </a:cubicBezTo>
                    <a:lnTo>
                      <a:pt x="13510" y="12487"/>
                    </a:lnTo>
                    <a:cubicBezTo>
                      <a:pt x="15211" y="12487"/>
                      <a:pt x="19414" y="10986"/>
                      <a:pt x="20815" y="10452"/>
                    </a:cubicBezTo>
                    <a:cubicBezTo>
                      <a:pt x="21549" y="10152"/>
                      <a:pt x="21683" y="9685"/>
                      <a:pt x="21616" y="9018"/>
                    </a:cubicBezTo>
                    <a:cubicBezTo>
                      <a:pt x="21616" y="8951"/>
                      <a:pt x="21549" y="8885"/>
                      <a:pt x="21449" y="8885"/>
                    </a:cubicBezTo>
                    <a:cubicBezTo>
                      <a:pt x="21349" y="8885"/>
                      <a:pt x="21282" y="8985"/>
                      <a:pt x="21316" y="9051"/>
                    </a:cubicBezTo>
                    <a:cubicBezTo>
                      <a:pt x="21349" y="9719"/>
                      <a:pt x="21216" y="9952"/>
                      <a:pt x="20682" y="10152"/>
                    </a:cubicBezTo>
                    <a:cubicBezTo>
                      <a:pt x="18641" y="10975"/>
                      <a:pt x="14912" y="12188"/>
                      <a:pt x="13467" y="12188"/>
                    </a:cubicBezTo>
                    <a:cubicBezTo>
                      <a:pt x="13448" y="12188"/>
                      <a:pt x="13429" y="12187"/>
                      <a:pt x="13410" y="12187"/>
                    </a:cubicBezTo>
                    <a:cubicBezTo>
                      <a:pt x="12543" y="12120"/>
                      <a:pt x="4770" y="9552"/>
                      <a:pt x="701" y="5616"/>
                    </a:cubicBezTo>
                    <a:lnTo>
                      <a:pt x="701" y="5616"/>
                    </a:lnTo>
                    <a:cubicBezTo>
                      <a:pt x="1168" y="5782"/>
                      <a:pt x="1602" y="6016"/>
                      <a:pt x="2069" y="6216"/>
                    </a:cubicBezTo>
                    <a:cubicBezTo>
                      <a:pt x="2802" y="6583"/>
                      <a:pt x="3603" y="6983"/>
                      <a:pt x="4437" y="7050"/>
                    </a:cubicBezTo>
                    <a:cubicBezTo>
                      <a:pt x="4525" y="7064"/>
                      <a:pt x="4610" y="7070"/>
                      <a:pt x="4689" y="7070"/>
                    </a:cubicBezTo>
                    <a:cubicBezTo>
                      <a:pt x="4998" y="7070"/>
                      <a:pt x="5231" y="6969"/>
                      <a:pt x="5338" y="6783"/>
                    </a:cubicBezTo>
                    <a:cubicBezTo>
                      <a:pt x="5504" y="6483"/>
                      <a:pt x="5438" y="6116"/>
                      <a:pt x="5104" y="5616"/>
                    </a:cubicBezTo>
                    <a:cubicBezTo>
                      <a:pt x="4003" y="3981"/>
                      <a:pt x="3970" y="2313"/>
                      <a:pt x="4971" y="1279"/>
                    </a:cubicBezTo>
                    <a:cubicBezTo>
                      <a:pt x="5549" y="685"/>
                      <a:pt x="6472" y="311"/>
                      <a:pt x="7646" y="311"/>
                    </a:cubicBezTo>
                    <a:cubicBezTo>
                      <a:pt x="8977" y="311"/>
                      <a:pt x="10633" y="792"/>
                      <a:pt x="12476" y="1980"/>
                    </a:cubicBezTo>
                    <a:cubicBezTo>
                      <a:pt x="12501" y="2005"/>
                      <a:pt x="12532" y="2016"/>
                      <a:pt x="12563" y="2016"/>
                    </a:cubicBezTo>
                    <a:cubicBezTo>
                      <a:pt x="12614" y="2016"/>
                      <a:pt x="12668" y="1988"/>
                      <a:pt x="12709" y="1946"/>
                    </a:cubicBezTo>
                    <a:cubicBezTo>
                      <a:pt x="12743" y="1880"/>
                      <a:pt x="12743" y="1780"/>
                      <a:pt x="12643" y="1713"/>
                    </a:cubicBezTo>
                    <a:cubicBezTo>
                      <a:pt x="10759" y="492"/>
                      <a:pt x="9048" y="0"/>
                      <a:pt x="76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p:cNvSpPr/>
              <p:nvPr/>
            </p:nvSpPr>
            <p:spPr>
              <a:xfrm>
                <a:off x="1527925" y="1383700"/>
                <a:ext cx="221025" cy="94500"/>
              </a:xfrm>
              <a:custGeom>
                <a:avLst/>
                <a:gdLst/>
                <a:ahLst/>
                <a:cxnLst/>
                <a:rect l="l" t="t" r="r" b="b"/>
                <a:pathLst>
                  <a:path w="8841" h="3780" extrusionOk="0">
                    <a:moveTo>
                      <a:pt x="179" y="1"/>
                    </a:moveTo>
                    <a:cubicBezTo>
                      <a:pt x="100" y="1"/>
                      <a:pt x="28" y="55"/>
                      <a:pt x="1" y="110"/>
                    </a:cubicBezTo>
                    <a:cubicBezTo>
                      <a:pt x="1" y="177"/>
                      <a:pt x="34" y="277"/>
                      <a:pt x="101" y="310"/>
                    </a:cubicBezTo>
                    <a:cubicBezTo>
                      <a:pt x="1502" y="877"/>
                      <a:pt x="2936" y="1444"/>
                      <a:pt x="4337" y="2045"/>
                    </a:cubicBezTo>
                    <a:cubicBezTo>
                      <a:pt x="5771" y="2612"/>
                      <a:pt x="7206" y="3179"/>
                      <a:pt x="8607" y="3746"/>
                    </a:cubicBezTo>
                    <a:cubicBezTo>
                      <a:pt x="8607" y="3779"/>
                      <a:pt x="8640" y="3779"/>
                      <a:pt x="8640" y="3779"/>
                    </a:cubicBezTo>
                    <a:cubicBezTo>
                      <a:pt x="8707" y="3779"/>
                      <a:pt x="8774" y="3746"/>
                      <a:pt x="8807" y="3679"/>
                    </a:cubicBezTo>
                    <a:cubicBezTo>
                      <a:pt x="8840" y="3579"/>
                      <a:pt x="8774" y="3512"/>
                      <a:pt x="8707" y="3479"/>
                    </a:cubicBezTo>
                    <a:cubicBezTo>
                      <a:pt x="7306" y="2879"/>
                      <a:pt x="5905" y="2311"/>
                      <a:pt x="4471" y="1744"/>
                    </a:cubicBezTo>
                    <a:cubicBezTo>
                      <a:pt x="3036" y="1177"/>
                      <a:pt x="1602" y="577"/>
                      <a:pt x="234" y="10"/>
                    </a:cubicBezTo>
                    <a:cubicBezTo>
                      <a:pt x="216"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p:cNvSpPr/>
              <p:nvPr/>
            </p:nvSpPr>
            <p:spPr>
              <a:xfrm>
                <a:off x="1838150" y="1411025"/>
                <a:ext cx="406975" cy="198925"/>
              </a:xfrm>
              <a:custGeom>
                <a:avLst/>
                <a:gdLst/>
                <a:ahLst/>
                <a:cxnLst/>
                <a:rect l="l" t="t" r="r" b="b"/>
                <a:pathLst>
                  <a:path w="16279" h="7957" extrusionOk="0">
                    <a:moveTo>
                      <a:pt x="155" y="1"/>
                    </a:moveTo>
                    <a:cubicBezTo>
                      <a:pt x="117" y="1"/>
                      <a:pt x="84" y="18"/>
                      <a:pt x="67" y="51"/>
                    </a:cubicBezTo>
                    <a:cubicBezTo>
                      <a:pt x="1" y="118"/>
                      <a:pt x="1" y="218"/>
                      <a:pt x="34" y="251"/>
                    </a:cubicBezTo>
                    <a:cubicBezTo>
                      <a:pt x="1001" y="1319"/>
                      <a:pt x="2169" y="2253"/>
                      <a:pt x="3303" y="2886"/>
                    </a:cubicBezTo>
                    <a:cubicBezTo>
                      <a:pt x="4337" y="3453"/>
                      <a:pt x="5504" y="3887"/>
                      <a:pt x="6605" y="4321"/>
                    </a:cubicBezTo>
                    <a:cubicBezTo>
                      <a:pt x="8106" y="4921"/>
                      <a:pt x="9707" y="5522"/>
                      <a:pt x="11309" y="6122"/>
                    </a:cubicBezTo>
                    <a:cubicBezTo>
                      <a:pt x="12910" y="6756"/>
                      <a:pt x="14511" y="7356"/>
                      <a:pt x="16045" y="7957"/>
                    </a:cubicBezTo>
                    <a:lnTo>
                      <a:pt x="16079" y="7957"/>
                    </a:lnTo>
                    <a:cubicBezTo>
                      <a:pt x="16145" y="7957"/>
                      <a:pt x="16212" y="7923"/>
                      <a:pt x="16245" y="7857"/>
                    </a:cubicBezTo>
                    <a:cubicBezTo>
                      <a:pt x="16279" y="7756"/>
                      <a:pt x="16212" y="7690"/>
                      <a:pt x="16145" y="7656"/>
                    </a:cubicBezTo>
                    <a:cubicBezTo>
                      <a:pt x="14611" y="7056"/>
                      <a:pt x="13010" y="6456"/>
                      <a:pt x="11442" y="5855"/>
                    </a:cubicBezTo>
                    <a:cubicBezTo>
                      <a:pt x="9841" y="5221"/>
                      <a:pt x="8240" y="4621"/>
                      <a:pt x="6705" y="4020"/>
                    </a:cubicBezTo>
                    <a:cubicBezTo>
                      <a:pt x="5605" y="3620"/>
                      <a:pt x="4470" y="3187"/>
                      <a:pt x="3436" y="2586"/>
                    </a:cubicBezTo>
                    <a:cubicBezTo>
                      <a:pt x="2336" y="1986"/>
                      <a:pt x="1201" y="1085"/>
                      <a:pt x="267" y="51"/>
                    </a:cubicBezTo>
                    <a:cubicBezTo>
                      <a:pt x="234" y="18"/>
                      <a:pt x="192"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p:cNvSpPr/>
              <p:nvPr/>
            </p:nvSpPr>
            <p:spPr>
              <a:xfrm>
                <a:off x="1964075" y="1384775"/>
                <a:ext cx="37550" cy="95925"/>
              </a:xfrm>
              <a:custGeom>
                <a:avLst/>
                <a:gdLst/>
                <a:ahLst/>
                <a:cxnLst/>
                <a:rect l="l" t="t" r="r" b="b"/>
                <a:pathLst>
                  <a:path w="1502" h="3837" extrusionOk="0">
                    <a:moveTo>
                      <a:pt x="1335" y="0"/>
                    </a:moveTo>
                    <a:cubicBezTo>
                      <a:pt x="1268" y="0"/>
                      <a:pt x="1201" y="100"/>
                      <a:pt x="1201" y="167"/>
                    </a:cubicBezTo>
                    <a:cubicBezTo>
                      <a:pt x="1201" y="1401"/>
                      <a:pt x="801" y="2602"/>
                      <a:pt x="34" y="3569"/>
                    </a:cubicBezTo>
                    <a:cubicBezTo>
                      <a:pt x="0" y="3636"/>
                      <a:pt x="0" y="3736"/>
                      <a:pt x="67" y="3803"/>
                    </a:cubicBezTo>
                    <a:cubicBezTo>
                      <a:pt x="101" y="3803"/>
                      <a:pt x="134" y="3836"/>
                      <a:pt x="167" y="3836"/>
                    </a:cubicBezTo>
                    <a:cubicBezTo>
                      <a:pt x="201" y="3836"/>
                      <a:pt x="267" y="3803"/>
                      <a:pt x="301" y="3770"/>
                    </a:cubicBezTo>
                    <a:cubicBezTo>
                      <a:pt x="1068" y="2735"/>
                      <a:pt x="1502" y="1468"/>
                      <a:pt x="1502" y="167"/>
                    </a:cubicBezTo>
                    <a:cubicBezTo>
                      <a:pt x="1502" y="100"/>
                      <a:pt x="1435"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p:cNvSpPr/>
              <p:nvPr/>
            </p:nvSpPr>
            <p:spPr>
              <a:xfrm>
                <a:off x="1910700" y="1532800"/>
                <a:ext cx="70900" cy="41300"/>
              </a:xfrm>
              <a:custGeom>
                <a:avLst/>
                <a:gdLst/>
                <a:ahLst/>
                <a:cxnLst/>
                <a:rect l="l" t="t" r="r" b="b"/>
                <a:pathLst>
                  <a:path w="2836" h="1652" extrusionOk="0">
                    <a:moveTo>
                      <a:pt x="2669" y="0"/>
                    </a:moveTo>
                    <a:cubicBezTo>
                      <a:pt x="2636" y="0"/>
                      <a:pt x="2602" y="17"/>
                      <a:pt x="2569" y="50"/>
                    </a:cubicBezTo>
                    <a:cubicBezTo>
                      <a:pt x="1902" y="717"/>
                      <a:pt x="1035" y="1184"/>
                      <a:pt x="134" y="1351"/>
                    </a:cubicBezTo>
                    <a:cubicBezTo>
                      <a:pt x="67" y="1351"/>
                      <a:pt x="1" y="1451"/>
                      <a:pt x="1" y="1518"/>
                    </a:cubicBezTo>
                    <a:cubicBezTo>
                      <a:pt x="34" y="1585"/>
                      <a:pt x="101" y="1651"/>
                      <a:pt x="167" y="1651"/>
                    </a:cubicBezTo>
                    <a:lnTo>
                      <a:pt x="201" y="1651"/>
                    </a:lnTo>
                    <a:cubicBezTo>
                      <a:pt x="1168" y="1451"/>
                      <a:pt x="2069" y="984"/>
                      <a:pt x="2769" y="284"/>
                    </a:cubicBezTo>
                    <a:cubicBezTo>
                      <a:pt x="2836" y="217"/>
                      <a:pt x="2836" y="117"/>
                      <a:pt x="2769" y="50"/>
                    </a:cubicBezTo>
                    <a:cubicBezTo>
                      <a:pt x="2736" y="17"/>
                      <a:pt x="2703" y="0"/>
                      <a:pt x="26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p:cNvSpPr/>
              <p:nvPr/>
            </p:nvSpPr>
            <p:spPr>
              <a:xfrm>
                <a:off x="2009100" y="1573650"/>
                <a:ext cx="78425" cy="44650"/>
              </a:xfrm>
              <a:custGeom>
                <a:avLst/>
                <a:gdLst/>
                <a:ahLst/>
                <a:cxnLst/>
                <a:rect l="l" t="t" r="r" b="b"/>
                <a:pathLst>
                  <a:path w="3137" h="1786" extrusionOk="0">
                    <a:moveTo>
                      <a:pt x="2986" y="1"/>
                    </a:moveTo>
                    <a:cubicBezTo>
                      <a:pt x="2944" y="1"/>
                      <a:pt x="2903" y="17"/>
                      <a:pt x="2869" y="51"/>
                    </a:cubicBezTo>
                    <a:cubicBezTo>
                      <a:pt x="2136" y="784"/>
                      <a:pt x="1168" y="1285"/>
                      <a:pt x="134" y="1452"/>
                    </a:cubicBezTo>
                    <a:cubicBezTo>
                      <a:pt x="34" y="1485"/>
                      <a:pt x="1" y="1552"/>
                      <a:pt x="1" y="1652"/>
                    </a:cubicBezTo>
                    <a:cubicBezTo>
                      <a:pt x="1" y="1718"/>
                      <a:pt x="67" y="1785"/>
                      <a:pt x="168" y="1785"/>
                    </a:cubicBezTo>
                    <a:cubicBezTo>
                      <a:pt x="1268" y="1585"/>
                      <a:pt x="2302" y="1051"/>
                      <a:pt x="3103" y="284"/>
                    </a:cubicBezTo>
                    <a:cubicBezTo>
                      <a:pt x="3136" y="217"/>
                      <a:pt x="3136" y="117"/>
                      <a:pt x="3103" y="51"/>
                    </a:cubicBezTo>
                    <a:cubicBezTo>
                      <a:pt x="3070" y="17"/>
                      <a:pt x="3028" y="1"/>
                      <a:pt x="2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p:cNvSpPr/>
              <p:nvPr/>
            </p:nvSpPr>
            <p:spPr>
              <a:xfrm>
                <a:off x="1758100" y="1664425"/>
                <a:ext cx="152625" cy="112325"/>
              </a:xfrm>
              <a:custGeom>
                <a:avLst/>
                <a:gdLst/>
                <a:ahLst/>
                <a:cxnLst/>
                <a:rect l="l" t="t" r="r" b="b"/>
                <a:pathLst>
                  <a:path w="6105" h="4493" extrusionOk="0">
                    <a:moveTo>
                      <a:pt x="136" y="0"/>
                    </a:moveTo>
                    <a:cubicBezTo>
                      <a:pt x="106" y="0"/>
                      <a:pt x="81" y="8"/>
                      <a:pt x="67" y="22"/>
                    </a:cubicBezTo>
                    <a:cubicBezTo>
                      <a:pt x="0" y="89"/>
                      <a:pt x="0" y="189"/>
                      <a:pt x="34" y="256"/>
                    </a:cubicBezTo>
                    <a:cubicBezTo>
                      <a:pt x="1335" y="1657"/>
                      <a:pt x="4103" y="3992"/>
                      <a:pt x="5904" y="4492"/>
                    </a:cubicBezTo>
                    <a:lnTo>
                      <a:pt x="5971" y="4492"/>
                    </a:lnTo>
                    <a:cubicBezTo>
                      <a:pt x="6005" y="4492"/>
                      <a:pt x="6038" y="4492"/>
                      <a:pt x="6071" y="4459"/>
                    </a:cubicBezTo>
                    <a:cubicBezTo>
                      <a:pt x="6105" y="4425"/>
                      <a:pt x="6105" y="4359"/>
                      <a:pt x="6105" y="4292"/>
                    </a:cubicBezTo>
                    <a:cubicBezTo>
                      <a:pt x="5738" y="3258"/>
                      <a:pt x="4103" y="823"/>
                      <a:pt x="3203" y="189"/>
                    </a:cubicBezTo>
                    <a:cubicBezTo>
                      <a:pt x="3185" y="180"/>
                      <a:pt x="3164" y="176"/>
                      <a:pt x="3143" y="176"/>
                    </a:cubicBezTo>
                    <a:cubicBezTo>
                      <a:pt x="3085" y="176"/>
                      <a:pt x="3018" y="207"/>
                      <a:pt x="2969" y="256"/>
                    </a:cubicBezTo>
                    <a:cubicBezTo>
                      <a:pt x="2936" y="322"/>
                      <a:pt x="2936" y="422"/>
                      <a:pt x="3036" y="456"/>
                    </a:cubicBezTo>
                    <a:cubicBezTo>
                      <a:pt x="3803" y="990"/>
                      <a:pt x="5204" y="2991"/>
                      <a:pt x="5671" y="4092"/>
                    </a:cubicBezTo>
                    <a:cubicBezTo>
                      <a:pt x="3936" y="3425"/>
                      <a:pt x="1468" y="1323"/>
                      <a:pt x="267" y="56"/>
                    </a:cubicBezTo>
                    <a:cubicBezTo>
                      <a:pt x="228" y="16"/>
                      <a:pt x="177" y="0"/>
                      <a:pt x="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p:cNvSpPr/>
              <p:nvPr/>
            </p:nvSpPr>
            <p:spPr>
              <a:xfrm>
                <a:off x="1723075" y="1510275"/>
                <a:ext cx="70900" cy="22125"/>
              </a:xfrm>
              <a:custGeom>
                <a:avLst/>
                <a:gdLst/>
                <a:ahLst/>
                <a:cxnLst/>
                <a:rect l="l" t="t" r="r" b="b"/>
                <a:pathLst>
                  <a:path w="2836" h="885" extrusionOk="0">
                    <a:moveTo>
                      <a:pt x="2652" y="0"/>
                    </a:moveTo>
                    <a:cubicBezTo>
                      <a:pt x="2610" y="0"/>
                      <a:pt x="2569" y="17"/>
                      <a:pt x="2535" y="50"/>
                    </a:cubicBezTo>
                    <a:cubicBezTo>
                      <a:pt x="2502" y="117"/>
                      <a:pt x="2435" y="184"/>
                      <a:pt x="2369" y="284"/>
                    </a:cubicBezTo>
                    <a:cubicBezTo>
                      <a:pt x="2302" y="384"/>
                      <a:pt x="2235" y="517"/>
                      <a:pt x="2168" y="551"/>
                    </a:cubicBezTo>
                    <a:cubicBezTo>
                      <a:pt x="2135" y="559"/>
                      <a:pt x="2089" y="563"/>
                      <a:pt x="2033" y="563"/>
                    </a:cubicBezTo>
                    <a:cubicBezTo>
                      <a:pt x="1866" y="563"/>
                      <a:pt x="1610" y="526"/>
                      <a:pt x="1335" y="451"/>
                    </a:cubicBezTo>
                    <a:cubicBezTo>
                      <a:pt x="1001" y="417"/>
                      <a:pt x="634" y="317"/>
                      <a:pt x="200" y="284"/>
                    </a:cubicBezTo>
                    <a:cubicBezTo>
                      <a:pt x="183" y="278"/>
                      <a:pt x="166" y="275"/>
                      <a:pt x="151" y="275"/>
                    </a:cubicBezTo>
                    <a:cubicBezTo>
                      <a:pt x="79" y="275"/>
                      <a:pt x="34" y="335"/>
                      <a:pt x="34" y="417"/>
                    </a:cubicBezTo>
                    <a:cubicBezTo>
                      <a:pt x="0" y="484"/>
                      <a:pt x="67" y="584"/>
                      <a:pt x="167" y="584"/>
                    </a:cubicBezTo>
                    <a:cubicBezTo>
                      <a:pt x="601" y="651"/>
                      <a:pt x="968" y="718"/>
                      <a:pt x="1268" y="784"/>
                    </a:cubicBezTo>
                    <a:cubicBezTo>
                      <a:pt x="1568" y="851"/>
                      <a:pt x="1835" y="884"/>
                      <a:pt x="2035" y="884"/>
                    </a:cubicBezTo>
                    <a:cubicBezTo>
                      <a:pt x="2102" y="884"/>
                      <a:pt x="2202" y="884"/>
                      <a:pt x="2269" y="851"/>
                    </a:cubicBezTo>
                    <a:cubicBezTo>
                      <a:pt x="2435" y="784"/>
                      <a:pt x="2569" y="584"/>
                      <a:pt x="2669" y="451"/>
                    </a:cubicBezTo>
                    <a:cubicBezTo>
                      <a:pt x="2702" y="384"/>
                      <a:pt x="2736" y="317"/>
                      <a:pt x="2769" y="251"/>
                    </a:cubicBezTo>
                    <a:cubicBezTo>
                      <a:pt x="2836" y="184"/>
                      <a:pt x="2836" y="84"/>
                      <a:pt x="2769" y="50"/>
                    </a:cubicBezTo>
                    <a:cubicBezTo>
                      <a:pt x="2736" y="17"/>
                      <a:pt x="2694" y="0"/>
                      <a:pt x="26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p:cNvSpPr/>
              <p:nvPr/>
            </p:nvSpPr>
            <p:spPr>
              <a:xfrm>
                <a:off x="1769775" y="1520625"/>
                <a:ext cx="37550" cy="33450"/>
              </a:xfrm>
              <a:custGeom>
                <a:avLst/>
                <a:gdLst/>
                <a:ahLst/>
                <a:cxnLst/>
                <a:rect l="l" t="t" r="r" b="b"/>
                <a:pathLst>
                  <a:path w="1502" h="1338" extrusionOk="0">
                    <a:moveTo>
                      <a:pt x="1316" y="0"/>
                    </a:moveTo>
                    <a:cubicBezTo>
                      <a:pt x="1268" y="0"/>
                      <a:pt x="1222" y="29"/>
                      <a:pt x="1201" y="70"/>
                    </a:cubicBezTo>
                    <a:cubicBezTo>
                      <a:pt x="1034" y="337"/>
                      <a:pt x="634" y="671"/>
                      <a:pt x="300" y="904"/>
                    </a:cubicBezTo>
                    <a:cubicBezTo>
                      <a:pt x="234" y="971"/>
                      <a:pt x="167" y="1004"/>
                      <a:pt x="100" y="1071"/>
                    </a:cubicBezTo>
                    <a:cubicBezTo>
                      <a:pt x="34" y="1138"/>
                      <a:pt x="0" y="1238"/>
                      <a:pt x="67" y="1304"/>
                    </a:cubicBezTo>
                    <a:cubicBezTo>
                      <a:pt x="100" y="1338"/>
                      <a:pt x="134" y="1338"/>
                      <a:pt x="200" y="1338"/>
                    </a:cubicBezTo>
                    <a:cubicBezTo>
                      <a:pt x="234" y="1338"/>
                      <a:pt x="267" y="1338"/>
                      <a:pt x="300" y="1304"/>
                    </a:cubicBezTo>
                    <a:cubicBezTo>
                      <a:pt x="334" y="1271"/>
                      <a:pt x="434" y="1204"/>
                      <a:pt x="501" y="1138"/>
                    </a:cubicBezTo>
                    <a:cubicBezTo>
                      <a:pt x="834" y="904"/>
                      <a:pt x="1268" y="570"/>
                      <a:pt x="1468" y="237"/>
                    </a:cubicBezTo>
                    <a:cubicBezTo>
                      <a:pt x="1501" y="170"/>
                      <a:pt x="1501" y="70"/>
                      <a:pt x="1401" y="37"/>
                    </a:cubicBezTo>
                    <a:cubicBezTo>
                      <a:pt x="1376" y="11"/>
                      <a:pt x="1345" y="0"/>
                      <a:pt x="1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p:cNvSpPr/>
              <p:nvPr/>
            </p:nvSpPr>
            <p:spPr>
              <a:xfrm>
                <a:off x="1654675" y="1676150"/>
                <a:ext cx="174325" cy="83075"/>
              </a:xfrm>
              <a:custGeom>
                <a:avLst/>
                <a:gdLst/>
                <a:ahLst/>
                <a:cxnLst/>
                <a:rect l="l" t="t" r="r" b="b"/>
                <a:pathLst>
                  <a:path w="6973" h="3323" extrusionOk="0">
                    <a:moveTo>
                      <a:pt x="485" y="0"/>
                    </a:moveTo>
                    <a:cubicBezTo>
                      <a:pt x="455" y="0"/>
                      <a:pt x="426" y="8"/>
                      <a:pt x="401" y="20"/>
                    </a:cubicBezTo>
                    <a:cubicBezTo>
                      <a:pt x="134" y="220"/>
                      <a:pt x="1" y="420"/>
                      <a:pt x="1" y="687"/>
                    </a:cubicBezTo>
                    <a:cubicBezTo>
                      <a:pt x="1" y="1254"/>
                      <a:pt x="568" y="2022"/>
                      <a:pt x="1802" y="2956"/>
                    </a:cubicBezTo>
                    <a:cubicBezTo>
                      <a:pt x="2102" y="3189"/>
                      <a:pt x="2303" y="3323"/>
                      <a:pt x="2636" y="3323"/>
                    </a:cubicBezTo>
                    <a:cubicBezTo>
                      <a:pt x="3036" y="3323"/>
                      <a:pt x="3637" y="3122"/>
                      <a:pt x="4971" y="2689"/>
                    </a:cubicBezTo>
                    <a:cubicBezTo>
                      <a:pt x="5472" y="2522"/>
                      <a:pt x="6105" y="2322"/>
                      <a:pt x="6839" y="2088"/>
                    </a:cubicBezTo>
                    <a:cubicBezTo>
                      <a:pt x="6939" y="2055"/>
                      <a:pt x="6973" y="1988"/>
                      <a:pt x="6939" y="1888"/>
                    </a:cubicBezTo>
                    <a:cubicBezTo>
                      <a:pt x="6939" y="1834"/>
                      <a:pt x="6873" y="1779"/>
                      <a:pt x="6812" y="1779"/>
                    </a:cubicBezTo>
                    <a:cubicBezTo>
                      <a:pt x="6798" y="1779"/>
                      <a:pt x="6785" y="1782"/>
                      <a:pt x="6772" y="1788"/>
                    </a:cubicBezTo>
                    <a:cubicBezTo>
                      <a:pt x="6005" y="2022"/>
                      <a:pt x="5405" y="2222"/>
                      <a:pt x="4871" y="2389"/>
                    </a:cubicBezTo>
                    <a:cubicBezTo>
                      <a:pt x="3570" y="2803"/>
                      <a:pt x="3004" y="2984"/>
                      <a:pt x="2656" y="2984"/>
                    </a:cubicBezTo>
                    <a:cubicBezTo>
                      <a:pt x="2388" y="2984"/>
                      <a:pt x="2249" y="2877"/>
                      <a:pt x="2002" y="2689"/>
                    </a:cubicBezTo>
                    <a:cubicBezTo>
                      <a:pt x="601" y="1621"/>
                      <a:pt x="301" y="1021"/>
                      <a:pt x="301" y="687"/>
                    </a:cubicBezTo>
                    <a:cubicBezTo>
                      <a:pt x="335" y="554"/>
                      <a:pt x="401" y="420"/>
                      <a:pt x="568" y="287"/>
                    </a:cubicBezTo>
                    <a:cubicBezTo>
                      <a:pt x="635" y="254"/>
                      <a:pt x="668" y="154"/>
                      <a:pt x="635" y="87"/>
                    </a:cubicBezTo>
                    <a:cubicBezTo>
                      <a:pt x="592" y="23"/>
                      <a:pt x="537"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p:cNvSpPr/>
              <p:nvPr/>
            </p:nvSpPr>
            <p:spPr>
              <a:xfrm>
                <a:off x="1789775" y="1573850"/>
                <a:ext cx="115950" cy="84475"/>
              </a:xfrm>
              <a:custGeom>
                <a:avLst/>
                <a:gdLst/>
                <a:ahLst/>
                <a:cxnLst/>
                <a:rect l="l" t="t" r="r" b="b"/>
                <a:pathLst>
                  <a:path w="4638" h="3379" extrusionOk="0">
                    <a:moveTo>
                      <a:pt x="151" y="1"/>
                    </a:moveTo>
                    <a:cubicBezTo>
                      <a:pt x="78" y="1"/>
                      <a:pt x="28" y="60"/>
                      <a:pt x="1" y="143"/>
                    </a:cubicBezTo>
                    <a:cubicBezTo>
                      <a:pt x="1" y="209"/>
                      <a:pt x="68" y="309"/>
                      <a:pt x="134" y="309"/>
                    </a:cubicBezTo>
                    <a:cubicBezTo>
                      <a:pt x="368" y="343"/>
                      <a:pt x="535" y="343"/>
                      <a:pt x="668" y="343"/>
                    </a:cubicBezTo>
                    <a:cubicBezTo>
                      <a:pt x="801" y="343"/>
                      <a:pt x="935" y="343"/>
                      <a:pt x="1135" y="376"/>
                    </a:cubicBezTo>
                    <a:cubicBezTo>
                      <a:pt x="2636" y="610"/>
                      <a:pt x="4070" y="1877"/>
                      <a:pt x="4271" y="2077"/>
                    </a:cubicBezTo>
                    <a:cubicBezTo>
                      <a:pt x="4237" y="2244"/>
                      <a:pt x="4037" y="2711"/>
                      <a:pt x="3870" y="3045"/>
                    </a:cubicBezTo>
                    <a:cubicBezTo>
                      <a:pt x="3637" y="3011"/>
                      <a:pt x="3303" y="2845"/>
                      <a:pt x="2870" y="2544"/>
                    </a:cubicBezTo>
                    <a:cubicBezTo>
                      <a:pt x="2831" y="2519"/>
                      <a:pt x="2798" y="2508"/>
                      <a:pt x="2768" y="2508"/>
                    </a:cubicBezTo>
                    <a:cubicBezTo>
                      <a:pt x="2718" y="2508"/>
                      <a:pt x="2677" y="2537"/>
                      <a:pt x="2636" y="2578"/>
                    </a:cubicBezTo>
                    <a:cubicBezTo>
                      <a:pt x="2603" y="2644"/>
                      <a:pt x="2603" y="2745"/>
                      <a:pt x="2669" y="2778"/>
                    </a:cubicBezTo>
                    <a:cubicBezTo>
                      <a:pt x="3270" y="3178"/>
                      <a:pt x="3670" y="3378"/>
                      <a:pt x="3970" y="3378"/>
                    </a:cubicBezTo>
                    <a:cubicBezTo>
                      <a:pt x="4037" y="3378"/>
                      <a:pt x="4070" y="3345"/>
                      <a:pt x="4104" y="3312"/>
                    </a:cubicBezTo>
                    <a:cubicBezTo>
                      <a:pt x="4237" y="3045"/>
                      <a:pt x="4637" y="2211"/>
                      <a:pt x="4571" y="1977"/>
                    </a:cubicBezTo>
                    <a:cubicBezTo>
                      <a:pt x="4504" y="1811"/>
                      <a:pt x="2836" y="343"/>
                      <a:pt x="1202" y="43"/>
                    </a:cubicBezTo>
                    <a:cubicBezTo>
                      <a:pt x="1085" y="26"/>
                      <a:pt x="985" y="18"/>
                      <a:pt x="897" y="18"/>
                    </a:cubicBezTo>
                    <a:cubicBezTo>
                      <a:pt x="810" y="18"/>
                      <a:pt x="735" y="26"/>
                      <a:pt x="668" y="43"/>
                    </a:cubicBezTo>
                    <a:cubicBezTo>
                      <a:pt x="535" y="43"/>
                      <a:pt x="401" y="43"/>
                      <a:pt x="201" y="9"/>
                    </a:cubicBezTo>
                    <a:cubicBezTo>
                      <a:pt x="183" y="3"/>
                      <a:pt x="167" y="1"/>
                      <a:pt x="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p:cNvSpPr/>
              <p:nvPr/>
            </p:nvSpPr>
            <p:spPr>
              <a:xfrm>
                <a:off x="1878175" y="1604000"/>
                <a:ext cx="239375" cy="117700"/>
              </a:xfrm>
              <a:custGeom>
                <a:avLst/>
                <a:gdLst/>
                <a:ahLst/>
                <a:cxnLst/>
                <a:rect l="l" t="t" r="r" b="b"/>
                <a:pathLst>
                  <a:path w="9575" h="4708" extrusionOk="0">
                    <a:moveTo>
                      <a:pt x="692" y="1"/>
                    </a:moveTo>
                    <a:cubicBezTo>
                      <a:pt x="508" y="1"/>
                      <a:pt x="322" y="13"/>
                      <a:pt x="134" y="37"/>
                    </a:cubicBezTo>
                    <a:cubicBezTo>
                      <a:pt x="67" y="71"/>
                      <a:pt x="1" y="138"/>
                      <a:pt x="1" y="204"/>
                    </a:cubicBezTo>
                    <a:cubicBezTo>
                      <a:pt x="1" y="287"/>
                      <a:pt x="68" y="346"/>
                      <a:pt x="130" y="346"/>
                    </a:cubicBezTo>
                    <a:cubicBezTo>
                      <a:pt x="143" y="346"/>
                      <a:pt x="156" y="344"/>
                      <a:pt x="167" y="338"/>
                    </a:cubicBezTo>
                    <a:cubicBezTo>
                      <a:pt x="333" y="317"/>
                      <a:pt x="497" y="307"/>
                      <a:pt x="660" y="307"/>
                    </a:cubicBezTo>
                    <a:cubicBezTo>
                      <a:pt x="2595" y="307"/>
                      <a:pt x="4323" y="1704"/>
                      <a:pt x="5738" y="2873"/>
                    </a:cubicBezTo>
                    <a:lnTo>
                      <a:pt x="5905" y="3006"/>
                    </a:lnTo>
                    <a:cubicBezTo>
                      <a:pt x="6272" y="3273"/>
                      <a:pt x="8207" y="4707"/>
                      <a:pt x="9074" y="4707"/>
                    </a:cubicBezTo>
                    <a:cubicBezTo>
                      <a:pt x="9141" y="4707"/>
                      <a:pt x="9207" y="4707"/>
                      <a:pt x="9241" y="4674"/>
                    </a:cubicBezTo>
                    <a:cubicBezTo>
                      <a:pt x="9374" y="4641"/>
                      <a:pt x="9474" y="4541"/>
                      <a:pt x="9507" y="4407"/>
                    </a:cubicBezTo>
                    <a:cubicBezTo>
                      <a:pt x="9574" y="4140"/>
                      <a:pt x="9574" y="4140"/>
                      <a:pt x="7806" y="1705"/>
                    </a:cubicBezTo>
                    <a:cubicBezTo>
                      <a:pt x="7787" y="1666"/>
                      <a:pt x="7744" y="1650"/>
                      <a:pt x="7699" y="1650"/>
                    </a:cubicBezTo>
                    <a:cubicBezTo>
                      <a:pt x="7667" y="1650"/>
                      <a:pt x="7634" y="1658"/>
                      <a:pt x="7606" y="1672"/>
                    </a:cubicBezTo>
                    <a:cubicBezTo>
                      <a:pt x="7539" y="1739"/>
                      <a:pt x="7506" y="1805"/>
                      <a:pt x="7573" y="1905"/>
                    </a:cubicBezTo>
                    <a:cubicBezTo>
                      <a:pt x="9040" y="3940"/>
                      <a:pt x="9241" y="4207"/>
                      <a:pt x="9207" y="4307"/>
                    </a:cubicBezTo>
                    <a:cubicBezTo>
                      <a:pt x="9207" y="4374"/>
                      <a:pt x="9207" y="4374"/>
                      <a:pt x="9174" y="4374"/>
                    </a:cubicBezTo>
                    <a:cubicBezTo>
                      <a:pt x="9142" y="4385"/>
                      <a:pt x="9105" y="4390"/>
                      <a:pt x="9062" y="4390"/>
                    </a:cubicBezTo>
                    <a:cubicBezTo>
                      <a:pt x="8469" y="4390"/>
                      <a:pt x="6852" y="3364"/>
                      <a:pt x="6105" y="2773"/>
                    </a:cubicBezTo>
                    <a:lnTo>
                      <a:pt x="5905" y="2639"/>
                    </a:lnTo>
                    <a:cubicBezTo>
                      <a:pt x="4467" y="1446"/>
                      <a:pt x="2721" y="1"/>
                      <a:pt x="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p:cNvSpPr/>
              <p:nvPr/>
            </p:nvSpPr>
            <p:spPr>
              <a:xfrm>
                <a:off x="1896525" y="1623100"/>
                <a:ext cx="163475" cy="103600"/>
              </a:xfrm>
              <a:custGeom>
                <a:avLst/>
                <a:gdLst/>
                <a:ahLst/>
                <a:cxnLst/>
                <a:rect l="l" t="t" r="r" b="b"/>
                <a:pathLst>
                  <a:path w="6539" h="4144" extrusionOk="0">
                    <a:moveTo>
                      <a:pt x="128" y="1"/>
                    </a:moveTo>
                    <a:cubicBezTo>
                      <a:pt x="50" y="1"/>
                      <a:pt x="1" y="83"/>
                      <a:pt x="1" y="141"/>
                    </a:cubicBezTo>
                    <a:cubicBezTo>
                      <a:pt x="1" y="241"/>
                      <a:pt x="67" y="308"/>
                      <a:pt x="134" y="308"/>
                    </a:cubicBezTo>
                    <a:cubicBezTo>
                      <a:pt x="1768" y="374"/>
                      <a:pt x="3670" y="2075"/>
                      <a:pt x="4937" y="3176"/>
                    </a:cubicBezTo>
                    <a:cubicBezTo>
                      <a:pt x="5671" y="3843"/>
                      <a:pt x="6038" y="4144"/>
                      <a:pt x="6238" y="4144"/>
                    </a:cubicBezTo>
                    <a:cubicBezTo>
                      <a:pt x="6305" y="4144"/>
                      <a:pt x="6338" y="4110"/>
                      <a:pt x="6372" y="4110"/>
                    </a:cubicBezTo>
                    <a:cubicBezTo>
                      <a:pt x="6539" y="3977"/>
                      <a:pt x="6539" y="3710"/>
                      <a:pt x="6038" y="2509"/>
                    </a:cubicBezTo>
                    <a:cubicBezTo>
                      <a:pt x="6014" y="2460"/>
                      <a:pt x="5954" y="2429"/>
                      <a:pt x="5897" y="2429"/>
                    </a:cubicBezTo>
                    <a:cubicBezTo>
                      <a:pt x="5876" y="2429"/>
                      <a:pt x="5856" y="2433"/>
                      <a:pt x="5838" y="2442"/>
                    </a:cubicBezTo>
                    <a:cubicBezTo>
                      <a:pt x="5738" y="2476"/>
                      <a:pt x="5705" y="2576"/>
                      <a:pt x="5738" y="2643"/>
                    </a:cubicBezTo>
                    <a:cubicBezTo>
                      <a:pt x="6072" y="3376"/>
                      <a:pt x="6138" y="3677"/>
                      <a:pt x="6172" y="3810"/>
                    </a:cubicBezTo>
                    <a:cubicBezTo>
                      <a:pt x="5971" y="3677"/>
                      <a:pt x="5538" y="3276"/>
                      <a:pt x="5138" y="2943"/>
                    </a:cubicBezTo>
                    <a:cubicBezTo>
                      <a:pt x="3837" y="1809"/>
                      <a:pt x="1902" y="74"/>
                      <a:pt x="167" y="7"/>
                    </a:cubicBezTo>
                    <a:cubicBezTo>
                      <a:pt x="154" y="3"/>
                      <a:pt x="141" y="1"/>
                      <a:pt x="1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p:cNvSpPr/>
              <p:nvPr/>
            </p:nvSpPr>
            <p:spPr>
              <a:xfrm>
                <a:off x="1850650" y="1655475"/>
                <a:ext cx="135975" cy="28700"/>
              </a:xfrm>
              <a:custGeom>
                <a:avLst/>
                <a:gdLst/>
                <a:ahLst/>
                <a:cxnLst/>
                <a:rect l="l" t="t" r="r" b="b"/>
                <a:pathLst>
                  <a:path w="5439" h="1148" extrusionOk="0">
                    <a:moveTo>
                      <a:pt x="175" y="0"/>
                    </a:moveTo>
                    <a:cubicBezTo>
                      <a:pt x="119" y="0"/>
                      <a:pt x="59" y="31"/>
                      <a:pt x="34" y="80"/>
                    </a:cubicBezTo>
                    <a:cubicBezTo>
                      <a:pt x="1" y="180"/>
                      <a:pt x="34" y="247"/>
                      <a:pt x="101" y="280"/>
                    </a:cubicBezTo>
                    <a:cubicBezTo>
                      <a:pt x="234" y="347"/>
                      <a:pt x="334" y="447"/>
                      <a:pt x="468" y="547"/>
                    </a:cubicBezTo>
                    <a:cubicBezTo>
                      <a:pt x="801" y="814"/>
                      <a:pt x="1202" y="1147"/>
                      <a:pt x="2236" y="1147"/>
                    </a:cubicBezTo>
                    <a:cubicBezTo>
                      <a:pt x="2903" y="1147"/>
                      <a:pt x="3904" y="1014"/>
                      <a:pt x="5305" y="547"/>
                    </a:cubicBezTo>
                    <a:cubicBezTo>
                      <a:pt x="5405" y="514"/>
                      <a:pt x="5438" y="447"/>
                      <a:pt x="5405" y="347"/>
                    </a:cubicBezTo>
                    <a:cubicBezTo>
                      <a:pt x="5377" y="292"/>
                      <a:pt x="5328" y="238"/>
                      <a:pt x="5256" y="238"/>
                    </a:cubicBezTo>
                    <a:cubicBezTo>
                      <a:pt x="5240" y="238"/>
                      <a:pt x="5223" y="241"/>
                      <a:pt x="5205" y="247"/>
                    </a:cubicBezTo>
                    <a:cubicBezTo>
                      <a:pt x="3822" y="689"/>
                      <a:pt x="2892" y="845"/>
                      <a:pt x="2242" y="845"/>
                    </a:cubicBezTo>
                    <a:cubicBezTo>
                      <a:pt x="1323" y="845"/>
                      <a:pt x="961" y="534"/>
                      <a:pt x="668" y="280"/>
                    </a:cubicBezTo>
                    <a:cubicBezTo>
                      <a:pt x="535" y="180"/>
                      <a:pt x="401" y="80"/>
                      <a:pt x="234" y="13"/>
                    </a:cubicBezTo>
                    <a:cubicBezTo>
                      <a:pt x="216" y="4"/>
                      <a:pt x="196" y="0"/>
                      <a:pt x="1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p:cNvSpPr/>
              <p:nvPr/>
            </p:nvSpPr>
            <p:spPr>
              <a:xfrm>
                <a:off x="1902375" y="1670725"/>
                <a:ext cx="110100" cy="71825"/>
              </a:xfrm>
              <a:custGeom>
                <a:avLst/>
                <a:gdLst/>
                <a:ahLst/>
                <a:cxnLst/>
                <a:rect l="l" t="t" r="r" b="b"/>
                <a:pathLst>
                  <a:path w="4404" h="2873" extrusionOk="0">
                    <a:moveTo>
                      <a:pt x="1981" y="1"/>
                    </a:moveTo>
                    <a:cubicBezTo>
                      <a:pt x="1930" y="1"/>
                      <a:pt x="1876" y="29"/>
                      <a:pt x="1835" y="70"/>
                    </a:cubicBezTo>
                    <a:cubicBezTo>
                      <a:pt x="1801" y="137"/>
                      <a:pt x="1801" y="204"/>
                      <a:pt x="1868" y="271"/>
                    </a:cubicBezTo>
                    <a:cubicBezTo>
                      <a:pt x="3970" y="2139"/>
                      <a:pt x="4003" y="2539"/>
                      <a:pt x="4003" y="2539"/>
                    </a:cubicBezTo>
                    <a:cubicBezTo>
                      <a:pt x="3985" y="2549"/>
                      <a:pt x="3959" y="2554"/>
                      <a:pt x="3926" y="2554"/>
                    </a:cubicBezTo>
                    <a:cubicBezTo>
                      <a:pt x="3418" y="2554"/>
                      <a:pt x="1241" y="1376"/>
                      <a:pt x="300" y="404"/>
                    </a:cubicBezTo>
                    <a:cubicBezTo>
                      <a:pt x="267" y="387"/>
                      <a:pt x="225" y="379"/>
                      <a:pt x="183" y="379"/>
                    </a:cubicBezTo>
                    <a:cubicBezTo>
                      <a:pt x="142" y="379"/>
                      <a:pt x="100" y="387"/>
                      <a:pt x="67" y="404"/>
                    </a:cubicBezTo>
                    <a:cubicBezTo>
                      <a:pt x="0" y="471"/>
                      <a:pt x="0" y="571"/>
                      <a:pt x="67" y="637"/>
                    </a:cubicBezTo>
                    <a:cubicBezTo>
                      <a:pt x="867" y="1471"/>
                      <a:pt x="3169" y="2872"/>
                      <a:pt x="3970" y="2872"/>
                    </a:cubicBezTo>
                    <a:cubicBezTo>
                      <a:pt x="4003" y="2872"/>
                      <a:pt x="4070" y="2872"/>
                      <a:pt x="4103" y="2839"/>
                    </a:cubicBezTo>
                    <a:cubicBezTo>
                      <a:pt x="4203" y="2806"/>
                      <a:pt x="4270" y="2739"/>
                      <a:pt x="4303" y="2639"/>
                    </a:cubicBezTo>
                    <a:cubicBezTo>
                      <a:pt x="4336" y="2505"/>
                      <a:pt x="4403" y="2139"/>
                      <a:pt x="2068" y="37"/>
                    </a:cubicBezTo>
                    <a:cubicBezTo>
                      <a:pt x="2043" y="12"/>
                      <a:pt x="2012" y="1"/>
                      <a:pt x="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p:cNvSpPr/>
              <p:nvPr/>
            </p:nvSpPr>
            <p:spPr>
              <a:xfrm>
                <a:off x="1878175" y="1703325"/>
                <a:ext cx="62575" cy="28375"/>
              </a:xfrm>
              <a:custGeom>
                <a:avLst/>
                <a:gdLst/>
                <a:ahLst/>
                <a:cxnLst/>
                <a:rect l="l" t="t" r="r" b="b"/>
                <a:pathLst>
                  <a:path w="2503" h="1135" extrusionOk="0">
                    <a:moveTo>
                      <a:pt x="2302" y="1"/>
                    </a:moveTo>
                    <a:cubicBezTo>
                      <a:pt x="1969" y="134"/>
                      <a:pt x="1602" y="267"/>
                      <a:pt x="1202" y="434"/>
                    </a:cubicBezTo>
                    <a:cubicBezTo>
                      <a:pt x="835" y="568"/>
                      <a:pt x="468" y="734"/>
                      <a:pt x="134" y="835"/>
                    </a:cubicBezTo>
                    <a:cubicBezTo>
                      <a:pt x="67" y="868"/>
                      <a:pt x="1" y="968"/>
                      <a:pt x="34" y="1035"/>
                    </a:cubicBezTo>
                    <a:cubicBezTo>
                      <a:pt x="67" y="1101"/>
                      <a:pt x="101" y="1135"/>
                      <a:pt x="167" y="1135"/>
                    </a:cubicBezTo>
                    <a:lnTo>
                      <a:pt x="234" y="1135"/>
                    </a:lnTo>
                    <a:cubicBezTo>
                      <a:pt x="568" y="1001"/>
                      <a:pt x="935" y="868"/>
                      <a:pt x="1335" y="701"/>
                    </a:cubicBezTo>
                    <a:cubicBezTo>
                      <a:pt x="1702" y="568"/>
                      <a:pt x="2069" y="434"/>
                      <a:pt x="2402" y="301"/>
                    </a:cubicBezTo>
                    <a:cubicBezTo>
                      <a:pt x="2469" y="267"/>
                      <a:pt x="2502" y="201"/>
                      <a:pt x="2502" y="101"/>
                    </a:cubicBezTo>
                    <a:cubicBezTo>
                      <a:pt x="2469" y="34"/>
                      <a:pt x="2369" y="1"/>
                      <a:pt x="2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p:cNvSpPr/>
              <p:nvPr/>
            </p:nvSpPr>
            <p:spPr>
              <a:xfrm>
                <a:off x="1968250" y="1677175"/>
                <a:ext cx="37550" cy="21175"/>
              </a:xfrm>
              <a:custGeom>
                <a:avLst/>
                <a:gdLst/>
                <a:ahLst/>
                <a:cxnLst/>
                <a:rect l="l" t="t" r="r" b="b"/>
                <a:pathLst>
                  <a:path w="1502" h="847" extrusionOk="0">
                    <a:moveTo>
                      <a:pt x="1323" y="0"/>
                    </a:moveTo>
                    <a:cubicBezTo>
                      <a:pt x="1303" y="0"/>
                      <a:pt x="1284" y="4"/>
                      <a:pt x="1268" y="13"/>
                    </a:cubicBezTo>
                    <a:lnTo>
                      <a:pt x="134" y="546"/>
                    </a:lnTo>
                    <a:cubicBezTo>
                      <a:pt x="34" y="580"/>
                      <a:pt x="0" y="680"/>
                      <a:pt x="34" y="746"/>
                    </a:cubicBezTo>
                    <a:cubicBezTo>
                      <a:pt x="67" y="813"/>
                      <a:pt x="134" y="846"/>
                      <a:pt x="200" y="846"/>
                    </a:cubicBezTo>
                    <a:cubicBezTo>
                      <a:pt x="200" y="846"/>
                      <a:pt x="234" y="846"/>
                      <a:pt x="267" y="813"/>
                    </a:cubicBezTo>
                    <a:lnTo>
                      <a:pt x="1401" y="313"/>
                    </a:lnTo>
                    <a:cubicBezTo>
                      <a:pt x="1468" y="279"/>
                      <a:pt x="1501" y="179"/>
                      <a:pt x="1468" y="113"/>
                    </a:cubicBezTo>
                    <a:cubicBezTo>
                      <a:pt x="1443" y="38"/>
                      <a:pt x="1380" y="0"/>
                      <a:pt x="13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p:cNvSpPr/>
              <p:nvPr/>
            </p:nvSpPr>
            <p:spPr>
              <a:xfrm>
                <a:off x="2210075" y="1291175"/>
                <a:ext cx="1200900" cy="140325"/>
              </a:xfrm>
              <a:custGeom>
                <a:avLst/>
                <a:gdLst/>
                <a:ahLst/>
                <a:cxnLst/>
                <a:rect l="l" t="t" r="r" b="b"/>
                <a:pathLst>
                  <a:path w="48036" h="5613" extrusionOk="0">
                    <a:moveTo>
                      <a:pt x="41596" y="1"/>
                    </a:moveTo>
                    <a:cubicBezTo>
                      <a:pt x="40915" y="1"/>
                      <a:pt x="40053" y="47"/>
                      <a:pt x="38929" y="175"/>
                    </a:cubicBezTo>
                    <a:cubicBezTo>
                      <a:pt x="34459" y="709"/>
                      <a:pt x="30556" y="1176"/>
                      <a:pt x="27154" y="1576"/>
                    </a:cubicBezTo>
                    <a:cubicBezTo>
                      <a:pt x="16231" y="2872"/>
                      <a:pt x="10446" y="3559"/>
                      <a:pt x="6434" y="3559"/>
                    </a:cubicBezTo>
                    <a:cubicBezTo>
                      <a:pt x="3940" y="3559"/>
                      <a:pt x="2132" y="3293"/>
                      <a:pt x="201" y="2743"/>
                    </a:cubicBezTo>
                    <a:cubicBezTo>
                      <a:pt x="134" y="2743"/>
                      <a:pt x="34" y="2777"/>
                      <a:pt x="1" y="2844"/>
                    </a:cubicBezTo>
                    <a:cubicBezTo>
                      <a:pt x="1" y="2944"/>
                      <a:pt x="34" y="3010"/>
                      <a:pt x="134" y="3044"/>
                    </a:cubicBezTo>
                    <a:cubicBezTo>
                      <a:pt x="2102" y="3609"/>
                      <a:pt x="3935" y="3883"/>
                      <a:pt x="6464" y="3883"/>
                    </a:cubicBezTo>
                    <a:cubicBezTo>
                      <a:pt x="10495" y="3883"/>
                      <a:pt x="16294" y="3188"/>
                      <a:pt x="27220" y="1876"/>
                    </a:cubicBezTo>
                    <a:cubicBezTo>
                      <a:pt x="30589" y="1476"/>
                      <a:pt x="34492" y="1009"/>
                      <a:pt x="38995" y="509"/>
                    </a:cubicBezTo>
                    <a:cubicBezTo>
                      <a:pt x="40149" y="374"/>
                      <a:pt x="41017" y="324"/>
                      <a:pt x="41693" y="324"/>
                    </a:cubicBezTo>
                    <a:cubicBezTo>
                      <a:pt x="42855" y="324"/>
                      <a:pt x="43447" y="470"/>
                      <a:pt x="43932" y="575"/>
                    </a:cubicBezTo>
                    <a:cubicBezTo>
                      <a:pt x="44267" y="671"/>
                      <a:pt x="44550" y="749"/>
                      <a:pt x="44905" y="749"/>
                    </a:cubicBezTo>
                    <a:cubicBezTo>
                      <a:pt x="45045" y="749"/>
                      <a:pt x="45196" y="737"/>
                      <a:pt x="45367" y="709"/>
                    </a:cubicBezTo>
                    <a:cubicBezTo>
                      <a:pt x="45767" y="642"/>
                      <a:pt x="46134" y="575"/>
                      <a:pt x="46434" y="509"/>
                    </a:cubicBezTo>
                    <a:cubicBezTo>
                      <a:pt x="46834" y="442"/>
                      <a:pt x="47201" y="375"/>
                      <a:pt x="47468" y="375"/>
                    </a:cubicBezTo>
                    <a:cubicBezTo>
                      <a:pt x="47335" y="442"/>
                      <a:pt x="47168" y="575"/>
                      <a:pt x="47001" y="675"/>
                    </a:cubicBezTo>
                    <a:cubicBezTo>
                      <a:pt x="46367" y="1109"/>
                      <a:pt x="46401" y="1910"/>
                      <a:pt x="46534" y="2510"/>
                    </a:cubicBezTo>
                    <a:cubicBezTo>
                      <a:pt x="46434" y="2443"/>
                      <a:pt x="46334" y="2377"/>
                      <a:pt x="46234" y="2310"/>
                    </a:cubicBezTo>
                    <a:cubicBezTo>
                      <a:pt x="45555" y="1790"/>
                      <a:pt x="45258" y="1570"/>
                      <a:pt x="44936" y="1570"/>
                    </a:cubicBezTo>
                    <a:cubicBezTo>
                      <a:pt x="44721" y="1570"/>
                      <a:pt x="44494" y="1669"/>
                      <a:pt x="44132" y="1843"/>
                    </a:cubicBezTo>
                    <a:cubicBezTo>
                      <a:pt x="43298" y="2210"/>
                      <a:pt x="41564" y="3010"/>
                      <a:pt x="36827" y="3744"/>
                    </a:cubicBezTo>
                    <a:cubicBezTo>
                      <a:pt x="36794" y="3747"/>
                      <a:pt x="36761" y="3748"/>
                      <a:pt x="36728" y="3748"/>
                    </a:cubicBezTo>
                    <a:cubicBezTo>
                      <a:pt x="36324" y="3748"/>
                      <a:pt x="35906" y="3570"/>
                      <a:pt x="35660" y="3477"/>
                    </a:cubicBezTo>
                    <a:cubicBezTo>
                      <a:pt x="35520" y="3417"/>
                      <a:pt x="35427" y="3369"/>
                      <a:pt x="35355" y="3369"/>
                    </a:cubicBezTo>
                    <a:cubicBezTo>
                      <a:pt x="35306" y="3369"/>
                      <a:pt x="35266" y="3391"/>
                      <a:pt x="35226" y="3444"/>
                    </a:cubicBezTo>
                    <a:cubicBezTo>
                      <a:pt x="35126" y="3577"/>
                      <a:pt x="35126" y="3577"/>
                      <a:pt x="36060" y="4511"/>
                    </a:cubicBezTo>
                    <a:cubicBezTo>
                      <a:pt x="35726" y="4578"/>
                      <a:pt x="35426" y="4645"/>
                      <a:pt x="35126" y="4745"/>
                    </a:cubicBezTo>
                    <a:cubicBezTo>
                      <a:pt x="34492" y="4878"/>
                      <a:pt x="33925" y="5045"/>
                      <a:pt x="33091" y="5312"/>
                    </a:cubicBezTo>
                    <a:cubicBezTo>
                      <a:pt x="32991" y="5345"/>
                      <a:pt x="32958" y="5412"/>
                      <a:pt x="32991" y="5512"/>
                    </a:cubicBezTo>
                    <a:cubicBezTo>
                      <a:pt x="32991" y="5579"/>
                      <a:pt x="33058" y="5612"/>
                      <a:pt x="33124" y="5612"/>
                    </a:cubicBezTo>
                    <a:lnTo>
                      <a:pt x="33158" y="5612"/>
                    </a:lnTo>
                    <a:cubicBezTo>
                      <a:pt x="33992" y="5345"/>
                      <a:pt x="34559" y="5179"/>
                      <a:pt x="35193" y="5045"/>
                    </a:cubicBezTo>
                    <a:cubicBezTo>
                      <a:pt x="35560" y="4945"/>
                      <a:pt x="35960" y="4845"/>
                      <a:pt x="36393" y="4712"/>
                    </a:cubicBezTo>
                    <a:cubicBezTo>
                      <a:pt x="36460" y="4712"/>
                      <a:pt x="36494" y="4678"/>
                      <a:pt x="36494" y="4611"/>
                    </a:cubicBezTo>
                    <a:cubicBezTo>
                      <a:pt x="36527" y="4578"/>
                      <a:pt x="36494" y="4511"/>
                      <a:pt x="36460" y="4478"/>
                    </a:cubicBezTo>
                    <a:lnTo>
                      <a:pt x="36293" y="4311"/>
                    </a:lnTo>
                    <a:cubicBezTo>
                      <a:pt x="36127" y="4144"/>
                      <a:pt x="35993" y="4011"/>
                      <a:pt x="35893" y="3911"/>
                    </a:cubicBezTo>
                    <a:lnTo>
                      <a:pt x="35893" y="3911"/>
                    </a:lnTo>
                    <a:cubicBezTo>
                      <a:pt x="36113" y="3993"/>
                      <a:pt x="36400" y="4053"/>
                      <a:pt x="36681" y="4053"/>
                    </a:cubicBezTo>
                    <a:cubicBezTo>
                      <a:pt x="36741" y="4053"/>
                      <a:pt x="36801" y="4050"/>
                      <a:pt x="36860" y="4044"/>
                    </a:cubicBezTo>
                    <a:cubicBezTo>
                      <a:pt x="41664" y="3311"/>
                      <a:pt x="43432" y="2510"/>
                      <a:pt x="44266" y="2110"/>
                    </a:cubicBezTo>
                    <a:cubicBezTo>
                      <a:pt x="44557" y="1977"/>
                      <a:pt x="44733" y="1897"/>
                      <a:pt x="44904" y="1897"/>
                    </a:cubicBezTo>
                    <a:cubicBezTo>
                      <a:pt x="45163" y="1897"/>
                      <a:pt x="45411" y="2081"/>
                      <a:pt x="46034" y="2543"/>
                    </a:cubicBezTo>
                    <a:cubicBezTo>
                      <a:pt x="46234" y="2677"/>
                      <a:pt x="46434" y="2844"/>
                      <a:pt x="46667" y="3010"/>
                    </a:cubicBezTo>
                    <a:cubicBezTo>
                      <a:pt x="46701" y="3027"/>
                      <a:pt x="46734" y="3035"/>
                      <a:pt x="46768" y="3035"/>
                    </a:cubicBezTo>
                    <a:cubicBezTo>
                      <a:pt x="46801" y="3035"/>
                      <a:pt x="46834" y="3027"/>
                      <a:pt x="46868" y="3010"/>
                    </a:cubicBezTo>
                    <a:cubicBezTo>
                      <a:pt x="46901" y="2977"/>
                      <a:pt x="46934" y="2910"/>
                      <a:pt x="46934" y="2844"/>
                    </a:cubicBezTo>
                    <a:cubicBezTo>
                      <a:pt x="46734" y="2076"/>
                      <a:pt x="46634" y="1309"/>
                      <a:pt x="47201" y="942"/>
                    </a:cubicBezTo>
                    <a:cubicBezTo>
                      <a:pt x="47868" y="475"/>
                      <a:pt x="48035" y="342"/>
                      <a:pt x="47968" y="175"/>
                    </a:cubicBezTo>
                    <a:cubicBezTo>
                      <a:pt x="47923" y="83"/>
                      <a:pt x="47856" y="40"/>
                      <a:pt x="47671" y="40"/>
                    </a:cubicBezTo>
                    <a:cubicBezTo>
                      <a:pt x="47453" y="40"/>
                      <a:pt x="47072" y="100"/>
                      <a:pt x="46367" y="208"/>
                    </a:cubicBezTo>
                    <a:cubicBezTo>
                      <a:pt x="46067" y="275"/>
                      <a:pt x="45733" y="342"/>
                      <a:pt x="45333" y="375"/>
                    </a:cubicBezTo>
                    <a:cubicBezTo>
                      <a:pt x="45144" y="408"/>
                      <a:pt x="44985" y="423"/>
                      <a:pt x="44840" y="423"/>
                    </a:cubicBezTo>
                    <a:cubicBezTo>
                      <a:pt x="44551" y="423"/>
                      <a:pt x="44321" y="364"/>
                      <a:pt x="44032" y="275"/>
                    </a:cubicBezTo>
                    <a:cubicBezTo>
                      <a:pt x="43510" y="166"/>
                      <a:pt x="42874" y="1"/>
                      <a:pt x="4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p:cNvSpPr/>
              <p:nvPr/>
            </p:nvSpPr>
            <p:spPr>
              <a:xfrm>
                <a:off x="2878900" y="1361400"/>
                <a:ext cx="183475" cy="110125"/>
              </a:xfrm>
              <a:custGeom>
                <a:avLst/>
                <a:gdLst/>
                <a:ahLst/>
                <a:cxnLst/>
                <a:rect l="l" t="t" r="r" b="b"/>
                <a:pathLst>
                  <a:path w="7339" h="4405" extrusionOk="0">
                    <a:moveTo>
                      <a:pt x="467" y="301"/>
                    </a:moveTo>
                    <a:lnTo>
                      <a:pt x="467" y="301"/>
                    </a:lnTo>
                    <a:cubicBezTo>
                      <a:pt x="734" y="335"/>
                      <a:pt x="1301" y="502"/>
                      <a:pt x="1902" y="668"/>
                    </a:cubicBezTo>
                    <a:cubicBezTo>
                      <a:pt x="2335" y="768"/>
                      <a:pt x="2836" y="935"/>
                      <a:pt x="3403" y="1069"/>
                    </a:cubicBezTo>
                    <a:cubicBezTo>
                      <a:pt x="5237" y="1536"/>
                      <a:pt x="6138" y="2069"/>
                      <a:pt x="6972" y="4104"/>
                    </a:cubicBezTo>
                    <a:cubicBezTo>
                      <a:pt x="6038" y="4104"/>
                      <a:pt x="5304" y="4104"/>
                      <a:pt x="1735" y="1369"/>
                    </a:cubicBezTo>
                    <a:cubicBezTo>
                      <a:pt x="1068" y="835"/>
                      <a:pt x="634" y="502"/>
                      <a:pt x="467" y="301"/>
                    </a:cubicBezTo>
                    <a:close/>
                    <a:moveTo>
                      <a:pt x="390" y="0"/>
                    </a:moveTo>
                    <a:cubicBezTo>
                      <a:pt x="231" y="0"/>
                      <a:pt x="151" y="46"/>
                      <a:pt x="100" y="135"/>
                    </a:cubicBezTo>
                    <a:cubicBezTo>
                      <a:pt x="0" y="335"/>
                      <a:pt x="167" y="568"/>
                      <a:pt x="1535" y="1602"/>
                    </a:cubicBezTo>
                    <a:cubicBezTo>
                      <a:pt x="4937" y="4238"/>
                      <a:pt x="5871" y="4404"/>
                      <a:pt x="6738" y="4404"/>
                    </a:cubicBezTo>
                    <a:lnTo>
                      <a:pt x="7172" y="4404"/>
                    </a:lnTo>
                    <a:cubicBezTo>
                      <a:pt x="7239" y="4404"/>
                      <a:pt x="7272" y="4371"/>
                      <a:pt x="7305" y="4338"/>
                    </a:cubicBezTo>
                    <a:cubicBezTo>
                      <a:pt x="7339" y="4304"/>
                      <a:pt x="7339" y="4238"/>
                      <a:pt x="7339" y="4204"/>
                    </a:cubicBezTo>
                    <a:cubicBezTo>
                      <a:pt x="6472" y="1869"/>
                      <a:pt x="5437" y="1269"/>
                      <a:pt x="3469" y="768"/>
                    </a:cubicBezTo>
                    <a:cubicBezTo>
                      <a:pt x="2936" y="635"/>
                      <a:pt x="2435" y="468"/>
                      <a:pt x="2002" y="368"/>
                    </a:cubicBezTo>
                    <a:cubicBezTo>
                      <a:pt x="1114" y="120"/>
                      <a:pt x="647"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9"/>
              <p:cNvSpPr/>
              <p:nvPr/>
            </p:nvSpPr>
            <p:spPr>
              <a:xfrm>
                <a:off x="3302525" y="1297175"/>
                <a:ext cx="39225" cy="41750"/>
              </a:xfrm>
              <a:custGeom>
                <a:avLst/>
                <a:gdLst/>
                <a:ahLst/>
                <a:cxnLst/>
                <a:rect l="l" t="t" r="r" b="b"/>
                <a:pathLst>
                  <a:path w="1569" h="1670" extrusionOk="0">
                    <a:moveTo>
                      <a:pt x="172" y="0"/>
                    </a:moveTo>
                    <a:cubicBezTo>
                      <a:pt x="120" y="0"/>
                      <a:pt x="77" y="37"/>
                      <a:pt x="34" y="102"/>
                    </a:cubicBezTo>
                    <a:cubicBezTo>
                      <a:pt x="1" y="168"/>
                      <a:pt x="34" y="269"/>
                      <a:pt x="101" y="302"/>
                    </a:cubicBezTo>
                    <a:cubicBezTo>
                      <a:pt x="401" y="435"/>
                      <a:pt x="568" y="702"/>
                      <a:pt x="735" y="969"/>
                    </a:cubicBezTo>
                    <a:cubicBezTo>
                      <a:pt x="901" y="1203"/>
                      <a:pt x="1068" y="1436"/>
                      <a:pt x="1302" y="1636"/>
                    </a:cubicBezTo>
                    <a:cubicBezTo>
                      <a:pt x="1335" y="1636"/>
                      <a:pt x="1368" y="1670"/>
                      <a:pt x="1402" y="1670"/>
                    </a:cubicBezTo>
                    <a:cubicBezTo>
                      <a:pt x="1435" y="1670"/>
                      <a:pt x="1502" y="1636"/>
                      <a:pt x="1535" y="1603"/>
                    </a:cubicBezTo>
                    <a:cubicBezTo>
                      <a:pt x="1568" y="1536"/>
                      <a:pt x="1568" y="1436"/>
                      <a:pt x="1502" y="1369"/>
                    </a:cubicBezTo>
                    <a:cubicBezTo>
                      <a:pt x="1268" y="1203"/>
                      <a:pt x="1135" y="1002"/>
                      <a:pt x="1001" y="769"/>
                    </a:cubicBezTo>
                    <a:cubicBezTo>
                      <a:pt x="801" y="502"/>
                      <a:pt x="601" y="202"/>
                      <a:pt x="268" y="35"/>
                    </a:cubicBezTo>
                    <a:cubicBezTo>
                      <a:pt x="232" y="11"/>
                      <a:pt x="201" y="0"/>
                      <a:pt x="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9"/>
              <p:cNvSpPr/>
              <p:nvPr/>
            </p:nvSpPr>
            <p:spPr>
              <a:xfrm>
                <a:off x="2586175" y="1400600"/>
                <a:ext cx="226875" cy="125950"/>
              </a:xfrm>
              <a:custGeom>
                <a:avLst/>
                <a:gdLst/>
                <a:ahLst/>
                <a:cxnLst/>
                <a:rect l="l" t="t" r="r" b="b"/>
                <a:pathLst>
                  <a:path w="9075" h="5038" extrusionOk="0">
                    <a:moveTo>
                      <a:pt x="535" y="335"/>
                    </a:moveTo>
                    <a:lnTo>
                      <a:pt x="535" y="335"/>
                    </a:lnTo>
                    <a:cubicBezTo>
                      <a:pt x="768" y="401"/>
                      <a:pt x="1068" y="535"/>
                      <a:pt x="1502" y="701"/>
                    </a:cubicBezTo>
                    <a:cubicBezTo>
                      <a:pt x="2303" y="1035"/>
                      <a:pt x="3603" y="1602"/>
                      <a:pt x="6072" y="2369"/>
                    </a:cubicBezTo>
                    <a:cubicBezTo>
                      <a:pt x="6906" y="2636"/>
                      <a:pt x="7073" y="2736"/>
                      <a:pt x="7573" y="3303"/>
                    </a:cubicBezTo>
                    <a:cubicBezTo>
                      <a:pt x="8640" y="4437"/>
                      <a:pt x="8674" y="4704"/>
                      <a:pt x="8674" y="4738"/>
                    </a:cubicBezTo>
                    <a:cubicBezTo>
                      <a:pt x="8653" y="4750"/>
                      <a:pt x="8624" y="4756"/>
                      <a:pt x="8586" y="4756"/>
                    </a:cubicBezTo>
                    <a:cubicBezTo>
                      <a:pt x="8008" y="4756"/>
                      <a:pt x="5483" y="3369"/>
                      <a:pt x="3603" y="2336"/>
                    </a:cubicBezTo>
                    <a:lnTo>
                      <a:pt x="2803" y="1902"/>
                    </a:lnTo>
                    <a:lnTo>
                      <a:pt x="2703" y="2036"/>
                    </a:lnTo>
                    <a:lnTo>
                      <a:pt x="2736" y="1869"/>
                    </a:lnTo>
                    <a:cubicBezTo>
                      <a:pt x="2002" y="1469"/>
                      <a:pt x="1102" y="968"/>
                      <a:pt x="535" y="335"/>
                    </a:cubicBezTo>
                    <a:close/>
                    <a:moveTo>
                      <a:pt x="168" y="1"/>
                    </a:moveTo>
                    <a:cubicBezTo>
                      <a:pt x="101" y="1"/>
                      <a:pt x="68" y="34"/>
                      <a:pt x="34" y="101"/>
                    </a:cubicBezTo>
                    <a:cubicBezTo>
                      <a:pt x="1" y="134"/>
                      <a:pt x="34" y="201"/>
                      <a:pt x="68" y="268"/>
                    </a:cubicBezTo>
                    <a:cubicBezTo>
                      <a:pt x="635" y="1068"/>
                      <a:pt x="1735" y="1669"/>
                      <a:pt x="2603" y="2136"/>
                    </a:cubicBezTo>
                    <a:lnTo>
                      <a:pt x="2703" y="2036"/>
                    </a:lnTo>
                    <a:lnTo>
                      <a:pt x="2636" y="2169"/>
                    </a:lnTo>
                    <a:lnTo>
                      <a:pt x="3437" y="2603"/>
                    </a:lnTo>
                    <a:cubicBezTo>
                      <a:pt x="6472" y="4271"/>
                      <a:pt x="7973" y="5038"/>
                      <a:pt x="8607" y="5038"/>
                    </a:cubicBezTo>
                    <a:cubicBezTo>
                      <a:pt x="8740" y="5038"/>
                      <a:pt x="8841" y="5005"/>
                      <a:pt x="8907" y="4938"/>
                    </a:cubicBezTo>
                    <a:cubicBezTo>
                      <a:pt x="9074" y="4704"/>
                      <a:pt x="8941" y="4337"/>
                      <a:pt x="7806" y="3070"/>
                    </a:cubicBezTo>
                    <a:cubicBezTo>
                      <a:pt x="7273" y="2503"/>
                      <a:pt x="7039" y="2369"/>
                      <a:pt x="6172" y="2069"/>
                    </a:cubicBezTo>
                    <a:cubicBezTo>
                      <a:pt x="3704" y="1302"/>
                      <a:pt x="2403" y="768"/>
                      <a:pt x="1635" y="435"/>
                    </a:cubicBezTo>
                    <a:cubicBezTo>
                      <a:pt x="935" y="134"/>
                      <a:pt x="601"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p:cNvSpPr/>
              <p:nvPr/>
            </p:nvSpPr>
            <p:spPr>
              <a:xfrm>
                <a:off x="3131575" y="1337000"/>
                <a:ext cx="137625" cy="31125"/>
              </a:xfrm>
              <a:custGeom>
                <a:avLst/>
                <a:gdLst/>
                <a:ahLst/>
                <a:cxnLst/>
                <a:rect l="l" t="t" r="r" b="b"/>
                <a:pathLst>
                  <a:path w="5505" h="1245" extrusionOk="0">
                    <a:moveTo>
                      <a:pt x="5344" y="1"/>
                    </a:moveTo>
                    <a:cubicBezTo>
                      <a:pt x="5330" y="1"/>
                      <a:pt x="5316" y="4"/>
                      <a:pt x="5304" y="10"/>
                    </a:cubicBezTo>
                    <a:cubicBezTo>
                      <a:pt x="3603" y="443"/>
                      <a:pt x="1868" y="744"/>
                      <a:pt x="134" y="944"/>
                    </a:cubicBezTo>
                    <a:cubicBezTo>
                      <a:pt x="34" y="944"/>
                      <a:pt x="0" y="1044"/>
                      <a:pt x="0" y="1111"/>
                    </a:cubicBezTo>
                    <a:cubicBezTo>
                      <a:pt x="0" y="1211"/>
                      <a:pt x="67" y="1244"/>
                      <a:pt x="134" y="1244"/>
                    </a:cubicBezTo>
                    <a:lnTo>
                      <a:pt x="167" y="1244"/>
                    </a:lnTo>
                    <a:cubicBezTo>
                      <a:pt x="1902" y="1044"/>
                      <a:pt x="3670" y="744"/>
                      <a:pt x="5371" y="310"/>
                    </a:cubicBezTo>
                    <a:cubicBezTo>
                      <a:pt x="5438" y="277"/>
                      <a:pt x="5504" y="210"/>
                      <a:pt x="5471" y="110"/>
                    </a:cubicBezTo>
                    <a:cubicBezTo>
                      <a:pt x="5471" y="55"/>
                      <a:pt x="5404" y="1"/>
                      <a:pt x="5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p:cNvSpPr/>
              <p:nvPr/>
            </p:nvSpPr>
            <p:spPr>
              <a:xfrm>
                <a:off x="3022325" y="1376425"/>
                <a:ext cx="54225" cy="14200"/>
              </a:xfrm>
              <a:custGeom>
                <a:avLst/>
                <a:gdLst/>
                <a:ahLst/>
                <a:cxnLst/>
                <a:rect l="l" t="t" r="r" b="b"/>
                <a:pathLst>
                  <a:path w="2169" h="568" extrusionOk="0">
                    <a:moveTo>
                      <a:pt x="1386" y="1"/>
                    </a:moveTo>
                    <a:cubicBezTo>
                      <a:pt x="946" y="1"/>
                      <a:pt x="501" y="90"/>
                      <a:pt x="101" y="267"/>
                    </a:cubicBezTo>
                    <a:cubicBezTo>
                      <a:pt x="34" y="301"/>
                      <a:pt x="1" y="401"/>
                      <a:pt x="34" y="468"/>
                    </a:cubicBezTo>
                    <a:cubicBezTo>
                      <a:pt x="34" y="534"/>
                      <a:pt x="101" y="568"/>
                      <a:pt x="167" y="568"/>
                    </a:cubicBezTo>
                    <a:cubicBezTo>
                      <a:pt x="201" y="568"/>
                      <a:pt x="201" y="568"/>
                      <a:pt x="234" y="534"/>
                    </a:cubicBezTo>
                    <a:cubicBezTo>
                      <a:pt x="585" y="381"/>
                      <a:pt x="978" y="300"/>
                      <a:pt x="1368" y="300"/>
                    </a:cubicBezTo>
                    <a:cubicBezTo>
                      <a:pt x="1572" y="300"/>
                      <a:pt x="1774" y="322"/>
                      <a:pt x="1969" y="368"/>
                    </a:cubicBezTo>
                    <a:cubicBezTo>
                      <a:pt x="2069" y="368"/>
                      <a:pt x="2136" y="334"/>
                      <a:pt x="2169" y="234"/>
                    </a:cubicBezTo>
                    <a:cubicBezTo>
                      <a:pt x="2169" y="167"/>
                      <a:pt x="2136" y="67"/>
                      <a:pt x="2035" y="67"/>
                    </a:cubicBezTo>
                    <a:cubicBezTo>
                      <a:pt x="1824" y="23"/>
                      <a:pt x="1606" y="1"/>
                      <a:pt x="1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p:cNvSpPr/>
              <p:nvPr/>
            </p:nvSpPr>
            <p:spPr>
              <a:xfrm>
                <a:off x="2296800" y="1403725"/>
                <a:ext cx="368625" cy="174550"/>
              </a:xfrm>
              <a:custGeom>
                <a:avLst/>
                <a:gdLst/>
                <a:ahLst/>
                <a:cxnLst/>
                <a:rect l="l" t="t" r="r" b="b"/>
                <a:pathLst>
                  <a:path w="14745" h="6982" extrusionOk="0">
                    <a:moveTo>
                      <a:pt x="149" y="1"/>
                    </a:moveTo>
                    <a:cubicBezTo>
                      <a:pt x="78" y="1"/>
                      <a:pt x="28" y="55"/>
                      <a:pt x="1" y="109"/>
                    </a:cubicBezTo>
                    <a:cubicBezTo>
                      <a:pt x="1" y="210"/>
                      <a:pt x="34" y="276"/>
                      <a:pt x="134" y="310"/>
                    </a:cubicBezTo>
                    <a:cubicBezTo>
                      <a:pt x="4738" y="1377"/>
                      <a:pt x="9908" y="4846"/>
                      <a:pt x="12577" y="6814"/>
                    </a:cubicBezTo>
                    <a:cubicBezTo>
                      <a:pt x="12677" y="6914"/>
                      <a:pt x="12743" y="6948"/>
                      <a:pt x="12777" y="6981"/>
                    </a:cubicBezTo>
                    <a:lnTo>
                      <a:pt x="12944" y="6981"/>
                    </a:lnTo>
                    <a:cubicBezTo>
                      <a:pt x="12977" y="6948"/>
                      <a:pt x="13010" y="6881"/>
                      <a:pt x="13010" y="6814"/>
                    </a:cubicBezTo>
                    <a:cubicBezTo>
                      <a:pt x="12944" y="5914"/>
                      <a:pt x="12343" y="5213"/>
                      <a:pt x="11809" y="4679"/>
                    </a:cubicBezTo>
                    <a:cubicBezTo>
                      <a:pt x="11242" y="4079"/>
                      <a:pt x="10742" y="3679"/>
                      <a:pt x="10408" y="3412"/>
                    </a:cubicBezTo>
                    <a:cubicBezTo>
                      <a:pt x="10275" y="3278"/>
                      <a:pt x="10108" y="3145"/>
                      <a:pt x="10041" y="3078"/>
                    </a:cubicBezTo>
                    <a:cubicBezTo>
                      <a:pt x="10175" y="3012"/>
                      <a:pt x="10508" y="2978"/>
                      <a:pt x="10875" y="2911"/>
                    </a:cubicBezTo>
                    <a:cubicBezTo>
                      <a:pt x="11609" y="2811"/>
                      <a:pt x="12810" y="2645"/>
                      <a:pt x="14611" y="2211"/>
                    </a:cubicBezTo>
                    <a:cubicBezTo>
                      <a:pt x="14678" y="2178"/>
                      <a:pt x="14745" y="2111"/>
                      <a:pt x="14711" y="2011"/>
                    </a:cubicBezTo>
                    <a:cubicBezTo>
                      <a:pt x="14711" y="1956"/>
                      <a:pt x="14667" y="1902"/>
                      <a:pt x="14596" y="1902"/>
                    </a:cubicBezTo>
                    <a:cubicBezTo>
                      <a:pt x="14580" y="1902"/>
                      <a:pt x="14563" y="1905"/>
                      <a:pt x="14545" y="1911"/>
                    </a:cubicBezTo>
                    <a:cubicBezTo>
                      <a:pt x="12777" y="2311"/>
                      <a:pt x="11543" y="2511"/>
                      <a:pt x="10809" y="2611"/>
                    </a:cubicBezTo>
                    <a:cubicBezTo>
                      <a:pt x="10008" y="2745"/>
                      <a:pt x="9741" y="2778"/>
                      <a:pt x="9708" y="2978"/>
                    </a:cubicBezTo>
                    <a:cubicBezTo>
                      <a:pt x="9641" y="3178"/>
                      <a:pt x="9808" y="3312"/>
                      <a:pt x="10208" y="3645"/>
                    </a:cubicBezTo>
                    <a:cubicBezTo>
                      <a:pt x="10542" y="3912"/>
                      <a:pt x="11009" y="4279"/>
                      <a:pt x="11576" y="4880"/>
                    </a:cubicBezTo>
                    <a:cubicBezTo>
                      <a:pt x="12010" y="5313"/>
                      <a:pt x="12477" y="5847"/>
                      <a:pt x="12643" y="6481"/>
                    </a:cubicBezTo>
                    <a:cubicBezTo>
                      <a:pt x="9908" y="4479"/>
                      <a:pt x="4804" y="1077"/>
                      <a:pt x="201" y="9"/>
                    </a:cubicBezTo>
                    <a:cubicBezTo>
                      <a:pt x="183" y="3"/>
                      <a:pt x="165" y="1"/>
                      <a:pt x="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p:cNvSpPr/>
              <p:nvPr/>
            </p:nvSpPr>
            <p:spPr>
              <a:xfrm>
                <a:off x="2369375" y="1306375"/>
                <a:ext cx="919825" cy="170150"/>
              </a:xfrm>
              <a:custGeom>
                <a:avLst/>
                <a:gdLst/>
                <a:ahLst/>
                <a:cxnLst/>
                <a:rect l="l" t="t" r="r" b="b"/>
                <a:pathLst>
                  <a:path w="36793" h="6806" extrusionOk="0">
                    <a:moveTo>
                      <a:pt x="36626" y="1"/>
                    </a:moveTo>
                    <a:cubicBezTo>
                      <a:pt x="35592" y="67"/>
                      <a:pt x="34558" y="134"/>
                      <a:pt x="33524" y="167"/>
                    </a:cubicBezTo>
                    <a:cubicBezTo>
                      <a:pt x="32023" y="234"/>
                      <a:pt x="30488" y="301"/>
                      <a:pt x="28987" y="468"/>
                    </a:cubicBezTo>
                    <a:cubicBezTo>
                      <a:pt x="26019" y="768"/>
                      <a:pt x="23050" y="1168"/>
                      <a:pt x="20114" y="1602"/>
                    </a:cubicBezTo>
                    <a:cubicBezTo>
                      <a:pt x="17246" y="2035"/>
                      <a:pt x="14377" y="2369"/>
                      <a:pt x="11408" y="2669"/>
                    </a:cubicBezTo>
                    <a:cubicBezTo>
                      <a:pt x="7706" y="3036"/>
                      <a:pt x="3903" y="3436"/>
                      <a:pt x="133" y="3770"/>
                    </a:cubicBezTo>
                    <a:cubicBezTo>
                      <a:pt x="100" y="3770"/>
                      <a:pt x="33" y="3803"/>
                      <a:pt x="0" y="3870"/>
                    </a:cubicBezTo>
                    <a:cubicBezTo>
                      <a:pt x="0" y="3937"/>
                      <a:pt x="0" y="4003"/>
                      <a:pt x="67" y="4037"/>
                    </a:cubicBezTo>
                    <a:cubicBezTo>
                      <a:pt x="701" y="4671"/>
                      <a:pt x="1568" y="5038"/>
                      <a:pt x="2368" y="5404"/>
                    </a:cubicBezTo>
                    <a:lnTo>
                      <a:pt x="2735" y="5571"/>
                    </a:lnTo>
                    <a:cubicBezTo>
                      <a:pt x="3736" y="6005"/>
                      <a:pt x="4770" y="6439"/>
                      <a:pt x="5804" y="6772"/>
                    </a:cubicBezTo>
                    <a:cubicBezTo>
                      <a:pt x="5838" y="6772"/>
                      <a:pt x="5838" y="6805"/>
                      <a:pt x="5871" y="6805"/>
                    </a:cubicBezTo>
                    <a:cubicBezTo>
                      <a:pt x="5938" y="6805"/>
                      <a:pt x="5971" y="6739"/>
                      <a:pt x="6004" y="6705"/>
                    </a:cubicBezTo>
                    <a:cubicBezTo>
                      <a:pt x="6038" y="6605"/>
                      <a:pt x="5971" y="6505"/>
                      <a:pt x="5904" y="6505"/>
                    </a:cubicBezTo>
                    <a:cubicBezTo>
                      <a:pt x="4870" y="6138"/>
                      <a:pt x="3836" y="5738"/>
                      <a:pt x="2835" y="5271"/>
                    </a:cubicBezTo>
                    <a:lnTo>
                      <a:pt x="2502" y="5138"/>
                    </a:lnTo>
                    <a:cubicBezTo>
                      <a:pt x="1801" y="4804"/>
                      <a:pt x="1101" y="4504"/>
                      <a:pt x="534" y="4037"/>
                    </a:cubicBezTo>
                    <a:cubicBezTo>
                      <a:pt x="4170" y="3737"/>
                      <a:pt x="7872" y="3336"/>
                      <a:pt x="11442" y="2969"/>
                    </a:cubicBezTo>
                    <a:cubicBezTo>
                      <a:pt x="14410" y="2669"/>
                      <a:pt x="17279" y="2369"/>
                      <a:pt x="20148" y="1935"/>
                    </a:cubicBezTo>
                    <a:cubicBezTo>
                      <a:pt x="23083" y="1468"/>
                      <a:pt x="26052" y="1101"/>
                      <a:pt x="28987" y="768"/>
                    </a:cubicBezTo>
                    <a:cubicBezTo>
                      <a:pt x="30522" y="601"/>
                      <a:pt x="32056" y="534"/>
                      <a:pt x="33524" y="468"/>
                    </a:cubicBezTo>
                    <a:cubicBezTo>
                      <a:pt x="34558" y="434"/>
                      <a:pt x="35625" y="401"/>
                      <a:pt x="36660" y="334"/>
                    </a:cubicBezTo>
                    <a:cubicBezTo>
                      <a:pt x="36726" y="301"/>
                      <a:pt x="36793" y="234"/>
                      <a:pt x="36793" y="167"/>
                    </a:cubicBezTo>
                    <a:cubicBezTo>
                      <a:pt x="36793" y="67"/>
                      <a:pt x="36726" y="1"/>
                      <a:pt x="366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p:cNvSpPr/>
              <p:nvPr/>
            </p:nvSpPr>
            <p:spPr>
              <a:xfrm>
                <a:off x="2697100" y="1401450"/>
                <a:ext cx="236025" cy="46725"/>
              </a:xfrm>
              <a:custGeom>
                <a:avLst/>
                <a:gdLst/>
                <a:ahLst/>
                <a:cxnLst/>
                <a:rect l="l" t="t" r="r" b="b"/>
                <a:pathLst>
                  <a:path w="9441" h="1869" extrusionOk="0">
                    <a:moveTo>
                      <a:pt x="9240" y="0"/>
                    </a:moveTo>
                    <a:cubicBezTo>
                      <a:pt x="6272" y="567"/>
                      <a:pt x="3136" y="1101"/>
                      <a:pt x="167" y="1535"/>
                    </a:cubicBezTo>
                    <a:cubicBezTo>
                      <a:pt x="67" y="1568"/>
                      <a:pt x="0" y="1635"/>
                      <a:pt x="34" y="1735"/>
                    </a:cubicBezTo>
                    <a:cubicBezTo>
                      <a:pt x="34" y="1802"/>
                      <a:pt x="100" y="1868"/>
                      <a:pt x="167" y="1868"/>
                    </a:cubicBezTo>
                    <a:lnTo>
                      <a:pt x="201" y="1868"/>
                    </a:lnTo>
                    <a:cubicBezTo>
                      <a:pt x="3169" y="1401"/>
                      <a:pt x="6338" y="868"/>
                      <a:pt x="9274" y="334"/>
                    </a:cubicBezTo>
                    <a:cubicBezTo>
                      <a:pt x="9374" y="301"/>
                      <a:pt x="9440" y="234"/>
                      <a:pt x="9407" y="134"/>
                    </a:cubicBezTo>
                    <a:cubicBezTo>
                      <a:pt x="9407" y="67"/>
                      <a:pt x="9307" y="0"/>
                      <a:pt x="9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p:cNvSpPr/>
              <p:nvPr/>
            </p:nvSpPr>
            <p:spPr>
              <a:xfrm>
                <a:off x="2416075" y="1511200"/>
                <a:ext cx="120100" cy="33700"/>
              </a:xfrm>
              <a:custGeom>
                <a:avLst/>
                <a:gdLst/>
                <a:ahLst/>
                <a:cxnLst/>
                <a:rect l="l" t="t" r="r" b="b"/>
                <a:pathLst>
                  <a:path w="4804" h="1348" extrusionOk="0">
                    <a:moveTo>
                      <a:pt x="4658" y="1"/>
                    </a:moveTo>
                    <a:cubicBezTo>
                      <a:pt x="4639" y="1"/>
                      <a:pt x="4620" y="5"/>
                      <a:pt x="4603" y="13"/>
                    </a:cubicBezTo>
                    <a:cubicBezTo>
                      <a:pt x="4370" y="80"/>
                      <a:pt x="4136" y="147"/>
                      <a:pt x="3869" y="180"/>
                    </a:cubicBezTo>
                    <a:cubicBezTo>
                      <a:pt x="3336" y="314"/>
                      <a:pt x="2802" y="447"/>
                      <a:pt x="2302" y="714"/>
                    </a:cubicBezTo>
                    <a:cubicBezTo>
                      <a:pt x="2235" y="747"/>
                      <a:pt x="2168" y="781"/>
                      <a:pt x="2102" y="814"/>
                    </a:cubicBezTo>
                    <a:cubicBezTo>
                      <a:pt x="1968" y="914"/>
                      <a:pt x="1801" y="981"/>
                      <a:pt x="1668" y="1014"/>
                    </a:cubicBezTo>
                    <a:cubicBezTo>
                      <a:pt x="1623" y="1026"/>
                      <a:pt x="1575" y="1032"/>
                      <a:pt x="1524" y="1032"/>
                    </a:cubicBezTo>
                    <a:cubicBezTo>
                      <a:pt x="1157" y="1032"/>
                      <a:pt x="647" y="736"/>
                      <a:pt x="267" y="414"/>
                    </a:cubicBezTo>
                    <a:cubicBezTo>
                      <a:pt x="241" y="388"/>
                      <a:pt x="211" y="377"/>
                      <a:pt x="181" y="377"/>
                    </a:cubicBezTo>
                    <a:cubicBezTo>
                      <a:pt x="133" y="377"/>
                      <a:pt x="87" y="406"/>
                      <a:pt x="67" y="447"/>
                    </a:cubicBezTo>
                    <a:cubicBezTo>
                      <a:pt x="0" y="514"/>
                      <a:pt x="0" y="614"/>
                      <a:pt x="67" y="647"/>
                    </a:cubicBezTo>
                    <a:cubicBezTo>
                      <a:pt x="467" y="981"/>
                      <a:pt x="1067" y="1348"/>
                      <a:pt x="1568" y="1348"/>
                    </a:cubicBezTo>
                    <a:cubicBezTo>
                      <a:pt x="1601" y="1348"/>
                      <a:pt x="1668" y="1348"/>
                      <a:pt x="1735" y="1314"/>
                    </a:cubicBezTo>
                    <a:cubicBezTo>
                      <a:pt x="1935" y="1281"/>
                      <a:pt x="2102" y="1181"/>
                      <a:pt x="2268" y="1081"/>
                    </a:cubicBezTo>
                    <a:cubicBezTo>
                      <a:pt x="2335" y="1048"/>
                      <a:pt x="2368" y="1014"/>
                      <a:pt x="2435" y="981"/>
                    </a:cubicBezTo>
                    <a:cubicBezTo>
                      <a:pt x="2935" y="747"/>
                      <a:pt x="3436" y="614"/>
                      <a:pt x="3970" y="480"/>
                    </a:cubicBezTo>
                    <a:cubicBezTo>
                      <a:pt x="4203" y="447"/>
                      <a:pt x="4437" y="380"/>
                      <a:pt x="4670" y="314"/>
                    </a:cubicBezTo>
                    <a:cubicBezTo>
                      <a:pt x="4770" y="280"/>
                      <a:pt x="4803" y="180"/>
                      <a:pt x="4803" y="114"/>
                    </a:cubicBezTo>
                    <a:cubicBezTo>
                      <a:pt x="4778" y="38"/>
                      <a:pt x="4716" y="1"/>
                      <a:pt x="46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p:cNvSpPr/>
              <p:nvPr/>
            </p:nvSpPr>
            <p:spPr>
              <a:xfrm>
                <a:off x="2368525" y="1461275"/>
                <a:ext cx="103425" cy="58625"/>
              </a:xfrm>
              <a:custGeom>
                <a:avLst/>
                <a:gdLst/>
                <a:ahLst/>
                <a:cxnLst/>
                <a:rect l="l" t="t" r="r" b="b"/>
                <a:pathLst>
                  <a:path w="4137" h="2345" extrusionOk="0">
                    <a:moveTo>
                      <a:pt x="182" y="0"/>
                    </a:moveTo>
                    <a:cubicBezTo>
                      <a:pt x="111" y="0"/>
                      <a:pt x="61" y="55"/>
                      <a:pt x="34" y="109"/>
                    </a:cubicBezTo>
                    <a:cubicBezTo>
                      <a:pt x="1" y="176"/>
                      <a:pt x="34" y="276"/>
                      <a:pt x="101" y="309"/>
                    </a:cubicBezTo>
                    <a:cubicBezTo>
                      <a:pt x="1435" y="843"/>
                      <a:pt x="2703" y="1510"/>
                      <a:pt x="3870" y="2311"/>
                    </a:cubicBezTo>
                    <a:cubicBezTo>
                      <a:pt x="3870" y="2344"/>
                      <a:pt x="3903" y="2344"/>
                      <a:pt x="3937" y="2344"/>
                    </a:cubicBezTo>
                    <a:cubicBezTo>
                      <a:pt x="4004" y="2344"/>
                      <a:pt x="4037" y="2311"/>
                      <a:pt x="4070" y="2277"/>
                    </a:cubicBezTo>
                    <a:cubicBezTo>
                      <a:pt x="4137" y="2211"/>
                      <a:pt x="4104" y="2111"/>
                      <a:pt x="4037" y="2044"/>
                    </a:cubicBezTo>
                    <a:cubicBezTo>
                      <a:pt x="2836" y="1243"/>
                      <a:pt x="1568" y="543"/>
                      <a:pt x="234" y="9"/>
                    </a:cubicBezTo>
                    <a:cubicBezTo>
                      <a:pt x="216" y="3"/>
                      <a:pt x="199" y="0"/>
                      <a:pt x="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p:cNvSpPr/>
              <p:nvPr/>
            </p:nvSpPr>
            <p:spPr>
              <a:xfrm>
                <a:off x="2471100" y="1518600"/>
                <a:ext cx="127625" cy="80500"/>
              </a:xfrm>
              <a:custGeom>
                <a:avLst/>
                <a:gdLst/>
                <a:ahLst/>
                <a:cxnLst/>
                <a:rect l="l" t="t" r="r" b="b"/>
                <a:pathLst>
                  <a:path w="5105" h="3220" extrusionOk="0">
                    <a:moveTo>
                      <a:pt x="2886" y="1"/>
                    </a:moveTo>
                    <a:cubicBezTo>
                      <a:pt x="2844" y="1"/>
                      <a:pt x="2803" y="18"/>
                      <a:pt x="2769" y="51"/>
                    </a:cubicBezTo>
                    <a:cubicBezTo>
                      <a:pt x="2736" y="118"/>
                      <a:pt x="2736" y="218"/>
                      <a:pt x="2803" y="285"/>
                    </a:cubicBezTo>
                    <a:cubicBezTo>
                      <a:pt x="3637" y="1018"/>
                      <a:pt x="4137" y="1819"/>
                      <a:pt x="4704" y="2920"/>
                    </a:cubicBezTo>
                    <a:cubicBezTo>
                      <a:pt x="3436" y="2786"/>
                      <a:pt x="2002" y="1719"/>
                      <a:pt x="935" y="918"/>
                    </a:cubicBezTo>
                    <a:cubicBezTo>
                      <a:pt x="668" y="752"/>
                      <a:pt x="434" y="585"/>
                      <a:pt x="234" y="418"/>
                    </a:cubicBezTo>
                    <a:cubicBezTo>
                      <a:pt x="216" y="409"/>
                      <a:pt x="196" y="405"/>
                      <a:pt x="175" y="405"/>
                    </a:cubicBezTo>
                    <a:cubicBezTo>
                      <a:pt x="119" y="405"/>
                      <a:pt x="58" y="436"/>
                      <a:pt x="34" y="485"/>
                    </a:cubicBezTo>
                    <a:cubicBezTo>
                      <a:pt x="1" y="551"/>
                      <a:pt x="1" y="651"/>
                      <a:pt x="67" y="685"/>
                    </a:cubicBezTo>
                    <a:cubicBezTo>
                      <a:pt x="267" y="818"/>
                      <a:pt x="501" y="985"/>
                      <a:pt x="734" y="1185"/>
                    </a:cubicBezTo>
                    <a:cubicBezTo>
                      <a:pt x="1902" y="2052"/>
                      <a:pt x="3503" y="3220"/>
                      <a:pt x="4904" y="3220"/>
                    </a:cubicBezTo>
                    <a:lnTo>
                      <a:pt x="4971" y="3220"/>
                    </a:lnTo>
                    <a:cubicBezTo>
                      <a:pt x="5004" y="3220"/>
                      <a:pt x="5071" y="3187"/>
                      <a:pt x="5104" y="3153"/>
                    </a:cubicBezTo>
                    <a:cubicBezTo>
                      <a:pt x="5104" y="3120"/>
                      <a:pt x="5104" y="3053"/>
                      <a:pt x="5104" y="3020"/>
                    </a:cubicBezTo>
                    <a:cubicBezTo>
                      <a:pt x="4571" y="1986"/>
                      <a:pt x="4003" y="985"/>
                      <a:pt x="3003" y="51"/>
                    </a:cubicBezTo>
                    <a:cubicBezTo>
                      <a:pt x="2969" y="18"/>
                      <a:pt x="2928" y="1"/>
                      <a:pt x="2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p:cNvSpPr/>
              <p:nvPr/>
            </p:nvSpPr>
            <p:spPr>
              <a:xfrm>
                <a:off x="2591200" y="1485675"/>
                <a:ext cx="138450" cy="48400"/>
              </a:xfrm>
              <a:custGeom>
                <a:avLst/>
                <a:gdLst/>
                <a:ahLst/>
                <a:cxnLst/>
                <a:rect l="l" t="t" r="r" b="b"/>
                <a:pathLst>
                  <a:path w="5538" h="1936" extrusionOk="0">
                    <a:moveTo>
                      <a:pt x="5304" y="0"/>
                    </a:moveTo>
                    <a:cubicBezTo>
                      <a:pt x="5237" y="34"/>
                      <a:pt x="5137" y="67"/>
                      <a:pt x="5037" y="67"/>
                    </a:cubicBezTo>
                    <a:cubicBezTo>
                      <a:pt x="4637" y="167"/>
                      <a:pt x="3903" y="301"/>
                      <a:pt x="2402" y="801"/>
                    </a:cubicBezTo>
                    <a:cubicBezTo>
                      <a:pt x="2366" y="819"/>
                      <a:pt x="2337" y="827"/>
                      <a:pt x="2312" y="827"/>
                    </a:cubicBezTo>
                    <a:cubicBezTo>
                      <a:pt x="2243" y="827"/>
                      <a:pt x="2199" y="765"/>
                      <a:pt x="2102" y="668"/>
                    </a:cubicBezTo>
                    <a:cubicBezTo>
                      <a:pt x="2006" y="572"/>
                      <a:pt x="1876" y="408"/>
                      <a:pt x="1639" y="408"/>
                    </a:cubicBezTo>
                    <a:cubicBezTo>
                      <a:pt x="1545" y="408"/>
                      <a:pt x="1434" y="434"/>
                      <a:pt x="1301" y="501"/>
                    </a:cubicBezTo>
                    <a:cubicBezTo>
                      <a:pt x="1234" y="534"/>
                      <a:pt x="1201" y="601"/>
                      <a:pt x="1234" y="701"/>
                    </a:cubicBezTo>
                    <a:lnTo>
                      <a:pt x="1301" y="868"/>
                    </a:lnTo>
                    <a:cubicBezTo>
                      <a:pt x="1368" y="1001"/>
                      <a:pt x="1434" y="1168"/>
                      <a:pt x="1434" y="1201"/>
                    </a:cubicBezTo>
                    <a:cubicBezTo>
                      <a:pt x="1401" y="1268"/>
                      <a:pt x="1101" y="1335"/>
                      <a:pt x="801" y="1435"/>
                    </a:cubicBezTo>
                    <a:cubicBezTo>
                      <a:pt x="634" y="1468"/>
                      <a:pt x="400" y="1535"/>
                      <a:pt x="133" y="1635"/>
                    </a:cubicBezTo>
                    <a:cubicBezTo>
                      <a:pt x="67" y="1635"/>
                      <a:pt x="0" y="1735"/>
                      <a:pt x="33" y="1802"/>
                    </a:cubicBezTo>
                    <a:cubicBezTo>
                      <a:pt x="67" y="1902"/>
                      <a:pt x="100" y="1935"/>
                      <a:pt x="167" y="1935"/>
                    </a:cubicBezTo>
                    <a:cubicBezTo>
                      <a:pt x="200" y="1935"/>
                      <a:pt x="200" y="1935"/>
                      <a:pt x="234" y="1902"/>
                    </a:cubicBezTo>
                    <a:cubicBezTo>
                      <a:pt x="500" y="1835"/>
                      <a:pt x="734" y="1768"/>
                      <a:pt x="901" y="1735"/>
                    </a:cubicBezTo>
                    <a:cubicBezTo>
                      <a:pt x="1434" y="1568"/>
                      <a:pt x="1635" y="1501"/>
                      <a:pt x="1735" y="1335"/>
                    </a:cubicBezTo>
                    <a:cubicBezTo>
                      <a:pt x="1801" y="1168"/>
                      <a:pt x="1735" y="1001"/>
                      <a:pt x="1601" y="734"/>
                    </a:cubicBezTo>
                    <a:cubicBezTo>
                      <a:pt x="1618" y="729"/>
                      <a:pt x="1635" y="726"/>
                      <a:pt x="1650" y="726"/>
                    </a:cubicBezTo>
                    <a:cubicBezTo>
                      <a:pt x="1725" y="726"/>
                      <a:pt x="1785" y="790"/>
                      <a:pt x="1868" y="901"/>
                    </a:cubicBezTo>
                    <a:cubicBezTo>
                      <a:pt x="1970" y="1003"/>
                      <a:pt x="2093" y="1145"/>
                      <a:pt x="2295" y="1145"/>
                    </a:cubicBezTo>
                    <a:cubicBezTo>
                      <a:pt x="2356" y="1145"/>
                      <a:pt x="2424" y="1132"/>
                      <a:pt x="2502" y="1101"/>
                    </a:cubicBezTo>
                    <a:cubicBezTo>
                      <a:pt x="3970" y="601"/>
                      <a:pt x="4703" y="467"/>
                      <a:pt x="5104" y="367"/>
                    </a:cubicBezTo>
                    <a:cubicBezTo>
                      <a:pt x="5237" y="367"/>
                      <a:pt x="5337" y="334"/>
                      <a:pt x="5404" y="301"/>
                    </a:cubicBezTo>
                    <a:cubicBezTo>
                      <a:pt x="5471" y="301"/>
                      <a:pt x="5537" y="201"/>
                      <a:pt x="5504" y="100"/>
                    </a:cubicBezTo>
                    <a:cubicBezTo>
                      <a:pt x="5471" y="34"/>
                      <a:pt x="5404" y="0"/>
                      <a:pt x="5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p:cNvSpPr/>
              <p:nvPr/>
            </p:nvSpPr>
            <p:spPr>
              <a:xfrm>
                <a:off x="2342675" y="1560425"/>
                <a:ext cx="183500" cy="66200"/>
              </a:xfrm>
              <a:custGeom>
                <a:avLst/>
                <a:gdLst/>
                <a:ahLst/>
                <a:cxnLst/>
                <a:rect l="l" t="t" r="r" b="b"/>
                <a:pathLst>
                  <a:path w="7340" h="2648" extrusionOk="0">
                    <a:moveTo>
                      <a:pt x="1523" y="0"/>
                    </a:moveTo>
                    <a:cubicBezTo>
                      <a:pt x="1504" y="0"/>
                      <a:pt x="1485" y="4"/>
                      <a:pt x="1468" y="13"/>
                    </a:cubicBezTo>
                    <a:cubicBezTo>
                      <a:pt x="1235" y="113"/>
                      <a:pt x="101" y="646"/>
                      <a:pt x="34" y="1113"/>
                    </a:cubicBezTo>
                    <a:cubicBezTo>
                      <a:pt x="1" y="1213"/>
                      <a:pt x="67" y="1347"/>
                      <a:pt x="134" y="1414"/>
                    </a:cubicBezTo>
                    <a:cubicBezTo>
                      <a:pt x="801" y="1981"/>
                      <a:pt x="2035" y="2648"/>
                      <a:pt x="2569" y="2648"/>
                    </a:cubicBezTo>
                    <a:lnTo>
                      <a:pt x="2602" y="2648"/>
                    </a:lnTo>
                    <a:cubicBezTo>
                      <a:pt x="2703" y="2648"/>
                      <a:pt x="2703" y="2648"/>
                      <a:pt x="3837" y="2081"/>
                    </a:cubicBezTo>
                    <a:cubicBezTo>
                      <a:pt x="4470" y="1780"/>
                      <a:pt x="5538" y="1213"/>
                      <a:pt x="7239" y="379"/>
                    </a:cubicBezTo>
                    <a:cubicBezTo>
                      <a:pt x="7306" y="346"/>
                      <a:pt x="7339" y="246"/>
                      <a:pt x="7306" y="146"/>
                    </a:cubicBezTo>
                    <a:cubicBezTo>
                      <a:pt x="7281" y="97"/>
                      <a:pt x="7221" y="66"/>
                      <a:pt x="7165" y="66"/>
                    </a:cubicBezTo>
                    <a:cubicBezTo>
                      <a:pt x="7144" y="66"/>
                      <a:pt x="7124" y="70"/>
                      <a:pt x="7106" y="79"/>
                    </a:cubicBezTo>
                    <a:cubicBezTo>
                      <a:pt x="5371" y="947"/>
                      <a:pt x="4337" y="1480"/>
                      <a:pt x="3670" y="1814"/>
                    </a:cubicBezTo>
                    <a:cubicBezTo>
                      <a:pt x="2736" y="2314"/>
                      <a:pt x="2636" y="2348"/>
                      <a:pt x="2569" y="2348"/>
                    </a:cubicBezTo>
                    <a:lnTo>
                      <a:pt x="2536" y="2348"/>
                    </a:lnTo>
                    <a:cubicBezTo>
                      <a:pt x="2135" y="2348"/>
                      <a:pt x="1001" y="1747"/>
                      <a:pt x="334" y="1147"/>
                    </a:cubicBezTo>
                    <a:cubicBezTo>
                      <a:pt x="368" y="947"/>
                      <a:pt x="1001" y="546"/>
                      <a:pt x="1602" y="313"/>
                    </a:cubicBezTo>
                    <a:cubicBezTo>
                      <a:pt x="1668" y="279"/>
                      <a:pt x="1702" y="179"/>
                      <a:pt x="1668" y="113"/>
                    </a:cubicBezTo>
                    <a:cubicBezTo>
                      <a:pt x="1643" y="38"/>
                      <a:pt x="1581" y="0"/>
                      <a:pt x="1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p:cNvSpPr/>
              <p:nvPr/>
            </p:nvSpPr>
            <p:spPr>
              <a:xfrm>
                <a:off x="2079150" y="1590250"/>
                <a:ext cx="502900" cy="150625"/>
              </a:xfrm>
              <a:custGeom>
                <a:avLst/>
                <a:gdLst/>
                <a:ahLst/>
                <a:cxnLst/>
                <a:rect l="l" t="t" r="r" b="b"/>
                <a:pathLst>
                  <a:path w="20116" h="6025" extrusionOk="0">
                    <a:moveTo>
                      <a:pt x="15463" y="0"/>
                    </a:moveTo>
                    <a:cubicBezTo>
                      <a:pt x="15414" y="0"/>
                      <a:pt x="15366" y="24"/>
                      <a:pt x="15345" y="87"/>
                    </a:cubicBezTo>
                    <a:cubicBezTo>
                      <a:pt x="15278" y="154"/>
                      <a:pt x="15312" y="254"/>
                      <a:pt x="15378" y="287"/>
                    </a:cubicBezTo>
                    <a:cubicBezTo>
                      <a:pt x="17513" y="1788"/>
                      <a:pt x="19681" y="3856"/>
                      <a:pt x="19381" y="4824"/>
                    </a:cubicBezTo>
                    <a:cubicBezTo>
                      <a:pt x="19315" y="5157"/>
                      <a:pt x="18881" y="5324"/>
                      <a:pt x="18114" y="5391"/>
                    </a:cubicBezTo>
                    <a:cubicBezTo>
                      <a:pt x="17447" y="5424"/>
                      <a:pt x="16779" y="5458"/>
                      <a:pt x="16146" y="5524"/>
                    </a:cubicBezTo>
                    <a:cubicBezTo>
                      <a:pt x="14798" y="5624"/>
                      <a:pt x="13474" y="5721"/>
                      <a:pt x="12089" y="5721"/>
                    </a:cubicBezTo>
                    <a:cubicBezTo>
                      <a:pt x="8844" y="5721"/>
                      <a:pt x="5260" y="5190"/>
                      <a:pt x="234" y="2922"/>
                    </a:cubicBezTo>
                    <a:cubicBezTo>
                      <a:pt x="216" y="2914"/>
                      <a:pt x="196" y="2909"/>
                      <a:pt x="175" y="2909"/>
                    </a:cubicBezTo>
                    <a:cubicBezTo>
                      <a:pt x="119" y="2909"/>
                      <a:pt x="59" y="2940"/>
                      <a:pt x="34" y="2989"/>
                    </a:cubicBezTo>
                    <a:cubicBezTo>
                      <a:pt x="1" y="3056"/>
                      <a:pt x="34" y="3156"/>
                      <a:pt x="101" y="3189"/>
                    </a:cubicBezTo>
                    <a:cubicBezTo>
                      <a:pt x="5171" y="5491"/>
                      <a:pt x="8807" y="6025"/>
                      <a:pt x="12076" y="6025"/>
                    </a:cubicBezTo>
                    <a:cubicBezTo>
                      <a:pt x="13477" y="6025"/>
                      <a:pt x="14811" y="5925"/>
                      <a:pt x="16179" y="5825"/>
                    </a:cubicBezTo>
                    <a:cubicBezTo>
                      <a:pt x="16813" y="5791"/>
                      <a:pt x="17447" y="5724"/>
                      <a:pt x="18114" y="5691"/>
                    </a:cubicBezTo>
                    <a:cubicBezTo>
                      <a:pt x="19014" y="5624"/>
                      <a:pt x="19548" y="5391"/>
                      <a:pt x="19681" y="4891"/>
                    </a:cubicBezTo>
                    <a:cubicBezTo>
                      <a:pt x="20115" y="3389"/>
                      <a:pt x="16312" y="587"/>
                      <a:pt x="15545" y="20"/>
                    </a:cubicBezTo>
                    <a:cubicBezTo>
                      <a:pt x="15521" y="8"/>
                      <a:pt x="15492" y="0"/>
                      <a:pt x="15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p:cNvSpPr/>
              <p:nvPr/>
            </p:nvSpPr>
            <p:spPr>
              <a:xfrm>
                <a:off x="2264300" y="1617125"/>
                <a:ext cx="274375" cy="93725"/>
              </a:xfrm>
              <a:custGeom>
                <a:avLst/>
                <a:gdLst/>
                <a:ahLst/>
                <a:cxnLst/>
                <a:rect l="l" t="t" r="r" b="b"/>
                <a:pathLst>
                  <a:path w="10975" h="3749" extrusionOk="0">
                    <a:moveTo>
                      <a:pt x="146" y="0"/>
                    </a:moveTo>
                    <a:cubicBezTo>
                      <a:pt x="90" y="0"/>
                      <a:pt x="33" y="38"/>
                      <a:pt x="33" y="113"/>
                    </a:cubicBezTo>
                    <a:cubicBezTo>
                      <a:pt x="0" y="180"/>
                      <a:pt x="33" y="280"/>
                      <a:pt x="133" y="313"/>
                    </a:cubicBezTo>
                    <a:cubicBezTo>
                      <a:pt x="1401" y="680"/>
                      <a:pt x="2669" y="1214"/>
                      <a:pt x="3903" y="1747"/>
                    </a:cubicBezTo>
                    <a:cubicBezTo>
                      <a:pt x="6104" y="2648"/>
                      <a:pt x="8373" y="3615"/>
                      <a:pt x="10774" y="3749"/>
                    </a:cubicBezTo>
                    <a:lnTo>
                      <a:pt x="10808" y="3749"/>
                    </a:lnTo>
                    <a:cubicBezTo>
                      <a:pt x="10874" y="3749"/>
                      <a:pt x="10941" y="3682"/>
                      <a:pt x="10941" y="3582"/>
                    </a:cubicBezTo>
                    <a:cubicBezTo>
                      <a:pt x="10975" y="3515"/>
                      <a:pt x="10908" y="3415"/>
                      <a:pt x="10808" y="3415"/>
                    </a:cubicBezTo>
                    <a:cubicBezTo>
                      <a:pt x="8439" y="3315"/>
                      <a:pt x="6204" y="2348"/>
                      <a:pt x="4036" y="1447"/>
                    </a:cubicBezTo>
                    <a:cubicBezTo>
                      <a:pt x="2802" y="913"/>
                      <a:pt x="1501" y="380"/>
                      <a:pt x="200" y="13"/>
                    </a:cubicBezTo>
                    <a:cubicBezTo>
                      <a:pt x="183" y="4"/>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p:cNvSpPr/>
              <p:nvPr/>
            </p:nvSpPr>
            <p:spPr>
              <a:xfrm>
                <a:off x="2423575" y="1641575"/>
                <a:ext cx="97600" cy="35100"/>
              </a:xfrm>
              <a:custGeom>
                <a:avLst/>
                <a:gdLst/>
                <a:ahLst/>
                <a:cxnLst/>
                <a:rect l="l" t="t" r="r" b="b"/>
                <a:pathLst>
                  <a:path w="3904" h="1404" extrusionOk="0">
                    <a:moveTo>
                      <a:pt x="164" y="1"/>
                    </a:moveTo>
                    <a:cubicBezTo>
                      <a:pt x="104" y="1"/>
                      <a:pt x="55" y="38"/>
                      <a:pt x="34" y="102"/>
                    </a:cubicBezTo>
                    <a:cubicBezTo>
                      <a:pt x="0" y="169"/>
                      <a:pt x="34" y="269"/>
                      <a:pt x="134" y="302"/>
                    </a:cubicBezTo>
                    <a:cubicBezTo>
                      <a:pt x="1268" y="836"/>
                      <a:pt x="2469" y="1203"/>
                      <a:pt x="3703" y="1403"/>
                    </a:cubicBezTo>
                    <a:lnTo>
                      <a:pt x="3736" y="1403"/>
                    </a:lnTo>
                    <a:cubicBezTo>
                      <a:pt x="3803" y="1403"/>
                      <a:pt x="3870" y="1336"/>
                      <a:pt x="3903" y="1270"/>
                    </a:cubicBezTo>
                    <a:cubicBezTo>
                      <a:pt x="3903" y="1170"/>
                      <a:pt x="3836" y="1103"/>
                      <a:pt x="3770" y="1103"/>
                    </a:cubicBezTo>
                    <a:cubicBezTo>
                      <a:pt x="2535" y="903"/>
                      <a:pt x="1368" y="536"/>
                      <a:pt x="267" y="36"/>
                    </a:cubicBezTo>
                    <a:cubicBezTo>
                      <a:pt x="232" y="12"/>
                      <a:pt x="196" y="1"/>
                      <a:pt x="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p:cNvSpPr/>
              <p:nvPr/>
            </p:nvSpPr>
            <p:spPr>
              <a:xfrm>
                <a:off x="2248450" y="1666925"/>
                <a:ext cx="105100" cy="42275"/>
              </a:xfrm>
              <a:custGeom>
                <a:avLst/>
                <a:gdLst/>
                <a:ahLst/>
                <a:cxnLst/>
                <a:rect l="l" t="t" r="r" b="b"/>
                <a:pathLst>
                  <a:path w="4204" h="1691" extrusionOk="0">
                    <a:moveTo>
                      <a:pt x="3998" y="0"/>
                    </a:moveTo>
                    <a:cubicBezTo>
                      <a:pt x="3964" y="0"/>
                      <a:pt x="3931" y="8"/>
                      <a:pt x="3903" y="22"/>
                    </a:cubicBezTo>
                    <a:cubicBezTo>
                      <a:pt x="2802" y="1023"/>
                      <a:pt x="1201" y="1390"/>
                      <a:pt x="134" y="1390"/>
                    </a:cubicBezTo>
                    <a:cubicBezTo>
                      <a:pt x="67" y="1390"/>
                      <a:pt x="0" y="1457"/>
                      <a:pt x="0" y="1557"/>
                    </a:cubicBezTo>
                    <a:cubicBezTo>
                      <a:pt x="0" y="1623"/>
                      <a:pt x="67" y="1690"/>
                      <a:pt x="167" y="1690"/>
                    </a:cubicBezTo>
                    <a:cubicBezTo>
                      <a:pt x="1268" y="1690"/>
                      <a:pt x="2969" y="1290"/>
                      <a:pt x="4103" y="256"/>
                    </a:cubicBezTo>
                    <a:cubicBezTo>
                      <a:pt x="4170" y="222"/>
                      <a:pt x="4203" y="122"/>
                      <a:pt x="4137" y="56"/>
                    </a:cubicBezTo>
                    <a:cubicBezTo>
                      <a:pt x="4097" y="17"/>
                      <a:pt x="4047" y="0"/>
                      <a:pt x="39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p:cNvSpPr/>
              <p:nvPr/>
            </p:nvSpPr>
            <p:spPr>
              <a:xfrm>
                <a:off x="3088200" y="1698325"/>
                <a:ext cx="546250" cy="123450"/>
              </a:xfrm>
              <a:custGeom>
                <a:avLst/>
                <a:gdLst/>
                <a:ahLst/>
                <a:cxnLst/>
                <a:rect l="l" t="t" r="r" b="b"/>
                <a:pathLst>
                  <a:path w="21850" h="4938" extrusionOk="0">
                    <a:moveTo>
                      <a:pt x="16063" y="333"/>
                    </a:moveTo>
                    <a:cubicBezTo>
                      <a:pt x="16072" y="333"/>
                      <a:pt x="16077" y="333"/>
                      <a:pt x="16079" y="334"/>
                    </a:cubicBezTo>
                    <a:cubicBezTo>
                      <a:pt x="18981" y="334"/>
                      <a:pt x="21083" y="1301"/>
                      <a:pt x="21450" y="1702"/>
                    </a:cubicBezTo>
                    <a:cubicBezTo>
                      <a:pt x="14711" y="2869"/>
                      <a:pt x="11209" y="3670"/>
                      <a:pt x="9107" y="4137"/>
                    </a:cubicBezTo>
                    <a:cubicBezTo>
                      <a:pt x="7672" y="4456"/>
                      <a:pt x="6999" y="4605"/>
                      <a:pt x="6488" y="4605"/>
                    </a:cubicBezTo>
                    <a:cubicBezTo>
                      <a:pt x="6038" y="4605"/>
                      <a:pt x="5714" y="4489"/>
                      <a:pt x="5105" y="4270"/>
                    </a:cubicBezTo>
                    <a:lnTo>
                      <a:pt x="4771" y="4137"/>
                    </a:lnTo>
                    <a:cubicBezTo>
                      <a:pt x="3070" y="3536"/>
                      <a:pt x="668" y="2369"/>
                      <a:pt x="401" y="1735"/>
                    </a:cubicBezTo>
                    <a:cubicBezTo>
                      <a:pt x="2926" y="1276"/>
                      <a:pt x="15543" y="333"/>
                      <a:pt x="16063" y="333"/>
                    </a:cubicBezTo>
                    <a:close/>
                    <a:moveTo>
                      <a:pt x="16079" y="0"/>
                    </a:moveTo>
                    <a:cubicBezTo>
                      <a:pt x="15445" y="0"/>
                      <a:pt x="2269" y="1001"/>
                      <a:pt x="201" y="1468"/>
                    </a:cubicBezTo>
                    <a:cubicBezTo>
                      <a:pt x="134" y="1468"/>
                      <a:pt x="68" y="1535"/>
                      <a:pt x="68" y="1602"/>
                    </a:cubicBezTo>
                    <a:cubicBezTo>
                      <a:pt x="1" y="2736"/>
                      <a:pt x="4604" y="4404"/>
                      <a:pt x="4671" y="4437"/>
                    </a:cubicBezTo>
                    <a:lnTo>
                      <a:pt x="4971" y="4537"/>
                    </a:lnTo>
                    <a:cubicBezTo>
                      <a:pt x="5672" y="4804"/>
                      <a:pt x="6005" y="4937"/>
                      <a:pt x="6506" y="4937"/>
                    </a:cubicBezTo>
                    <a:cubicBezTo>
                      <a:pt x="7039" y="4937"/>
                      <a:pt x="7740" y="4771"/>
                      <a:pt x="9174" y="4437"/>
                    </a:cubicBezTo>
                    <a:cubicBezTo>
                      <a:pt x="11276" y="3970"/>
                      <a:pt x="14778" y="3203"/>
                      <a:pt x="21516" y="2002"/>
                    </a:cubicBezTo>
                    <a:cubicBezTo>
                      <a:pt x="21583" y="2002"/>
                      <a:pt x="21750" y="1969"/>
                      <a:pt x="21816" y="1868"/>
                    </a:cubicBezTo>
                    <a:cubicBezTo>
                      <a:pt x="21816" y="1802"/>
                      <a:pt x="21850" y="1702"/>
                      <a:pt x="21750" y="1602"/>
                    </a:cubicBezTo>
                    <a:cubicBezTo>
                      <a:pt x="21416" y="1035"/>
                      <a:pt x="18981" y="0"/>
                      <a:pt x="16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p:cNvSpPr/>
              <p:nvPr/>
            </p:nvSpPr>
            <p:spPr>
              <a:xfrm>
                <a:off x="3150750" y="1713325"/>
                <a:ext cx="366950" cy="45900"/>
              </a:xfrm>
              <a:custGeom>
                <a:avLst/>
                <a:gdLst/>
                <a:ahLst/>
                <a:cxnLst/>
                <a:rect l="l" t="t" r="r" b="b"/>
                <a:pathLst>
                  <a:path w="14678" h="1836" extrusionOk="0">
                    <a:moveTo>
                      <a:pt x="14511" y="1"/>
                    </a:moveTo>
                    <a:cubicBezTo>
                      <a:pt x="9741" y="201"/>
                      <a:pt x="4904" y="701"/>
                      <a:pt x="167" y="1535"/>
                    </a:cubicBezTo>
                    <a:cubicBezTo>
                      <a:pt x="67" y="1535"/>
                      <a:pt x="1" y="1635"/>
                      <a:pt x="34" y="1702"/>
                    </a:cubicBezTo>
                    <a:cubicBezTo>
                      <a:pt x="34" y="1769"/>
                      <a:pt x="101" y="1836"/>
                      <a:pt x="201" y="1836"/>
                    </a:cubicBezTo>
                    <a:cubicBezTo>
                      <a:pt x="4938" y="1035"/>
                      <a:pt x="9741" y="535"/>
                      <a:pt x="14544" y="334"/>
                    </a:cubicBezTo>
                    <a:cubicBezTo>
                      <a:pt x="14611" y="334"/>
                      <a:pt x="14678" y="234"/>
                      <a:pt x="14678" y="168"/>
                    </a:cubicBezTo>
                    <a:cubicBezTo>
                      <a:pt x="14678" y="68"/>
                      <a:pt x="14644" y="1"/>
                      <a:pt x="14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p:cNvSpPr/>
              <p:nvPr/>
            </p:nvSpPr>
            <p:spPr>
              <a:xfrm>
                <a:off x="2326825" y="1731375"/>
                <a:ext cx="1056625" cy="166275"/>
              </a:xfrm>
              <a:custGeom>
                <a:avLst/>
                <a:gdLst/>
                <a:ahLst/>
                <a:cxnLst/>
                <a:rect l="l" t="t" r="r" b="b"/>
                <a:pathLst>
                  <a:path w="42265" h="6651" extrusionOk="0">
                    <a:moveTo>
                      <a:pt x="180" y="0"/>
                    </a:moveTo>
                    <a:cubicBezTo>
                      <a:pt x="122" y="0"/>
                      <a:pt x="59" y="38"/>
                      <a:pt x="34" y="113"/>
                    </a:cubicBezTo>
                    <a:cubicBezTo>
                      <a:pt x="1" y="180"/>
                      <a:pt x="68" y="280"/>
                      <a:pt x="134" y="313"/>
                    </a:cubicBezTo>
                    <a:cubicBezTo>
                      <a:pt x="6339" y="2314"/>
                      <a:pt x="9441" y="2915"/>
                      <a:pt x="11142" y="3215"/>
                    </a:cubicBezTo>
                    <a:cubicBezTo>
                      <a:pt x="11509" y="3315"/>
                      <a:pt x="11809" y="3348"/>
                      <a:pt x="12043" y="3415"/>
                    </a:cubicBezTo>
                    <a:cubicBezTo>
                      <a:pt x="12743" y="3549"/>
                      <a:pt x="33258" y="6584"/>
                      <a:pt x="39929" y="6651"/>
                    </a:cubicBezTo>
                    <a:lnTo>
                      <a:pt x="39996" y="6651"/>
                    </a:lnTo>
                    <a:cubicBezTo>
                      <a:pt x="40897" y="6651"/>
                      <a:pt x="41564" y="6451"/>
                      <a:pt x="41931" y="6084"/>
                    </a:cubicBezTo>
                    <a:cubicBezTo>
                      <a:pt x="42131" y="5884"/>
                      <a:pt x="42264" y="5583"/>
                      <a:pt x="42264" y="5250"/>
                    </a:cubicBezTo>
                    <a:cubicBezTo>
                      <a:pt x="42231" y="4016"/>
                      <a:pt x="41364" y="3482"/>
                      <a:pt x="39929" y="2781"/>
                    </a:cubicBezTo>
                    <a:cubicBezTo>
                      <a:pt x="39911" y="2772"/>
                      <a:pt x="39891" y="2768"/>
                      <a:pt x="39870" y="2768"/>
                    </a:cubicBezTo>
                    <a:cubicBezTo>
                      <a:pt x="39814" y="2768"/>
                      <a:pt x="39754" y="2799"/>
                      <a:pt x="39729" y="2848"/>
                    </a:cubicBezTo>
                    <a:cubicBezTo>
                      <a:pt x="39696" y="2915"/>
                      <a:pt x="39729" y="3015"/>
                      <a:pt x="39796" y="3048"/>
                    </a:cubicBezTo>
                    <a:cubicBezTo>
                      <a:pt x="41397" y="3849"/>
                      <a:pt x="41931" y="4282"/>
                      <a:pt x="41931" y="5250"/>
                    </a:cubicBezTo>
                    <a:cubicBezTo>
                      <a:pt x="41931" y="5517"/>
                      <a:pt x="41864" y="5717"/>
                      <a:pt x="41697" y="5884"/>
                    </a:cubicBezTo>
                    <a:cubicBezTo>
                      <a:pt x="41422" y="6158"/>
                      <a:pt x="40896" y="6321"/>
                      <a:pt x="40144" y="6321"/>
                    </a:cubicBezTo>
                    <a:cubicBezTo>
                      <a:pt x="40074" y="6321"/>
                      <a:pt x="40003" y="6320"/>
                      <a:pt x="39929" y="6317"/>
                    </a:cubicBezTo>
                    <a:cubicBezTo>
                      <a:pt x="33258" y="6284"/>
                      <a:pt x="12810" y="3248"/>
                      <a:pt x="12109" y="3115"/>
                    </a:cubicBezTo>
                    <a:cubicBezTo>
                      <a:pt x="11876" y="3048"/>
                      <a:pt x="11576" y="2982"/>
                      <a:pt x="11209" y="2915"/>
                    </a:cubicBezTo>
                    <a:cubicBezTo>
                      <a:pt x="9508" y="2581"/>
                      <a:pt x="6405" y="2014"/>
                      <a:pt x="234" y="13"/>
                    </a:cubicBezTo>
                    <a:cubicBezTo>
                      <a:pt x="218" y="4"/>
                      <a:pt x="199" y="0"/>
                      <a:pt x="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p:cNvSpPr/>
              <p:nvPr/>
            </p:nvSpPr>
            <p:spPr>
              <a:xfrm>
                <a:off x="2692925" y="1492125"/>
                <a:ext cx="507050" cy="237925"/>
              </a:xfrm>
              <a:custGeom>
                <a:avLst/>
                <a:gdLst/>
                <a:ahLst/>
                <a:cxnLst/>
                <a:rect l="l" t="t" r="r" b="b"/>
                <a:pathLst>
                  <a:path w="20282" h="9517" extrusionOk="0">
                    <a:moveTo>
                      <a:pt x="195" y="0"/>
                    </a:moveTo>
                    <a:cubicBezTo>
                      <a:pt x="133" y="0"/>
                      <a:pt x="61" y="55"/>
                      <a:pt x="34" y="109"/>
                    </a:cubicBezTo>
                    <a:cubicBezTo>
                      <a:pt x="1" y="176"/>
                      <a:pt x="34" y="276"/>
                      <a:pt x="101" y="309"/>
                    </a:cubicBezTo>
                    <a:cubicBezTo>
                      <a:pt x="11776" y="5146"/>
                      <a:pt x="16246" y="7348"/>
                      <a:pt x="20048" y="9483"/>
                    </a:cubicBezTo>
                    <a:cubicBezTo>
                      <a:pt x="20048" y="9483"/>
                      <a:pt x="20082" y="9516"/>
                      <a:pt x="20115" y="9516"/>
                    </a:cubicBezTo>
                    <a:cubicBezTo>
                      <a:pt x="20182" y="9516"/>
                      <a:pt x="20215" y="9483"/>
                      <a:pt x="20248" y="9416"/>
                    </a:cubicBezTo>
                    <a:cubicBezTo>
                      <a:pt x="20282" y="9349"/>
                      <a:pt x="20282" y="9249"/>
                      <a:pt x="20182" y="9216"/>
                    </a:cubicBezTo>
                    <a:cubicBezTo>
                      <a:pt x="16412" y="7081"/>
                      <a:pt x="11942" y="4879"/>
                      <a:pt x="234" y="9"/>
                    </a:cubicBezTo>
                    <a:cubicBezTo>
                      <a:pt x="222" y="3"/>
                      <a:pt x="208" y="0"/>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p:cNvSpPr/>
              <p:nvPr/>
            </p:nvSpPr>
            <p:spPr>
              <a:xfrm>
                <a:off x="2890575" y="1373375"/>
                <a:ext cx="307750" cy="210725"/>
              </a:xfrm>
              <a:custGeom>
                <a:avLst/>
                <a:gdLst/>
                <a:ahLst/>
                <a:cxnLst/>
                <a:rect l="l" t="t" r="r" b="b"/>
                <a:pathLst>
                  <a:path w="12310" h="8429" extrusionOk="0">
                    <a:moveTo>
                      <a:pt x="12138" y="1"/>
                    </a:moveTo>
                    <a:cubicBezTo>
                      <a:pt x="12103" y="1"/>
                      <a:pt x="12070" y="9"/>
                      <a:pt x="12042" y="23"/>
                    </a:cubicBezTo>
                    <a:cubicBezTo>
                      <a:pt x="11375" y="623"/>
                      <a:pt x="10675" y="1190"/>
                      <a:pt x="9974" y="1790"/>
                    </a:cubicBezTo>
                    <a:cubicBezTo>
                      <a:pt x="9274" y="2391"/>
                      <a:pt x="8573" y="2991"/>
                      <a:pt x="7906" y="3558"/>
                    </a:cubicBezTo>
                    <a:cubicBezTo>
                      <a:pt x="5404" y="5693"/>
                      <a:pt x="2936" y="7661"/>
                      <a:pt x="134" y="8095"/>
                    </a:cubicBezTo>
                    <a:cubicBezTo>
                      <a:pt x="67" y="8128"/>
                      <a:pt x="0" y="8195"/>
                      <a:pt x="0" y="8295"/>
                    </a:cubicBezTo>
                    <a:cubicBezTo>
                      <a:pt x="34" y="8362"/>
                      <a:pt x="100" y="8429"/>
                      <a:pt x="167" y="8429"/>
                    </a:cubicBezTo>
                    <a:cubicBezTo>
                      <a:pt x="3069" y="7962"/>
                      <a:pt x="5571" y="5960"/>
                      <a:pt x="8106" y="3825"/>
                    </a:cubicBezTo>
                    <a:cubicBezTo>
                      <a:pt x="8773" y="3225"/>
                      <a:pt x="9474" y="2624"/>
                      <a:pt x="10174" y="2024"/>
                    </a:cubicBezTo>
                    <a:cubicBezTo>
                      <a:pt x="10875" y="1424"/>
                      <a:pt x="11575" y="856"/>
                      <a:pt x="12242" y="289"/>
                    </a:cubicBezTo>
                    <a:cubicBezTo>
                      <a:pt x="12309" y="223"/>
                      <a:pt x="12309" y="123"/>
                      <a:pt x="12276" y="56"/>
                    </a:cubicBezTo>
                    <a:cubicBezTo>
                      <a:pt x="12237" y="17"/>
                      <a:pt x="12186" y="1"/>
                      <a:pt x="12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p:cNvSpPr/>
              <p:nvPr/>
            </p:nvSpPr>
            <p:spPr>
              <a:xfrm>
                <a:off x="3249150" y="1227650"/>
                <a:ext cx="229375" cy="497375"/>
              </a:xfrm>
              <a:custGeom>
                <a:avLst/>
                <a:gdLst/>
                <a:ahLst/>
                <a:cxnLst/>
                <a:rect l="l" t="t" r="r" b="b"/>
                <a:pathLst>
                  <a:path w="9175" h="19895" extrusionOk="0">
                    <a:moveTo>
                      <a:pt x="5440" y="1"/>
                    </a:moveTo>
                    <a:cubicBezTo>
                      <a:pt x="4211" y="1"/>
                      <a:pt x="3490" y="769"/>
                      <a:pt x="2469" y="1849"/>
                    </a:cubicBezTo>
                    <a:cubicBezTo>
                      <a:pt x="2236" y="2116"/>
                      <a:pt x="1969" y="2416"/>
                      <a:pt x="1669" y="2716"/>
                    </a:cubicBezTo>
                    <a:cubicBezTo>
                      <a:pt x="1602" y="2783"/>
                      <a:pt x="1602" y="2883"/>
                      <a:pt x="1669" y="2949"/>
                    </a:cubicBezTo>
                    <a:cubicBezTo>
                      <a:pt x="1702" y="2983"/>
                      <a:pt x="1735" y="2999"/>
                      <a:pt x="1769" y="2999"/>
                    </a:cubicBezTo>
                    <a:cubicBezTo>
                      <a:pt x="1802" y="2999"/>
                      <a:pt x="1835" y="2983"/>
                      <a:pt x="1869" y="2949"/>
                    </a:cubicBezTo>
                    <a:cubicBezTo>
                      <a:pt x="2169" y="2616"/>
                      <a:pt x="2436" y="2349"/>
                      <a:pt x="2703" y="2082"/>
                    </a:cubicBezTo>
                    <a:cubicBezTo>
                      <a:pt x="3697" y="1009"/>
                      <a:pt x="4350" y="313"/>
                      <a:pt x="5454" y="313"/>
                    </a:cubicBezTo>
                    <a:cubicBezTo>
                      <a:pt x="6238" y="313"/>
                      <a:pt x="7250" y="664"/>
                      <a:pt x="8774" y="1482"/>
                    </a:cubicBezTo>
                    <a:cubicBezTo>
                      <a:pt x="7039" y="4651"/>
                      <a:pt x="5505" y="8053"/>
                      <a:pt x="4004" y="11355"/>
                    </a:cubicBezTo>
                    <a:cubicBezTo>
                      <a:pt x="2636" y="14391"/>
                      <a:pt x="1368" y="17226"/>
                      <a:pt x="34" y="19661"/>
                    </a:cubicBezTo>
                    <a:cubicBezTo>
                      <a:pt x="1" y="19728"/>
                      <a:pt x="34" y="19828"/>
                      <a:pt x="101" y="19862"/>
                    </a:cubicBezTo>
                    <a:cubicBezTo>
                      <a:pt x="134" y="19895"/>
                      <a:pt x="168" y="19895"/>
                      <a:pt x="201" y="19895"/>
                    </a:cubicBezTo>
                    <a:cubicBezTo>
                      <a:pt x="234" y="19895"/>
                      <a:pt x="301" y="19862"/>
                      <a:pt x="334" y="19795"/>
                    </a:cubicBezTo>
                    <a:cubicBezTo>
                      <a:pt x="1635" y="17360"/>
                      <a:pt x="2936" y="14524"/>
                      <a:pt x="4304" y="11489"/>
                    </a:cubicBezTo>
                    <a:cubicBezTo>
                      <a:pt x="5805" y="8153"/>
                      <a:pt x="7373" y="4684"/>
                      <a:pt x="9107" y="1482"/>
                    </a:cubicBezTo>
                    <a:cubicBezTo>
                      <a:pt x="9174" y="1415"/>
                      <a:pt x="9141" y="1315"/>
                      <a:pt x="9041" y="1282"/>
                    </a:cubicBezTo>
                    <a:cubicBezTo>
                      <a:pt x="7408" y="376"/>
                      <a:pt x="6300" y="1"/>
                      <a:pt x="54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p:cNvSpPr/>
              <p:nvPr/>
            </p:nvSpPr>
            <p:spPr>
              <a:xfrm>
                <a:off x="3024000" y="1396850"/>
                <a:ext cx="189325" cy="161400"/>
              </a:xfrm>
              <a:custGeom>
                <a:avLst/>
                <a:gdLst/>
                <a:ahLst/>
                <a:cxnLst/>
                <a:rect l="l" t="t" r="r" b="b"/>
                <a:pathLst>
                  <a:path w="7573" h="6456" extrusionOk="0">
                    <a:moveTo>
                      <a:pt x="7389" y="1"/>
                    </a:moveTo>
                    <a:cubicBezTo>
                      <a:pt x="7347" y="1"/>
                      <a:pt x="7306" y="18"/>
                      <a:pt x="7272" y="51"/>
                    </a:cubicBezTo>
                    <a:cubicBezTo>
                      <a:pt x="5304" y="2519"/>
                      <a:pt x="2836" y="4621"/>
                      <a:pt x="100" y="6155"/>
                    </a:cubicBezTo>
                    <a:cubicBezTo>
                      <a:pt x="34" y="6222"/>
                      <a:pt x="0" y="6322"/>
                      <a:pt x="34" y="6389"/>
                    </a:cubicBezTo>
                    <a:cubicBezTo>
                      <a:pt x="67" y="6422"/>
                      <a:pt x="134" y="6455"/>
                      <a:pt x="201" y="6455"/>
                    </a:cubicBezTo>
                    <a:lnTo>
                      <a:pt x="267" y="6455"/>
                    </a:lnTo>
                    <a:cubicBezTo>
                      <a:pt x="3036" y="4888"/>
                      <a:pt x="5538" y="2753"/>
                      <a:pt x="7506" y="251"/>
                    </a:cubicBezTo>
                    <a:cubicBezTo>
                      <a:pt x="7572" y="184"/>
                      <a:pt x="7572" y="84"/>
                      <a:pt x="7506" y="51"/>
                    </a:cubicBezTo>
                    <a:cubicBezTo>
                      <a:pt x="7472" y="18"/>
                      <a:pt x="7431" y="1"/>
                      <a:pt x="7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p:cNvSpPr/>
              <p:nvPr/>
            </p:nvSpPr>
            <p:spPr>
              <a:xfrm>
                <a:off x="3218300" y="1296650"/>
                <a:ext cx="216025" cy="405025"/>
              </a:xfrm>
              <a:custGeom>
                <a:avLst/>
                <a:gdLst/>
                <a:ahLst/>
                <a:cxnLst/>
                <a:rect l="l" t="t" r="r" b="b"/>
                <a:pathLst>
                  <a:path w="8641" h="16201" extrusionOk="0">
                    <a:moveTo>
                      <a:pt x="8478" y="1"/>
                    </a:moveTo>
                    <a:cubicBezTo>
                      <a:pt x="8430" y="1"/>
                      <a:pt x="8379" y="17"/>
                      <a:pt x="8340" y="56"/>
                    </a:cubicBezTo>
                    <a:cubicBezTo>
                      <a:pt x="7272" y="1390"/>
                      <a:pt x="6605" y="2991"/>
                      <a:pt x="5972" y="4526"/>
                    </a:cubicBezTo>
                    <a:cubicBezTo>
                      <a:pt x="5738" y="5060"/>
                      <a:pt x="5538" y="5560"/>
                      <a:pt x="5304" y="6060"/>
                    </a:cubicBezTo>
                    <a:cubicBezTo>
                      <a:pt x="4571" y="7695"/>
                      <a:pt x="3670" y="9296"/>
                      <a:pt x="2769" y="10797"/>
                    </a:cubicBezTo>
                    <a:cubicBezTo>
                      <a:pt x="1802" y="12465"/>
                      <a:pt x="801" y="14199"/>
                      <a:pt x="34" y="15967"/>
                    </a:cubicBezTo>
                    <a:cubicBezTo>
                      <a:pt x="1" y="16067"/>
                      <a:pt x="34" y="16134"/>
                      <a:pt x="134" y="16168"/>
                    </a:cubicBezTo>
                    <a:cubicBezTo>
                      <a:pt x="134" y="16201"/>
                      <a:pt x="167" y="16201"/>
                      <a:pt x="201" y="16201"/>
                    </a:cubicBezTo>
                    <a:cubicBezTo>
                      <a:pt x="234" y="16201"/>
                      <a:pt x="301" y="16168"/>
                      <a:pt x="334" y="16101"/>
                    </a:cubicBezTo>
                    <a:cubicBezTo>
                      <a:pt x="1101" y="14333"/>
                      <a:pt x="2069" y="12632"/>
                      <a:pt x="3036" y="10964"/>
                    </a:cubicBezTo>
                    <a:cubicBezTo>
                      <a:pt x="3937" y="9429"/>
                      <a:pt x="4837" y="7828"/>
                      <a:pt x="5605" y="6194"/>
                    </a:cubicBezTo>
                    <a:cubicBezTo>
                      <a:pt x="5805" y="5693"/>
                      <a:pt x="6038" y="5193"/>
                      <a:pt x="6238" y="4659"/>
                    </a:cubicBezTo>
                    <a:cubicBezTo>
                      <a:pt x="6872" y="3125"/>
                      <a:pt x="7539" y="1557"/>
                      <a:pt x="8607" y="256"/>
                    </a:cubicBezTo>
                    <a:cubicBezTo>
                      <a:pt x="8640" y="189"/>
                      <a:pt x="8640" y="89"/>
                      <a:pt x="8573" y="23"/>
                    </a:cubicBezTo>
                    <a:cubicBezTo>
                      <a:pt x="8546" y="9"/>
                      <a:pt x="8512" y="1"/>
                      <a:pt x="8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p:cNvSpPr/>
              <p:nvPr/>
            </p:nvSpPr>
            <p:spPr>
              <a:xfrm>
                <a:off x="2564500" y="1733125"/>
                <a:ext cx="783925" cy="127000"/>
              </a:xfrm>
              <a:custGeom>
                <a:avLst/>
                <a:gdLst/>
                <a:ahLst/>
                <a:cxnLst/>
                <a:rect l="l" t="t" r="r" b="b"/>
                <a:pathLst>
                  <a:path w="31357" h="5080" extrusionOk="0">
                    <a:moveTo>
                      <a:pt x="184" y="1"/>
                    </a:moveTo>
                    <a:cubicBezTo>
                      <a:pt x="111" y="1"/>
                      <a:pt x="61" y="61"/>
                      <a:pt x="34" y="143"/>
                    </a:cubicBezTo>
                    <a:cubicBezTo>
                      <a:pt x="1" y="210"/>
                      <a:pt x="67" y="310"/>
                      <a:pt x="134" y="310"/>
                    </a:cubicBezTo>
                    <a:cubicBezTo>
                      <a:pt x="6338" y="1777"/>
                      <a:pt x="12676" y="3012"/>
                      <a:pt x="18947" y="3946"/>
                    </a:cubicBezTo>
                    <a:cubicBezTo>
                      <a:pt x="22617" y="4513"/>
                      <a:pt x="26920" y="5080"/>
                      <a:pt x="31223" y="5080"/>
                    </a:cubicBezTo>
                    <a:cubicBezTo>
                      <a:pt x="31290" y="5080"/>
                      <a:pt x="31356" y="5013"/>
                      <a:pt x="31356" y="4946"/>
                    </a:cubicBezTo>
                    <a:cubicBezTo>
                      <a:pt x="31356" y="4846"/>
                      <a:pt x="31290" y="4780"/>
                      <a:pt x="31223" y="4780"/>
                    </a:cubicBezTo>
                    <a:cubicBezTo>
                      <a:pt x="26953" y="4746"/>
                      <a:pt x="22650" y="4212"/>
                      <a:pt x="19014" y="3645"/>
                    </a:cubicBezTo>
                    <a:cubicBezTo>
                      <a:pt x="12710" y="2711"/>
                      <a:pt x="6405" y="1477"/>
                      <a:pt x="234" y="9"/>
                    </a:cubicBezTo>
                    <a:cubicBezTo>
                      <a:pt x="216" y="4"/>
                      <a:pt x="200"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p:cNvSpPr/>
              <p:nvPr/>
            </p:nvSpPr>
            <p:spPr>
              <a:xfrm>
                <a:off x="1178525" y="1033075"/>
                <a:ext cx="1231725" cy="354225"/>
              </a:xfrm>
              <a:custGeom>
                <a:avLst/>
                <a:gdLst/>
                <a:ahLst/>
                <a:cxnLst/>
                <a:rect l="l" t="t" r="r" b="b"/>
                <a:pathLst>
                  <a:path w="49269" h="14169" extrusionOk="0">
                    <a:moveTo>
                      <a:pt x="9859" y="1"/>
                    </a:moveTo>
                    <a:cubicBezTo>
                      <a:pt x="8206" y="1"/>
                      <a:pt x="7475" y="455"/>
                      <a:pt x="6772" y="892"/>
                    </a:cubicBezTo>
                    <a:cubicBezTo>
                      <a:pt x="6271" y="1192"/>
                      <a:pt x="5804" y="1492"/>
                      <a:pt x="5037" y="1559"/>
                    </a:cubicBezTo>
                    <a:cubicBezTo>
                      <a:pt x="2135" y="1926"/>
                      <a:pt x="567" y="2793"/>
                      <a:pt x="334" y="4228"/>
                    </a:cubicBezTo>
                    <a:cubicBezTo>
                      <a:pt x="0" y="6696"/>
                      <a:pt x="4036" y="9865"/>
                      <a:pt x="6972" y="11099"/>
                    </a:cubicBezTo>
                    <a:cubicBezTo>
                      <a:pt x="6988" y="11108"/>
                      <a:pt x="7007" y="11112"/>
                      <a:pt x="7026" y="11112"/>
                    </a:cubicBezTo>
                    <a:cubicBezTo>
                      <a:pt x="7084" y="11112"/>
                      <a:pt x="7147" y="11074"/>
                      <a:pt x="7172" y="10999"/>
                    </a:cubicBezTo>
                    <a:cubicBezTo>
                      <a:pt x="7205" y="10933"/>
                      <a:pt x="7172" y="10833"/>
                      <a:pt x="7105" y="10799"/>
                    </a:cubicBezTo>
                    <a:cubicBezTo>
                      <a:pt x="3803" y="9432"/>
                      <a:pt x="367" y="6396"/>
                      <a:pt x="667" y="4261"/>
                    </a:cubicBezTo>
                    <a:cubicBezTo>
                      <a:pt x="834" y="3027"/>
                      <a:pt x="2368" y="2193"/>
                      <a:pt x="5070" y="1893"/>
                    </a:cubicBezTo>
                    <a:cubicBezTo>
                      <a:pt x="5938" y="1793"/>
                      <a:pt x="6438" y="1459"/>
                      <a:pt x="6938" y="1159"/>
                    </a:cubicBezTo>
                    <a:cubicBezTo>
                      <a:pt x="7608" y="752"/>
                      <a:pt x="8304" y="324"/>
                      <a:pt x="9883" y="324"/>
                    </a:cubicBezTo>
                    <a:cubicBezTo>
                      <a:pt x="12704" y="324"/>
                      <a:pt x="18342" y="1692"/>
                      <a:pt x="31689" y="6996"/>
                    </a:cubicBezTo>
                    <a:cubicBezTo>
                      <a:pt x="33824" y="7864"/>
                      <a:pt x="35659" y="8564"/>
                      <a:pt x="37227" y="9198"/>
                    </a:cubicBezTo>
                    <a:cubicBezTo>
                      <a:pt x="45232" y="12400"/>
                      <a:pt x="46433" y="12867"/>
                      <a:pt x="49002" y="14135"/>
                    </a:cubicBezTo>
                    <a:cubicBezTo>
                      <a:pt x="49035" y="14168"/>
                      <a:pt x="49035" y="14168"/>
                      <a:pt x="49068" y="14168"/>
                    </a:cubicBezTo>
                    <a:cubicBezTo>
                      <a:pt x="49135" y="14168"/>
                      <a:pt x="49202" y="14135"/>
                      <a:pt x="49202" y="14068"/>
                    </a:cubicBezTo>
                    <a:cubicBezTo>
                      <a:pt x="49269" y="14001"/>
                      <a:pt x="49235" y="13901"/>
                      <a:pt x="49135" y="13868"/>
                    </a:cubicBezTo>
                    <a:cubicBezTo>
                      <a:pt x="46567" y="12600"/>
                      <a:pt x="45366" y="12100"/>
                      <a:pt x="37327" y="8898"/>
                    </a:cubicBezTo>
                    <a:cubicBezTo>
                      <a:pt x="35759" y="8297"/>
                      <a:pt x="33958" y="7564"/>
                      <a:pt x="31789" y="6696"/>
                    </a:cubicBezTo>
                    <a:cubicBezTo>
                      <a:pt x="18462" y="1391"/>
                      <a:pt x="12749" y="1"/>
                      <a:pt x="98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p:cNvSpPr/>
              <p:nvPr/>
            </p:nvSpPr>
            <p:spPr>
              <a:xfrm>
                <a:off x="1261900" y="1091225"/>
                <a:ext cx="57575" cy="129275"/>
              </a:xfrm>
              <a:custGeom>
                <a:avLst/>
                <a:gdLst/>
                <a:ahLst/>
                <a:cxnLst/>
                <a:rect l="l" t="t" r="r" b="b"/>
                <a:pathLst>
                  <a:path w="2303" h="5171" extrusionOk="0">
                    <a:moveTo>
                      <a:pt x="2136" y="0"/>
                    </a:moveTo>
                    <a:cubicBezTo>
                      <a:pt x="2036" y="0"/>
                      <a:pt x="1969" y="67"/>
                      <a:pt x="1969" y="167"/>
                    </a:cubicBezTo>
                    <a:cubicBezTo>
                      <a:pt x="1902" y="1902"/>
                      <a:pt x="1202" y="3603"/>
                      <a:pt x="34" y="4904"/>
                    </a:cubicBezTo>
                    <a:cubicBezTo>
                      <a:pt x="1" y="4971"/>
                      <a:pt x="1" y="5071"/>
                      <a:pt x="67" y="5104"/>
                    </a:cubicBezTo>
                    <a:cubicBezTo>
                      <a:pt x="101" y="5137"/>
                      <a:pt x="134" y="5171"/>
                      <a:pt x="168" y="5171"/>
                    </a:cubicBezTo>
                    <a:cubicBezTo>
                      <a:pt x="201" y="5171"/>
                      <a:pt x="234" y="5137"/>
                      <a:pt x="268" y="5104"/>
                    </a:cubicBezTo>
                    <a:cubicBezTo>
                      <a:pt x="1468" y="3770"/>
                      <a:pt x="2202" y="1969"/>
                      <a:pt x="2269" y="167"/>
                    </a:cubicBezTo>
                    <a:cubicBezTo>
                      <a:pt x="2302" y="101"/>
                      <a:pt x="2236" y="34"/>
                      <a:pt x="2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p:cNvSpPr/>
              <p:nvPr/>
            </p:nvSpPr>
            <p:spPr>
              <a:xfrm>
                <a:off x="1345300" y="1176900"/>
                <a:ext cx="517050" cy="180375"/>
              </a:xfrm>
              <a:custGeom>
                <a:avLst/>
                <a:gdLst/>
                <a:ahLst/>
                <a:cxnLst/>
                <a:rect l="l" t="t" r="r" b="b"/>
                <a:pathLst>
                  <a:path w="20682" h="7215" extrusionOk="0">
                    <a:moveTo>
                      <a:pt x="117" y="1"/>
                    </a:moveTo>
                    <a:cubicBezTo>
                      <a:pt x="46" y="1"/>
                      <a:pt x="0" y="60"/>
                      <a:pt x="0" y="143"/>
                    </a:cubicBezTo>
                    <a:cubicBezTo>
                      <a:pt x="0" y="243"/>
                      <a:pt x="67" y="309"/>
                      <a:pt x="167" y="309"/>
                    </a:cubicBezTo>
                    <a:cubicBezTo>
                      <a:pt x="3636" y="443"/>
                      <a:pt x="6939" y="1710"/>
                      <a:pt x="10174" y="2945"/>
                    </a:cubicBezTo>
                    <a:cubicBezTo>
                      <a:pt x="13577" y="4246"/>
                      <a:pt x="17079" y="5613"/>
                      <a:pt x="20448" y="7181"/>
                    </a:cubicBezTo>
                    <a:cubicBezTo>
                      <a:pt x="20448" y="7214"/>
                      <a:pt x="20482" y="7214"/>
                      <a:pt x="20515" y="7214"/>
                    </a:cubicBezTo>
                    <a:cubicBezTo>
                      <a:pt x="20582" y="7214"/>
                      <a:pt x="20615" y="7181"/>
                      <a:pt x="20649" y="7114"/>
                    </a:cubicBezTo>
                    <a:cubicBezTo>
                      <a:pt x="20682" y="7048"/>
                      <a:pt x="20649" y="6948"/>
                      <a:pt x="20582" y="6914"/>
                    </a:cubicBezTo>
                    <a:cubicBezTo>
                      <a:pt x="17213" y="5313"/>
                      <a:pt x="13677" y="3979"/>
                      <a:pt x="10274" y="2678"/>
                    </a:cubicBezTo>
                    <a:cubicBezTo>
                      <a:pt x="7039" y="1410"/>
                      <a:pt x="3703" y="143"/>
                      <a:pt x="167" y="9"/>
                    </a:cubicBezTo>
                    <a:cubicBezTo>
                      <a:pt x="149" y="3"/>
                      <a:pt x="133" y="1"/>
                      <a:pt x="1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p:cNvSpPr/>
              <p:nvPr/>
            </p:nvSpPr>
            <p:spPr>
              <a:xfrm>
                <a:off x="1661350" y="1326800"/>
                <a:ext cx="64250" cy="56325"/>
              </a:xfrm>
              <a:custGeom>
                <a:avLst/>
                <a:gdLst/>
                <a:ahLst/>
                <a:cxnLst/>
                <a:rect l="l" t="t" r="r" b="b"/>
                <a:pathLst>
                  <a:path w="2570" h="2253" extrusionOk="0">
                    <a:moveTo>
                      <a:pt x="1268" y="318"/>
                    </a:moveTo>
                    <a:cubicBezTo>
                      <a:pt x="1435" y="318"/>
                      <a:pt x="1635" y="384"/>
                      <a:pt x="1835" y="451"/>
                    </a:cubicBezTo>
                    <a:cubicBezTo>
                      <a:pt x="2136" y="618"/>
                      <a:pt x="2202" y="785"/>
                      <a:pt x="2202" y="818"/>
                    </a:cubicBezTo>
                    <a:cubicBezTo>
                      <a:pt x="2036" y="1185"/>
                      <a:pt x="1502" y="1852"/>
                      <a:pt x="1402" y="1919"/>
                    </a:cubicBezTo>
                    <a:cubicBezTo>
                      <a:pt x="1390" y="1931"/>
                      <a:pt x="1382" y="1939"/>
                      <a:pt x="1370" y="1939"/>
                    </a:cubicBezTo>
                    <a:cubicBezTo>
                      <a:pt x="1351" y="1939"/>
                      <a:pt x="1320" y="1916"/>
                      <a:pt x="1235" y="1852"/>
                    </a:cubicBezTo>
                    <a:cubicBezTo>
                      <a:pt x="1102" y="1785"/>
                      <a:pt x="901" y="1685"/>
                      <a:pt x="501" y="1519"/>
                    </a:cubicBezTo>
                    <a:cubicBezTo>
                      <a:pt x="434" y="1519"/>
                      <a:pt x="401" y="1485"/>
                      <a:pt x="401" y="1452"/>
                    </a:cubicBezTo>
                    <a:cubicBezTo>
                      <a:pt x="334" y="1318"/>
                      <a:pt x="568" y="985"/>
                      <a:pt x="768" y="718"/>
                    </a:cubicBezTo>
                    <a:cubicBezTo>
                      <a:pt x="835" y="651"/>
                      <a:pt x="901" y="551"/>
                      <a:pt x="935" y="451"/>
                    </a:cubicBezTo>
                    <a:cubicBezTo>
                      <a:pt x="1002" y="351"/>
                      <a:pt x="1135" y="318"/>
                      <a:pt x="1268" y="318"/>
                    </a:cubicBezTo>
                    <a:close/>
                    <a:moveTo>
                      <a:pt x="1256" y="1"/>
                    </a:moveTo>
                    <a:cubicBezTo>
                      <a:pt x="1018" y="1"/>
                      <a:pt x="801" y="84"/>
                      <a:pt x="668" y="284"/>
                    </a:cubicBezTo>
                    <a:cubicBezTo>
                      <a:pt x="635" y="384"/>
                      <a:pt x="568" y="451"/>
                      <a:pt x="501" y="551"/>
                    </a:cubicBezTo>
                    <a:cubicBezTo>
                      <a:pt x="234" y="918"/>
                      <a:pt x="1" y="1252"/>
                      <a:pt x="68" y="1552"/>
                    </a:cubicBezTo>
                    <a:cubicBezTo>
                      <a:pt x="134" y="1685"/>
                      <a:pt x="234" y="1785"/>
                      <a:pt x="401" y="1852"/>
                    </a:cubicBezTo>
                    <a:cubicBezTo>
                      <a:pt x="768" y="1986"/>
                      <a:pt x="935" y="2086"/>
                      <a:pt x="1068" y="2152"/>
                    </a:cubicBezTo>
                    <a:cubicBezTo>
                      <a:pt x="1168" y="2219"/>
                      <a:pt x="1268" y="2252"/>
                      <a:pt x="1368" y="2252"/>
                    </a:cubicBezTo>
                    <a:cubicBezTo>
                      <a:pt x="1402" y="2252"/>
                      <a:pt x="1435" y="2252"/>
                      <a:pt x="1502" y="2219"/>
                    </a:cubicBezTo>
                    <a:cubicBezTo>
                      <a:pt x="1735" y="2152"/>
                      <a:pt x="2336" y="1318"/>
                      <a:pt x="2469" y="952"/>
                    </a:cubicBezTo>
                    <a:cubicBezTo>
                      <a:pt x="2569" y="718"/>
                      <a:pt x="2403" y="418"/>
                      <a:pt x="1969" y="218"/>
                    </a:cubicBezTo>
                    <a:cubicBezTo>
                      <a:pt x="1752" y="84"/>
                      <a:pt x="1494" y="1"/>
                      <a:pt x="12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p:cNvSpPr/>
              <p:nvPr/>
            </p:nvSpPr>
            <p:spPr>
              <a:xfrm>
                <a:off x="2907250" y="1609975"/>
                <a:ext cx="81750" cy="152575"/>
              </a:xfrm>
              <a:custGeom>
                <a:avLst/>
                <a:gdLst/>
                <a:ahLst/>
                <a:cxnLst/>
                <a:rect l="l" t="t" r="r" b="b"/>
                <a:pathLst>
                  <a:path w="3270" h="6103" extrusionOk="0">
                    <a:moveTo>
                      <a:pt x="1168" y="299"/>
                    </a:moveTo>
                    <a:cubicBezTo>
                      <a:pt x="1301" y="299"/>
                      <a:pt x="1535" y="366"/>
                      <a:pt x="2102" y="599"/>
                    </a:cubicBezTo>
                    <a:cubicBezTo>
                      <a:pt x="2702" y="899"/>
                      <a:pt x="2936" y="1099"/>
                      <a:pt x="2869" y="2133"/>
                    </a:cubicBezTo>
                    <a:cubicBezTo>
                      <a:pt x="2769" y="3067"/>
                      <a:pt x="2602" y="5269"/>
                      <a:pt x="1902" y="5736"/>
                    </a:cubicBezTo>
                    <a:cubicBezTo>
                      <a:pt x="1824" y="5775"/>
                      <a:pt x="1734" y="5791"/>
                      <a:pt x="1646" y="5791"/>
                    </a:cubicBezTo>
                    <a:cubicBezTo>
                      <a:pt x="1584" y="5791"/>
                      <a:pt x="1523" y="5783"/>
                      <a:pt x="1468" y="5769"/>
                    </a:cubicBezTo>
                    <a:cubicBezTo>
                      <a:pt x="834" y="5536"/>
                      <a:pt x="501" y="5336"/>
                      <a:pt x="434" y="5136"/>
                    </a:cubicBezTo>
                    <a:cubicBezTo>
                      <a:pt x="367" y="4935"/>
                      <a:pt x="467" y="4702"/>
                      <a:pt x="668" y="4368"/>
                    </a:cubicBezTo>
                    <a:cubicBezTo>
                      <a:pt x="968" y="3768"/>
                      <a:pt x="1401" y="2901"/>
                      <a:pt x="1268" y="1533"/>
                    </a:cubicBezTo>
                    <a:cubicBezTo>
                      <a:pt x="1235" y="1300"/>
                      <a:pt x="1201" y="1099"/>
                      <a:pt x="1135" y="933"/>
                    </a:cubicBezTo>
                    <a:cubicBezTo>
                      <a:pt x="1101" y="699"/>
                      <a:pt x="1034" y="366"/>
                      <a:pt x="1101" y="332"/>
                    </a:cubicBezTo>
                    <a:cubicBezTo>
                      <a:pt x="1101" y="332"/>
                      <a:pt x="1135" y="299"/>
                      <a:pt x="1168" y="299"/>
                    </a:cubicBezTo>
                    <a:close/>
                    <a:moveTo>
                      <a:pt x="1149" y="1"/>
                    </a:moveTo>
                    <a:cubicBezTo>
                      <a:pt x="1044" y="1"/>
                      <a:pt x="964" y="23"/>
                      <a:pt x="901" y="65"/>
                    </a:cubicBezTo>
                    <a:cubicBezTo>
                      <a:pt x="701" y="232"/>
                      <a:pt x="768" y="566"/>
                      <a:pt x="834" y="999"/>
                    </a:cubicBezTo>
                    <a:cubicBezTo>
                      <a:pt x="868" y="1166"/>
                      <a:pt x="901" y="1366"/>
                      <a:pt x="934" y="1566"/>
                    </a:cubicBezTo>
                    <a:cubicBezTo>
                      <a:pt x="1068" y="2867"/>
                      <a:pt x="668" y="3635"/>
                      <a:pt x="367" y="4202"/>
                    </a:cubicBezTo>
                    <a:cubicBezTo>
                      <a:pt x="167" y="4602"/>
                      <a:pt x="0" y="4935"/>
                      <a:pt x="134" y="5236"/>
                    </a:cubicBezTo>
                    <a:cubicBezTo>
                      <a:pt x="234" y="5536"/>
                      <a:pt x="601" y="5769"/>
                      <a:pt x="1335" y="6070"/>
                    </a:cubicBezTo>
                    <a:cubicBezTo>
                      <a:pt x="1435" y="6103"/>
                      <a:pt x="1535" y="6103"/>
                      <a:pt x="1635" y="6103"/>
                    </a:cubicBezTo>
                    <a:cubicBezTo>
                      <a:pt x="1802" y="6103"/>
                      <a:pt x="1935" y="6070"/>
                      <a:pt x="2069" y="6003"/>
                    </a:cubicBezTo>
                    <a:cubicBezTo>
                      <a:pt x="2902" y="5469"/>
                      <a:pt x="3069" y="3234"/>
                      <a:pt x="3169" y="2133"/>
                    </a:cubicBezTo>
                    <a:cubicBezTo>
                      <a:pt x="3269" y="999"/>
                      <a:pt x="2969" y="666"/>
                      <a:pt x="2235" y="332"/>
                    </a:cubicBezTo>
                    <a:cubicBezTo>
                      <a:pt x="1711" y="104"/>
                      <a:pt x="1374" y="1"/>
                      <a:pt x="1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p:cNvSpPr/>
              <p:nvPr/>
            </p:nvSpPr>
            <p:spPr>
              <a:xfrm>
                <a:off x="1585475" y="1093975"/>
                <a:ext cx="85925" cy="138200"/>
              </a:xfrm>
              <a:custGeom>
                <a:avLst/>
                <a:gdLst/>
                <a:ahLst/>
                <a:cxnLst/>
                <a:rect l="l" t="t" r="r" b="b"/>
                <a:pathLst>
                  <a:path w="3437" h="5528" extrusionOk="0">
                    <a:moveTo>
                      <a:pt x="1101" y="291"/>
                    </a:moveTo>
                    <a:cubicBezTo>
                      <a:pt x="1702" y="291"/>
                      <a:pt x="2669" y="691"/>
                      <a:pt x="2869" y="1025"/>
                    </a:cubicBezTo>
                    <a:cubicBezTo>
                      <a:pt x="3103" y="1325"/>
                      <a:pt x="3136" y="1758"/>
                      <a:pt x="3103" y="2326"/>
                    </a:cubicBezTo>
                    <a:cubicBezTo>
                      <a:pt x="3069" y="4027"/>
                      <a:pt x="2736" y="4994"/>
                      <a:pt x="2102" y="5194"/>
                    </a:cubicBezTo>
                    <a:cubicBezTo>
                      <a:pt x="2029" y="5214"/>
                      <a:pt x="1954" y="5223"/>
                      <a:pt x="1879" y="5223"/>
                    </a:cubicBezTo>
                    <a:cubicBezTo>
                      <a:pt x="1197" y="5223"/>
                      <a:pt x="457" y="4480"/>
                      <a:pt x="367" y="4360"/>
                    </a:cubicBezTo>
                    <a:cubicBezTo>
                      <a:pt x="334" y="4160"/>
                      <a:pt x="367" y="4060"/>
                      <a:pt x="434" y="3793"/>
                    </a:cubicBezTo>
                    <a:cubicBezTo>
                      <a:pt x="601" y="3326"/>
                      <a:pt x="868" y="2559"/>
                      <a:pt x="701" y="558"/>
                    </a:cubicBezTo>
                    <a:cubicBezTo>
                      <a:pt x="701" y="424"/>
                      <a:pt x="734" y="391"/>
                      <a:pt x="868" y="357"/>
                    </a:cubicBezTo>
                    <a:cubicBezTo>
                      <a:pt x="934" y="324"/>
                      <a:pt x="1001" y="291"/>
                      <a:pt x="1101" y="291"/>
                    </a:cubicBezTo>
                    <a:close/>
                    <a:moveTo>
                      <a:pt x="1140" y="1"/>
                    </a:moveTo>
                    <a:cubicBezTo>
                      <a:pt x="1000" y="1"/>
                      <a:pt x="873" y="18"/>
                      <a:pt x="768" y="57"/>
                    </a:cubicBezTo>
                    <a:cubicBezTo>
                      <a:pt x="501" y="124"/>
                      <a:pt x="367" y="324"/>
                      <a:pt x="401" y="558"/>
                    </a:cubicBezTo>
                    <a:cubicBezTo>
                      <a:pt x="534" y="2526"/>
                      <a:pt x="301" y="3260"/>
                      <a:pt x="134" y="3693"/>
                    </a:cubicBezTo>
                    <a:cubicBezTo>
                      <a:pt x="67" y="3960"/>
                      <a:pt x="0" y="4160"/>
                      <a:pt x="100" y="4427"/>
                    </a:cubicBezTo>
                    <a:cubicBezTo>
                      <a:pt x="134" y="4594"/>
                      <a:pt x="1034" y="5528"/>
                      <a:pt x="1902" y="5528"/>
                    </a:cubicBezTo>
                    <a:cubicBezTo>
                      <a:pt x="1968" y="5528"/>
                      <a:pt x="2002" y="5528"/>
                      <a:pt x="2068" y="5494"/>
                    </a:cubicBezTo>
                    <a:cubicBezTo>
                      <a:pt x="2936" y="5361"/>
                      <a:pt x="3369" y="4294"/>
                      <a:pt x="3436" y="2326"/>
                    </a:cubicBezTo>
                    <a:cubicBezTo>
                      <a:pt x="3436" y="1825"/>
                      <a:pt x="3436" y="1258"/>
                      <a:pt x="3136" y="858"/>
                    </a:cubicBezTo>
                    <a:cubicBezTo>
                      <a:pt x="2858" y="441"/>
                      <a:pt x="1839" y="1"/>
                      <a:pt x="1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p:cNvSpPr/>
              <p:nvPr/>
            </p:nvSpPr>
            <p:spPr>
              <a:xfrm>
                <a:off x="2632875" y="1532375"/>
                <a:ext cx="12550" cy="26700"/>
              </a:xfrm>
              <a:custGeom>
                <a:avLst/>
                <a:gdLst/>
                <a:ahLst/>
                <a:cxnLst/>
                <a:rect l="l" t="t" r="r" b="b"/>
                <a:pathLst>
                  <a:path w="502" h="1068" extrusionOk="0">
                    <a:moveTo>
                      <a:pt x="301" y="0"/>
                    </a:moveTo>
                    <a:cubicBezTo>
                      <a:pt x="234" y="34"/>
                      <a:pt x="168" y="100"/>
                      <a:pt x="168" y="167"/>
                    </a:cubicBezTo>
                    <a:cubicBezTo>
                      <a:pt x="168" y="401"/>
                      <a:pt x="134" y="634"/>
                      <a:pt x="34" y="834"/>
                    </a:cubicBezTo>
                    <a:cubicBezTo>
                      <a:pt x="1" y="901"/>
                      <a:pt x="68" y="1001"/>
                      <a:pt x="134" y="1034"/>
                    </a:cubicBezTo>
                    <a:cubicBezTo>
                      <a:pt x="168" y="1034"/>
                      <a:pt x="168" y="1068"/>
                      <a:pt x="201" y="1068"/>
                    </a:cubicBezTo>
                    <a:cubicBezTo>
                      <a:pt x="268" y="1068"/>
                      <a:pt x="301" y="1001"/>
                      <a:pt x="334" y="968"/>
                    </a:cubicBezTo>
                    <a:cubicBezTo>
                      <a:pt x="435" y="701"/>
                      <a:pt x="501" y="434"/>
                      <a:pt x="468" y="167"/>
                    </a:cubicBezTo>
                    <a:cubicBezTo>
                      <a:pt x="468" y="67"/>
                      <a:pt x="401"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p:cNvSpPr/>
              <p:nvPr/>
            </p:nvSpPr>
            <p:spPr>
              <a:xfrm>
                <a:off x="2667900" y="1546325"/>
                <a:ext cx="10875" cy="26925"/>
              </a:xfrm>
              <a:custGeom>
                <a:avLst/>
                <a:gdLst/>
                <a:ahLst/>
                <a:cxnLst/>
                <a:rect l="l" t="t" r="r" b="b"/>
                <a:pathLst>
                  <a:path w="435" h="1077" extrusionOk="0">
                    <a:moveTo>
                      <a:pt x="284" y="1"/>
                    </a:moveTo>
                    <a:cubicBezTo>
                      <a:pt x="269" y="1"/>
                      <a:pt x="252" y="4"/>
                      <a:pt x="234" y="9"/>
                    </a:cubicBezTo>
                    <a:cubicBezTo>
                      <a:pt x="134" y="9"/>
                      <a:pt x="68" y="76"/>
                      <a:pt x="101" y="176"/>
                    </a:cubicBezTo>
                    <a:cubicBezTo>
                      <a:pt x="101" y="410"/>
                      <a:pt x="68" y="643"/>
                      <a:pt x="1" y="877"/>
                    </a:cubicBezTo>
                    <a:cubicBezTo>
                      <a:pt x="1" y="977"/>
                      <a:pt x="34" y="1044"/>
                      <a:pt x="134" y="1077"/>
                    </a:cubicBezTo>
                    <a:lnTo>
                      <a:pt x="168" y="1077"/>
                    </a:lnTo>
                    <a:cubicBezTo>
                      <a:pt x="234" y="1077"/>
                      <a:pt x="301" y="1044"/>
                      <a:pt x="334" y="977"/>
                    </a:cubicBezTo>
                    <a:cubicBezTo>
                      <a:pt x="401" y="710"/>
                      <a:pt x="435" y="410"/>
                      <a:pt x="401" y="143"/>
                    </a:cubicBezTo>
                    <a:cubicBezTo>
                      <a:pt x="401" y="61"/>
                      <a:pt x="356" y="1"/>
                      <a:pt x="2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p:cNvSpPr/>
              <p:nvPr/>
            </p:nvSpPr>
            <p:spPr>
              <a:xfrm>
                <a:off x="2700425" y="1561550"/>
                <a:ext cx="10050" cy="25050"/>
              </a:xfrm>
              <a:custGeom>
                <a:avLst/>
                <a:gdLst/>
                <a:ahLst/>
                <a:cxnLst/>
                <a:rect l="l" t="t" r="r" b="b"/>
                <a:pathLst>
                  <a:path w="402" h="1002" extrusionOk="0">
                    <a:moveTo>
                      <a:pt x="268" y="1"/>
                    </a:moveTo>
                    <a:cubicBezTo>
                      <a:pt x="201" y="1"/>
                      <a:pt x="101" y="68"/>
                      <a:pt x="101" y="134"/>
                    </a:cubicBezTo>
                    <a:lnTo>
                      <a:pt x="1" y="835"/>
                    </a:lnTo>
                    <a:cubicBezTo>
                      <a:pt x="1" y="902"/>
                      <a:pt x="34" y="1002"/>
                      <a:pt x="134" y="1002"/>
                    </a:cubicBezTo>
                    <a:lnTo>
                      <a:pt x="168" y="1002"/>
                    </a:lnTo>
                    <a:cubicBezTo>
                      <a:pt x="234" y="1002"/>
                      <a:pt x="301" y="935"/>
                      <a:pt x="301" y="868"/>
                    </a:cubicBezTo>
                    <a:lnTo>
                      <a:pt x="401" y="201"/>
                    </a:lnTo>
                    <a:cubicBezTo>
                      <a:pt x="401" y="101"/>
                      <a:pt x="368" y="34"/>
                      <a:pt x="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9"/>
              <p:cNvSpPr/>
              <p:nvPr/>
            </p:nvSpPr>
            <p:spPr>
              <a:xfrm>
                <a:off x="2735450" y="1574900"/>
                <a:ext cx="9200" cy="27550"/>
              </a:xfrm>
              <a:custGeom>
                <a:avLst/>
                <a:gdLst/>
                <a:ahLst/>
                <a:cxnLst/>
                <a:rect l="l" t="t" r="r" b="b"/>
                <a:pathLst>
                  <a:path w="368" h="1102" extrusionOk="0">
                    <a:moveTo>
                      <a:pt x="234" y="1"/>
                    </a:moveTo>
                    <a:cubicBezTo>
                      <a:pt x="134" y="1"/>
                      <a:pt x="68" y="67"/>
                      <a:pt x="68" y="167"/>
                    </a:cubicBezTo>
                    <a:lnTo>
                      <a:pt x="1" y="935"/>
                    </a:lnTo>
                    <a:cubicBezTo>
                      <a:pt x="1" y="1001"/>
                      <a:pt x="68" y="1101"/>
                      <a:pt x="134" y="1101"/>
                    </a:cubicBezTo>
                    <a:lnTo>
                      <a:pt x="168" y="1101"/>
                    </a:lnTo>
                    <a:cubicBezTo>
                      <a:pt x="234" y="1101"/>
                      <a:pt x="301" y="1035"/>
                      <a:pt x="301" y="935"/>
                    </a:cubicBezTo>
                    <a:lnTo>
                      <a:pt x="368" y="167"/>
                    </a:lnTo>
                    <a:cubicBezTo>
                      <a:pt x="368" y="101"/>
                      <a:pt x="301"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9"/>
              <p:cNvSpPr/>
              <p:nvPr/>
            </p:nvSpPr>
            <p:spPr>
              <a:xfrm>
                <a:off x="2767975" y="1589700"/>
                <a:ext cx="9200" cy="24425"/>
              </a:xfrm>
              <a:custGeom>
                <a:avLst/>
                <a:gdLst/>
                <a:ahLst/>
                <a:cxnLst/>
                <a:rect l="l" t="t" r="r" b="b"/>
                <a:pathLst>
                  <a:path w="368" h="977" extrusionOk="0">
                    <a:moveTo>
                      <a:pt x="163" y="0"/>
                    </a:moveTo>
                    <a:cubicBezTo>
                      <a:pt x="102" y="0"/>
                      <a:pt x="34" y="60"/>
                      <a:pt x="34" y="142"/>
                    </a:cubicBezTo>
                    <a:lnTo>
                      <a:pt x="1" y="810"/>
                    </a:lnTo>
                    <a:cubicBezTo>
                      <a:pt x="1" y="910"/>
                      <a:pt x="67" y="976"/>
                      <a:pt x="134" y="976"/>
                    </a:cubicBezTo>
                    <a:lnTo>
                      <a:pt x="168" y="976"/>
                    </a:lnTo>
                    <a:cubicBezTo>
                      <a:pt x="234" y="976"/>
                      <a:pt x="301" y="910"/>
                      <a:pt x="301" y="843"/>
                    </a:cubicBezTo>
                    <a:lnTo>
                      <a:pt x="368" y="176"/>
                    </a:lnTo>
                    <a:cubicBezTo>
                      <a:pt x="368" y="76"/>
                      <a:pt x="301" y="9"/>
                      <a:pt x="201" y="9"/>
                    </a:cubicBezTo>
                    <a:cubicBezTo>
                      <a:pt x="189" y="3"/>
                      <a:pt x="176" y="0"/>
                      <a:pt x="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p:cNvSpPr/>
              <p:nvPr/>
            </p:nvSpPr>
            <p:spPr>
              <a:xfrm>
                <a:off x="2796325" y="1601600"/>
                <a:ext cx="12550" cy="23375"/>
              </a:xfrm>
              <a:custGeom>
                <a:avLst/>
                <a:gdLst/>
                <a:ahLst/>
                <a:cxnLst/>
                <a:rect l="l" t="t" r="r" b="b"/>
                <a:pathLst>
                  <a:path w="502" h="935" extrusionOk="0">
                    <a:moveTo>
                      <a:pt x="334" y="0"/>
                    </a:moveTo>
                    <a:cubicBezTo>
                      <a:pt x="234" y="0"/>
                      <a:pt x="168" y="67"/>
                      <a:pt x="168" y="167"/>
                    </a:cubicBezTo>
                    <a:cubicBezTo>
                      <a:pt x="201" y="367"/>
                      <a:pt x="134" y="534"/>
                      <a:pt x="68" y="701"/>
                    </a:cubicBezTo>
                    <a:cubicBezTo>
                      <a:pt x="1" y="767"/>
                      <a:pt x="34" y="867"/>
                      <a:pt x="101" y="934"/>
                    </a:cubicBezTo>
                    <a:lnTo>
                      <a:pt x="201" y="934"/>
                    </a:lnTo>
                    <a:cubicBezTo>
                      <a:pt x="234" y="934"/>
                      <a:pt x="301" y="901"/>
                      <a:pt x="334" y="867"/>
                    </a:cubicBezTo>
                    <a:cubicBezTo>
                      <a:pt x="468" y="634"/>
                      <a:pt x="501" y="400"/>
                      <a:pt x="501" y="133"/>
                    </a:cubicBezTo>
                    <a:cubicBezTo>
                      <a:pt x="468" y="67"/>
                      <a:pt x="401"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p:cNvSpPr/>
              <p:nvPr/>
            </p:nvSpPr>
            <p:spPr>
              <a:xfrm>
                <a:off x="2831350" y="1612425"/>
                <a:ext cx="9200" cy="27550"/>
              </a:xfrm>
              <a:custGeom>
                <a:avLst/>
                <a:gdLst/>
                <a:ahLst/>
                <a:cxnLst/>
                <a:rect l="l" t="t" r="r" b="b"/>
                <a:pathLst>
                  <a:path w="368" h="1102" extrusionOk="0">
                    <a:moveTo>
                      <a:pt x="168" y="1"/>
                    </a:moveTo>
                    <a:cubicBezTo>
                      <a:pt x="68" y="1"/>
                      <a:pt x="1" y="101"/>
                      <a:pt x="34" y="167"/>
                    </a:cubicBezTo>
                    <a:cubicBezTo>
                      <a:pt x="34" y="434"/>
                      <a:pt x="34" y="668"/>
                      <a:pt x="1" y="901"/>
                    </a:cubicBezTo>
                    <a:cubicBezTo>
                      <a:pt x="1" y="1001"/>
                      <a:pt x="34" y="1068"/>
                      <a:pt x="134" y="1101"/>
                    </a:cubicBezTo>
                    <a:lnTo>
                      <a:pt x="168" y="1101"/>
                    </a:lnTo>
                    <a:cubicBezTo>
                      <a:pt x="234" y="1101"/>
                      <a:pt x="301" y="1035"/>
                      <a:pt x="301" y="968"/>
                    </a:cubicBezTo>
                    <a:cubicBezTo>
                      <a:pt x="368" y="701"/>
                      <a:pt x="368" y="434"/>
                      <a:pt x="334" y="134"/>
                    </a:cubicBezTo>
                    <a:cubicBezTo>
                      <a:pt x="334" y="67"/>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p:cNvSpPr/>
              <p:nvPr/>
            </p:nvSpPr>
            <p:spPr>
              <a:xfrm>
                <a:off x="1705550" y="1161900"/>
                <a:ext cx="10875" cy="26925"/>
              </a:xfrm>
              <a:custGeom>
                <a:avLst/>
                <a:gdLst/>
                <a:ahLst/>
                <a:cxnLst/>
                <a:rect l="l" t="t" r="r" b="b"/>
                <a:pathLst>
                  <a:path w="435" h="1077" extrusionOk="0">
                    <a:moveTo>
                      <a:pt x="284" y="0"/>
                    </a:moveTo>
                    <a:cubicBezTo>
                      <a:pt x="269" y="0"/>
                      <a:pt x="252" y="3"/>
                      <a:pt x="234" y="9"/>
                    </a:cubicBezTo>
                    <a:cubicBezTo>
                      <a:pt x="134" y="9"/>
                      <a:pt x="101" y="76"/>
                      <a:pt x="101" y="176"/>
                    </a:cubicBezTo>
                    <a:cubicBezTo>
                      <a:pt x="134" y="409"/>
                      <a:pt x="101" y="643"/>
                      <a:pt x="1" y="876"/>
                    </a:cubicBezTo>
                    <a:cubicBezTo>
                      <a:pt x="1" y="943"/>
                      <a:pt x="34" y="1043"/>
                      <a:pt x="101" y="1076"/>
                    </a:cubicBezTo>
                    <a:lnTo>
                      <a:pt x="168" y="1076"/>
                    </a:lnTo>
                    <a:cubicBezTo>
                      <a:pt x="234" y="1076"/>
                      <a:pt x="268" y="1043"/>
                      <a:pt x="301" y="976"/>
                    </a:cubicBezTo>
                    <a:cubicBezTo>
                      <a:pt x="401" y="709"/>
                      <a:pt x="434" y="409"/>
                      <a:pt x="401" y="142"/>
                    </a:cubicBezTo>
                    <a:cubicBezTo>
                      <a:pt x="401" y="60"/>
                      <a:pt x="356" y="0"/>
                      <a:pt x="2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p:cNvSpPr/>
              <p:nvPr/>
            </p:nvSpPr>
            <p:spPr>
              <a:xfrm>
                <a:off x="1743925" y="1176075"/>
                <a:ext cx="9200" cy="24425"/>
              </a:xfrm>
              <a:custGeom>
                <a:avLst/>
                <a:gdLst/>
                <a:ahLst/>
                <a:cxnLst/>
                <a:rect l="l" t="t" r="r" b="b"/>
                <a:pathLst>
                  <a:path w="368" h="977" extrusionOk="0">
                    <a:moveTo>
                      <a:pt x="217" y="0"/>
                    </a:moveTo>
                    <a:cubicBezTo>
                      <a:pt x="201" y="0"/>
                      <a:pt x="185" y="3"/>
                      <a:pt x="167" y="9"/>
                    </a:cubicBezTo>
                    <a:cubicBezTo>
                      <a:pt x="67" y="9"/>
                      <a:pt x="34" y="76"/>
                      <a:pt x="34" y="176"/>
                    </a:cubicBezTo>
                    <a:cubicBezTo>
                      <a:pt x="67" y="376"/>
                      <a:pt x="67" y="609"/>
                      <a:pt x="0" y="809"/>
                    </a:cubicBezTo>
                    <a:cubicBezTo>
                      <a:pt x="0" y="876"/>
                      <a:pt x="34" y="976"/>
                      <a:pt x="134" y="976"/>
                    </a:cubicBezTo>
                    <a:lnTo>
                      <a:pt x="167" y="976"/>
                    </a:lnTo>
                    <a:cubicBezTo>
                      <a:pt x="234" y="976"/>
                      <a:pt x="300" y="943"/>
                      <a:pt x="300" y="876"/>
                    </a:cubicBezTo>
                    <a:cubicBezTo>
                      <a:pt x="367" y="609"/>
                      <a:pt x="367" y="376"/>
                      <a:pt x="334" y="142"/>
                    </a:cubicBezTo>
                    <a:cubicBezTo>
                      <a:pt x="334" y="60"/>
                      <a:pt x="289" y="0"/>
                      <a:pt x="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p:cNvSpPr/>
              <p:nvPr/>
            </p:nvSpPr>
            <p:spPr>
              <a:xfrm>
                <a:off x="1776450" y="1190450"/>
                <a:ext cx="10025" cy="23375"/>
              </a:xfrm>
              <a:custGeom>
                <a:avLst/>
                <a:gdLst/>
                <a:ahLst/>
                <a:cxnLst/>
                <a:rect l="l" t="t" r="r" b="b"/>
                <a:pathLst>
                  <a:path w="401" h="935" extrusionOk="0">
                    <a:moveTo>
                      <a:pt x="234" y="1"/>
                    </a:moveTo>
                    <a:cubicBezTo>
                      <a:pt x="134" y="34"/>
                      <a:pt x="67" y="101"/>
                      <a:pt x="67" y="168"/>
                    </a:cubicBezTo>
                    <a:cubicBezTo>
                      <a:pt x="67" y="368"/>
                      <a:pt x="67" y="568"/>
                      <a:pt x="0" y="768"/>
                    </a:cubicBezTo>
                    <a:cubicBezTo>
                      <a:pt x="0" y="835"/>
                      <a:pt x="33" y="935"/>
                      <a:pt x="134" y="935"/>
                    </a:cubicBezTo>
                    <a:lnTo>
                      <a:pt x="167" y="935"/>
                    </a:lnTo>
                    <a:cubicBezTo>
                      <a:pt x="234" y="935"/>
                      <a:pt x="300" y="902"/>
                      <a:pt x="334" y="835"/>
                    </a:cubicBezTo>
                    <a:cubicBezTo>
                      <a:pt x="367" y="601"/>
                      <a:pt x="400" y="368"/>
                      <a:pt x="400" y="168"/>
                    </a:cubicBezTo>
                    <a:cubicBezTo>
                      <a:pt x="367" y="68"/>
                      <a:pt x="300"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p:cNvSpPr/>
              <p:nvPr/>
            </p:nvSpPr>
            <p:spPr>
              <a:xfrm>
                <a:off x="1808125" y="1202750"/>
                <a:ext cx="11700" cy="27775"/>
              </a:xfrm>
              <a:custGeom>
                <a:avLst/>
                <a:gdLst/>
                <a:ahLst/>
                <a:cxnLst/>
                <a:rect l="l" t="t" r="r" b="b"/>
                <a:pathLst>
                  <a:path w="468" h="1111" extrusionOk="0">
                    <a:moveTo>
                      <a:pt x="272" y="1"/>
                    </a:moveTo>
                    <a:cubicBezTo>
                      <a:pt x="259" y="1"/>
                      <a:pt x="246" y="3"/>
                      <a:pt x="234" y="9"/>
                    </a:cubicBezTo>
                    <a:cubicBezTo>
                      <a:pt x="134" y="9"/>
                      <a:pt x="67" y="109"/>
                      <a:pt x="101" y="176"/>
                    </a:cubicBezTo>
                    <a:cubicBezTo>
                      <a:pt x="134" y="410"/>
                      <a:pt x="134" y="676"/>
                      <a:pt x="34" y="877"/>
                    </a:cubicBezTo>
                    <a:cubicBezTo>
                      <a:pt x="1" y="943"/>
                      <a:pt x="34" y="1043"/>
                      <a:pt x="134" y="1077"/>
                    </a:cubicBezTo>
                    <a:cubicBezTo>
                      <a:pt x="134" y="1077"/>
                      <a:pt x="167" y="1110"/>
                      <a:pt x="167" y="1110"/>
                    </a:cubicBezTo>
                    <a:cubicBezTo>
                      <a:pt x="234" y="1110"/>
                      <a:pt x="301" y="1043"/>
                      <a:pt x="334" y="1010"/>
                    </a:cubicBezTo>
                    <a:cubicBezTo>
                      <a:pt x="434" y="710"/>
                      <a:pt x="468" y="410"/>
                      <a:pt x="401" y="143"/>
                    </a:cubicBezTo>
                    <a:cubicBezTo>
                      <a:pt x="401" y="60"/>
                      <a:pt x="333" y="1"/>
                      <a:pt x="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p:cNvSpPr/>
              <p:nvPr/>
            </p:nvSpPr>
            <p:spPr>
              <a:xfrm>
                <a:off x="1845650" y="1212150"/>
                <a:ext cx="10050" cy="30050"/>
              </a:xfrm>
              <a:custGeom>
                <a:avLst/>
                <a:gdLst/>
                <a:ahLst/>
                <a:cxnLst/>
                <a:rect l="l" t="t" r="r" b="b"/>
                <a:pathLst>
                  <a:path w="402" h="1202" extrusionOk="0">
                    <a:moveTo>
                      <a:pt x="201" y="0"/>
                    </a:moveTo>
                    <a:cubicBezTo>
                      <a:pt x="101" y="34"/>
                      <a:pt x="34" y="100"/>
                      <a:pt x="34" y="200"/>
                    </a:cubicBezTo>
                    <a:cubicBezTo>
                      <a:pt x="67" y="467"/>
                      <a:pt x="67" y="734"/>
                      <a:pt x="34" y="1034"/>
                    </a:cubicBezTo>
                    <a:cubicBezTo>
                      <a:pt x="1" y="1101"/>
                      <a:pt x="67" y="1201"/>
                      <a:pt x="134" y="1201"/>
                    </a:cubicBezTo>
                    <a:lnTo>
                      <a:pt x="168" y="1201"/>
                    </a:lnTo>
                    <a:cubicBezTo>
                      <a:pt x="268" y="1201"/>
                      <a:pt x="334" y="1134"/>
                      <a:pt x="334" y="1068"/>
                    </a:cubicBezTo>
                    <a:cubicBezTo>
                      <a:pt x="368" y="767"/>
                      <a:pt x="401" y="467"/>
                      <a:pt x="368" y="167"/>
                    </a:cubicBezTo>
                    <a:cubicBezTo>
                      <a:pt x="368" y="67"/>
                      <a:pt x="268" y="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p:cNvSpPr/>
              <p:nvPr/>
            </p:nvSpPr>
            <p:spPr>
              <a:xfrm>
                <a:off x="1881525" y="1230500"/>
                <a:ext cx="10025" cy="25875"/>
              </a:xfrm>
              <a:custGeom>
                <a:avLst/>
                <a:gdLst/>
                <a:ahLst/>
                <a:cxnLst/>
                <a:rect l="l" t="t" r="r" b="b"/>
                <a:pathLst>
                  <a:path w="401" h="1035" extrusionOk="0">
                    <a:moveTo>
                      <a:pt x="267" y="0"/>
                    </a:moveTo>
                    <a:cubicBezTo>
                      <a:pt x="167" y="0"/>
                      <a:pt x="100" y="33"/>
                      <a:pt x="67" y="134"/>
                    </a:cubicBezTo>
                    <a:cubicBezTo>
                      <a:pt x="33" y="367"/>
                      <a:pt x="0" y="634"/>
                      <a:pt x="33" y="901"/>
                    </a:cubicBezTo>
                    <a:cubicBezTo>
                      <a:pt x="33" y="967"/>
                      <a:pt x="100" y="1034"/>
                      <a:pt x="167" y="1034"/>
                    </a:cubicBezTo>
                    <a:cubicBezTo>
                      <a:pt x="267" y="1034"/>
                      <a:pt x="334" y="967"/>
                      <a:pt x="334" y="867"/>
                    </a:cubicBezTo>
                    <a:cubicBezTo>
                      <a:pt x="334" y="634"/>
                      <a:pt x="334" y="400"/>
                      <a:pt x="367" y="200"/>
                    </a:cubicBezTo>
                    <a:cubicBezTo>
                      <a:pt x="400" y="100"/>
                      <a:pt x="334" y="33"/>
                      <a:pt x="2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p:cNvSpPr/>
              <p:nvPr/>
            </p:nvSpPr>
            <p:spPr>
              <a:xfrm>
                <a:off x="1915700" y="1244675"/>
                <a:ext cx="9200" cy="26700"/>
              </a:xfrm>
              <a:custGeom>
                <a:avLst/>
                <a:gdLst/>
                <a:ahLst/>
                <a:cxnLst/>
                <a:rect l="l" t="t" r="r" b="b"/>
                <a:pathLst>
                  <a:path w="368" h="1068" extrusionOk="0">
                    <a:moveTo>
                      <a:pt x="234" y="0"/>
                    </a:moveTo>
                    <a:cubicBezTo>
                      <a:pt x="134" y="0"/>
                      <a:pt x="67" y="67"/>
                      <a:pt x="67" y="167"/>
                    </a:cubicBezTo>
                    <a:lnTo>
                      <a:pt x="1" y="901"/>
                    </a:lnTo>
                    <a:cubicBezTo>
                      <a:pt x="1" y="968"/>
                      <a:pt x="67" y="1034"/>
                      <a:pt x="134" y="1068"/>
                    </a:cubicBezTo>
                    <a:lnTo>
                      <a:pt x="168" y="1068"/>
                    </a:lnTo>
                    <a:cubicBezTo>
                      <a:pt x="234" y="1068"/>
                      <a:pt x="301" y="1001"/>
                      <a:pt x="301" y="901"/>
                    </a:cubicBezTo>
                    <a:lnTo>
                      <a:pt x="368" y="167"/>
                    </a:lnTo>
                    <a:cubicBezTo>
                      <a:pt x="368" y="100"/>
                      <a:pt x="301" y="34"/>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p:cNvSpPr/>
              <p:nvPr/>
            </p:nvSpPr>
            <p:spPr>
              <a:xfrm>
                <a:off x="1949075" y="1254675"/>
                <a:ext cx="9175" cy="30050"/>
              </a:xfrm>
              <a:custGeom>
                <a:avLst/>
                <a:gdLst/>
                <a:ahLst/>
                <a:cxnLst/>
                <a:rect l="l" t="t" r="r" b="b"/>
                <a:pathLst>
                  <a:path w="367" h="1202" extrusionOk="0">
                    <a:moveTo>
                      <a:pt x="133" y="0"/>
                    </a:moveTo>
                    <a:cubicBezTo>
                      <a:pt x="67" y="0"/>
                      <a:pt x="0" y="101"/>
                      <a:pt x="0" y="167"/>
                    </a:cubicBezTo>
                    <a:cubicBezTo>
                      <a:pt x="33" y="467"/>
                      <a:pt x="33" y="734"/>
                      <a:pt x="33" y="1035"/>
                    </a:cubicBezTo>
                    <a:cubicBezTo>
                      <a:pt x="0" y="1101"/>
                      <a:pt x="67" y="1168"/>
                      <a:pt x="167" y="1201"/>
                    </a:cubicBezTo>
                    <a:cubicBezTo>
                      <a:pt x="267" y="1201"/>
                      <a:pt x="334" y="1135"/>
                      <a:pt x="334" y="1035"/>
                    </a:cubicBezTo>
                    <a:cubicBezTo>
                      <a:pt x="367" y="734"/>
                      <a:pt x="334" y="434"/>
                      <a:pt x="300" y="134"/>
                    </a:cubicBezTo>
                    <a:cubicBezTo>
                      <a:pt x="300" y="67"/>
                      <a:pt x="200" y="0"/>
                      <a:pt x="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p:cNvSpPr/>
              <p:nvPr/>
            </p:nvSpPr>
            <p:spPr>
              <a:xfrm>
                <a:off x="1981575" y="1276350"/>
                <a:ext cx="10050" cy="20050"/>
              </a:xfrm>
              <a:custGeom>
                <a:avLst/>
                <a:gdLst/>
                <a:ahLst/>
                <a:cxnLst/>
                <a:rect l="l" t="t" r="r" b="b"/>
                <a:pathLst>
                  <a:path w="402" h="802" extrusionOk="0">
                    <a:moveTo>
                      <a:pt x="234" y="1"/>
                    </a:moveTo>
                    <a:lnTo>
                      <a:pt x="68" y="34"/>
                    </a:lnTo>
                    <a:lnTo>
                      <a:pt x="34" y="635"/>
                    </a:lnTo>
                    <a:cubicBezTo>
                      <a:pt x="1" y="735"/>
                      <a:pt x="68" y="801"/>
                      <a:pt x="168" y="801"/>
                    </a:cubicBezTo>
                    <a:cubicBezTo>
                      <a:pt x="268" y="801"/>
                      <a:pt x="335" y="735"/>
                      <a:pt x="335" y="668"/>
                    </a:cubicBezTo>
                    <a:lnTo>
                      <a:pt x="401" y="34"/>
                    </a:lnTo>
                    <a:lnTo>
                      <a:pt x="2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p:cNvSpPr/>
              <p:nvPr/>
            </p:nvSpPr>
            <p:spPr>
              <a:xfrm>
                <a:off x="2017450" y="1283850"/>
                <a:ext cx="7525" cy="26725"/>
              </a:xfrm>
              <a:custGeom>
                <a:avLst/>
                <a:gdLst/>
                <a:ahLst/>
                <a:cxnLst/>
                <a:rect l="l" t="t" r="r" b="b"/>
                <a:pathLst>
                  <a:path w="301" h="1069" extrusionOk="0">
                    <a:moveTo>
                      <a:pt x="167" y="1"/>
                    </a:moveTo>
                    <a:cubicBezTo>
                      <a:pt x="67" y="1"/>
                      <a:pt x="0" y="68"/>
                      <a:pt x="0" y="168"/>
                    </a:cubicBezTo>
                    <a:lnTo>
                      <a:pt x="0" y="935"/>
                    </a:lnTo>
                    <a:cubicBezTo>
                      <a:pt x="0" y="1002"/>
                      <a:pt x="67" y="1068"/>
                      <a:pt x="167" y="1068"/>
                    </a:cubicBezTo>
                    <a:cubicBezTo>
                      <a:pt x="234" y="1068"/>
                      <a:pt x="301" y="1002"/>
                      <a:pt x="301" y="935"/>
                    </a:cubicBezTo>
                    <a:lnTo>
                      <a:pt x="301" y="168"/>
                    </a:lnTo>
                    <a:cubicBezTo>
                      <a:pt x="301" y="68"/>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p:cNvSpPr/>
              <p:nvPr/>
            </p:nvSpPr>
            <p:spPr>
              <a:xfrm>
                <a:off x="2052475" y="1299700"/>
                <a:ext cx="7525" cy="25875"/>
              </a:xfrm>
              <a:custGeom>
                <a:avLst/>
                <a:gdLst/>
                <a:ahLst/>
                <a:cxnLst/>
                <a:rect l="l" t="t" r="r" b="b"/>
                <a:pathLst>
                  <a:path w="301" h="1035" extrusionOk="0">
                    <a:moveTo>
                      <a:pt x="167" y="1"/>
                    </a:moveTo>
                    <a:cubicBezTo>
                      <a:pt x="67" y="1"/>
                      <a:pt x="0" y="67"/>
                      <a:pt x="0" y="134"/>
                    </a:cubicBezTo>
                    <a:lnTo>
                      <a:pt x="0" y="868"/>
                    </a:lnTo>
                    <a:cubicBezTo>
                      <a:pt x="0" y="968"/>
                      <a:pt x="67" y="1035"/>
                      <a:pt x="167" y="1035"/>
                    </a:cubicBezTo>
                    <a:cubicBezTo>
                      <a:pt x="234" y="1035"/>
                      <a:pt x="301" y="968"/>
                      <a:pt x="301" y="868"/>
                    </a:cubicBezTo>
                    <a:lnTo>
                      <a:pt x="301" y="134"/>
                    </a:lnTo>
                    <a:cubicBezTo>
                      <a:pt x="301"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p:cNvSpPr/>
              <p:nvPr/>
            </p:nvSpPr>
            <p:spPr>
              <a:xfrm>
                <a:off x="2087500" y="1313050"/>
                <a:ext cx="7525" cy="23375"/>
              </a:xfrm>
              <a:custGeom>
                <a:avLst/>
                <a:gdLst/>
                <a:ahLst/>
                <a:cxnLst/>
                <a:rect l="l" t="t" r="r" b="b"/>
                <a:pathLst>
                  <a:path w="301" h="935" extrusionOk="0">
                    <a:moveTo>
                      <a:pt x="167" y="0"/>
                    </a:moveTo>
                    <a:cubicBezTo>
                      <a:pt x="67" y="0"/>
                      <a:pt x="0" y="67"/>
                      <a:pt x="0" y="134"/>
                    </a:cubicBezTo>
                    <a:lnTo>
                      <a:pt x="0" y="768"/>
                    </a:lnTo>
                    <a:cubicBezTo>
                      <a:pt x="0" y="868"/>
                      <a:pt x="67" y="934"/>
                      <a:pt x="167" y="934"/>
                    </a:cubicBezTo>
                    <a:cubicBezTo>
                      <a:pt x="234" y="934"/>
                      <a:pt x="301" y="868"/>
                      <a:pt x="301" y="768"/>
                    </a:cubicBezTo>
                    <a:lnTo>
                      <a:pt x="301" y="134"/>
                    </a:lnTo>
                    <a:cubicBezTo>
                      <a:pt x="301" y="67"/>
                      <a:pt x="234"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p:cNvSpPr/>
              <p:nvPr/>
            </p:nvSpPr>
            <p:spPr>
              <a:xfrm>
                <a:off x="1453700" y="1062400"/>
                <a:ext cx="52575" cy="53025"/>
              </a:xfrm>
              <a:custGeom>
                <a:avLst/>
                <a:gdLst/>
                <a:ahLst/>
                <a:cxnLst/>
                <a:rect l="l" t="t" r="r" b="b"/>
                <a:pathLst>
                  <a:path w="2103" h="2121" extrusionOk="0">
                    <a:moveTo>
                      <a:pt x="368" y="319"/>
                    </a:moveTo>
                    <a:lnTo>
                      <a:pt x="368" y="319"/>
                    </a:lnTo>
                    <a:cubicBezTo>
                      <a:pt x="568" y="353"/>
                      <a:pt x="1035" y="453"/>
                      <a:pt x="1335" y="653"/>
                    </a:cubicBezTo>
                    <a:cubicBezTo>
                      <a:pt x="1469" y="720"/>
                      <a:pt x="1569" y="820"/>
                      <a:pt x="1569" y="887"/>
                    </a:cubicBezTo>
                    <a:cubicBezTo>
                      <a:pt x="1635" y="1254"/>
                      <a:pt x="1735" y="1721"/>
                      <a:pt x="1702" y="1787"/>
                    </a:cubicBezTo>
                    <a:cubicBezTo>
                      <a:pt x="1696" y="1794"/>
                      <a:pt x="1682" y="1796"/>
                      <a:pt x="1663" y="1796"/>
                    </a:cubicBezTo>
                    <a:cubicBezTo>
                      <a:pt x="1581" y="1796"/>
                      <a:pt x="1397" y="1747"/>
                      <a:pt x="1235" y="1721"/>
                    </a:cubicBezTo>
                    <a:cubicBezTo>
                      <a:pt x="1102" y="1687"/>
                      <a:pt x="902" y="1654"/>
                      <a:pt x="701" y="1620"/>
                    </a:cubicBezTo>
                    <a:cubicBezTo>
                      <a:pt x="701" y="1587"/>
                      <a:pt x="668" y="1587"/>
                      <a:pt x="668" y="1587"/>
                    </a:cubicBezTo>
                    <a:cubicBezTo>
                      <a:pt x="668" y="1587"/>
                      <a:pt x="668" y="1620"/>
                      <a:pt x="635" y="1620"/>
                    </a:cubicBezTo>
                    <a:lnTo>
                      <a:pt x="468" y="786"/>
                    </a:lnTo>
                    <a:cubicBezTo>
                      <a:pt x="401" y="553"/>
                      <a:pt x="368" y="420"/>
                      <a:pt x="368" y="319"/>
                    </a:cubicBezTo>
                    <a:close/>
                    <a:moveTo>
                      <a:pt x="305" y="1"/>
                    </a:moveTo>
                    <a:cubicBezTo>
                      <a:pt x="201" y="1"/>
                      <a:pt x="112" y="30"/>
                      <a:pt x="68" y="119"/>
                    </a:cubicBezTo>
                    <a:cubicBezTo>
                      <a:pt x="1" y="219"/>
                      <a:pt x="1" y="219"/>
                      <a:pt x="168" y="853"/>
                    </a:cubicBezTo>
                    <a:lnTo>
                      <a:pt x="368" y="1754"/>
                    </a:lnTo>
                    <a:cubicBezTo>
                      <a:pt x="401" y="1921"/>
                      <a:pt x="601" y="1921"/>
                      <a:pt x="635" y="1921"/>
                    </a:cubicBezTo>
                    <a:cubicBezTo>
                      <a:pt x="835" y="1954"/>
                      <a:pt x="1035" y="1987"/>
                      <a:pt x="1168" y="2021"/>
                    </a:cubicBezTo>
                    <a:cubicBezTo>
                      <a:pt x="1369" y="2087"/>
                      <a:pt x="1535" y="2121"/>
                      <a:pt x="1669" y="2121"/>
                    </a:cubicBezTo>
                    <a:cubicBezTo>
                      <a:pt x="1769" y="2121"/>
                      <a:pt x="1869" y="2087"/>
                      <a:pt x="1936" y="2021"/>
                    </a:cubicBezTo>
                    <a:cubicBezTo>
                      <a:pt x="2102" y="1854"/>
                      <a:pt x="2036" y="1587"/>
                      <a:pt x="1869" y="820"/>
                    </a:cubicBezTo>
                    <a:cubicBezTo>
                      <a:pt x="1769" y="353"/>
                      <a:pt x="902" y="86"/>
                      <a:pt x="468" y="19"/>
                    </a:cubicBezTo>
                    <a:cubicBezTo>
                      <a:pt x="412" y="8"/>
                      <a:pt x="357"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p:cNvSpPr/>
              <p:nvPr/>
            </p:nvSpPr>
            <p:spPr>
              <a:xfrm>
                <a:off x="1387000" y="1058700"/>
                <a:ext cx="65075" cy="42550"/>
              </a:xfrm>
              <a:custGeom>
                <a:avLst/>
                <a:gdLst/>
                <a:ahLst/>
                <a:cxnLst/>
                <a:rect l="l" t="t" r="r" b="b"/>
                <a:pathLst>
                  <a:path w="2603" h="1702" extrusionOk="0">
                    <a:moveTo>
                      <a:pt x="1222" y="328"/>
                    </a:moveTo>
                    <a:cubicBezTo>
                      <a:pt x="1559" y="328"/>
                      <a:pt x="1960" y="394"/>
                      <a:pt x="2102" y="434"/>
                    </a:cubicBezTo>
                    <a:cubicBezTo>
                      <a:pt x="2169" y="634"/>
                      <a:pt x="2269" y="1201"/>
                      <a:pt x="2202" y="1402"/>
                    </a:cubicBezTo>
                    <a:cubicBezTo>
                      <a:pt x="1635" y="1301"/>
                      <a:pt x="1101" y="1101"/>
                      <a:pt x="601" y="934"/>
                    </a:cubicBezTo>
                    <a:lnTo>
                      <a:pt x="567" y="901"/>
                    </a:lnTo>
                    <a:cubicBezTo>
                      <a:pt x="501" y="901"/>
                      <a:pt x="434" y="868"/>
                      <a:pt x="367" y="834"/>
                    </a:cubicBezTo>
                    <a:cubicBezTo>
                      <a:pt x="401" y="801"/>
                      <a:pt x="467" y="734"/>
                      <a:pt x="534" y="668"/>
                    </a:cubicBezTo>
                    <a:cubicBezTo>
                      <a:pt x="601" y="601"/>
                      <a:pt x="667" y="501"/>
                      <a:pt x="734" y="434"/>
                    </a:cubicBezTo>
                    <a:cubicBezTo>
                      <a:pt x="813" y="356"/>
                      <a:pt x="1004" y="328"/>
                      <a:pt x="1222" y="328"/>
                    </a:cubicBezTo>
                    <a:close/>
                    <a:moveTo>
                      <a:pt x="1134" y="0"/>
                    </a:moveTo>
                    <a:cubicBezTo>
                      <a:pt x="834" y="0"/>
                      <a:pt x="634" y="67"/>
                      <a:pt x="501" y="201"/>
                    </a:cubicBezTo>
                    <a:cubicBezTo>
                      <a:pt x="434" y="301"/>
                      <a:pt x="367" y="367"/>
                      <a:pt x="301" y="434"/>
                    </a:cubicBezTo>
                    <a:cubicBezTo>
                      <a:pt x="100" y="668"/>
                      <a:pt x="0" y="768"/>
                      <a:pt x="34" y="901"/>
                    </a:cubicBezTo>
                    <a:cubicBezTo>
                      <a:pt x="67" y="1068"/>
                      <a:pt x="200" y="1101"/>
                      <a:pt x="434" y="1201"/>
                    </a:cubicBezTo>
                    <a:lnTo>
                      <a:pt x="501" y="1201"/>
                    </a:lnTo>
                    <a:cubicBezTo>
                      <a:pt x="1001" y="1402"/>
                      <a:pt x="1601" y="1602"/>
                      <a:pt x="2202" y="1702"/>
                    </a:cubicBezTo>
                    <a:lnTo>
                      <a:pt x="2235" y="1702"/>
                    </a:lnTo>
                    <a:cubicBezTo>
                      <a:pt x="2335" y="1702"/>
                      <a:pt x="2435" y="1635"/>
                      <a:pt x="2469" y="1535"/>
                    </a:cubicBezTo>
                    <a:cubicBezTo>
                      <a:pt x="2602" y="1268"/>
                      <a:pt x="2469" y="334"/>
                      <a:pt x="2335" y="201"/>
                    </a:cubicBezTo>
                    <a:cubicBezTo>
                      <a:pt x="2235" y="101"/>
                      <a:pt x="1568" y="0"/>
                      <a:pt x="1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p:cNvSpPr/>
              <p:nvPr/>
            </p:nvSpPr>
            <p:spPr>
              <a:xfrm>
                <a:off x="1306950" y="1054700"/>
                <a:ext cx="90075" cy="29050"/>
              </a:xfrm>
              <a:custGeom>
                <a:avLst/>
                <a:gdLst/>
                <a:ahLst/>
                <a:cxnLst/>
                <a:rect l="l" t="t" r="r" b="b"/>
                <a:pathLst>
                  <a:path w="3603" h="1162" extrusionOk="0">
                    <a:moveTo>
                      <a:pt x="2546" y="1"/>
                    </a:moveTo>
                    <a:cubicBezTo>
                      <a:pt x="2192" y="1"/>
                      <a:pt x="1823" y="34"/>
                      <a:pt x="1568" y="94"/>
                    </a:cubicBezTo>
                    <a:cubicBezTo>
                      <a:pt x="1468" y="94"/>
                      <a:pt x="1434" y="194"/>
                      <a:pt x="1434" y="261"/>
                    </a:cubicBezTo>
                    <a:cubicBezTo>
                      <a:pt x="1468" y="361"/>
                      <a:pt x="1534" y="394"/>
                      <a:pt x="1635" y="394"/>
                    </a:cubicBezTo>
                    <a:cubicBezTo>
                      <a:pt x="1931" y="331"/>
                      <a:pt x="2320" y="307"/>
                      <a:pt x="2651" y="307"/>
                    </a:cubicBezTo>
                    <a:cubicBezTo>
                      <a:pt x="2842" y="307"/>
                      <a:pt x="3013" y="315"/>
                      <a:pt x="3136" y="327"/>
                    </a:cubicBezTo>
                    <a:cubicBezTo>
                      <a:pt x="2935" y="561"/>
                      <a:pt x="2635" y="794"/>
                      <a:pt x="2602" y="828"/>
                    </a:cubicBezTo>
                    <a:cubicBezTo>
                      <a:pt x="2568" y="833"/>
                      <a:pt x="2485" y="836"/>
                      <a:pt x="2370" y="836"/>
                    </a:cubicBezTo>
                    <a:cubicBezTo>
                      <a:pt x="1816" y="836"/>
                      <a:pt x="510" y="771"/>
                      <a:pt x="234" y="661"/>
                    </a:cubicBezTo>
                    <a:cubicBezTo>
                      <a:pt x="133" y="661"/>
                      <a:pt x="33" y="694"/>
                      <a:pt x="33" y="761"/>
                    </a:cubicBezTo>
                    <a:cubicBezTo>
                      <a:pt x="0" y="861"/>
                      <a:pt x="33" y="961"/>
                      <a:pt x="100" y="961"/>
                    </a:cubicBezTo>
                    <a:cubicBezTo>
                      <a:pt x="400" y="1061"/>
                      <a:pt x="1534" y="1161"/>
                      <a:pt x="2202" y="1161"/>
                    </a:cubicBezTo>
                    <a:cubicBezTo>
                      <a:pt x="2468" y="1161"/>
                      <a:pt x="2669" y="1128"/>
                      <a:pt x="2702" y="1128"/>
                    </a:cubicBezTo>
                    <a:cubicBezTo>
                      <a:pt x="2802" y="1061"/>
                      <a:pt x="3036" y="861"/>
                      <a:pt x="3469" y="461"/>
                    </a:cubicBezTo>
                    <a:lnTo>
                      <a:pt x="3536" y="394"/>
                    </a:lnTo>
                    <a:cubicBezTo>
                      <a:pt x="3569" y="361"/>
                      <a:pt x="3603" y="327"/>
                      <a:pt x="3603" y="261"/>
                    </a:cubicBezTo>
                    <a:cubicBezTo>
                      <a:pt x="3603" y="227"/>
                      <a:pt x="3569" y="160"/>
                      <a:pt x="3536" y="160"/>
                    </a:cubicBezTo>
                    <a:cubicBezTo>
                      <a:pt x="3389" y="50"/>
                      <a:pt x="2979" y="1"/>
                      <a:pt x="2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p:cNvSpPr/>
              <p:nvPr/>
            </p:nvSpPr>
            <p:spPr>
              <a:xfrm>
                <a:off x="1361975" y="1614600"/>
                <a:ext cx="206000" cy="157125"/>
              </a:xfrm>
              <a:custGeom>
                <a:avLst/>
                <a:gdLst/>
                <a:ahLst/>
                <a:cxnLst/>
                <a:rect l="l" t="t" r="r" b="b"/>
                <a:pathLst>
                  <a:path w="8240" h="6285" extrusionOk="0">
                    <a:moveTo>
                      <a:pt x="7852" y="1"/>
                    </a:moveTo>
                    <a:cubicBezTo>
                      <a:pt x="7826" y="1"/>
                      <a:pt x="7800" y="5"/>
                      <a:pt x="7773" y="14"/>
                    </a:cubicBezTo>
                    <a:lnTo>
                      <a:pt x="1435" y="3116"/>
                    </a:lnTo>
                    <a:cubicBezTo>
                      <a:pt x="34" y="4050"/>
                      <a:pt x="34" y="5518"/>
                      <a:pt x="34" y="5584"/>
                    </a:cubicBezTo>
                    <a:cubicBezTo>
                      <a:pt x="1" y="5785"/>
                      <a:pt x="101" y="5985"/>
                      <a:pt x="267" y="6118"/>
                    </a:cubicBezTo>
                    <a:cubicBezTo>
                      <a:pt x="401" y="6218"/>
                      <a:pt x="534" y="6285"/>
                      <a:pt x="668" y="6285"/>
                    </a:cubicBezTo>
                    <a:cubicBezTo>
                      <a:pt x="734" y="6285"/>
                      <a:pt x="801" y="6285"/>
                      <a:pt x="868" y="6252"/>
                    </a:cubicBezTo>
                    <a:lnTo>
                      <a:pt x="8106" y="4050"/>
                    </a:lnTo>
                    <a:cubicBezTo>
                      <a:pt x="8206" y="4017"/>
                      <a:pt x="8240" y="3917"/>
                      <a:pt x="8206" y="3850"/>
                    </a:cubicBezTo>
                    <a:cubicBezTo>
                      <a:pt x="8206" y="3775"/>
                      <a:pt x="8150" y="3737"/>
                      <a:pt x="8094" y="3737"/>
                    </a:cubicBezTo>
                    <a:cubicBezTo>
                      <a:pt x="8075" y="3737"/>
                      <a:pt x="8056" y="3741"/>
                      <a:pt x="8040" y="3750"/>
                    </a:cubicBezTo>
                    <a:lnTo>
                      <a:pt x="768" y="5951"/>
                    </a:lnTo>
                    <a:cubicBezTo>
                      <a:pt x="741" y="5960"/>
                      <a:pt x="714" y="5964"/>
                      <a:pt x="687" y="5964"/>
                    </a:cubicBezTo>
                    <a:cubicBezTo>
                      <a:pt x="614" y="5964"/>
                      <a:pt x="541" y="5933"/>
                      <a:pt x="468" y="5885"/>
                    </a:cubicBezTo>
                    <a:cubicBezTo>
                      <a:pt x="368" y="5818"/>
                      <a:pt x="334" y="5718"/>
                      <a:pt x="334" y="5584"/>
                    </a:cubicBezTo>
                    <a:cubicBezTo>
                      <a:pt x="334" y="5551"/>
                      <a:pt x="368" y="4183"/>
                      <a:pt x="1602" y="3383"/>
                    </a:cubicBezTo>
                    <a:lnTo>
                      <a:pt x="7940" y="314"/>
                    </a:lnTo>
                    <a:cubicBezTo>
                      <a:pt x="8006" y="281"/>
                      <a:pt x="8040" y="181"/>
                      <a:pt x="8006" y="80"/>
                    </a:cubicBezTo>
                    <a:cubicBezTo>
                      <a:pt x="7982" y="32"/>
                      <a:pt x="7922" y="1"/>
                      <a:pt x="7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p:cNvSpPr/>
              <p:nvPr/>
            </p:nvSpPr>
            <p:spPr>
              <a:xfrm>
                <a:off x="1506250" y="1662450"/>
                <a:ext cx="184325" cy="110125"/>
              </a:xfrm>
              <a:custGeom>
                <a:avLst/>
                <a:gdLst/>
                <a:ahLst/>
                <a:cxnLst/>
                <a:rect l="l" t="t" r="r" b="b"/>
                <a:pathLst>
                  <a:path w="7373" h="4405" extrusionOk="0">
                    <a:moveTo>
                      <a:pt x="467" y="301"/>
                    </a:moveTo>
                    <a:cubicBezTo>
                      <a:pt x="734" y="335"/>
                      <a:pt x="1301" y="501"/>
                      <a:pt x="1902" y="668"/>
                    </a:cubicBezTo>
                    <a:cubicBezTo>
                      <a:pt x="2335" y="768"/>
                      <a:pt x="2836" y="902"/>
                      <a:pt x="3403" y="1069"/>
                    </a:cubicBezTo>
                    <a:cubicBezTo>
                      <a:pt x="5237" y="1502"/>
                      <a:pt x="6171" y="2069"/>
                      <a:pt x="6972" y="4104"/>
                    </a:cubicBezTo>
                    <a:cubicBezTo>
                      <a:pt x="6071" y="4104"/>
                      <a:pt x="5338" y="4104"/>
                      <a:pt x="1735" y="1369"/>
                    </a:cubicBezTo>
                    <a:cubicBezTo>
                      <a:pt x="1068" y="835"/>
                      <a:pt x="634" y="501"/>
                      <a:pt x="467" y="301"/>
                    </a:cubicBezTo>
                    <a:close/>
                    <a:moveTo>
                      <a:pt x="390" y="0"/>
                    </a:moveTo>
                    <a:cubicBezTo>
                      <a:pt x="231" y="0"/>
                      <a:pt x="151" y="46"/>
                      <a:pt x="100" y="135"/>
                    </a:cubicBezTo>
                    <a:cubicBezTo>
                      <a:pt x="0" y="335"/>
                      <a:pt x="201" y="568"/>
                      <a:pt x="1535" y="1602"/>
                    </a:cubicBezTo>
                    <a:cubicBezTo>
                      <a:pt x="4937" y="4237"/>
                      <a:pt x="5871" y="4404"/>
                      <a:pt x="6772" y="4404"/>
                    </a:cubicBezTo>
                    <a:lnTo>
                      <a:pt x="7206" y="4404"/>
                    </a:lnTo>
                    <a:cubicBezTo>
                      <a:pt x="7239" y="4404"/>
                      <a:pt x="7306" y="4371"/>
                      <a:pt x="7339" y="4338"/>
                    </a:cubicBezTo>
                    <a:cubicBezTo>
                      <a:pt x="7339" y="4271"/>
                      <a:pt x="7372" y="4237"/>
                      <a:pt x="7339" y="4171"/>
                    </a:cubicBezTo>
                    <a:cubicBezTo>
                      <a:pt x="6472" y="1869"/>
                      <a:pt x="5438" y="1235"/>
                      <a:pt x="3503" y="768"/>
                    </a:cubicBezTo>
                    <a:cubicBezTo>
                      <a:pt x="2936" y="602"/>
                      <a:pt x="2435" y="468"/>
                      <a:pt x="2002" y="368"/>
                    </a:cubicBezTo>
                    <a:cubicBezTo>
                      <a:pt x="1114" y="120"/>
                      <a:pt x="648"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p:cNvSpPr/>
              <p:nvPr/>
            </p:nvSpPr>
            <p:spPr>
              <a:xfrm>
                <a:off x="1614650" y="1665800"/>
                <a:ext cx="93425" cy="31725"/>
              </a:xfrm>
              <a:custGeom>
                <a:avLst/>
                <a:gdLst/>
                <a:ahLst/>
                <a:cxnLst/>
                <a:rect l="l" t="t" r="r" b="b"/>
                <a:pathLst>
                  <a:path w="3737" h="1269" extrusionOk="0">
                    <a:moveTo>
                      <a:pt x="3537" y="1"/>
                    </a:moveTo>
                    <a:lnTo>
                      <a:pt x="134" y="935"/>
                    </a:lnTo>
                    <a:cubicBezTo>
                      <a:pt x="68" y="968"/>
                      <a:pt x="1" y="1068"/>
                      <a:pt x="34" y="1135"/>
                    </a:cubicBezTo>
                    <a:cubicBezTo>
                      <a:pt x="34" y="1201"/>
                      <a:pt x="101" y="1268"/>
                      <a:pt x="201" y="1268"/>
                    </a:cubicBezTo>
                    <a:cubicBezTo>
                      <a:pt x="201" y="1268"/>
                      <a:pt x="201" y="1268"/>
                      <a:pt x="234" y="1235"/>
                    </a:cubicBezTo>
                    <a:lnTo>
                      <a:pt x="3603" y="301"/>
                    </a:lnTo>
                    <a:cubicBezTo>
                      <a:pt x="3703" y="301"/>
                      <a:pt x="3737" y="201"/>
                      <a:pt x="3737" y="134"/>
                    </a:cubicBezTo>
                    <a:cubicBezTo>
                      <a:pt x="3703" y="34"/>
                      <a:pt x="3603" y="1"/>
                      <a:pt x="35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40"/>
          <p:cNvSpPr txBox="1">
            <a:spLocks noGrp="1"/>
          </p:cNvSpPr>
          <p:nvPr>
            <p:ph type="body" idx="1"/>
          </p:nvPr>
        </p:nvSpPr>
        <p:spPr>
          <a:xfrm>
            <a:off x="183675" y="696562"/>
            <a:ext cx="3785652" cy="12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An aircraft’s </a:t>
            </a:r>
            <a:r>
              <a:rPr lang="en" sz="1400" dirty="0">
                <a:solidFill>
                  <a:srgbClr val="FF0000"/>
                </a:solidFill>
              </a:rPr>
              <a:t>empennage</a:t>
            </a:r>
            <a:r>
              <a:rPr lang="en" sz="1400" dirty="0"/>
              <a:t>, often called the </a:t>
            </a:r>
            <a:r>
              <a:rPr lang="en" sz="1400" i="1" dirty="0"/>
              <a:t>tail section</a:t>
            </a:r>
            <a:r>
              <a:rPr lang="en" sz="1400" dirty="0"/>
              <a:t>. Its defining parts are the vertical and horizontal stabilizers. </a:t>
            </a:r>
            <a:endParaRPr sz="1400" dirty="0"/>
          </a:p>
        </p:txBody>
      </p:sp>
      <p:sp>
        <p:nvSpPr>
          <p:cNvPr id="1837" name="Google Shape;1837;p40"/>
          <p:cNvSpPr/>
          <p:nvPr/>
        </p:nvSpPr>
        <p:spPr>
          <a:xfrm>
            <a:off x="259675" y="1909350"/>
            <a:ext cx="4335900" cy="2971200"/>
          </a:xfrm>
          <a:prstGeom prst="snip1Rect">
            <a:avLst>
              <a:gd name="adj" fmla="val 0"/>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Space Grotesk"/>
              <a:ea typeface="Space Grotesk"/>
              <a:cs typeface="Space Grotesk"/>
              <a:sym typeface="Space Grotesk"/>
            </a:endParaRPr>
          </a:p>
        </p:txBody>
      </p:sp>
      <p:pic>
        <p:nvPicPr>
          <p:cNvPr id="1838" name="Google Shape;1838;p40"/>
          <p:cNvPicPr preferRelativeResize="0"/>
          <p:nvPr/>
        </p:nvPicPr>
        <p:blipFill>
          <a:blip r:embed="rId3">
            <a:alphaModFix/>
          </a:blip>
          <a:stretch>
            <a:fillRect/>
          </a:stretch>
        </p:blipFill>
        <p:spPr>
          <a:xfrm>
            <a:off x="395070" y="2073528"/>
            <a:ext cx="4065238" cy="2641456"/>
          </a:xfrm>
          <a:prstGeom prst="rect">
            <a:avLst/>
          </a:prstGeom>
          <a:solidFill>
            <a:schemeClr val="accent4"/>
          </a:solidFill>
          <a:ln w="9525" cap="flat" cmpd="sng">
            <a:solidFill>
              <a:schemeClr val="dk1"/>
            </a:solidFill>
            <a:prstDash val="solid"/>
            <a:round/>
            <a:headEnd type="none" w="sm" len="sm"/>
            <a:tailEnd type="none" w="sm" len="sm"/>
          </a:ln>
        </p:spPr>
      </p:pic>
      <p:sp>
        <p:nvSpPr>
          <p:cNvPr id="1839" name="Google Shape;1839;p40"/>
          <p:cNvSpPr txBox="1"/>
          <p:nvPr/>
        </p:nvSpPr>
        <p:spPr>
          <a:xfrm>
            <a:off x="4572000" y="0"/>
            <a:ext cx="4655127" cy="535528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dirty="0">
                <a:solidFill>
                  <a:schemeClr val="dk1"/>
                </a:solidFill>
                <a:latin typeface="Space Grotesk"/>
                <a:ea typeface="Space Grotesk"/>
                <a:cs typeface="Space Grotesk"/>
                <a:sym typeface="Space Grotesk"/>
              </a:rPr>
              <a:t>The </a:t>
            </a:r>
            <a:r>
              <a:rPr lang="en" sz="2800" dirty="0">
                <a:solidFill>
                  <a:srgbClr val="FF0000"/>
                </a:solidFill>
                <a:latin typeface="Space Grotesk"/>
                <a:ea typeface="Space Grotesk"/>
                <a:cs typeface="Space Grotesk"/>
                <a:sym typeface="Space Grotesk"/>
              </a:rPr>
              <a:t>rudder</a:t>
            </a:r>
            <a:r>
              <a:rPr lang="en" sz="2800" dirty="0">
                <a:solidFill>
                  <a:schemeClr val="dk1"/>
                </a:solidFill>
                <a:latin typeface="Space Grotesk"/>
                <a:ea typeface="Space Grotesk"/>
                <a:cs typeface="Space Grotesk"/>
                <a:sym typeface="Space Grotesk"/>
              </a:rPr>
              <a:t> is hinged to the back of the </a:t>
            </a:r>
            <a:r>
              <a:rPr lang="en" sz="2800" i="1" u="sng" dirty="0">
                <a:solidFill>
                  <a:srgbClr val="FF0000"/>
                </a:solidFill>
                <a:latin typeface="Space Grotesk"/>
                <a:ea typeface="Space Grotesk"/>
                <a:cs typeface="Space Grotesk"/>
                <a:sym typeface="Space Grotesk"/>
              </a:rPr>
              <a:t>vertical stabilizer</a:t>
            </a:r>
            <a:r>
              <a:rPr lang="en" sz="2800" dirty="0">
                <a:solidFill>
                  <a:schemeClr val="dk1"/>
                </a:solidFill>
                <a:latin typeface="Space Grotesk"/>
                <a:ea typeface="Space Grotesk"/>
                <a:cs typeface="Space Grotesk"/>
                <a:sym typeface="Space Grotesk"/>
              </a:rPr>
              <a:t>. It is used to steer (yaw) the aircraft around the </a:t>
            </a:r>
            <a:r>
              <a:rPr lang="en" sz="2800" i="1" dirty="0">
                <a:solidFill>
                  <a:srgbClr val="FF0000"/>
                </a:solidFill>
                <a:latin typeface="Space Grotesk"/>
                <a:ea typeface="Space Grotesk"/>
                <a:cs typeface="Space Grotesk"/>
                <a:sym typeface="Space Grotesk"/>
              </a:rPr>
              <a:t>vertical axis</a:t>
            </a:r>
            <a:r>
              <a:rPr lang="en" sz="2800" dirty="0">
                <a:solidFill>
                  <a:schemeClr val="dk1"/>
                </a:solidFill>
                <a:latin typeface="Space Grotesk"/>
                <a:ea typeface="Space Grotesk"/>
                <a:cs typeface="Space Grotesk"/>
                <a:sym typeface="Space Grotesk"/>
              </a:rPr>
              <a:t>.</a:t>
            </a:r>
            <a:endParaRPr sz="2800"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2800"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2800"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2800" dirty="0">
                <a:solidFill>
                  <a:schemeClr val="dk1"/>
                </a:solidFill>
                <a:latin typeface="Space Grotesk"/>
                <a:ea typeface="Space Grotesk"/>
                <a:cs typeface="Space Grotesk"/>
                <a:sym typeface="Space Grotesk"/>
              </a:rPr>
              <a:t>The </a:t>
            </a:r>
            <a:r>
              <a:rPr lang="en" sz="2800" dirty="0">
                <a:solidFill>
                  <a:srgbClr val="FF0000"/>
                </a:solidFill>
                <a:latin typeface="Space Grotesk"/>
                <a:ea typeface="Space Grotesk"/>
                <a:cs typeface="Space Grotesk"/>
                <a:sym typeface="Space Grotesk"/>
              </a:rPr>
              <a:t>elevator</a:t>
            </a:r>
            <a:r>
              <a:rPr lang="en" sz="2800" dirty="0">
                <a:solidFill>
                  <a:schemeClr val="dk1"/>
                </a:solidFill>
                <a:latin typeface="Space Grotesk"/>
                <a:ea typeface="Space Grotesk"/>
                <a:cs typeface="Space Grotesk"/>
                <a:sym typeface="Space Grotesk"/>
              </a:rPr>
              <a:t> is hinged to the back of the </a:t>
            </a:r>
            <a:r>
              <a:rPr lang="en" sz="2800" i="1" u="sng" dirty="0">
                <a:solidFill>
                  <a:srgbClr val="FF0000"/>
                </a:solidFill>
                <a:latin typeface="Space Grotesk"/>
                <a:ea typeface="Space Grotesk"/>
                <a:cs typeface="Space Grotesk"/>
                <a:sym typeface="Space Grotesk"/>
              </a:rPr>
              <a:t>horizontal stabilizer</a:t>
            </a:r>
            <a:r>
              <a:rPr lang="en" sz="2800" dirty="0">
                <a:solidFill>
                  <a:schemeClr val="dk1"/>
                </a:solidFill>
                <a:latin typeface="Space Grotesk"/>
                <a:ea typeface="Space Grotesk"/>
                <a:cs typeface="Space Grotesk"/>
                <a:sym typeface="Space Grotesk"/>
              </a:rPr>
              <a:t>. It is used to climb or descend by changing pitch around the </a:t>
            </a:r>
            <a:r>
              <a:rPr lang="en" sz="2800" i="1" dirty="0">
                <a:solidFill>
                  <a:srgbClr val="FF0000"/>
                </a:solidFill>
                <a:latin typeface="Space Grotesk"/>
                <a:ea typeface="Space Grotesk"/>
                <a:cs typeface="Space Grotesk"/>
                <a:sym typeface="Space Grotesk"/>
              </a:rPr>
              <a:t>lateral axis</a:t>
            </a:r>
            <a:r>
              <a:rPr lang="en" sz="2800" dirty="0">
                <a:solidFill>
                  <a:schemeClr val="dk1"/>
                </a:solidFill>
                <a:latin typeface="Space Grotesk"/>
                <a:ea typeface="Space Grotesk"/>
                <a:cs typeface="Space Grotesk"/>
                <a:sym typeface="Space Grotesk"/>
              </a:rPr>
              <a:t>.</a:t>
            </a:r>
            <a:endParaRPr sz="2800" dirty="0">
              <a:solidFill>
                <a:schemeClr val="dk1"/>
              </a:solidFill>
              <a:latin typeface="Space Grotesk"/>
              <a:ea typeface="Space Grotesk"/>
              <a:cs typeface="Space Grotesk"/>
              <a:sym typeface="Space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3"/>
        <p:cNvGrpSpPr/>
        <p:nvPr/>
      </p:nvGrpSpPr>
      <p:grpSpPr>
        <a:xfrm>
          <a:off x="0" y="0"/>
          <a:ext cx="0" cy="0"/>
          <a:chOff x="0" y="0"/>
          <a:chExt cx="0" cy="0"/>
        </a:xfrm>
      </p:grpSpPr>
      <p:sp>
        <p:nvSpPr>
          <p:cNvPr id="1844" name="Google Shape;1844;p41"/>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1 </a:t>
            </a:r>
            <a:endParaRPr sz="3200"/>
          </a:p>
          <a:p>
            <a:pPr marL="0" lvl="0" indent="0" algn="l" rtl="0">
              <a:spcBef>
                <a:spcPts val="0"/>
              </a:spcBef>
              <a:spcAft>
                <a:spcPts val="0"/>
              </a:spcAft>
              <a:buNone/>
            </a:pPr>
            <a:r>
              <a:rPr lang="en" sz="3200"/>
              <a:t>CONFIRMATION</a:t>
            </a:r>
            <a:endParaRPr sz="3200"/>
          </a:p>
        </p:txBody>
      </p:sp>
      <p:sp>
        <p:nvSpPr>
          <p:cNvPr id="1845" name="Google Shape;1845;p41"/>
          <p:cNvSpPr txBox="1"/>
          <p:nvPr/>
        </p:nvSpPr>
        <p:spPr>
          <a:xfrm>
            <a:off x="1228275" y="1911875"/>
            <a:ext cx="65592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What two stabilizers are found on the empennage?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Which two moveable control surfaces are located in the empennage?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What axial movements do the elevator and the rudder produce?</a:t>
            </a: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9"/>
        <p:cNvGrpSpPr/>
        <p:nvPr/>
      </p:nvGrpSpPr>
      <p:grpSpPr>
        <a:xfrm>
          <a:off x="0" y="0"/>
          <a:ext cx="0" cy="0"/>
          <a:chOff x="0" y="0"/>
          <a:chExt cx="0" cy="0"/>
        </a:xfrm>
      </p:grpSpPr>
      <p:sp>
        <p:nvSpPr>
          <p:cNvPr id="1850" name="Google Shape;1850;p42"/>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1 </a:t>
            </a:r>
            <a:endParaRPr sz="3200"/>
          </a:p>
          <a:p>
            <a:pPr marL="0" lvl="0" indent="0" algn="l" rtl="0">
              <a:spcBef>
                <a:spcPts val="0"/>
              </a:spcBef>
              <a:spcAft>
                <a:spcPts val="0"/>
              </a:spcAft>
              <a:buNone/>
            </a:pPr>
            <a:r>
              <a:rPr lang="en" sz="3200"/>
              <a:t>CONFIRMATION</a:t>
            </a:r>
            <a:endParaRPr sz="3200"/>
          </a:p>
        </p:txBody>
      </p:sp>
      <p:sp>
        <p:nvSpPr>
          <p:cNvPr id="1851" name="Google Shape;1851;p42"/>
          <p:cNvSpPr txBox="1"/>
          <p:nvPr/>
        </p:nvSpPr>
        <p:spPr>
          <a:xfrm>
            <a:off x="1228275" y="1911875"/>
            <a:ext cx="65592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The vertical stabilizer, or fin, and the horizontal stabilizer, or tailplane, are on the empennage.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The rudder and the elevator are found in the empennage.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The rudder changes yaw around the vertical axis and the elevator changes pitch around the lateral axis.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43"/>
          <p:cNvSpPr txBox="1">
            <a:spLocks noGrp="1"/>
          </p:cNvSpPr>
          <p:nvPr>
            <p:ph type="title"/>
          </p:nvPr>
        </p:nvSpPr>
        <p:spPr>
          <a:xfrm>
            <a:off x="1018275" y="2489975"/>
            <a:ext cx="6667500" cy="17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600"/>
              <a:t>Explain How Stabilizers Reduce Unwanted Axial Movement</a:t>
            </a:r>
            <a:endParaRPr sz="2600"/>
          </a:p>
        </p:txBody>
      </p:sp>
      <p:sp>
        <p:nvSpPr>
          <p:cNvPr id="1857" name="Google Shape;1857;p43"/>
          <p:cNvSpPr txBox="1">
            <a:spLocks noGrp="1"/>
          </p:cNvSpPr>
          <p:nvPr>
            <p:ph type="title" idx="2"/>
          </p:nvPr>
        </p:nvSpPr>
        <p:spPr>
          <a:xfrm>
            <a:off x="1018275" y="1216500"/>
            <a:ext cx="17877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TP2</a:t>
            </a:r>
            <a:endParaRPr/>
          </a:p>
        </p:txBody>
      </p:sp>
      <p:grpSp>
        <p:nvGrpSpPr>
          <p:cNvPr id="1858" name="Google Shape;1858;p43"/>
          <p:cNvGrpSpPr/>
          <p:nvPr/>
        </p:nvGrpSpPr>
        <p:grpSpPr>
          <a:xfrm flipH="1">
            <a:off x="3610501" y="794596"/>
            <a:ext cx="3740405" cy="2434533"/>
            <a:chOff x="3609425" y="1808600"/>
            <a:chExt cx="3237325" cy="2313975"/>
          </a:xfrm>
        </p:grpSpPr>
        <p:sp>
          <p:nvSpPr>
            <p:cNvPr id="1859" name="Google Shape;1859;p43"/>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3"/>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3"/>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3"/>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3"/>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3"/>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3"/>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3"/>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3"/>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3"/>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3"/>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3"/>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3"/>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3"/>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3"/>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3"/>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3"/>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3"/>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3"/>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3"/>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3"/>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3"/>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3"/>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3"/>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3"/>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3"/>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3"/>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3"/>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3"/>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3"/>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3"/>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3"/>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3"/>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3"/>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3"/>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3"/>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3"/>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3"/>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3"/>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3"/>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3"/>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3"/>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3"/>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3"/>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3"/>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3"/>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3"/>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3"/>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3"/>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3"/>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3"/>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3"/>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3"/>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3"/>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3"/>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3"/>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3"/>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3"/>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3"/>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3"/>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3"/>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3"/>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3"/>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3"/>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3"/>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3"/>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3"/>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3"/>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3"/>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3"/>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3"/>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3"/>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3"/>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3"/>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3"/>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3"/>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3"/>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3"/>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3"/>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3"/>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3"/>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3"/>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3"/>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3"/>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3"/>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3"/>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3"/>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3"/>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3"/>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3"/>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5"/>
        <p:cNvGrpSpPr/>
        <p:nvPr/>
      </p:nvGrpSpPr>
      <p:grpSpPr>
        <a:xfrm>
          <a:off x="0" y="0"/>
          <a:ext cx="0" cy="0"/>
          <a:chOff x="0" y="0"/>
          <a:chExt cx="0" cy="0"/>
        </a:xfrm>
      </p:grpSpPr>
      <p:sp>
        <p:nvSpPr>
          <p:cNvPr id="1976" name="Google Shape;1976;p44"/>
          <p:cNvSpPr txBox="1"/>
          <p:nvPr/>
        </p:nvSpPr>
        <p:spPr>
          <a:xfrm>
            <a:off x="703555" y="263659"/>
            <a:ext cx="2508070" cy="104641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Space Grotesk"/>
                <a:ea typeface="Space Grotesk"/>
                <a:cs typeface="Space Grotesk"/>
                <a:sym typeface="Space Grotesk"/>
              </a:rPr>
              <a:t>Horizontal and Vertical stabilizers reduce unwanted pitch and yaw and are held straight by the passing wind </a:t>
            </a:r>
            <a:endParaRPr>
              <a:solidFill>
                <a:schemeClr val="dk1"/>
              </a:solidFill>
              <a:latin typeface="Space Grotesk"/>
              <a:ea typeface="Space Grotesk"/>
              <a:cs typeface="Space Grotesk"/>
              <a:sym typeface="Space Grotesk"/>
            </a:endParaRPr>
          </a:p>
        </p:txBody>
      </p:sp>
      <p:sp>
        <p:nvSpPr>
          <p:cNvPr id="1977" name="Google Shape;1977;p44"/>
          <p:cNvSpPr txBox="1"/>
          <p:nvPr/>
        </p:nvSpPr>
        <p:spPr>
          <a:xfrm>
            <a:off x="3639300" y="109552"/>
            <a:ext cx="5428500" cy="49243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dirty="0">
                <a:solidFill>
                  <a:schemeClr val="dk1"/>
                </a:solidFill>
                <a:latin typeface="Space Grotesk"/>
                <a:ea typeface="Space Grotesk"/>
                <a:cs typeface="Space Grotesk"/>
                <a:sym typeface="Space Grotesk"/>
              </a:rPr>
              <a:t>The </a:t>
            </a:r>
            <a:r>
              <a:rPr lang="en" sz="2800" dirty="0">
                <a:solidFill>
                  <a:srgbClr val="FF0000"/>
                </a:solidFill>
                <a:latin typeface="Space Grotesk"/>
                <a:ea typeface="Space Grotesk"/>
                <a:cs typeface="Space Grotesk"/>
                <a:sym typeface="Space Grotesk"/>
              </a:rPr>
              <a:t>vertical stabilizer</a:t>
            </a:r>
            <a:r>
              <a:rPr lang="en" sz="2800" dirty="0">
                <a:solidFill>
                  <a:schemeClr val="dk1"/>
                </a:solidFill>
                <a:latin typeface="Space Grotesk"/>
                <a:ea typeface="Space Grotesk"/>
                <a:cs typeface="Space Grotesk"/>
                <a:sym typeface="Space Grotesk"/>
              </a:rPr>
              <a:t>, provides the aircraft with </a:t>
            </a:r>
            <a:r>
              <a:rPr lang="en" sz="2800" dirty="0">
                <a:solidFill>
                  <a:srgbClr val="FF0000"/>
                </a:solidFill>
                <a:latin typeface="Space Grotesk"/>
                <a:ea typeface="Space Grotesk"/>
                <a:cs typeface="Space Grotesk"/>
                <a:sym typeface="Space Grotesk"/>
              </a:rPr>
              <a:t>directional stability</a:t>
            </a:r>
            <a:r>
              <a:rPr lang="en" sz="2800" dirty="0">
                <a:solidFill>
                  <a:schemeClr val="dk1"/>
                </a:solidFill>
                <a:latin typeface="Space Grotesk"/>
                <a:ea typeface="Space Grotesk"/>
                <a:cs typeface="Space Grotesk"/>
                <a:sym typeface="Space Grotesk"/>
              </a:rPr>
              <a:t>. Air moving past resists any </a:t>
            </a:r>
            <a:r>
              <a:rPr lang="en" sz="2800" dirty="0">
                <a:solidFill>
                  <a:srgbClr val="FF0000"/>
                </a:solidFill>
                <a:latin typeface="Space Grotesk"/>
                <a:ea typeface="Space Grotesk"/>
                <a:cs typeface="Space Grotesk"/>
                <a:sym typeface="Space Grotesk"/>
              </a:rPr>
              <a:t>unwanted yaw </a:t>
            </a:r>
            <a:r>
              <a:rPr lang="en" sz="2800" dirty="0">
                <a:solidFill>
                  <a:schemeClr val="dk1"/>
                </a:solidFill>
                <a:latin typeface="Space Grotesk"/>
                <a:ea typeface="Space Grotesk"/>
                <a:cs typeface="Space Grotesk"/>
                <a:sym typeface="Space Grotesk"/>
              </a:rPr>
              <a:t>around the vertical axis.</a:t>
            </a:r>
            <a:endParaRPr sz="2800"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2800"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2800" dirty="0">
                <a:solidFill>
                  <a:schemeClr val="dk1"/>
                </a:solidFill>
                <a:latin typeface="Space Grotesk"/>
                <a:ea typeface="Space Grotesk"/>
                <a:cs typeface="Space Grotesk"/>
                <a:sym typeface="Space Grotesk"/>
              </a:rPr>
              <a:t>The </a:t>
            </a:r>
            <a:r>
              <a:rPr lang="en" sz="2800" dirty="0">
                <a:solidFill>
                  <a:srgbClr val="FF0000"/>
                </a:solidFill>
                <a:latin typeface="Space Grotesk"/>
                <a:ea typeface="Space Grotesk"/>
                <a:cs typeface="Space Grotesk"/>
                <a:sym typeface="Space Grotesk"/>
              </a:rPr>
              <a:t>horizontal stabilizer</a:t>
            </a:r>
            <a:r>
              <a:rPr lang="en" sz="2800" dirty="0">
                <a:solidFill>
                  <a:schemeClr val="dk1"/>
                </a:solidFill>
                <a:latin typeface="Space Grotesk"/>
                <a:ea typeface="Space Grotesk"/>
                <a:cs typeface="Space Grotesk"/>
                <a:sym typeface="Space Grotesk"/>
              </a:rPr>
              <a:t>, provides the aircraft with </a:t>
            </a:r>
            <a:r>
              <a:rPr lang="en" sz="2800" dirty="0">
                <a:solidFill>
                  <a:srgbClr val="FF0000"/>
                </a:solidFill>
                <a:latin typeface="Space Grotesk"/>
                <a:ea typeface="Space Grotesk"/>
                <a:cs typeface="Space Grotesk"/>
                <a:sym typeface="Space Grotesk"/>
              </a:rPr>
              <a:t>longitudinal stability</a:t>
            </a:r>
            <a:r>
              <a:rPr lang="en" sz="2800" dirty="0">
                <a:solidFill>
                  <a:schemeClr val="dk1"/>
                </a:solidFill>
                <a:latin typeface="Space Grotesk"/>
                <a:ea typeface="Space Grotesk"/>
                <a:cs typeface="Space Grotesk"/>
                <a:sym typeface="Space Grotesk"/>
              </a:rPr>
              <a:t>. Air moving past resists </a:t>
            </a:r>
            <a:r>
              <a:rPr lang="en" sz="2800" dirty="0">
                <a:solidFill>
                  <a:srgbClr val="FF0000"/>
                </a:solidFill>
                <a:latin typeface="Space Grotesk"/>
                <a:ea typeface="Space Grotesk"/>
                <a:cs typeface="Space Grotesk"/>
                <a:sym typeface="Space Grotesk"/>
              </a:rPr>
              <a:t>unwanted roll </a:t>
            </a:r>
            <a:r>
              <a:rPr lang="en" sz="2800" dirty="0">
                <a:solidFill>
                  <a:schemeClr val="dk1"/>
                </a:solidFill>
                <a:latin typeface="Space Grotesk"/>
                <a:ea typeface="Space Grotesk"/>
                <a:cs typeface="Space Grotesk"/>
                <a:sym typeface="Space Grotesk"/>
              </a:rPr>
              <a:t>around the longitudinal axis and </a:t>
            </a:r>
            <a:r>
              <a:rPr lang="en" sz="2800" dirty="0">
                <a:solidFill>
                  <a:srgbClr val="FF0000"/>
                </a:solidFill>
                <a:latin typeface="Space Grotesk"/>
                <a:ea typeface="Space Grotesk"/>
                <a:cs typeface="Space Grotesk"/>
                <a:sym typeface="Space Grotesk"/>
              </a:rPr>
              <a:t>unwanted pitch </a:t>
            </a:r>
            <a:r>
              <a:rPr lang="en" sz="2800" dirty="0">
                <a:solidFill>
                  <a:schemeClr val="dk1"/>
                </a:solidFill>
                <a:latin typeface="Space Grotesk"/>
                <a:ea typeface="Space Grotesk"/>
                <a:cs typeface="Space Grotesk"/>
                <a:sym typeface="Space Grotesk"/>
              </a:rPr>
              <a:t>around the lateral axis.</a:t>
            </a:r>
            <a:endParaRPr sz="2800" dirty="0">
              <a:solidFill>
                <a:schemeClr val="dk1"/>
              </a:solidFill>
              <a:latin typeface="Space Grotesk"/>
              <a:ea typeface="Space Grotesk"/>
              <a:cs typeface="Space Grotesk"/>
              <a:sym typeface="Space Grotesk"/>
            </a:endParaRPr>
          </a:p>
        </p:txBody>
      </p:sp>
      <p:grpSp>
        <p:nvGrpSpPr>
          <p:cNvPr id="1978" name="Google Shape;1978;p44"/>
          <p:cNvGrpSpPr/>
          <p:nvPr/>
        </p:nvGrpSpPr>
        <p:grpSpPr>
          <a:xfrm>
            <a:off x="286856" y="1574600"/>
            <a:ext cx="3102408" cy="3247866"/>
            <a:chOff x="5671989" y="1176345"/>
            <a:chExt cx="2606190" cy="2762261"/>
          </a:xfrm>
        </p:grpSpPr>
        <p:grpSp>
          <p:nvGrpSpPr>
            <p:cNvPr id="1979" name="Google Shape;1979;p44"/>
            <p:cNvGrpSpPr/>
            <p:nvPr/>
          </p:nvGrpSpPr>
          <p:grpSpPr>
            <a:xfrm>
              <a:off x="5672222" y="2076087"/>
              <a:ext cx="2605723" cy="1862518"/>
              <a:chOff x="3609425" y="1808600"/>
              <a:chExt cx="3237325" cy="2313975"/>
            </a:xfrm>
          </p:grpSpPr>
          <p:sp>
            <p:nvSpPr>
              <p:cNvPr id="1980" name="Google Shape;1980;p44"/>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4"/>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4"/>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4"/>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4"/>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4"/>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4"/>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4"/>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4"/>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4"/>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4"/>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4"/>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4"/>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4"/>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4"/>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4"/>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4"/>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4"/>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4"/>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4"/>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4"/>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4"/>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4"/>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4"/>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4"/>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4"/>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4"/>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4"/>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4"/>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4"/>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4"/>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4"/>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4"/>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4"/>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4"/>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4"/>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4"/>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4"/>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4"/>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4"/>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4"/>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4"/>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4"/>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4"/>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4"/>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4"/>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4"/>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4"/>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4"/>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4"/>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4"/>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4"/>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4"/>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4"/>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4"/>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4"/>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4"/>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4"/>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4"/>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4"/>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4"/>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4"/>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4"/>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4"/>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4"/>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4"/>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4"/>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4"/>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4"/>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4"/>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4"/>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4"/>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4"/>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4"/>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4"/>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4"/>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4"/>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4"/>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4"/>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4"/>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4"/>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4"/>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4"/>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4"/>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4"/>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4"/>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4"/>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4"/>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4"/>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4"/>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4"/>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4"/>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4"/>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4"/>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4"/>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4"/>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4"/>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4"/>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4"/>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4"/>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4"/>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4"/>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4"/>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4"/>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4"/>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4"/>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4"/>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4"/>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4"/>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4"/>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4"/>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4"/>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4"/>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3" name="Google Shape;2093;p44"/>
            <p:cNvGrpSpPr/>
            <p:nvPr/>
          </p:nvGrpSpPr>
          <p:grpSpPr>
            <a:xfrm>
              <a:off x="5671989" y="1176345"/>
              <a:ext cx="2606190" cy="775952"/>
              <a:chOff x="4392475" y="419900"/>
              <a:chExt cx="4046250" cy="1203400"/>
            </a:xfrm>
          </p:grpSpPr>
          <p:sp>
            <p:nvSpPr>
              <p:cNvPr id="2094" name="Google Shape;2094;p44"/>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4"/>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4"/>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4"/>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4"/>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4"/>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4"/>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4"/>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4"/>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4"/>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4"/>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44"/>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4"/>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4"/>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4"/>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4"/>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4"/>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4"/>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4"/>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4"/>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4"/>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4"/>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4"/>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4"/>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4"/>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4"/>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4"/>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4"/>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4"/>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4"/>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4"/>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4"/>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4"/>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4"/>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4"/>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4"/>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4"/>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4"/>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4"/>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4"/>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4"/>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4"/>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4"/>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4"/>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4"/>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4"/>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4"/>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4"/>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4"/>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4"/>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4"/>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4"/>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4"/>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4"/>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4"/>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4"/>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4"/>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4"/>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4"/>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4"/>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4"/>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4"/>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4"/>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4"/>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4"/>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4"/>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4"/>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4"/>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4"/>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4"/>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4"/>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4"/>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4"/>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4"/>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4"/>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4"/>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4"/>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4"/>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4"/>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4"/>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4"/>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4"/>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4"/>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4"/>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4"/>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4"/>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4"/>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4"/>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4"/>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4"/>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4"/>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4"/>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4"/>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4"/>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4"/>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4"/>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4"/>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4"/>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4"/>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4"/>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4"/>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4"/>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4"/>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2197" name="Google Shape;2197;p44"/>
          <p:cNvCxnSpPr/>
          <p:nvPr/>
        </p:nvCxnSpPr>
        <p:spPr>
          <a:xfrm flipH="1">
            <a:off x="2889725" y="1574600"/>
            <a:ext cx="643800" cy="102900"/>
          </a:xfrm>
          <a:prstGeom prst="straightConnector1">
            <a:avLst/>
          </a:prstGeom>
          <a:noFill/>
          <a:ln w="19050" cap="flat" cmpd="sng">
            <a:solidFill>
              <a:schemeClr val="dk1"/>
            </a:solidFill>
            <a:prstDash val="solid"/>
            <a:round/>
            <a:headEnd type="none" w="med" len="med"/>
            <a:tailEnd type="triangle" w="med" len="med"/>
          </a:ln>
        </p:spPr>
      </p:cxnSp>
      <p:cxnSp>
        <p:nvCxnSpPr>
          <p:cNvPr id="2198" name="Google Shape;2198;p44"/>
          <p:cNvCxnSpPr/>
          <p:nvPr/>
        </p:nvCxnSpPr>
        <p:spPr>
          <a:xfrm flipH="1">
            <a:off x="2979925" y="3956450"/>
            <a:ext cx="57900" cy="296100"/>
          </a:xfrm>
          <a:prstGeom prst="straightConnector1">
            <a:avLst/>
          </a:prstGeom>
          <a:noFill/>
          <a:ln w="19050" cap="flat" cmpd="sng">
            <a:solidFill>
              <a:schemeClr val="dk1"/>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2"/>
        <p:cNvGrpSpPr/>
        <p:nvPr/>
      </p:nvGrpSpPr>
      <p:grpSpPr>
        <a:xfrm>
          <a:off x="0" y="0"/>
          <a:ext cx="0" cy="0"/>
          <a:chOff x="0" y="0"/>
          <a:chExt cx="0" cy="0"/>
        </a:xfrm>
      </p:grpSpPr>
      <p:sp>
        <p:nvSpPr>
          <p:cNvPr id="2203" name="Google Shape;2203;p45"/>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2 </a:t>
            </a:r>
            <a:endParaRPr sz="3200"/>
          </a:p>
          <a:p>
            <a:pPr marL="0" lvl="0" indent="0" algn="l" rtl="0">
              <a:spcBef>
                <a:spcPts val="0"/>
              </a:spcBef>
              <a:spcAft>
                <a:spcPts val="0"/>
              </a:spcAft>
              <a:buNone/>
            </a:pPr>
            <a:r>
              <a:rPr lang="en" sz="3200"/>
              <a:t>CONFIRMATION</a:t>
            </a:r>
            <a:endParaRPr sz="3200"/>
          </a:p>
        </p:txBody>
      </p:sp>
      <p:sp>
        <p:nvSpPr>
          <p:cNvPr id="2204" name="Google Shape;2204;p45"/>
          <p:cNvSpPr txBox="1"/>
          <p:nvPr/>
        </p:nvSpPr>
        <p:spPr>
          <a:xfrm>
            <a:off x="1228275" y="1911875"/>
            <a:ext cx="65592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What axial movement does the vertical stabilizer or fin reduce?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What axial movement does the horizontal stabilizer or tailplane reduce?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How do stabilizers reduce unwanted axial movements?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8"/>
        <p:cNvGrpSpPr/>
        <p:nvPr/>
      </p:nvGrpSpPr>
      <p:grpSpPr>
        <a:xfrm>
          <a:off x="0" y="0"/>
          <a:ext cx="0" cy="0"/>
          <a:chOff x="0" y="0"/>
          <a:chExt cx="0" cy="0"/>
        </a:xfrm>
      </p:grpSpPr>
      <p:sp>
        <p:nvSpPr>
          <p:cNvPr id="2209" name="Google Shape;2209;p46"/>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2 </a:t>
            </a:r>
            <a:endParaRPr sz="3200"/>
          </a:p>
          <a:p>
            <a:pPr marL="0" lvl="0" indent="0" algn="l" rtl="0">
              <a:spcBef>
                <a:spcPts val="0"/>
              </a:spcBef>
              <a:spcAft>
                <a:spcPts val="0"/>
              </a:spcAft>
              <a:buNone/>
            </a:pPr>
            <a:r>
              <a:rPr lang="en" sz="3200"/>
              <a:t>CONFIRMATION</a:t>
            </a:r>
            <a:endParaRPr sz="3200"/>
          </a:p>
        </p:txBody>
      </p:sp>
      <p:sp>
        <p:nvSpPr>
          <p:cNvPr id="2210" name="Google Shape;2210;p46"/>
          <p:cNvSpPr txBox="1"/>
          <p:nvPr/>
        </p:nvSpPr>
        <p:spPr>
          <a:xfrm>
            <a:off x="1228275" y="1911875"/>
            <a:ext cx="65592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The vertical stabilizer reduces unwanted roll and unwanted yaw.</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The horizontal stabilizer reduces unwanted roll and unwanted pitch.</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Air moving past the flat stabilizer surfaces tends to resist any change of motion.</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4"/>
        <p:cNvGrpSpPr/>
        <p:nvPr/>
      </p:nvGrpSpPr>
      <p:grpSpPr>
        <a:xfrm>
          <a:off x="0" y="0"/>
          <a:ext cx="0" cy="0"/>
          <a:chOff x="0" y="0"/>
          <a:chExt cx="0" cy="0"/>
        </a:xfrm>
      </p:grpSpPr>
      <p:sp>
        <p:nvSpPr>
          <p:cNvPr id="2215" name="Google Shape;2215;p47"/>
          <p:cNvSpPr txBox="1">
            <a:spLocks noGrp="1"/>
          </p:cNvSpPr>
          <p:nvPr>
            <p:ph type="title"/>
          </p:nvPr>
        </p:nvSpPr>
        <p:spPr>
          <a:xfrm>
            <a:off x="928150" y="2560750"/>
            <a:ext cx="57405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Explain How the Rudder Produces Yaw</a:t>
            </a:r>
            <a:endParaRPr sz="2700"/>
          </a:p>
        </p:txBody>
      </p:sp>
      <p:sp>
        <p:nvSpPr>
          <p:cNvPr id="2216" name="Google Shape;2216;p47"/>
          <p:cNvSpPr txBox="1">
            <a:spLocks noGrp="1"/>
          </p:cNvSpPr>
          <p:nvPr>
            <p:ph type="title" idx="2"/>
          </p:nvPr>
        </p:nvSpPr>
        <p:spPr>
          <a:xfrm>
            <a:off x="1018275" y="1165000"/>
            <a:ext cx="14661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TP3</a:t>
            </a:r>
            <a:endParaRPr/>
          </a:p>
        </p:txBody>
      </p:sp>
      <p:grpSp>
        <p:nvGrpSpPr>
          <p:cNvPr id="2217" name="Google Shape;2217;p47"/>
          <p:cNvGrpSpPr/>
          <p:nvPr/>
        </p:nvGrpSpPr>
        <p:grpSpPr>
          <a:xfrm>
            <a:off x="3031403" y="1164991"/>
            <a:ext cx="4819084" cy="1433249"/>
            <a:chOff x="4392475" y="419900"/>
            <a:chExt cx="4046250" cy="1203400"/>
          </a:xfrm>
        </p:grpSpPr>
        <p:sp>
          <p:nvSpPr>
            <p:cNvPr id="2218" name="Google Shape;2218;p47"/>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7"/>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7"/>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7"/>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7"/>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7"/>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7"/>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7"/>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7"/>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7"/>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7"/>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7"/>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7"/>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7"/>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7"/>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7"/>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7"/>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7"/>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7"/>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7"/>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7"/>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7"/>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7"/>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7"/>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7"/>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7"/>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7"/>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7"/>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7"/>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7"/>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7"/>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7"/>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7"/>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7"/>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7"/>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7"/>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7"/>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7"/>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7"/>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7"/>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7"/>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7"/>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7"/>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7"/>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7"/>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7"/>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7"/>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7"/>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7"/>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7"/>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7"/>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7"/>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7"/>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7"/>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7"/>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7"/>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7"/>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7"/>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7"/>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7"/>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7"/>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7"/>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7"/>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7"/>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7"/>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7"/>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7"/>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7"/>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7"/>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7"/>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7"/>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7"/>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7"/>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7"/>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7"/>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7"/>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7"/>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7"/>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7"/>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7"/>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7"/>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7"/>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7"/>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7"/>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7"/>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7"/>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7"/>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7"/>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7"/>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7"/>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7"/>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7"/>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7"/>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7"/>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7"/>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7"/>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7"/>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7"/>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7"/>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7"/>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7"/>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4"/>
        <p:cNvGrpSpPr/>
        <p:nvPr/>
      </p:nvGrpSpPr>
      <p:grpSpPr>
        <a:xfrm>
          <a:off x="0" y="0"/>
          <a:ext cx="0" cy="0"/>
          <a:chOff x="0" y="0"/>
          <a:chExt cx="0" cy="0"/>
        </a:xfrm>
      </p:grpSpPr>
      <p:sp>
        <p:nvSpPr>
          <p:cNvPr id="2325" name="Google Shape;2325;p48"/>
          <p:cNvSpPr txBox="1"/>
          <p:nvPr/>
        </p:nvSpPr>
        <p:spPr>
          <a:xfrm>
            <a:off x="913500" y="315450"/>
            <a:ext cx="771210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latin typeface="Space Grotesk"/>
                <a:ea typeface="Space Grotesk"/>
                <a:cs typeface="Space Grotesk"/>
                <a:sym typeface="Space Grotesk"/>
              </a:rPr>
              <a:t>The rudder, located at the very back of the aircraft, hinged to the trailing edge of the vertical stabilizer. The rudder can be controlled to give the pilot control on the aircraft's </a:t>
            </a:r>
            <a:r>
              <a:rPr lang="en" i="1" u="sng" dirty="0">
                <a:solidFill>
                  <a:schemeClr val="dk1"/>
                </a:solidFill>
                <a:latin typeface="Space Grotesk"/>
                <a:ea typeface="Space Grotesk"/>
                <a:cs typeface="Space Grotesk"/>
                <a:sym typeface="Space Grotesk"/>
              </a:rPr>
              <a:t>vertical axis</a:t>
            </a:r>
            <a:r>
              <a:rPr lang="en" dirty="0">
                <a:solidFill>
                  <a:schemeClr val="dk1"/>
                </a:solidFill>
                <a:latin typeface="Space Grotesk"/>
                <a:ea typeface="Space Grotesk"/>
                <a:cs typeface="Space Grotesk"/>
                <a:sym typeface="Space Grotesk"/>
              </a:rPr>
              <a:t>.</a:t>
            </a:r>
            <a:endParaRPr dirty="0">
              <a:solidFill>
                <a:schemeClr val="dk1"/>
              </a:solidFill>
              <a:latin typeface="Space Grotesk"/>
              <a:ea typeface="Space Grotesk"/>
              <a:cs typeface="Space Grotesk"/>
              <a:sym typeface="Space Grotesk"/>
            </a:endParaRPr>
          </a:p>
        </p:txBody>
      </p:sp>
      <p:sp>
        <p:nvSpPr>
          <p:cNvPr id="2326" name="Google Shape;2326;p48"/>
          <p:cNvSpPr txBox="1"/>
          <p:nvPr/>
        </p:nvSpPr>
        <p:spPr>
          <a:xfrm>
            <a:off x="3480576" y="982168"/>
            <a:ext cx="5508429" cy="276995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latin typeface="Space Grotesk"/>
                <a:ea typeface="Space Grotesk"/>
                <a:cs typeface="Space Grotesk"/>
                <a:sym typeface="Space Grotesk"/>
              </a:rPr>
              <a:t>When the rudder is </a:t>
            </a:r>
            <a:r>
              <a:rPr lang="en" dirty="0">
                <a:solidFill>
                  <a:srgbClr val="FF0000"/>
                </a:solidFill>
                <a:latin typeface="Space Grotesk"/>
                <a:ea typeface="Space Grotesk"/>
                <a:cs typeface="Space Grotesk"/>
                <a:sym typeface="Space Grotesk"/>
              </a:rPr>
              <a:t>turned to the right side </a:t>
            </a:r>
            <a:r>
              <a:rPr lang="en" dirty="0">
                <a:solidFill>
                  <a:schemeClr val="dk1"/>
                </a:solidFill>
                <a:latin typeface="Space Grotesk"/>
                <a:ea typeface="Space Grotesk"/>
                <a:cs typeface="Space Grotesk"/>
                <a:sym typeface="Space Grotesk"/>
              </a:rPr>
              <a:t>of the vertical stabilizer, the moving air will </a:t>
            </a:r>
            <a:r>
              <a:rPr lang="en" dirty="0">
                <a:solidFill>
                  <a:srgbClr val="FF0000"/>
                </a:solidFill>
                <a:latin typeface="Space Grotesk"/>
                <a:ea typeface="Space Grotesk"/>
                <a:cs typeface="Space Grotesk"/>
                <a:sym typeface="Space Grotesk"/>
              </a:rPr>
              <a:t>push the empennage to the left</a:t>
            </a:r>
            <a:r>
              <a:rPr lang="en" dirty="0">
                <a:solidFill>
                  <a:schemeClr val="dk1"/>
                </a:solidFill>
                <a:latin typeface="Space Grotesk"/>
                <a:ea typeface="Space Grotesk"/>
                <a:cs typeface="Space Grotesk"/>
                <a:sym typeface="Space Grotesk"/>
              </a:rPr>
              <a:t>, causing the aircraft to </a:t>
            </a:r>
            <a:r>
              <a:rPr lang="en" dirty="0">
                <a:solidFill>
                  <a:srgbClr val="FF0000"/>
                </a:solidFill>
                <a:latin typeface="Space Grotesk"/>
                <a:ea typeface="Space Grotesk"/>
                <a:cs typeface="Space Grotesk"/>
                <a:sym typeface="Space Grotesk"/>
              </a:rPr>
              <a:t>yaw to the right </a:t>
            </a:r>
            <a:r>
              <a:rPr lang="en" dirty="0">
                <a:solidFill>
                  <a:schemeClr val="dk1"/>
                </a:solidFill>
                <a:latin typeface="Space Grotesk"/>
                <a:ea typeface="Space Grotesk"/>
                <a:cs typeface="Space Grotesk"/>
                <a:sym typeface="Space Grotesk"/>
              </a:rPr>
              <a:t>around its vertical axis.</a:t>
            </a:r>
            <a:endParaRPr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dirty="0">
                <a:solidFill>
                  <a:schemeClr val="dk1"/>
                </a:solidFill>
                <a:latin typeface="Space Grotesk"/>
                <a:ea typeface="Space Grotesk"/>
                <a:cs typeface="Space Grotesk"/>
                <a:sym typeface="Space Grotesk"/>
              </a:rPr>
              <a:t>When the rudder is </a:t>
            </a:r>
            <a:r>
              <a:rPr lang="en" dirty="0">
                <a:solidFill>
                  <a:srgbClr val="FF0000"/>
                </a:solidFill>
                <a:latin typeface="Space Grotesk"/>
                <a:ea typeface="Space Grotesk"/>
                <a:cs typeface="Space Grotesk"/>
                <a:sym typeface="Space Grotesk"/>
              </a:rPr>
              <a:t>turned to the left side </a:t>
            </a:r>
            <a:r>
              <a:rPr lang="en" dirty="0">
                <a:solidFill>
                  <a:schemeClr val="dk1"/>
                </a:solidFill>
                <a:latin typeface="Space Grotesk"/>
                <a:ea typeface="Space Grotesk"/>
                <a:cs typeface="Space Grotesk"/>
                <a:sym typeface="Space Grotesk"/>
              </a:rPr>
              <a:t>of the vertical stabilizer, the moving air will </a:t>
            </a:r>
            <a:r>
              <a:rPr lang="en" dirty="0">
                <a:solidFill>
                  <a:srgbClr val="FF0000"/>
                </a:solidFill>
                <a:latin typeface="Space Grotesk"/>
                <a:ea typeface="Space Grotesk"/>
                <a:cs typeface="Space Grotesk"/>
                <a:sym typeface="Space Grotesk"/>
              </a:rPr>
              <a:t>push the empennage to the right</a:t>
            </a:r>
            <a:r>
              <a:rPr lang="en" dirty="0">
                <a:solidFill>
                  <a:schemeClr val="dk1"/>
                </a:solidFill>
                <a:latin typeface="Space Grotesk"/>
                <a:ea typeface="Space Grotesk"/>
                <a:cs typeface="Space Grotesk"/>
                <a:sym typeface="Space Grotesk"/>
              </a:rPr>
              <a:t>, causing the aircraft to </a:t>
            </a:r>
            <a:r>
              <a:rPr lang="en" dirty="0">
                <a:solidFill>
                  <a:srgbClr val="FF0000"/>
                </a:solidFill>
                <a:latin typeface="Space Grotesk"/>
                <a:ea typeface="Space Grotesk"/>
                <a:cs typeface="Space Grotesk"/>
                <a:sym typeface="Space Grotesk"/>
              </a:rPr>
              <a:t>yaw to the left</a:t>
            </a:r>
            <a:r>
              <a:rPr lang="en" dirty="0">
                <a:solidFill>
                  <a:schemeClr val="dk1"/>
                </a:solidFill>
                <a:latin typeface="Space Grotesk"/>
                <a:ea typeface="Space Grotesk"/>
                <a:cs typeface="Space Grotesk"/>
                <a:sym typeface="Space Grotesk"/>
              </a:rPr>
              <a:t> around its vertical axis.</a:t>
            </a:r>
            <a:endParaRPr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dirty="0">
                <a:solidFill>
                  <a:schemeClr val="dk1"/>
                </a:solidFill>
                <a:latin typeface="Space Grotesk"/>
                <a:ea typeface="Space Grotesk"/>
                <a:cs typeface="Space Grotesk"/>
                <a:sym typeface="Space Grotesk"/>
              </a:rPr>
              <a:t>The rudder is operated by the </a:t>
            </a:r>
            <a:r>
              <a:rPr lang="en" dirty="0">
                <a:solidFill>
                  <a:srgbClr val="FF0000"/>
                </a:solidFill>
                <a:latin typeface="Space Grotesk"/>
                <a:ea typeface="Space Grotesk"/>
                <a:cs typeface="Space Grotesk"/>
                <a:sym typeface="Space Grotesk"/>
              </a:rPr>
              <a:t>rudder bar or pedals </a:t>
            </a:r>
            <a:r>
              <a:rPr lang="en" dirty="0">
                <a:solidFill>
                  <a:schemeClr val="dk1"/>
                </a:solidFill>
                <a:latin typeface="Space Grotesk"/>
                <a:ea typeface="Space Grotesk"/>
                <a:cs typeface="Space Grotesk"/>
                <a:sym typeface="Space Grotesk"/>
              </a:rPr>
              <a:t>in the cockpit. When the bar or pedals are level the rudder is straight. Pressure applied to the right pedal moves the left pedal upwards and vice versa.</a:t>
            </a:r>
            <a:endParaRPr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dirty="0">
              <a:solidFill>
                <a:schemeClr val="dk1"/>
              </a:solidFill>
              <a:latin typeface="Space Grotesk"/>
              <a:ea typeface="Space Grotesk"/>
              <a:cs typeface="Space Grotesk"/>
              <a:sym typeface="Space Grotesk"/>
            </a:endParaRPr>
          </a:p>
        </p:txBody>
      </p:sp>
      <p:pic>
        <p:nvPicPr>
          <p:cNvPr id="2327" name="Google Shape;2327;p48"/>
          <p:cNvPicPr preferRelativeResize="0"/>
          <p:nvPr/>
        </p:nvPicPr>
        <p:blipFill rotWithShape="1">
          <a:blip r:embed="rId3">
            <a:alphaModFix/>
          </a:blip>
          <a:srcRect r="3493" b="24834"/>
          <a:stretch/>
        </p:blipFill>
        <p:spPr>
          <a:xfrm>
            <a:off x="3425875" y="3632411"/>
            <a:ext cx="2687350" cy="1423530"/>
          </a:xfrm>
          <a:prstGeom prst="rect">
            <a:avLst/>
          </a:prstGeom>
          <a:noFill/>
          <a:ln>
            <a:noFill/>
          </a:ln>
        </p:spPr>
      </p:pic>
      <p:pic>
        <p:nvPicPr>
          <p:cNvPr id="1026" name="Picture 2" descr="rudder: airplane - Students | Britannica Kids | Homework Help">
            <a:extLst>
              <a:ext uri="{FF2B5EF4-FFF2-40B4-BE49-F238E27FC236}">
                <a16:creationId xmlns:a16="http://schemas.microsoft.com/office/drawing/2014/main" id="{195F7B82-2BE8-3D12-7F13-078AEC4C71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256425"/>
            <a:ext cx="3048000" cy="15716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oll, Pitch, and Yaw | How Things Fly">
            <a:extLst>
              <a:ext uri="{FF2B5EF4-FFF2-40B4-BE49-F238E27FC236}">
                <a16:creationId xmlns:a16="http://schemas.microsoft.com/office/drawing/2014/main" id="{C9C86990-2D39-AA9A-FF37-3331ECE160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696" y="871868"/>
            <a:ext cx="2799834" cy="23319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2"/>
        <p:cNvGrpSpPr/>
        <p:nvPr/>
      </p:nvGrpSpPr>
      <p:grpSpPr>
        <a:xfrm>
          <a:off x="0" y="0"/>
          <a:ext cx="0" cy="0"/>
          <a:chOff x="0" y="0"/>
          <a:chExt cx="0" cy="0"/>
        </a:xfrm>
      </p:grpSpPr>
      <p:sp>
        <p:nvSpPr>
          <p:cNvPr id="2333" name="Google Shape;2333;p49"/>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3 </a:t>
            </a:r>
            <a:endParaRPr sz="3200"/>
          </a:p>
          <a:p>
            <a:pPr marL="0" lvl="0" indent="0" algn="l" rtl="0">
              <a:spcBef>
                <a:spcPts val="0"/>
              </a:spcBef>
              <a:spcAft>
                <a:spcPts val="0"/>
              </a:spcAft>
              <a:buNone/>
            </a:pPr>
            <a:r>
              <a:rPr lang="en" sz="3200"/>
              <a:t>CONFIRMATION</a:t>
            </a:r>
            <a:endParaRPr sz="3200"/>
          </a:p>
        </p:txBody>
      </p:sp>
      <p:sp>
        <p:nvSpPr>
          <p:cNvPr id="2334" name="Google Shape;2334;p49"/>
          <p:cNvSpPr txBox="1"/>
          <p:nvPr/>
        </p:nvSpPr>
        <p:spPr>
          <a:xfrm>
            <a:off x="1228275" y="1911875"/>
            <a:ext cx="65592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Where is the rudder located?</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What is the rudder used for?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What controls the rudder?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8"/>
        <p:cNvGrpSpPr/>
        <p:nvPr/>
      </p:nvGrpSpPr>
      <p:grpSpPr>
        <a:xfrm>
          <a:off x="0" y="0"/>
          <a:ext cx="0" cy="0"/>
          <a:chOff x="0" y="0"/>
          <a:chExt cx="0" cy="0"/>
        </a:xfrm>
      </p:grpSpPr>
      <p:sp>
        <p:nvSpPr>
          <p:cNvPr id="2339" name="Google Shape;2339;p50"/>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3</a:t>
            </a:r>
            <a:endParaRPr sz="3200"/>
          </a:p>
          <a:p>
            <a:pPr marL="0" lvl="0" indent="0" algn="l" rtl="0">
              <a:spcBef>
                <a:spcPts val="0"/>
              </a:spcBef>
              <a:spcAft>
                <a:spcPts val="0"/>
              </a:spcAft>
              <a:buNone/>
            </a:pPr>
            <a:r>
              <a:rPr lang="en" sz="3200"/>
              <a:t>CONFIRMATION</a:t>
            </a:r>
            <a:endParaRPr sz="3200"/>
          </a:p>
        </p:txBody>
      </p:sp>
      <p:sp>
        <p:nvSpPr>
          <p:cNvPr id="2340" name="Google Shape;2340;p50"/>
          <p:cNvSpPr txBox="1"/>
          <p:nvPr/>
        </p:nvSpPr>
        <p:spPr>
          <a:xfrm>
            <a:off x="1228275" y="1911875"/>
            <a:ext cx="65592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The rudder is hinged to the trailing edge of the vertical stabilizer of fin.</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To produce controlled yaw by rotating the aircraft about its vertical (yaw) axis.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A set of pedals in the cockpit.</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4"/>
        <p:cNvGrpSpPr/>
        <p:nvPr/>
      </p:nvGrpSpPr>
      <p:grpSpPr>
        <a:xfrm>
          <a:off x="0" y="0"/>
          <a:ext cx="0" cy="0"/>
          <a:chOff x="0" y="0"/>
          <a:chExt cx="0" cy="0"/>
        </a:xfrm>
      </p:grpSpPr>
      <p:sp>
        <p:nvSpPr>
          <p:cNvPr id="2345" name="Google Shape;2345;p51"/>
          <p:cNvSpPr txBox="1">
            <a:spLocks noGrp="1"/>
          </p:cNvSpPr>
          <p:nvPr>
            <p:ph type="title"/>
          </p:nvPr>
        </p:nvSpPr>
        <p:spPr>
          <a:xfrm>
            <a:off x="928150" y="2560750"/>
            <a:ext cx="57405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Explain How the </a:t>
            </a:r>
            <a:endParaRPr sz="2700"/>
          </a:p>
          <a:p>
            <a:pPr marL="0" lvl="0" indent="0" algn="l" rtl="0">
              <a:spcBef>
                <a:spcPts val="0"/>
              </a:spcBef>
              <a:spcAft>
                <a:spcPts val="0"/>
              </a:spcAft>
              <a:buNone/>
            </a:pPr>
            <a:r>
              <a:rPr lang="en" sz="2700"/>
              <a:t>Elevator Controls Pitch</a:t>
            </a:r>
            <a:endParaRPr sz="2700"/>
          </a:p>
        </p:txBody>
      </p:sp>
      <p:sp>
        <p:nvSpPr>
          <p:cNvPr id="2346" name="Google Shape;2346;p51"/>
          <p:cNvSpPr txBox="1">
            <a:spLocks noGrp="1"/>
          </p:cNvSpPr>
          <p:nvPr>
            <p:ph type="title" idx="2"/>
          </p:nvPr>
        </p:nvSpPr>
        <p:spPr>
          <a:xfrm>
            <a:off x="1018275" y="1165000"/>
            <a:ext cx="14661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TP4</a:t>
            </a:r>
            <a:endParaRPr/>
          </a:p>
        </p:txBody>
      </p:sp>
      <p:grpSp>
        <p:nvGrpSpPr>
          <p:cNvPr id="2347" name="Google Shape;2347;p51"/>
          <p:cNvGrpSpPr/>
          <p:nvPr/>
        </p:nvGrpSpPr>
        <p:grpSpPr>
          <a:xfrm flipH="1">
            <a:off x="4243380" y="953228"/>
            <a:ext cx="3480772" cy="2487986"/>
            <a:chOff x="3609425" y="1808600"/>
            <a:chExt cx="3237325" cy="2313975"/>
          </a:xfrm>
        </p:grpSpPr>
        <p:sp>
          <p:nvSpPr>
            <p:cNvPr id="2348" name="Google Shape;2348;p51"/>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1"/>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1"/>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1"/>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1"/>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1"/>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1"/>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1"/>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1"/>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1"/>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1"/>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1"/>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1"/>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1"/>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1"/>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1"/>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1"/>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1"/>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1"/>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1"/>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1"/>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1"/>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1"/>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1"/>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1"/>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1"/>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1"/>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1"/>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1"/>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1"/>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1"/>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1"/>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1"/>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1"/>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1"/>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1"/>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1"/>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1"/>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1"/>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1"/>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1"/>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1"/>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51"/>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51"/>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1"/>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1"/>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1"/>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51"/>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51"/>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51"/>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1"/>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51"/>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51"/>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1"/>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1"/>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51"/>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51"/>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1"/>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51"/>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51"/>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1"/>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1"/>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1"/>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1"/>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1"/>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1"/>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1"/>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1"/>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1"/>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1"/>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1"/>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1"/>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1"/>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1"/>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1"/>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1"/>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1"/>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1"/>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1"/>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1"/>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1"/>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51"/>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1"/>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1"/>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1"/>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1"/>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1"/>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51"/>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1"/>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51"/>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1"/>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1"/>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1"/>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1"/>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51"/>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1"/>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1"/>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1"/>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51"/>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1"/>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1"/>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1"/>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1"/>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1"/>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1"/>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51"/>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1"/>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1"/>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1"/>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51"/>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51"/>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51"/>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51"/>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1" name="Google Shape;2461;p51"/>
          <p:cNvSpPr/>
          <p:nvPr/>
        </p:nvSpPr>
        <p:spPr>
          <a:xfrm flipH="1">
            <a:off x="6046793" y="1000238"/>
            <a:ext cx="293234" cy="8978"/>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5"/>
        <p:cNvGrpSpPr/>
        <p:nvPr/>
      </p:nvGrpSpPr>
      <p:grpSpPr>
        <a:xfrm>
          <a:off x="0" y="0"/>
          <a:ext cx="0" cy="0"/>
          <a:chOff x="0" y="0"/>
          <a:chExt cx="0" cy="0"/>
        </a:xfrm>
      </p:grpSpPr>
      <p:sp>
        <p:nvSpPr>
          <p:cNvPr id="2466" name="Google Shape;2466;p52"/>
          <p:cNvSpPr txBox="1"/>
          <p:nvPr/>
        </p:nvSpPr>
        <p:spPr>
          <a:xfrm>
            <a:off x="715950" y="73093"/>
            <a:ext cx="7712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Space Grotesk"/>
                <a:ea typeface="Space Grotesk"/>
                <a:cs typeface="Space Grotesk"/>
                <a:sym typeface="Space Grotesk"/>
              </a:rPr>
              <a:t>The elevator is located on the trailing edge of the horizontal stabilizer. It is used to give the pilot control over the aircraft’s </a:t>
            </a:r>
            <a:r>
              <a:rPr lang="en" i="1" u="sng">
                <a:solidFill>
                  <a:schemeClr val="dk1"/>
                </a:solidFill>
                <a:latin typeface="Space Grotesk"/>
                <a:ea typeface="Space Grotesk"/>
                <a:cs typeface="Space Grotesk"/>
                <a:sym typeface="Space Grotesk"/>
              </a:rPr>
              <a:t>lateral axis</a:t>
            </a:r>
            <a:r>
              <a:rPr lang="en">
                <a:solidFill>
                  <a:schemeClr val="dk1"/>
                </a:solidFill>
                <a:latin typeface="Space Grotesk"/>
                <a:ea typeface="Space Grotesk"/>
                <a:cs typeface="Space Grotesk"/>
                <a:sym typeface="Space Grotesk"/>
              </a:rPr>
              <a:t>. </a:t>
            </a:r>
            <a:endParaRPr>
              <a:solidFill>
                <a:schemeClr val="dk1"/>
              </a:solidFill>
              <a:latin typeface="Space Grotesk"/>
              <a:ea typeface="Space Grotesk"/>
              <a:cs typeface="Space Grotesk"/>
              <a:sym typeface="Space Grotesk"/>
            </a:endParaRPr>
          </a:p>
        </p:txBody>
      </p:sp>
      <p:sp>
        <p:nvSpPr>
          <p:cNvPr id="2467" name="Google Shape;2467;p52"/>
          <p:cNvSpPr txBox="1"/>
          <p:nvPr/>
        </p:nvSpPr>
        <p:spPr>
          <a:xfrm>
            <a:off x="4158805" y="356268"/>
            <a:ext cx="5102959" cy="480128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dirty="0">
                <a:solidFill>
                  <a:schemeClr val="dk1"/>
                </a:solidFill>
                <a:latin typeface="Space Grotesk"/>
                <a:ea typeface="Space Grotesk"/>
                <a:cs typeface="Space Grotesk"/>
                <a:sym typeface="Space Grotesk"/>
              </a:rPr>
              <a:t>The pilot </a:t>
            </a:r>
            <a:r>
              <a:rPr lang="en" sz="2500" dirty="0">
                <a:solidFill>
                  <a:srgbClr val="FF0000"/>
                </a:solidFill>
                <a:latin typeface="Space Grotesk"/>
                <a:ea typeface="Space Grotesk"/>
                <a:cs typeface="Space Grotesk"/>
                <a:sym typeface="Space Grotesk"/>
              </a:rPr>
              <a:t>controls the elevator </a:t>
            </a:r>
            <a:r>
              <a:rPr lang="en" sz="2500" dirty="0">
                <a:solidFill>
                  <a:schemeClr val="dk1"/>
                </a:solidFill>
                <a:latin typeface="Space Grotesk"/>
                <a:ea typeface="Space Grotesk"/>
                <a:cs typeface="Space Grotesk"/>
                <a:sym typeface="Space Grotesk"/>
              </a:rPr>
              <a:t>by pushing or pulling on the control column (also known as a yoke).</a:t>
            </a:r>
            <a:endParaRPr sz="2500"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2500" dirty="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2500" dirty="0">
                <a:solidFill>
                  <a:schemeClr val="dk1"/>
                </a:solidFill>
                <a:latin typeface="Space Grotesk"/>
                <a:ea typeface="Space Grotesk"/>
                <a:cs typeface="Space Grotesk"/>
                <a:sym typeface="Space Grotesk"/>
              </a:rPr>
              <a:t>Pushing the control column forward lowers the elevator into the wind passing under the tailplane</a:t>
            </a:r>
            <a:r>
              <a:rPr lang="en" sz="2500" dirty="0">
                <a:solidFill>
                  <a:srgbClr val="FF0000"/>
                </a:solidFill>
                <a:latin typeface="Space Grotesk"/>
                <a:ea typeface="Space Grotesk"/>
                <a:cs typeface="Space Grotesk"/>
                <a:sym typeface="Space Grotesk"/>
              </a:rPr>
              <a:t>, pushing the empennage up</a:t>
            </a:r>
            <a:r>
              <a:rPr lang="en" sz="2500" dirty="0">
                <a:solidFill>
                  <a:schemeClr val="dk1"/>
                </a:solidFill>
                <a:latin typeface="Space Grotesk"/>
                <a:ea typeface="Space Grotesk"/>
                <a:cs typeface="Space Grotesk"/>
                <a:sym typeface="Space Grotesk"/>
              </a:rPr>
              <a:t>. This causes the aircraft’s </a:t>
            </a:r>
            <a:r>
              <a:rPr lang="en" sz="2500" dirty="0">
                <a:solidFill>
                  <a:srgbClr val="FF0000"/>
                </a:solidFill>
                <a:latin typeface="Space Grotesk"/>
                <a:ea typeface="Space Grotesk"/>
                <a:cs typeface="Space Grotesk"/>
                <a:sym typeface="Space Grotesk"/>
              </a:rPr>
              <a:t>nose to drop </a:t>
            </a:r>
            <a:r>
              <a:rPr lang="en" sz="2500" dirty="0">
                <a:solidFill>
                  <a:schemeClr val="dk1"/>
                </a:solidFill>
                <a:latin typeface="Space Grotesk"/>
                <a:ea typeface="Space Grotesk"/>
                <a:cs typeface="Space Grotesk"/>
                <a:sym typeface="Space Grotesk"/>
              </a:rPr>
              <a:t>and the aircraft will descend. Doing the opposite will result in the nose to rise and cause the aircraft to ascend</a:t>
            </a:r>
            <a:endParaRPr sz="2500" dirty="0">
              <a:solidFill>
                <a:schemeClr val="dk1"/>
              </a:solidFill>
              <a:latin typeface="Space Grotesk"/>
              <a:ea typeface="Space Grotesk"/>
              <a:cs typeface="Space Grotesk"/>
              <a:sym typeface="Space Grotesk"/>
            </a:endParaRPr>
          </a:p>
        </p:txBody>
      </p:sp>
      <p:pic>
        <p:nvPicPr>
          <p:cNvPr id="2468" name="Google Shape;2468;p52"/>
          <p:cNvPicPr preferRelativeResize="0"/>
          <p:nvPr/>
        </p:nvPicPr>
        <p:blipFill>
          <a:blip r:embed="rId3">
            <a:alphaModFix/>
          </a:blip>
          <a:stretch>
            <a:fillRect/>
          </a:stretch>
        </p:blipFill>
        <p:spPr>
          <a:xfrm>
            <a:off x="156573" y="2819757"/>
            <a:ext cx="3565200" cy="2250650"/>
          </a:xfrm>
          <a:prstGeom prst="rect">
            <a:avLst/>
          </a:prstGeom>
          <a:noFill/>
          <a:ln>
            <a:noFill/>
          </a:ln>
        </p:spPr>
      </p:pic>
      <p:pic>
        <p:nvPicPr>
          <p:cNvPr id="2050" name="Picture 2" descr="Exhibition Items">
            <a:extLst>
              <a:ext uri="{FF2B5EF4-FFF2-40B4-BE49-F238E27FC236}">
                <a16:creationId xmlns:a16="http://schemas.microsoft.com/office/drawing/2014/main" id="{F2D20394-5721-3754-10C5-1D9F77CCB0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68" y="923121"/>
            <a:ext cx="4002232" cy="20011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2"/>
        <p:cNvGrpSpPr/>
        <p:nvPr/>
      </p:nvGrpSpPr>
      <p:grpSpPr>
        <a:xfrm>
          <a:off x="0" y="0"/>
          <a:ext cx="0" cy="0"/>
          <a:chOff x="0" y="0"/>
          <a:chExt cx="0" cy="0"/>
        </a:xfrm>
      </p:grpSpPr>
      <p:sp>
        <p:nvSpPr>
          <p:cNvPr id="2473" name="Google Shape;2473;p53"/>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4</a:t>
            </a:r>
            <a:endParaRPr sz="3200"/>
          </a:p>
          <a:p>
            <a:pPr marL="0" lvl="0" indent="0" algn="l" rtl="0">
              <a:spcBef>
                <a:spcPts val="0"/>
              </a:spcBef>
              <a:spcAft>
                <a:spcPts val="0"/>
              </a:spcAft>
              <a:buNone/>
            </a:pPr>
            <a:r>
              <a:rPr lang="en" sz="3200"/>
              <a:t>CONFIRMATION</a:t>
            </a:r>
            <a:endParaRPr sz="3200"/>
          </a:p>
        </p:txBody>
      </p:sp>
      <p:sp>
        <p:nvSpPr>
          <p:cNvPr id="2474" name="Google Shape;2474;p53"/>
          <p:cNvSpPr txBox="1"/>
          <p:nvPr/>
        </p:nvSpPr>
        <p:spPr>
          <a:xfrm>
            <a:off x="1228275" y="1911875"/>
            <a:ext cx="65592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Where is the elevator control surface located?</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What axial movement does the elevator control?</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How does the pilot operate the elevator?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8"/>
        <p:cNvGrpSpPr/>
        <p:nvPr/>
      </p:nvGrpSpPr>
      <p:grpSpPr>
        <a:xfrm>
          <a:off x="0" y="0"/>
          <a:ext cx="0" cy="0"/>
          <a:chOff x="0" y="0"/>
          <a:chExt cx="0" cy="0"/>
        </a:xfrm>
      </p:grpSpPr>
      <p:sp>
        <p:nvSpPr>
          <p:cNvPr id="2479" name="Google Shape;2479;p54"/>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4 </a:t>
            </a:r>
            <a:endParaRPr sz="3200"/>
          </a:p>
          <a:p>
            <a:pPr marL="0" lvl="0" indent="0" algn="l" rtl="0">
              <a:spcBef>
                <a:spcPts val="0"/>
              </a:spcBef>
              <a:spcAft>
                <a:spcPts val="0"/>
              </a:spcAft>
              <a:buNone/>
            </a:pPr>
            <a:r>
              <a:rPr lang="en" sz="3200"/>
              <a:t>CONFIRMATION</a:t>
            </a:r>
            <a:endParaRPr sz="3200"/>
          </a:p>
        </p:txBody>
      </p:sp>
      <p:sp>
        <p:nvSpPr>
          <p:cNvPr id="2480" name="Google Shape;2480;p54"/>
          <p:cNvSpPr txBox="1"/>
          <p:nvPr/>
        </p:nvSpPr>
        <p:spPr>
          <a:xfrm>
            <a:off x="1228275" y="1911875"/>
            <a:ext cx="65592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The elevator control surface is located on the trailing edge of the horizontal stabilizer.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The elevator controls pitch around the aircraft’s lateral axis.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The pilot pushes on the control column to descend and pulls back to climb.</a:t>
            </a: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4"/>
        <p:cNvGrpSpPr/>
        <p:nvPr/>
      </p:nvGrpSpPr>
      <p:grpSpPr>
        <a:xfrm>
          <a:off x="0" y="0"/>
          <a:ext cx="0" cy="0"/>
          <a:chOff x="0" y="0"/>
          <a:chExt cx="0" cy="0"/>
        </a:xfrm>
      </p:grpSpPr>
      <p:sp>
        <p:nvSpPr>
          <p:cNvPr id="2485" name="Google Shape;2485;p55"/>
          <p:cNvSpPr txBox="1">
            <a:spLocks noGrp="1"/>
          </p:cNvSpPr>
          <p:nvPr>
            <p:ph type="title"/>
          </p:nvPr>
        </p:nvSpPr>
        <p:spPr>
          <a:xfrm>
            <a:off x="928150" y="2560750"/>
            <a:ext cx="5740500" cy="1698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sz="2700"/>
          </a:p>
          <a:p>
            <a:pPr marL="0" lvl="0" indent="0" algn="l" rtl="0">
              <a:spcBef>
                <a:spcPts val="0"/>
              </a:spcBef>
              <a:spcAft>
                <a:spcPts val="0"/>
              </a:spcAft>
              <a:buNone/>
            </a:pPr>
            <a:r>
              <a:rPr lang="en" sz="2700"/>
              <a:t>Enact Control </a:t>
            </a:r>
            <a:endParaRPr sz="2700"/>
          </a:p>
          <a:p>
            <a:pPr marL="0" lvl="0" indent="0" algn="l" rtl="0">
              <a:spcBef>
                <a:spcPts val="0"/>
              </a:spcBef>
              <a:spcAft>
                <a:spcPts val="0"/>
              </a:spcAft>
              <a:buNone/>
            </a:pPr>
            <a:r>
              <a:rPr lang="en" sz="2700"/>
              <a:t>Surface Movements Controlled by a Pilot</a:t>
            </a:r>
            <a:endParaRPr sz="2700"/>
          </a:p>
        </p:txBody>
      </p:sp>
      <p:sp>
        <p:nvSpPr>
          <p:cNvPr id="2486" name="Google Shape;2486;p55"/>
          <p:cNvSpPr txBox="1">
            <a:spLocks noGrp="1"/>
          </p:cNvSpPr>
          <p:nvPr>
            <p:ph type="title" idx="2"/>
          </p:nvPr>
        </p:nvSpPr>
        <p:spPr>
          <a:xfrm>
            <a:off x="1018275" y="1165000"/>
            <a:ext cx="14661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TP5</a:t>
            </a:r>
            <a:endParaRPr/>
          </a:p>
        </p:txBody>
      </p:sp>
      <p:grpSp>
        <p:nvGrpSpPr>
          <p:cNvPr id="2487" name="Google Shape;2487;p55"/>
          <p:cNvGrpSpPr/>
          <p:nvPr/>
        </p:nvGrpSpPr>
        <p:grpSpPr>
          <a:xfrm rot="-2700000" flipH="1">
            <a:off x="4675496" y="1107755"/>
            <a:ext cx="3480400" cy="2487720"/>
            <a:chOff x="3609425" y="1808600"/>
            <a:chExt cx="3237325" cy="2313975"/>
          </a:xfrm>
        </p:grpSpPr>
        <p:sp>
          <p:nvSpPr>
            <p:cNvPr id="2488" name="Google Shape;2488;p55"/>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89" name="Google Shape;2489;p55"/>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0" name="Google Shape;2490;p55"/>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1" name="Google Shape;2491;p55"/>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2" name="Google Shape;2492;p55"/>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3" name="Google Shape;2493;p55"/>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4" name="Google Shape;2494;p55"/>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5" name="Google Shape;2495;p55"/>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6" name="Google Shape;2496;p55"/>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7" name="Google Shape;2497;p55"/>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8" name="Google Shape;2498;p55"/>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499" name="Google Shape;2499;p55"/>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0" name="Google Shape;2500;p55"/>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1" name="Google Shape;2501;p55"/>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2" name="Google Shape;2502;p55"/>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3" name="Google Shape;2503;p55"/>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4" name="Google Shape;2504;p55"/>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5" name="Google Shape;2505;p55"/>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6" name="Google Shape;2506;p55"/>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7" name="Google Shape;2507;p55"/>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8" name="Google Shape;2508;p55"/>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09" name="Google Shape;2509;p55"/>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0" name="Google Shape;2510;p55"/>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1" name="Google Shape;2511;p55"/>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2" name="Google Shape;2512;p55"/>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3" name="Google Shape;2513;p55"/>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4" name="Google Shape;2514;p55"/>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5" name="Google Shape;2515;p55"/>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6" name="Google Shape;2516;p55"/>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7" name="Google Shape;2517;p55"/>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8" name="Google Shape;2518;p55"/>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19" name="Google Shape;2519;p55"/>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0" name="Google Shape;2520;p55"/>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1" name="Google Shape;2521;p55"/>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2" name="Google Shape;2522;p55"/>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3" name="Google Shape;2523;p55"/>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4" name="Google Shape;2524;p55"/>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5" name="Google Shape;2525;p55"/>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6" name="Google Shape;2526;p55"/>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7" name="Google Shape;2527;p55"/>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8" name="Google Shape;2528;p55"/>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29" name="Google Shape;2529;p55"/>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0" name="Google Shape;2530;p55"/>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1" name="Google Shape;2531;p55"/>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2" name="Google Shape;2532;p55"/>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3" name="Google Shape;2533;p55"/>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4" name="Google Shape;2534;p55"/>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5" name="Google Shape;2535;p55"/>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6" name="Google Shape;2536;p55"/>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7" name="Google Shape;2537;p55"/>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8" name="Google Shape;2538;p55"/>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39" name="Google Shape;2539;p55"/>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0" name="Google Shape;2540;p55"/>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1" name="Google Shape;2541;p55"/>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2" name="Google Shape;2542;p55"/>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3" name="Google Shape;2543;p55"/>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4" name="Google Shape;2544;p55"/>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5" name="Google Shape;2545;p55"/>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6" name="Google Shape;2546;p55"/>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7" name="Google Shape;2547;p55"/>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8" name="Google Shape;2548;p55"/>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49" name="Google Shape;2549;p55"/>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0" name="Google Shape;2550;p55"/>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1" name="Google Shape;2551;p55"/>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2" name="Google Shape;2552;p55"/>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3" name="Google Shape;2553;p55"/>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4" name="Google Shape;2554;p55"/>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5" name="Google Shape;2555;p55"/>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6" name="Google Shape;2556;p55"/>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7" name="Google Shape;2557;p55"/>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8" name="Google Shape;2558;p55"/>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59" name="Google Shape;2559;p55"/>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0" name="Google Shape;2560;p55"/>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1" name="Google Shape;2561;p55"/>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2" name="Google Shape;2562;p55"/>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3" name="Google Shape;2563;p55"/>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4" name="Google Shape;2564;p55"/>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5" name="Google Shape;2565;p55"/>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6" name="Google Shape;2566;p55"/>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7" name="Google Shape;2567;p55"/>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8" name="Google Shape;2568;p55"/>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69" name="Google Shape;2569;p55"/>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0" name="Google Shape;2570;p55"/>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1" name="Google Shape;2571;p55"/>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2" name="Google Shape;2572;p55"/>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3" name="Google Shape;2573;p55"/>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4" name="Google Shape;2574;p55"/>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5" name="Google Shape;2575;p55"/>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6" name="Google Shape;2576;p55"/>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7" name="Google Shape;2577;p55"/>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8" name="Google Shape;2578;p55"/>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79" name="Google Shape;2579;p55"/>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0" name="Google Shape;2580;p55"/>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1" name="Google Shape;2581;p55"/>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2" name="Google Shape;2582;p55"/>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3" name="Google Shape;2583;p55"/>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4" name="Google Shape;2584;p55"/>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5" name="Google Shape;2585;p55"/>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6" name="Google Shape;2586;p55"/>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7" name="Google Shape;2587;p55"/>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8" name="Google Shape;2588;p55"/>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89" name="Google Shape;2589;p55"/>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0" name="Google Shape;2590;p55"/>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1" name="Google Shape;2591;p55"/>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2" name="Google Shape;2592;p55"/>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3" name="Google Shape;2593;p55"/>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4" name="Google Shape;2594;p55"/>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5" name="Google Shape;2595;p55"/>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6" name="Google Shape;2596;p55"/>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7" name="Google Shape;2597;p55"/>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8" name="Google Shape;2598;p55"/>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599" name="Google Shape;2599;p55"/>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sp>
          <p:nvSpPr>
            <p:cNvPr id="2600" name="Google Shape;2600;p55"/>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rbitron"/>
                <a:ea typeface="Orbitron"/>
                <a:cs typeface="Orbitron"/>
                <a:sym typeface="Orbitron"/>
              </a:endParaRPr>
            </a:p>
          </p:txBody>
        </p:sp>
      </p:grpSp>
      <p:sp>
        <p:nvSpPr>
          <p:cNvPr id="2601" name="Google Shape;2601;p55"/>
          <p:cNvSpPr txBox="1"/>
          <p:nvPr/>
        </p:nvSpPr>
        <p:spPr>
          <a:xfrm>
            <a:off x="6604175" y="4046550"/>
            <a:ext cx="1802400" cy="3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Orbitron"/>
                <a:ea typeface="Orbitron"/>
                <a:cs typeface="Orbitron"/>
                <a:sym typeface="Orbitron"/>
              </a:rPr>
              <a:t>In-Class Activity</a:t>
            </a:r>
            <a:endParaRPr>
              <a:solidFill>
                <a:schemeClr val="dk1"/>
              </a:solidFill>
              <a:latin typeface="Orbitron"/>
              <a:ea typeface="Orbitron"/>
              <a:cs typeface="Orbitron"/>
              <a:sym typeface="Orbitro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5"/>
        <p:cNvGrpSpPr/>
        <p:nvPr/>
      </p:nvGrpSpPr>
      <p:grpSpPr>
        <a:xfrm>
          <a:off x="0" y="0"/>
          <a:ext cx="0" cy="0"/>
          <a:chOff x="0" y="0"/>
          <a:chExt cx="0" cy="0"/>
        </a:xfrm>
      </p:grpSpPr>
      <p:sp>
        <p:nvSpPr>
          <p:cNvPr id="2606" name="Google Shape;2606;p56"/>
          <p:cNvSpPr txBox="1">
            <a:spLocks noGrp="1"/>
          </p:cNvSpPr>
          <p:nvPr>
            <p:ph type="title"/>
          </p:nvPr>
        </p:nvSpPr>
        <p:spPr>
          <a:xfrm>
            <a:off x="1492050" y="1555800"/>
            <a:ext cx="6159900" cy="20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100"/>
              <a:t>In-Class Activity</a:t>
            </a:r>
            <a:endParaRPr/>
          </a:p>
        </p:txBody>
      </p:sp>
      <p:grpSp>
        <p:nvGrpSpPr>
          <p:cNvPr id="2607" name="Google Shape;2607;p56"/>
          <p:cNvGrpSpPr/>
          <p:nvPr/>
        </p:nvGrpSpPr>
        <p:grpSpPr>
          <a:xfrm>
            <a:off x="4478745" y="939463"/>
            <a:ext cx="186507" cy="3264574"/>
            <a:chOff x="4478745" y="939463"/>
            <a:chExt cx="186507" cy="3264574"/>
          </a:xfrm>
        </p:grpSpPr>
        <p:grpSp>
          <p:nvGrpSpPr>
            <p:cNvPr id="2608" name="Google Shape;2608;p56"/>
            <p:cNvGrpSpPr/>
            <p:nvPr/>
          </p:nvGrpSpPr>
          <p:grpSpPr>
            <a:xfrm>
              <a:off x="4478745" y="939463"/>
              <a:ext cx="186507" cy="314399"/>
              <a:chOff x="1421025" y="1637275"/>
              <a:chExt cx="270300" cy="455650"/>
            </a:xfrm>
          </p:grpSpPr>
          <p:cxnSp>
            <p:nvCxnSpPr>
              <p:cNvPr id="2609" name="Google Shape;2609;p56"/>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2610" name="Google Shape;2610;p56"/>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2611" name="Google Shape;2611;p56"/>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2612" name="Google Shape;2612;p56"/>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grpSp>
          <p:nvGrpSpPr>
            <p:cNvPr id="2613" name="Google Shape;2613;p56"/>
            <p:cNvGrpSpPr/>
            <p:nvPr/>
          </p:nvGrpSpPr>
          <p:grpSpPr>
            <a:xfrm>
              <a:off x="4478745" y="3889638"/>
              <a:ext cx="186507" cy="314399"/>
              <a:chOff x="1421025" y="1637275"/>
              <a:chExt cx="270300" cy="455650"/>
            </a:xfrm>
          </p:grpSpPr>
          <p:cxnSp>
            <p:nvCxnSpPr>
              <p:cNvPr id="2614" name="Google Shape;2614;p56"/>
              <p:cNvCxnSpPr/>
              <p:nvPr/>
            </p:nvCxnSpPr>
            <p:spPr>
              <a:xfrm>
                <a:off x="1421025" y="1637275"/>
                <a:ext cx="270300" cy="0"/>
              </a:xfrm>
              <a:prstGeom prst="straightConnector1">
                <a:avLst/>
              </a:prstGeom>
              <a:noFill/>
              <a:ln w="9525" cap="flat" cmpd="sng">
                <a:solidFill>
                  <a:schemeClr val="dk1"/>
                </a:solidFill>
                <a:prstDash val="solid"/>
                <a:round/>
                <a:headEnd type="none" w="med" len="med"/>
                <a:tailEnd type="none" w="med" len="med"/>
              </a:ln>
            </p:spPr>
          </p:cxnSp>
          <p:cxnSp>
            <p:nvCxnSpPr>
              <p:cNvPr id="2615" name="Google Shape;2615;p56"/>
              <p:cNvCxnSpPr/>
              <p:nvPr/>
            </p:nvCxnSpPr>
            <p:spPr>
              <a:xfrm>
                <a:off x="1421025" y="1789158"/>
                <a:ext cx="270300" cy="0"/>
              </a:xfrm>
              <a:prstGeom prst="straightConnector1">
                <a:avLst/>
              </a:prstGeom>
              <a:noFill/>
              <a:ln w="9525" cap="flat" cmpd="sng">
                <a:solidFill>
                  <a:schemeClr val="dk1"/>
                </a:solidFill>
                <a:prstDash val="solid"/>
                <a:round/>
                <a:headEnd type="none" w="med" len="med"/>
                <a:tailEnd type="none" w="med" len="med"/>
              </a:ln>
            </p:spPr>
          </p:cxnSp>
          <p:cxnSp>
            <p:nvCxnSpPr>
              <p:cNvPr id="2616" name="Google Shape;2616;p56"/>
              <p:cNvCxnSpPr/>
              <p:nvPr/>
            </p:nvCxnSpPr>
            <p:spPr>
              <a:xfrm>
                <a:off x="1421025" y="1941042"/>
                <a:ext cx="270300" cy="0"/>
              </a:xfrm>
              <a:prstGeom prst="straightConnector1">
                <a:avLst/>
              </a:prstGeom>
              <a:noFill/>
              <a:ln w="9525" cap="flat" cmpd="sng">
                <a:solidFill>
                  <a:schemeClr val="dk1"/>
                </a:solidFill>
                <a:prstDash val="solid"/>
                <a:round/>
                <a:headEnd type="none" w="med" len="med"/>
                <a:tailEnd type="none" w="med" len="med"/>
              </a:ln>
            </p:spPr>
          </p:cxnSp>
          <p:cxnSp>
            <p:nvCxnSpPr>
              <p:cNvPr id="2617" name="Google Shape;2617;p56"/>
              <p:cNvCxnSpPr/>
              <p:nvPr/>
            </p:nvCxnSpPr>
            <p:spPr>
              <a:xfrm>
                <a:off x="1421025" y="2092925"/>
                <a:ext cx="2703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21"/>
        <p:cNvGrpSpPr/>
        <p:nvPr/>
      </p:nvGrpSpPr>
      <p:grpSpPr>
        <a:xfrm>
          <a:off x="0" y="0"/>
          <a:ext cx="0" cy="0"/>
          <a:chOff x="0" y="0"/>
          <a:chExt cx="0" cy="0"/>
        </a:xfrm>
      </p:grpSpPr>
      <p:sp>
        <p:nvSpPr>
          <p:cNvPr id="2622" name="Google Shape;2622;p57"/>
          <p:cNvSpPr txBox="1">
            <a:spLocks noGrp="1"/>
          </p:cNvSpPr>
          <p:nvPr>
            <p:ph type="title"/>
          </p:nvPr>
        </p:nvSpPr>
        <p:spPr>
          <a:xfrm>
            <a:off x="928150" y="2560750"/>
            <a:ext cx="57405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dirty="0"/>
              <a:t>Explain How the </a:t>
            </a:r>
            <a:endParaRPr sz="2700" dirty="0"/>
          </a:p>
          <a:p>
            <a:pPr marL="0" lvl="0" indent="0" algn="l" rtl="0">
              <a:spcBef>
                <a:spcPts val="0"/>
              </a:spcBef>
              <a:spcAft>
                <a:spcPts val="0"/>
              </a:spcAft>
              <a:buNone/>
            </a:pPr>
            <a:r>
              <a:rPr lang="en" sz="2700" dirty="0"/>
              <a:t>Aileron Induces Roll</a:t>
            </a:r>
            <a:endParaRPr sz="2700" dirty="0"/>
          </a:p>
        </p:txBody>
      </p:sp>
      <p:sp>
        <p:nvSpPr>
          <p:cNvPr id="2623" name="Google Shape;2623;p57"/>
          <p:cNvSpPr txBox="1">
            <a:spLocks noGrp="1"/>
          </p:cNvSpPr>
          <p:nvPr>
            <p:ph type="title" idx="2"/>
          </p:nvPr>
        </p:nvSpPr>
        <p:spPr>
          <a:xfrm>
            <a:off x="1018275" y="1165000"/>
            <a:ext cx="14661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TP6</a:t>
            </a:r>
            <a:endParaRPr/>
          </a:p>
        </p:txBody>
      </p:sp>
      <p:grpSp>
        <p:nvGrpSpPr>
          <p:cNvPr id="2624" name="Google Shape;2624;p57"/>
          <p:cNvGrpSpPr/>
          <p:nvPr/>
        </p:nvGrpSpPr>
        <p:grpSpPr>
          <a:xfrm flipH="1">
            <a:off x="4243380" y="953228"/>
            <a:ext cx="3480772" cy="2487986"/>
            <a:chOff x="3609425" y="1808600"/>
            <a:chExt cx="3237325" cy="2313975"/>
          </a:xfrm>
        </p:grpSpPr>
        <p:sp>
          <p:nvSpPr>
            <p:cNvPr id="2625" name="Google Shape;2625;p57"/>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57"/>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57"/>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57"/>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57"/>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57"/>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57"/>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57"/>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57"/>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57"/>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57"/>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57"/>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57"/>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57"/>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57"/>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57"/>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57"/>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57"/>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57"/>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57"/>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57"/>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57"/>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57"/>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57"/>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57"/>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57"/>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57"/>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57"/>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57"/>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57"/>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57"/>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57"/>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57"/>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57"/>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57"/>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57"/>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57"/>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57"/>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57"/>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7"/>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57"/>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57"/>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57"/>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57"/>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57"/>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57"/>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57"/>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57"/>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57"/>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57"/>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57"/>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57"/>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57"/>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57"/>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57"/>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57"/>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7"/>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57"/>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57"/>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57"/>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57"/>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57"/>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57"/>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7"/>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7"/>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57"/>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7"/>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57"/>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57"/>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7"/>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7"/>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57"/>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57"/>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7"/>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7"/>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7"/>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57"/>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57"/>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57"/>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57"/>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57"/>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7"/>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7"/>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7"/>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57"/>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57"/>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57"/>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57"/>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57"/>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7"/>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57"/>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57"/>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57"/>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57"/>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57"/>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57"/>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7"/>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7"/>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57"/>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57"/>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57"/>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7"/>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57"/>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7"/>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7"/>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57"/>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7"/>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7"/>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7"/>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7"/>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7"/>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7"/>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57"/>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38" name="Google Shape;2738;p57"/>
          <p:cNvSpPr/>
          <p:nvPr/>
        </p:nvSpPr>
        <p:spPr>
          <a:xfrm flipH="1">
            <a:off x="6046793" y="1000238"/>
            <a:ext cx="293234" cy="8978"/>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2"/>
        <p:cNvGrpSpPr/>
        <p:nvPr/>
      </p:nvGrpSpPr>
      <p:grpSpPr>
        <a:xfrm>
          <a:off x="0" y="0"/>
          <a:ext cx="0" cy="0"/>
          <a:chOff x="0" y="0"/>
          <a:chExt cx="0" cy="0"/>
        </a:xfrm>
      </p:grpSpPr>
      <p:sp>
        <p:nvSpPr>
          <p:cNvPr id="2743" name="Google Shape;2743;p58"/>
          <p:cNvSpPr txBox="1"/>
          <p:nvPr/>
        </p:nvSpPr>
        <p:spPr>
          <a:xfrm>
            <a:off x="641650" y="552104"/>
            <a:ext cx="3000000" cy="8309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latin typeface="Space Grotesk"/>
                <a:ea typeface="Space Grotesk"/>
                <a:cs typeface="Space Grotesk"/>
                <a:sym typeface="Space Grotesk"/>
              </a:rPr>
              <a:t>Ailerons are the surfaces that control roll are located near the ends of the wings on the trailing edge.</a:t>
            </a:r>
            <a:endParaRPr dirty="0">
              <a:solidFill>
                <a:schemeClr val="dk1"/>
              </a:solidFill>
              <a:latin typeface="Space Grotesk"/>
              <a:ea typeface="Space Grotesk"/>
              <a:cs typeface="Space Grotesk"/>
              <a:sym typeface="Space Grotesk"/>
            </a:endParaRPr>
          </a:p>
        </p:txBody>
      </p:sp>
      <p:sp>
        <p:nvSpPr>
          <p:cNvPr id="2744" name="Google Shape;2744;p58"/>
          <p:cNvSpPr txBox="1"/>
          <p:nvPr/>
        </p:nvSpPr>
        <p:spPr>
          <a:xfrm>
            <a:off x="4003965" y="552104"/>
            <a:ext cx="5140035" cy="24006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latin typeface="Space Grotesk"/>
                <a:ea typeface="Space Grotesk"/>
                <a:cs typeface="Space Grotesk"/>
                <a:sym typeface="Space Grotesk"/>
              </a:rPr>
              <a:t>Ailerons control the aircraft's roll by changing the lift on each wing. When the </a:t>
            </a:r>
          </a:p>
          <a:p>
            <a:pPr marL="0" lvl="0" indent="0" algn="l" rtl="0">
              <a:spcBef>
                <a:spcPts val="0"/>
              </a:spcBef>
              <a:spcAft>
                <a:spcPts val="0"/>
              </a:spcAft>
              <a:buNone/>
            </a:pPr>
            <a:r>
              <a:rPr lang="en" sz="1800" dirty="0">
                <a:solidFill>
                  <a:srgbClr val="FF0000"/>
                </a:solidFill>
                <a:latin typeface="Space Grotesk"/>
                <a:ea typeface="Space Grotesk"/>
                <a:cs typeface="Space Grotesk"/>
                <a:sym typeface="Space Grotesk"/>
              </a:rPr>
              <a:t>left aileron moves up</a:t>
            </a:r>
            <a:r>
              <a:rPr lang="en-CA" sz="1800" b="0" i="0" dirty="0">
                <a:solidFill>
                  <a:srgbClr val="EEF0FF"/>
                </a:solidFill>
                <a:effectLst/>
                <a:latin typeface="Google Sans"/>
              </a:rPr>
              <a:t>↑</a:t>
            </a:r>
            <a:r>
              <a:rPr lang="en" sz="1800" dirty="0">
                <a:solidFill>
                  <a:srgbClr val="FF0000"/>
                </a:solidFill>
                <a:latin typeface="Space Grotesk"/>
                <a:ea typeface="Space Grotesk"/>
                <a:cs typeface="Space Grotesk"/>
                <a:sym typeface="Space Grotesk"/>
              </a:rPr>
              <a:t> </a:t>
            </a:r>
            <a:r>
              <a:rPr lang="en" sz="1800" dirty="0">
                <a:solidFill>
                  <a:schemeClr val="dk1"/>
                </a:solidFill>
                <a:latin typeface="Space Grotesk"/>
                <a:ea typeface="Space Grotesk"/>
                <a:cs typeface="Space Grotesk"/>
                <a:sym typeface="Space Grotesk"/>
              </a:rPr>
              <a:t>and the </a:t>
            </a:r>
          </a:p>
          <a:p>
            <a:pPr marL="0" lvl="0" indent="0" algn="l" rtl="0">
              <a:spcBef>
                <a:spcPts val="0"/>
              </a:spcBef>
              <a:spcAft>
                <a:spcPts val="0"/>
              </a:spcAft>
              <a:buNone/>
            </a:pPr>
            <a:r>
              <a:rPr lang="en" sz="1800" dirty="0">
                <a:solidFill>
                  <a:srgbClr val="FF0000"/>
                </a:solidFill>
                <a:latin typeface="Space Grotesk"/>
                <a:ea typeface="Space Grotesk"/>
                <a:cs typeface="Space Grotesk"/>
                <a:sym typeface="Space Grotesk"/>
              </a:rPr>
              <a:t>right aileron moves down</a:t>
            </a:r>
            <a:r>
              <a:rPr lang="en-CA" sz="1800" b="0" i="0" dirty="0">
                <a:solidFill>
                  <a:srgbClr val="EEF0FF"/>
                </a:solidFill>
                <a:effectLst/>
                <a:latin typeface="Google Sans"/>
              </a:rPr>
              <a:t>↓</a:t>
            </a:r>
            <a:r>
              <a:rPr lang="en" sz="1800" dirty="0">
                <a:solidFill>
                  <a:schemeClr val="dk1"/>
                </a:solidFill>
                <a:latin typeface="Space Grotesk"/>
                <a:ea typeface="Space Grotesk"/>
                <a:cs typeface="Space Grotesk"/>
                <a:sym typeface="Space Grotesk"/>
              </a:rPr>
              <a:t>, the </a:t>
            </a:r>
          </a:p>
          <a:p>
            <a:pPr marL="0" lvl="0" indent="0" algn="l" rtl="0">
              <a:spcBef>
                <a:spcPts val="0"/>
              </a:spcBef>
              <a:spcAft>
                <a:spcPts val="0"/>
              </a:spcAft>
              <a:buNone/>
            </a:pPr>
            <a:r>
              <a:rPr lang="en" sz="1800" dirty="0">
                <a:solidFill>
                  <a:srgbClr val="FF0000"/>
                </a:solidFill>
                <a:latin typeface="Space Grotesk"/>
                <a:ea typeface="Space Grotesk"/>
                <a:cs typeface="Space Grotesk"/>
                <a:sym typeface="Space Grotesk"/>
              </a:rPr>
              <a:t>left wing gains lift</a:t>
            </a:r>
            <a:r>
              <a:rPr lang="en-CA" sz="1800" b="0" i="0" dirty="0">
                <a:solidFill>
                  <a:srgbClr val="EEF0FF"/>
                </a:solidFill>
                <a:effectLst/>
                <a:latin typeface="Google Sans"/>
              </a:rPr>
              <a:t>↑</a:t>
            </a:r>
            <a:r>
              <a:rPr lang="en" sz="1800" dirty="0">
                <a:solidFill>
                  <a:schemeClr val="dk1"/>
                </a:solidFill>
                <a:latin typeface="Space Grotesk"/>
                <a:ea typeface="Space Grotesk"/>
                <a:cs typeface="Space Grotesk"/>
                <a:sym typeface="Space Grotesk"/>
              </a:rPr>
              <a:t>, and the </a:t>
            </a:r>
          </a:p>
          <a:p>
            <a:pPr marL="0" lvl="0" indent="0" algn="l" rtl="0">
              <a:spcBef>
                <a:spcPts val="0"/>
              </a:spcBef>
              <a:spcAft>
                <a:spcPts val="0"/>
              </a:spcAft>
              <a:buNone/>
            </a:pPr>
            <a:r>
              <a:rPr lang="en" sz="1800" dirty="0">
                <a:solidFill>
                  <a:srgbClr val="FF0000"/>
                </a:solidFill>
                <a:latin typeface="Space Grotesk"/>
                <a:ea typeface="Space Grotesk"/>
                <a:cs typeface="Space Grotesk"/>
                <a:sym typeface="Space Grotesk"/>
              </a:rPr>
              <a:t>right wing loses lift</a:t>
            </a:r>
            <a:r>
              <a:rPr lang="en-CA" sz="1800" b="0" i="0" dirty="0">
                <a:solidFill>
                  <a:srgbClr val="EEF0FF"/>
                </a:solidFill>
                <a:effectLst/>
                <a:latin typeface="Google Sans"/>
              </a:rPr>
              <a:t>↓</a:t>
            </a:r>
            <a:r>
              <a:rPr lang="en" sz="1800" dirty="0">
                <a:solidFill>
                  <a:schemeClr val="dk1"/>
                </a:solidFill>
                <a:latin typeface="Space Grotesk"/>
                <a:ea typeface="Space Grotesk"/>
                <a:cs typeface="Space Grotesk"/>
                <a:sym typeface="Space Grotesk"/>
              </a:rPr>
              <a:t>, </a:t>
            </a:r>
          </a:p>
          <a:p>
            <a:pPr marL="0" lvl="0" indent="0" algn="l" rtl="0">
              <a:spcBef>
                <a:spcPts val="0"/>
              </a:spcBef>
              <a:spcAft>
                <a:spcPts val="0"/>
              </a:spcAft>
              <a:buNone/>
            </a:pPr>
            <a:r>
              <a:rPr lang="en" sz="1800" i="1" dirty="0">
                <a:solidFill>
                  <a:schemeClr val="dk1"/>
                </a:solidFill>
                <a:latin typeface="Space Grotesk"/>
                <a:ea typeface="Space Grotesk"/>
                <a:cs typeface="Space Grotesk"/>
                <a:sym typeface="Space Grotesk"/>
              </a:rPr>
              <a:t>causing the aircraft to </a:t>
            </a:r>
            <a:r>
              <a:rPr lang="en" sz="1800" i="1" dirty="0">
                <a:solidFill>
                  <a:srgbClr val="FF0000"/>
                </a:solidFill>
                <a:latin typeface="Space Grotesk"/>
                <a:ea typeface="Space Grotesk"/>
                <a:cs typeface="Space Grotesk"/>
                <a:sym typeface="Space Grotesk"/>
              </a:rPr>
              <a:t>roll</a:t>
            </a:r>
            <a:r>
              <a:rPr lang="en" sz="1800" dirty="0">
                <a:solidFill>
                  <a:srgbClr val="FF0000"/>
                </a:solidFill>
                <a:latin typeface="Space Grotesk"/>
                <a:ea typeface="Space Grotesk"/>
                <a:cs typeface="Space Grotesk"/>
                <a:sym typeface="Space Grotesk"/>
              </a:rPr>
              <a:t> right. </a:t>
            </a:r>
            <a:endParaRPr sz="1800" dirty="0">
              <a:solidFill>
                <a:srgbClr val="FF0000"/>
              </a:solidFill>
              <a:latin typeface="Space Grotesk"/>
              <a:ea typeface="Space Grotesk"/>
              <a:cs typeface="Space Grotesk"/>
              <a:sym typeface="Space Grotesk"/>
            </a:endParaRPr>
          </a:p>
          <a:p>
            <a:pPr marL="0" lvl="0" indent="0" algn="l" rtl="0">
              <a:spcBef>
                <a:spcPts val="0"/>
              </a:spcBef>
              <a:spcAft>
                <a:spcPts val="0"/>
              </a:spcAft>
              <a:buNone/>
            </a:pPr>
            <a:endParaRPr sz="1800" dirty="0">
              <a:solidFill>
                <a:schemeClr val="dk1"/>
              </a:solidFill>
              <a:latin typeface="Space Grotesk"/>
              <a:ea typeface="Space Grotesk"/>
              <a:cs typeface="Space Grotesk"/>
              <a:sym typeface="Space Grotesk"/>
            </a:endParaRPr>
          </a:p>
        </p:txBody>
      </p:sp>
      <p:pic>
        <p:nvPicPr>
          <p:cNvPr id="2745" name="Google Shape;2745;p58"/>
          <p:cNvPicPr preferRelativeResize="0"/>
          <p:nvPr/>
        </p:nvPicPr>
        <p:blipFill>
          <a:blip r:embed="rId3">
            <a:alphaModFix/>
          </a:blip>
          <a:stretch>
            <a:fillRect/>
          </a:stretch>
        </p:blipFill>
        <p:spPr>
          <a:xfrm>
            <a:off x="4658600" y="2829050"/>
            <a:ext cx="3027050" cy="2008425"/>
          </a:xfrm>
          <a:prstGeom prst="rect">
            <a:avLst/>
          </a:prstGeom>
          <a:noFill/>
          <a:ln>
            <a:noFill/>
          </a:ln>
        </p:spPr>
      </p:pic>
      <p:sp>
        <p:nvSpPr>
          <p:cNvPr id="2747" name="Google Shape;2747;p58"/>
          <p:cNvSpPr txBox="1"/>
          <p:nvPr/>
        </p:nvSpPr>
        <p:spPr>
          <a:xfrm>
            <a:off x="482322" y="3267845"/>
            <a:ext cx="3000000" cy="156963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latin typeface="Space Grotesk"/>
                <a:ea typeface="Space Grotesk"/>
                <a:cs typeface="Space Grotesk"/>
                <a:sym typeface="Space Grotesk"/>
              </a:rPr>
              <a:t>To stop the roll, the ailerons must be moved in the opposite direction until the aircraft levels out, then returned to neutral.</a:t>
            </a:r>
            <a:endParaRPr sz="1800" dirty="0">
              <a:solidFill>
                <a:schemeClr val="dk1"/>
              </a:solidFill>
              <a:latin typeface="Space Grotesk"/>
              <a:ea typeface="Space Grotesk"/>
              <a:cs typeface="Space Grotesk"/>
              <a:sym typeface="Space Grotesk"/>
            </a:endParaRPr>
          </a:p>
        </p:txBody>
      </p:sp>
      <p:sp>
        <p:nvSpPr>
          <p:cNvPr id="2748" name="Google Shape;2748;p58"/>
          <p:cNvSpPr txBox="1"/>
          <p:nvPr/>
        </p:nvSpPr>
        <p:spPr>
          <a:xfrm>
            <a:off x="913500" y="152400"/>
            <a:ext cx="30000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a:solidFill>
                  <a:schemeClr val="dk1"/>
                </a:solidFill>
                <a:latin typeface="Orbitron"/>
                <a:ea typeface="Orbitron"/>
                <a:cs typeface="Orbitron"/>
                <a:sym typeface="Orbitron"/>
              </a:rPr>
              <a:t>Ailerons </a:t>
            </a:r>
            <a:endParaRPr sz="2300">
              <a:latin typeface="Orbitron"/>
              <a:ea typeface="Orbitron"/>
              <a:cs typeface="Orbitron"/>
              <a:sym typeface="Orbitron"/>
            </a:endParaRPr>
          </a:p>
        </p:txBody>
      </p:sp>
      <p:pic>
        <p:nvPicPr>
          <p:cNvPr id="3074" name="Picture 2" descr="Exhibition Items">
            <a:extLst>
              <a:ext uri="{FF2B5EF4-FFF2-40B4-BE49-F238E27FC236}">
                <a16:creationId xmlns:a16="http://schemas.microsoft.com/office/drawing/2014/main" id="{34212709-E29B-76EA-29CA-C78817003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596" y="1482200"/>
            <a:ext cx="3672286" cy="15738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52"/>
        <p:cNvGrpSpPr/>
        <p:nvPr/>
      </p:nvGrpSpPr>
      <p:grpSpPr>
        <a:xfrm>
          <a:off x="0" y="0"/>
          <a:ext cx="0" cy="0"/>
          <a:chOff x="0" y="0"/>
          <a:chExt cx="0" cy="0"/>
        </a:xfrm>
      </p:grpSpPr>
      <p:sp>
        <p:nvSpPr>
          <p:cNvPr id="2753" name="Google Shape;2753;p59"/>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6 </a:t>
            </a:r>
            <a:endParaRPr sz="3200"/>
          </a:p>
          <a:p>
            <a:pPr marL="0" lvl="0" indent="0" algn="l" rtl="0">
              <a:spcBef>
                <a:spcPts val="0"/>
              </a:spcBef>
              <a:spcAft>
                <a:spcPts val="0"/>
              </a:spcAft>
              <a:buNone/>
            </a:pPr>
            <a:r>
              <a:rPr lang="en" sz="3200"/>
              <a:t>CONFIRMATION</a:t>
            </a:r>
            <a:endParaRPr sz="3200"/>
          </a:p>
        </p:txBody>
      </p:sp>
      <p:sp>
        <p:nvSpPr>
          <p:cNvPr id="2754" name="Google Shape;2754;p59"/>
          <p:cNvSpPr txBox="1"/>
          <p:nvPr/>
        </p:nvSpPr>
        <p:spPr>
          <a:xfrm>
            <a:off x="1228275" y="1911875"/>
            <a:ext cx="65592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Which two wing control surfaces always move in opposite directions?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What axial movement do ailerons control?</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How do flaps help with landings?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58"/>
        <p:cNvGrpSpPr/>
        <p:nvPr/>
      </p:nvGrpSpPr>
      <p:grpSpPr>
        <a:xfrm>
          <a:off x="0" y="0"/>
          <a:ext cx="0" cy="0"/>
          <a:chOff x="0" y="0"/>
          <a:chExt cx="0" cy="0"/>
        </a:xfrm>
      </p:grpSpPr>
      <p:sp>
        <p:nvSpPr>
          <p:cNvPr id="2759" name="Google Shape;2759;p60"/>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6 </a:t>
            </a:r>
            <a:endParaRPr sz="3200"/>
          </a:p>
          <a:p>
            <a:pPr marL="0" lvl="0" indent="0" algn="l" rtl="0">
              <a:spcBef>
                <a:spcPts val="0"/>
              </a:spcBef>
              <a:spcAft>
                <a:spcPts val="0"/>
              </a:spcAft>
              <a:buNone/>
            </a:pPr>
            <a:r>
              <a:rPr lang="en" sz="3200"/>
              <a:t>CONFIRMATION</a:t>
            </a:r>
            <a:endParaRPr sz="3200"/>
          </a:p>
        </p:txBody>
      </p:sp>
      <p:sp>
        <p:nvSpPr>
          <p:cNvPr id="2760" name="Google Shape;2760;p60"/>
          <p:cNvSpPr txBox="1"/>
          <p:nvPr/>
        </p:nvSpPr>
        <p:spPr>
          <a:xfrm>
            <a:off x="1228275" y="1911875"/>
            <a:ext cx="65592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The left aileron and the right ailerons.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Ailerons control roll around the longitudinal axis.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Flaps slow the aircraft allowing shorter landings.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64"/>
        <p:cNvGrpSpPr/>
        <p:nvPr/>
      </p:nvGrpSpPr>
      <p:grpSpPr>
        <a:xfrm>
          <a:off x="0" y="0"/>
          <a:ext cx="0" cy="0"/>
          <a:chOff x="0" y="0"/>
          <a:chExt cx="0" cy="0"/>
        </a:xfrm>
      </p:grpSpPr>
      <p:sp>
        <p:nvSpPr>
          <p:cNvPr id="2765" name="Google Shape;2765;p61"/>
          <p:cNvSpPr txBox="1">
            <a:spLocks noGrp="1"/>
          </p:cNvSpPr>
          <p:nvPr>
            <p:ph type="title"/>
          </p:nvPr>
        </p:nvSpPr>
        <p:spPr>
          <a:xfrm>
            <a:off x="928150" y="2560750"/>
            <a:ext cx="57405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Explain the Operation </a:t>
            </a:r>
            <a:endParaRPr sz="2700"/>
          </a:p>
          <a:p>
            <a:pPr marL="0" lvl="0" indent="0" algn="l" rtl="0">
              <a:spcBef>
                <a:spcPts val="0"/>
              </a:spcBef>
              <a:spcAft>
                <a:spcPts val="0"/>
              </a:spcAft>
              <a:buNone/>
            </a:pPr>
            <a:r>
              <a:rPr lang="en" sz="2700"/>
              <a:t>of Ailerons</a:t>
            </a:r>
            <a:endParaRPr sz="2700"/>
          </a:p>
        </p:txBody>
      </p:sp>
      <p:sp>
        <p:nvSpPr>
          <p:cNvPr id="2766" name="Google Shape;2766;p61"/>
          <p:cNvSpPr txBox="1">
            <a:spLocks noGrp="1"/>
          </p:cNvSpPr>
          <p:nvPr>
            <p:ph type="title" idx="2"/>
          </p:nvPr>
        </p:nvSpPr>
        <p:spPr>
          <a:xfrm>
            <a:off x="1018275" y="1165000"/>
            <a:ext cx="14661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TP7</a:t>
            </a:r>
            <a:endParaRPr/>
          </a:p>
        </p:txBody>
      </p:sp>
      <p:grpSp>
        <p:nvGrpSpPr>
          <p:cNvPr id="2767" name="Google Shape;2767;p61"/>
          <p:cNvGrpSpPr/>
          <p:nvPr/>
        </p:nvGrpSpPr>
        <p:grpSpPr>
          <a:xfrm>
            <a:off x="4243380" y="953228"/>
            <a:ext cx="3480772" cy="2487986"/>
            <a:chOff x="4243380" y="953228"/>
            <a:chExt cx="3480772" cy="2487986"/>
          </a:xfrm>
        </p:grpSpPr>
        <p:grpSp>
          <p:nvGrpSpPr>
            <p:cNvPr id="2768" name="Google Shape;2768;p61"/>
            <p:cNvGrpSpPr/>
            <p:nvPr/>
          </p:nvGrpSpPr>
          <p:grpSpPr>
            <a:xfrm flipH="1">
              <a:off x="4243380" y="953228"/>
              <a:ext cx="3480772" cy="2487986"/>
              <a:chOff x="3609425" y="1808600"/>
              <a:chExt cx="3237325" cy="2313975"/>
            </a:xfrm>
          </p:grpSpPr>
          <p:sp>
            <p:nvSpPr>
              <p:cNvPr id="2769" name="Google Shape;2769;p61"/>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61"/>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61"/>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61"/>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61"/>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61"/>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61"/>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61"/>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61"/>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61"/>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61"/>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61"/>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61"/>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61"/>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61"/>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61"/>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61"/>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61"/>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61"/>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61"/>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61"/>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61"/>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61"/>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61"/>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61"/>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61"/>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61"/>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61"/>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61"/>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61"/>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61"/>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61"/>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61"/>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61"/>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61"/>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61"/>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61"/>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61"/>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61"/>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61"/>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61"/>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61"/>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61"/>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61"/>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61"/>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61"/>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61"/>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61"/>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61"/>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61"/>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61"/>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61"/>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61"/>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61"/>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61"/>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61"/>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61"/>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61"/>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61"/>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61"/>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61"/>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61"/>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61"/>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61"/>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61"/>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61"/>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61"/>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61"/>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61"/>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61"/>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61"/>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61"/>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61"/>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61"/>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61"/>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61"/>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61"/>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61"/>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61"/>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61"/>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61"/>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61"/>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61"/>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61"/>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61"/>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61"/>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61"/>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61"/>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61"/>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61"/>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61"/>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61"/>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61"/>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61"/>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61"/>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61"/>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61"/>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61"/>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61"/>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61"/>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61"/>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61"/>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61"/>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61"/>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61"/>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61"/>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61"/>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61"/>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61"/>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61"/>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61"/>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61"/>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61"/>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2" name="Google Shape;2882;p61"/>
            <p:cNvSpPr/>
            <p:nvPr/>
          </p:nvSpPr>
          <p:spPr>
            <a:xfrm flipH="1">
              <a:off x="6046793" y="1000238"/>
              <a:ext cx="293234" cy="8978"/>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6"/>
        <p:cNvGrpSpPr/>
        <p:nvPr/>
      </p:nvGrpSpPr>
      <p:grpSpPr>
        <a:xfrm>
          <a:off x="0" y="0"/>
          <a:ext cx="0" cy="0"/>
          <a:chOff x="0" y="0"/>
          <a:chExt cx="0" cy="0"/>
        </a:xfrm>
      </p:grpSpPr>
      <p:sp>
        <p:nvSpPr>
          <p:cNvPr id="2887" name="Google Shape;2887;p62"/>
          <p:cNvSpPr txBox="1"/>
          <p:nvPr/>
        </p:nvSpPr>
        <p:spPr>
          <a:xfrm>
            <a:off x="913500" y="605075"/>
            <a:ext cx="7712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solidFill>
                  <a:schemeClr val="dk1"/>
                </a:solidFill>
                <a:latin typeface="Space Grotesk"/>
                <a:ea typeface="Space Grotesk"/>
                <a:cs typeface="Space Grotesk"/>
                <a:sym typeface="Space Grotesk"/>
              </a:rPr>
              <a:t>Ailerons move in opposite directions to each other and are controlled by operating the control column from side to side.</a:t>
            </a:r>
            <a:endParaRPr i="1">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888" name="Google Shape;2888;p62"/>
          <p:cNvSpPr txBox="1"/>
          <p:nvPr/>
        </p:nvSpPr>
        <p:spPr>
          <a:xfrm>
            <a:off x="4424281" y="1231071"/>
            <a:ext cx="3978600" cy="368867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dirty="0">
                <a:solidFill>
                  <a:schemeClr val="dk1"/>
                </a:solidFill>
                <a:latin typeface="Space Grotesk"/>
                <a:ea typeface="Space Grotesk"/>
                <a:cs typeface="Space Grotesk"/>
                <a:sym typeface="Space Grotesk"/>
              </a:rPr>
              <a:t>Moving the control column right lowers the left aileron and raises the right aileron, causing the aircraft to bank right.</a:t>
            </a:r>
            <a:endParaRPr sz="1800" dirty="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1800" dirty="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800" dirty="0">
                <a:solidFill>
                  <a:schemeClr val="dk1"/>
                </a:solidFill>
                <a:latin typeface="Space Grotesk"/>
                <a:ea typeface="Space Grotesk"/>
                <a:cs typeface="Space Grotesk"/>
                <a:sym typeface="Space Grotesk"/>
              </a:rPr>
              <a:t>To stop the roll and stay banked, the pilot centers the control column, retracting the ailerons. To level the aircraft, the ailerons move opposite, then return to neutral.</a:t>
            </a:r>
            <a:endParaRPr sz="1800" dirty="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1800" dirty="0">
              <a:solidFill>
                <a:schemeClr val="dk1"/>
              </a:solidFill>
              <a:latin typeface="Space Grotesk"/>
              <a:ea typeface="Space Grotesk"/>
              <a:cs typeface="Space Grotesk"/>
              <a:sym typeface="Space Grotesk"/>
            </a:endParaRPr>
          </a:p>
        </p:txBody>
      </p:sp>
      <p:grpSp>
        <p:nvGrpSpPr>
          <p:cNvPr id="2889" name="Google Shape;2889;p62"/>
          <p:cNvGrpSpPr/>
          <p:nvPr/>
        </p:nvGrpSpPr>
        <p:grpSpPr>
          <a:xfrm>
            <a:off x="532225" y="1312113"/>
            <a:ext cx="3677817" cy="3402325"/>
            <a:chOff x="532225" y="1312113"/>
            <a:chExt cx="3677817" cy="3402325"/>
          </a:xfrm>
        </p:grpSpPr>
        <p:pic>
          <p:nvPicPr>
            <p:cNvPr id="2890" name="Google Shape;2890;p62"/>
            <p:cNvPicPr preferRelativeResize="0"/>
            <p:nvPr/>
          </p:nvPicPr>
          <p:blipFill>
            <a:blip r:embed="rId3">
              <a:alphaModFix/>
            </a:blip>
            <a:stretch>
              <a:fillRect/>
            </a:stretch>
          </p:blipFill>
          <p:spPr>
            <a:xfrm>
              <a:off x="532225" y="1312113"/>
              <a:ext cx="3677817" cy="3402325"/>
            </a:xfrm>
            <a:prstGeom prst="rect">
              <a:avLst/>
            </a:prstGeom>
            <a:noFill/>
            <a:ln>
              <a:noFill/>
            </a:ln>
          </p:spPr>
        </p:pic>
        <p:sp>
          <p:nvSpPr>
            <p:cNvPr id="2891" name="Google Shape;2891;p62"/>
            <p:cNvSpPr/>
            <p:nvPr/>
          </p:nvSpPr>
          <p:spPr>
            <a:xfrm>
              <a:off x="577300" y="1337875"/>
              <a:ext cx="960600" cy="3333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2" name="Google Shape;2892;p62"/>
            <p:cNvSpPr/>
            <p:nvPr/>
          </p:nvSpPr>
          <p:spPr>
            <a:xfrm>
              <a:off x="1465850" y="1362525"/>
              <a:ext cx="1092300" cy="2829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3" name="Google Shape;2893;p62"/>
            <p:cNvSpPr/>
            <p:nvPr/>
          </p:nvSpPr>
          <p:spPr>
            <a:xfrm>
              <a:off x="2447675" y="1350700"/>
              <a:ext cx="642300" cy="3333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4" name="Google Shape;2894;p62"/>
            <p:cNvSpPr/>
            <p:nvPr/>
          </p:nvSpPr>
          <p:spPr>
            <a:xfrm>
              <a:off x="2668150" y="2504400"/>
              <a:ext cx="806100" cy="388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5" name="Google Shape;2895;p62"/>
            <p:cNvSpPr/>
            <p:nvPr/>
          </p:nvSpPr>
          <p:spPr>
            <a:xfrm>
              <a:off x="633975" y="2730250"/>
              <a:ext cx="1376100" cy="1357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6" name="Google Shape;2896;p62"/>
            <p:cNvSpPr/>
            <p:nvPr/>
          </p:nvSpPr>
          <p:spPr>
            <a:xfrm rot="-1638435">
              <a:off x="2688930" y="3203092"/>
              <a:ext cx="642163" cy="333293"/>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7" name="Google Shape;2897;p62"/>
            <p:cNvSpPr/>
            <p:nvPr/>
          </p:nvSpPr>
          <p:spPr>
            <a:xfrm rot="-1759190">
              <a:off x="2865774" y="3519537"/>
              <a:ext cx="642046" cy="181331"/>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8" name="Google Shape;2898;p62"/>
            <p:cNvSpPr/>
            <p:nvPr/>
          </p:nvSpPr>
          <p:spPr>
            <a:xfrm rot="-1759190">
              <a:off x="1839301" y="3773680"/>
              <a:ext cx="642046" cy="251847"/>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2899" name="Google Shape;2899;p62"/>
            <p:cNvSpPr/>
            <p:nvPr/>
          </p:nvSpPr>
          <p:spPr>
            <a:xfrm rot="-1759190">
              <a:off x="1969728" y="4017666"/>
              <a:ext cx="642046" cy="105308"/>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03"/>
        <p:cNvGrpSpPr/>
        <p:nvPr/>
      </p:nvGrpSpPr>
      <p:grpSpPr>
        <a:xfrm>
          <a:off x="0" y="0"/>
          <a:ext cx="0" cy="0"/>
          <a:chOff x="0" y="0"/>
          <a:chExt cx="0" cy="0"/>
        </a:xfrm>
      </p:grpSpPr>
      <p:sp>
        <p:nvSpPr>
          <p:cNvPr id="2904" name="Google Shape;2904;p63"/>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7 </a:t>
            </a:r>
            <a:endParaRPr sz="3200"/>
          </a:p>
          <a:p>
            <a:pPr marL="0" lvl="0" indent="0" algn="l" rtl="0">
              <a:spcBef>
                <a:spcPts val="0"/>
              </a:spcBef>
              <a:spcAft>
                <a:spcPts val="0"/>
              </a:spcAft>
              <a:buNone/>
            </a:pPr>
            <a:r>
              <a:rPr lang="en" sz="3200"/>
              <a:t>CONFIRMATION</a:t>
            </a:r>
            <a:endParaRPr sz="3200"/>
          </a:p>
        </p:txBody>
      </p:sp>
      <p:sp>
        <p:nvSpPr>
          <p:cNvPr id="2905" name="Google Shape;2905;p63"/>
          <p:cNvSpPr txBox="1"/>
          <p:nvPr/>
        </p:nvSpPr>
        <p:spPr>
          <a:xfrm>
            <a:off x="1228275" y="1911875"/>
            <a:ext cx="65592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How do ailerons produce roll around the longitudinal axis?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How does the pilot control the ailerons?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How does the pilot stop the roll and stay in the banked position?</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09"/>
        <p:cNvGrpSpPr/>
        <p:nvPr/>
      </p:nvGrpSpPr>
      <p:grpSpPr>
        <a:xfrm>
          <a:off x="0" y="0"/>
          <a:ext cx="0" cy="0"/>
          <a:chOff x="0" y="0"/>
          <a:chExt cx="0" cy="0"/>
        </a:xfrm>
      </p:grpSpPr>
      <p:sp>
        <p:nvSpPr>
          <p:cNvPr id="2910" name="Google Shape;2910;p64"/>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7 </a:t>
            </a:r>
            <a:endParaRPr sz="3200"/>
          </a:p>
          <a:p>
            <a:pPr marL="0" lvl="0" indent="0" algn="l" rtl="0">
              <a:spcBef>
                <a:spcPts val="0"/>
              </a:spcBef>
              <a:spcAft>
                <a:spcPts val="0"/>
              </a:spcAft>
              <a:buNone/>
            </a:pPr>
            <a:r>
              <a:rPr lang="en" sz="3200"/>
              <a:t>CONFIRMATION</a:t>
            </a:r>
            <a:endParaRPr sz="3200"/>
          </a:p>
        </p:txBody>
      </p:sp>
      <p:sp>
        <p:nvSpPr>
          <p:cNvPr id="2911" name="Google Shape;2911;p64"/>
          <p:cNvSpPr txBox="1"/>
          <p:nvPr/>
        </p:nvSpPr>
        <p:spPr>
          <a:xfrm>
            <a:off x="1228275" y="1776700"/>
            <a:ext cx="65592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As one aileron is raised the other is lowered so they push up on one wing and down on the other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Simultaneously.</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The pilot moves the control column to the left to roll to the left and to the right to roll to the right.</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To stop the roll and stay in a bank, the pilot returns the control column to centre.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15"/>
        <p:cNvGrpSpPr/>
        <p:nvPr/>
      </p:nvGrpSpPr>
      <p:grpSpPr>
        <a:xfrm>
          <a:off x="0" y="0"/>
          <a:ext cx="0" cy="0"/>
          <a:chOff x="0" y="0"/>
          <a:chExt cx="0" cy="0"/>
        </a:xfrm>
      </p:grpSpPr>
      <p:sp>
        <p:nvSpPr>
          <p:cNvPr id="2916" name="Google Shape;2916;p65"/>
          <p:cNvSpPr txBox="1">
            <a:spLocks noGrp="1"/>
          </p:cNvSpPr>
          <p:nvPr>
            <p:ph type="title"/>
          </p:nvPr>
        </p:nvSpPr>
        <p:spPr>
          <a:xfrm>
            <a:off x="928150" y="2560750"/>
            <a:ext cx="57405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Explain the Operation </a:t>
            </a:r>
            <a:endParaRPr sz="2700"/>
          </a:p>
          <a:p>
            <a:pPr marL="0" lvl="0" indent="0" algn="l" rtl="0">
              <a:spcBef>
                <a:spcPts val="0"/>
              </a:spcBef>
              <a:spcAft>
                <a:spcPts val="0"/>
              </a:spcAft>
              <a:buNone/>
            </a:pPr>
            <a:r>
              <a:rPr lang="en" sz="2700"/>
              <a:t>of Flaps</a:t>
            </a:r>
            <a:endParaRPr sz="2700"/>
          </a:p>
        </p:txBody>
      </p:sp>
      <p:sp>
        <p:nvSpPr>
          <p:cNvPr id="2917" name="Google Shape;2917;p65"/>
          <p:cNvSpPr txBox="1">
            <a:spLocks noGrp="1"/>
          </p:cNvSpPr>
          <p:nvPr>
            <p:ph type="title" idx="2"/>
          </p:nvPr>
        </p:nvSpPr>
        <p:spPr>
          <a:xfrm>
            <a:off x="1018275" y="1165000"/>
            <a:ext cx="14661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TP8</a:t>
            </a:r>
            <a:endParaRPr/>
          </a:p>
        </p:txBody>
      </p:sp>
      <p:grpSp>
        <p:nvGrpSpPr>
          <p:cNvPr id="2918" name="Google Shape;2918;p65"/>
          <p:cNvGrpSpPr/>
          <p:nvPr/>
        </p:nvGrpSpPr>
        <p:grpSpPr>
          <a:xfrm>
            <a:off x="4243380" y="953228"/>
            <a:ext cx="3480772" cy="2487986"/>
            <a:chOff x="4243380" y="953228"/>
            <a:chExt cx="3480772" cy="2487986"/>
          </a:xfrm>
        </p:grpSpPr>
        <p:grpSp>
          <p:nvGrpSpPr>
            <p:cNvPr id="2919" name="Google Shape;2919;p65"/>
            <p:cNvGrpSpPr/>
            <p:nvPr/>
          </p:nvGrpSpPr>
          <p:grpSpPr>
            <a:xfrm flipH="1">
              <a:off x="4243380" y="953228"/>
              <a:ext cx="3480772" cy="2487986"/>
              <a:chOff x="3609425" y="1808600"/>
              <a:chExt cx="3237325" cy="2313975"/>
            </a:xfrm>
          </p:grpSpPr>
          <p:sp>
            <p:nvSpPr>
              <p:cNvPr id="2920" name="Google Shape;2920;p65"/>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65"/>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65"/>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65"/>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65"/>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65"/>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65"/>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65"/>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65"/>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65"/>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65"/>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65"/>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65"/>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65"/>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65"/>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65"/>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65"/>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65"/>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65"/>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65"/>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65"/>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65"/>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65"/>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65"/>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65"/>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65"/>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65"/>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65"/>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65"/>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65"/>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65"/>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65"/>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65"/>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65"/>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65"/>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65"/>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65"/>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65"/>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65"/>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65"/>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65"/>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65"/>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65"/>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65"/>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65"/>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65"/>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65"/>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65"/>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65"/>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65"/>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65"/>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65"/>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65"/>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65"/>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65"/>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65"/>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65"/>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65"/>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65"/>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65"/>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65"/>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65"/>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65"/>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65"/>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65"/>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65"/>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65"/>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65"/>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65"/>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65"/>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65"/>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65"/>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65"/>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65"/>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65"/>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65"/>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65"/>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65"/>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65"/>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65"/>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65"/>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65"/>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65"/>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65"/>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65"/>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65"/>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65"/>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65"/>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65"/>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65"/>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65"/>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65"/>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65"/>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65"/>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65"/>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65"/>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65"/>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65"/>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65"/>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65"/>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65"/>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65"/>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65"/>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65"/>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65"/>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65"/>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65"/>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65"/>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65"/>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65"/>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65"/>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65"/>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65"/>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3" name="Google Shape;3033;p65"/>
            <p:cNvSpPr/>
            <p:nvPr/>
          </p:nvSpPr>
          <p:spPr>
            <a:xfrm flipH="1">
              <a:off x="6046793" y="1000238"/>
              <a:ext cx="293234" cy="8978"/>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37"/>
        <p:cNvGrpSpPr/>
        <p:nvPr/>
      </p:nvGrpSpPr>
      <p:grpSpPr>
        <a:xfrm>
          <a:off x="0" y="0"/>
          <a:ext cx="0" cy="0"/>
          <a:chOff x="0" y="0"/>
          <a:chExt cx="0" cy="0"/>
        </a:xfrm>
      </p:grpSpPr>
      <p:sp>
        <p:nvSpPr>
          <p:cNvPr id="3038" name="Google Shape;3038;p66"/>
          <p:cNvSpPr txBox="1"/>
          <p:nvPr/>
        </p:nvSpPr>
        <p:spPr>
          <a:xfrm>
            <a:off x="913500" y="605075"/>
            <a:ext cx="7712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solidFill>
                  <a:schemeClr val="dk1"/>
                </a:solidFill>
                <a:latin typeface="Space Grotesk"/>
                <a:ea typeface="Space Grotesk"/>
                <a:cs typeface="Space Grotesk"/>
                <a:sym typeface="Space Grotesk"/>
              </a:rPr>
              <a:t>The aircraft’s flaps are also located on the trailing edge of the wing, as are ailerons, but the flaps are placed nearer to the fuselage.</a:t>
            </a:r>
            <a:endParaRPr i="1">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039" name="Google Shape;3039;p66"/>
          <p:cNvSpPr txBox="1"/>
          <p:nvPr/>
        </p:nvSpPr>
        <p:spPr>
          <a:xfrm>
            <a:off x="4087125" y="1020725"/>
            <a:ext cx="4966819" cy="33701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dirty="0">
                <a:solidFill>
                  <a:schemeClr val="dk1"/>
                </a:solidFill>
                <a:latin typeface="Space Grotesk"/>
                <a:ea typeface="Space Grotesk"/>
                <a:cs typeface="Space Grotesk"/>
                <a:sym typeface="Space Grotesk"/>
              </a:rPr>
              <a:t>Flaps are used to generate lift at the expense of airspeed and both left and right flaps operate simultaneously.</a:t>
            </a:r>
            <a:endParaRPr sz="1800" dirty="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1800" dirty="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800" dirty="0">
                <a:solidFill>
                  <a:schemeClr val="dk1"/>
                </a:solidFill>
                <a:latin typeface="Space Grotesk"/>
                <a:ea typeface="Space Grotesk"/>
                <a:cs typeface="Space Grotesk"/>
                <a:sym typeface="Space Grotesk"/>
              </a:rPr>
              <a:t>Flaps are </a:t>
            </a:r>
            <a:r>
              <a:rPr lang="en" sz="1800" dirty="0">
                <a:solidFill>
                  <a:srgbClr val="FF0000"/>
                </a:solidFill>
                <a:latin typeface="Space Grotesk"/>
                <a:ea typeface="Space Grotesk"/>
                <a:cs typeface="Space Grotesk"/>
                <a:sym typeface="Space Grotesk"/>
              </a:rPr>
              <a:t>lowered to increase lift and slow the aircraft</a:t>
            </a:r>
            <a:r>
              <a:rPr lang="en" sz="1800" dirty="0">
                <a:solidFill>
                  <a:schemeClr val="dk1"/>
                </a:solidFill>
                <a:latin typeface="Space Grotesk"/>
                <a:ea typeface="Space Grotesk"/>
                <a:cs typeface="Space Grotesk"/>
                <a:sym typeface="Space Grotesk"/>
              </a:rPr>
              <a:t>. As air moves over the lower surface of the wing, it slows down, causing the flaps to </a:t>
            </a:r>
            <a:r>
              <a:rPr lang="en" sz="1800" dirty="0">
                <a:solidFill>
                  <a:srgbClr val="FF0000"/>
                </a:solidFill>
                <a:latin typeface="Space Grotesk"/>
                <a:ea typeface="Space Grotesk"/>
                <a:cs typeface="Space Grotesk"/>
                <a:sym typeface="Space Grotesk"/>
              </a:rPr>
              <a:t>generate lift</a:t>
            </a:r>
            <a:r>
              <a:rPr lang="en" sz="1800" dirty="0">
                <a:solidFill>
                  <a:schemeClr val="dk1"/>
                </a:solidFill>
                <a:latin typeface="Space Grotesk"/>
                <a:ea typeface="Space Grotesk"/>
                <a:cs typeface="Space Grotesk"/>
                <a:sym typeface="Space Grotesk"/>
              </a:rPr>
              <a:t>. At the same time, the flaps </a:t>
            </a:r>
            <a:r>
              <a:rPr lang="en" sz="1800" dirty="0">
                <a:solidFill>
                  <a:srgbClr val="FF0000"/>
                </a:solidFill>
                <a:latin typeface="Space Grotesk"/>
                <a:ea typeface="Space Grotesk"/>
                <a:cs typeface="Space Grotesk"/>
                <a:sym typeface="Space Grotesk"/>
              </a:rPr>
              <a:t>generate drag</a:t>
            </a:r>
            <a:r>
              <a:rPr lang="en" sz="1800" dirty="0">
                <a:solidFill>
                  <a:schemeClr val="dk1"/>
                </a:solidFill>
                <a:latin typeface="Space Grotesk"/>
                <a:ea typeface="Space Grotesk"/>
                <a:cs typeface="Space Grotesk"/>
                <a:sym typeface="Space Grotesk"/>
              </a:rPr>
              <a:t>, which slows the aircraft. When fully lowered, the drag becomes greater than the lift.</a:t>
            </a:r>
            <a:endParaRPr sz="1800" dirty="0">
              <a:solidFill>
                <a:schemeClr val="dk1"/>
              </a:solidFill>
              <a:latin typeface="Space Grotesk"/>
              <a:ea typeface="Space Grotesk"/>
              <a:cs typeface="Space Grotesk"/>
              <a:sym typeface="Space Grotesk"/>
            </a:endParaRPr>
          </a:p>
        </p:txBody>
      </p:sp>
      <p:pic>
        <p:nvPicPr>
          <p:cNvPr id="3040" name="Google Shape;3040;p66"/>
          <p:cNvPicPr preferRelativeResize="0"/>
          <p:nvPr/>
        </p:nvPicPr>
        <p:blipFill>
          <a:blip r:embed="rId3">
            <a:alphaModFix/>
          </a:blip>
          <a:stretch>
            <a:fillRect/>
          </a:stretch>
        </p:blipFill>
        <p:spPr>
          <a:xfrm>
            <a:off x="373586" y="1708975"/>
            <a:ext cx="3290975" cy="2138375"/>
          </a:xfrm>
          <a:prstGeom prst="rect">
            <a:avLst/>
          </a:prstGeom>
          <a:solidFill>
            <a:schemeClr val="accent4"/>
          </a:solidFill>
          <a:ln w="9525" cap="flat" cmpd="sng">
            <a:solidFill>
              <a:schemeClr val="dk1"/>
            </a:solidFill>
            <a:prstDash val="solid"/>
            <a:round/>
            <a:headEnd type="none" w="sm" len="sm"/>
            <a:tailEnd type="none" w="sm" len="sm"/>
          </a:ln>
        </p:spPr>
      </p:pic>
      <p:sp>
        <p:nvSpPr>
          <p:cNvPr id="3041" name="Google Shape;3041;p66"/>
          <p:cNvSpPr txBox="1"/>
          <p:nvPr/>
        </p:nvSpPr>
        <p:spPr>
          <a:xfrm>
            <a:off x="426988" y="4119950"/>
            <a:ext cx="402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solidFill>
                  <a:schemeClr val="dk1"/>
                </a:solidFill>
                <a:latin typeface="Space Grotesk"/>
                <a:ea typeface="Space Grotesk"/>
                <a:cs typeface="Space Grotesk"/>
                <a:sym typeface="Space Grotesk"/>
              </a:rPr>
              <a:t>(Flaps allow for shorter and safer landings.)</a:t>
            </a:r>
            <a:endParaRPr i="1">
              <a:solidFill>
                <a:schemeClr val="dk1"/>
              </a:solidFill>
              <a:latin typeface="Space Grotesk"/>
              <a:ea typeface="Space Grotesk"/>
              <a:cs typeface="Space Grotesk"/>
              <a:sym typeface="Space Grotesk"/>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5"/>
        <p:cNvGrpSpPr/>
        <p:nvPr/>
      </p:nvGrpSpPr>
      <p:grpSpPr>
        <a:xfrm>
          <a:off x="0" y="0"/>
          <a:ext cx="0" cy="0"/>
          <a:chOff x="0" y="0"/>
          <a:chExt cx="0" cy="0"/>
        </a:xfrm>
      </p:grpSpPr>
      <p:sp>
        <p:nvSpPr>
          <p:cNvPr id="3046" name="Google Shape;3046;p67"/>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8 </a:t>
            </a:r>
            <a:endParaRPr sz="3200"/>
          </a:p>
          <a:p>
            <a:pPr marL="0" lvl="0" indent="0" algn="l" rtl="0">
              <a:spcBef>
                <a:spcPts val="0"/>
              </a:spcBef>
              <a:spcAft>
                <a:spcPts val="0"/>
              </a:spcAft>
              <a:buNone/>
            </a:pPr>
            <a:r>
              <a:rPr lang="en" sz="3200"/>
              <a:t>CONFIRMATION</a:t>
            </a:r>
            <a:endParaRPr sz="3200"/>
          </a:p>
        </p:txBody>
      </p:sp>
      <p:sp>
        <p:nvSpPr>
          <p:cNvPr id="3047" name="Google Shape;3047;p67"/>
          <p:cNvSpPr txBox="1"/>
          <p:nvPr/>
        </p:nvSpPr>
        <p:spPr>
          <a:xfrm>
            <a:off x="1228275" y="1911875"/>
            <a:ext cx="65592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Where are an aircraft’s flaps located?</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What are flaps used for?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How do flaps affect an aircraft’s landing performance?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51"/>
        <p:cNvGrpSpPr/>
        <p:nvPr/>
      </p:nvGrpSpPr>
      <p:grpSpPr>
        <a:xfrm>
          <a:off x="0" y="0"/>
          <a:ext cx="0" cy="0"/>
          <a:chOff x="0" y="0"/>
          <a:chExt cx="0" cy="0"/>
        </a:xfrm>
      </p:grpSpPr>
      <p:sp>
        <p:nvSpPr>
          <p:cNvPr id="3052" name="Google Shape;3052;p68"/>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8 </a:t>
            </a:r>
            <a:endParaRPr sz="3200"/>
          </a:p>
          <a:p>
            <a:pPr marL="0" lvl="0" indent="0" algn="l" rtl="0">
              <a:spcBef>
                <a:spcPts val="0"/>
              </a:spcBef>
              <a:spcAft>
                <a:spcPts val="0"/>
              </a:spcAft>
              <a:buNone/>
            </a:pPr>
            <a:r>
              <a:rPr lang="en" sz="3200"/>
              <a:t>CONFIRMATION</a:t>
            </a:r>
            <a:endParaRPr sz="3200"/>
          </a:p>
        </p:txBody>
      </p:sp>
      <p:sp>
        <p:nvSpPr>
          <p:cNvPr id="3053" name="Google Shape;3053;p68"/>
          <p:cNvSpPr txBox="1"/>
          <p:nvPr/>
        </p:nvSpPr>
        <p:spPr>
          <a:xfrm>
            <a:off x="1228275" y="1911875"/>
            <a:ext cx="6559200" cy="323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An aircraft’s flaps are located on the trailing edge of the wings, close to the fuselage.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Flaps are used to slow the aircraft and simultaneously generate lift.</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By slowing the aircraft, flaps allow shorter and safer landings.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57"/>
        <p:cNvGrpSpPr/>
        <p:nvPr/>
      </p:nvGrpSpPr>
      <p:grpSpPr>
        <a:xfrm>
          <a:off x="0" y="0"/>
          <a:ext cx="0" cy="0"/>
          <a:chOff x="0" y="0"/>
          <a:chExt cx="0" cy="0"/>
        </a:xfrm>
      </p:grpSpPr>
      <p:sp>
        <p:nvSpPr>
          <p:cNvPr id="3058" name="Google Shape;3058;p69"/>
          <p:cNvSpPr txBox="1">
            <a:spLocks noGrp="1"/>
          </p:cNvSpPr>
          <p:nvPr>
            <p:ph type="title"/>
          </p:nvPr>
        </p:nvSpPr>
        <p:spPr>
          <a:xfrm>
            <a:off x="928150" y="2560750"/>
            <a:ext cx="44658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Explain the Use of Trim Tabs</a:t>
            </a:r>
            <a:endParaRPr sz="2700"/>
          </a:p>
        </p:txBody>
      </p:sp>
      <p:sp>
        <p:nvSpPr>
          <p:cNvPr id="3059" name="Google Shape;3059;p69"/>
          <p:cNvSpPr txBox="1">
            <a:spLocks noGrp="1"/>
          </p:cNvSpPr>
          <p:nvPr>
            <p:ph type="title" idx="2"/>
          </p:nvPr>
        </p:nvSpPr>
        <p:spPr>
          <a:xfrm>
            <a:off x="1018275" y="1165000"/>
            <a:ext cx="14661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TP9</a:t>
            </a:r>
            <a:endParaRPr/>
          </a:p>
        </p:txBody>
      </p:sp>
      <p:grpSp>
        <p:nvGrpSpPr>
          <p:cNvPr id="3060" name="Google Shape;3060;p69"/>
          <p:cNvGrpSpPr/>
          <p:nvPr/>
        </p:nvGrpSpPr>
        <p:grpSpPr>
          <a:xfrm>
            <a:off x="4198734" y="1033882"/>
            <a:ext cx="3860738" cy="3238037"/>
            <a:chOff x="5884995" y="942492"/>
            <a:chExt cx="2285407" cy="1809464"/>
          </a:xfrm>
        </p:grpSpPr>
        <p:grpSp>
          <p:nvGrpSpPr>
            <p:cNvPr id="3061" name="Google Shape;3061;p69"/>
            <p:cNvGrpSpPr/>
            <p:nvPr/>
          </p:nvGrpSpPr>
          <p:grpSpPr>
            <a:xfrm>
              <a:off x="5977675" y="942492"/>
              <a:ext cx="1784618" cy="1809464"/>
              <a:chOff x="1547100" y="3125075"/>
              <a:chExt cx="1804650" cy="1829775"/>
            </a:xfrm>
          </p:grpSpPr>
          <p:sp>
            <p:nvSpPr>
              <p:cNvPr id="3062" name="Google Shape;3062;p69"/>
              <p:cNvSpPr/>
              <p:nvPr/>
            </p:nvSpPr>
            <p:spPr>
              <a:xfrm>
                <a:off x="2452750" y="3637275"/>
                <a:ext cx="212675" cy="221800"/>
              </a:xfrm>
              <a:custGeom>
                <a:avLst/>
                <a:gdLst/>
                <a:ahLst/>
                <a:cxnLst/>
                <a:rect l="l" t="t" r="r" b="b"/>
                <a:pathLst>
                  <a:path w="8507" h="8872" extrusionOk="0">
                    <a:moveTo>
                      <a:pt x="5077" y="310"/>
                    </a:moveTo>
                    <a:cubicBezTo>
                      <a:pt x="5486" y="310"/>
                      <a:pt x="5938" y="455"/>
                      <a:pt x="6472" y="765"/>
                    </a:cubicBezTo>
                    <a:cubicBezTo>
                      <a:pt x="7373" y="1299"/>
                      <a:pt x="7906" y="1899"/>
                      <a:pt x="8040" y="2567"/>
                    </a:cubicBezTo>
                    <a:cubicBezTo>
                      <a:pt x="8207" y="3300"/>
                      <a:pt x="7940" y="4101"/>
                      <a:pt x="7273" y="5035"/>
                    </a:cubicBezTo>
                    <a:cubicBezTo>
                      <a:pt x="6474" y="6121"/>
                      <a:pt x="4269" y="8552"/>
                      <a:pt x="3205" y="8552"/>
                    </a:cubicBezTo>
                    <a:cubicBezTo>
                      <a:pt x="3157" y="8552"/>
                      <a:pt x="3112" y="8547"/>
                      <a:pt x="3070" y="8537"/>
                    </a:cubicBezTo>
                    <a:cubicBezTo>
                      <a:pt x="2202" y="8304"/>
                      <a:pt x="701" y="7136"/>
                      <a:pt x="534" y="6403"/>
                    </a:cubicBezTo>
                    <a:cubicBezTo>
                      <a:pt x="368" y="5602"/>
                      <a:pt x="2002" y="2967"/>
                      <a:pt x="2669" y="2100"/>
                    </a:cubicBezTo>
                    <a:cubicBezTo>
                      <a:pt x="3531" y="966"/>
                      <a:pt x="4208" y="310"/>
                      <a:pt x="5077" y="310"/>
                    </a:cubicBezTo>
                    <a:close/>
                    <a:moveTo>
                      <a:pt x="5085" y="1"/>
                    </a:moveTo>
                    <a:cubicBezTo>
                      <a:pt x="4100" y="1"/>
                      <a:pt x="3322" y="718"/>
                      <a:pt x="2436" y="1899"/>
                    </a:cubicBezTo>
                    <a:cubicBezTo>
                      <a:pt x="2036" y="2400"/>
                      <a:pt x="1" y="5435"/>
                      <a:pt x="234" y="6469"/>
                    </a:cubicBezTo>
                    <a:cubicBezTo>
                      <a:pt x="434" y="7403"/>
                      <a:pt x="2102" y="8604"/>
                      <a:pt x="3003" y="8838"/>
                    </a:cubicBezTo>
                    <a:cubicBezTo>
                      <a:pt x="3070" y="8838"/>
                      <a:pt x="3136" y="8871"/>
                      <a:pt x="3203" y="8871"/>
                    </a:cubicBezTo>
                    <a:cubicBezTo>
                      <a:pt x="4771" y="8871"/>
                      <a:pt x="7473" y="5268"/>
                      <a:pt x="7506" y="5235"/>
                    </a:cubicBezTo>
                    <a:cubicBezTo>
                      <a:pt x="8240" y="4234"/>
                      <a:pt x="8507" y="3300"/>
                      <a:pt x="8340" y="2500"/>
                    </a:cubicBezTo>
                    <a:cubicBezTo>
                      <a:pt x="8173" y="1733"/>
                      <a:pt x="7606" y="1065"/>
                      <a:pt x="6639" y="498"/>
                    </a:cubicBezTo>
                    <a:cubicBezTo>
                      <a:pt x="6054" y="158"/>
                      <a:pt x="5547" y="1"/>
                      <a:pt x="50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69"/>
              <p:cNvSpPr/>
              <p:nvPr/>
            </p:nvSpPr>
            <p:spPr>
              <a:xfrm>
                <a:off x="2525300" y="3711350"/>
                <a:ext cx="98425" cy="63475"/>
              </a:xfrm>
              <a:custGeom>
                <a:avLst/>
                <a:gdLst/>
                <a:ahLst/>
                <a:cxnLst/>
                <a:rect l="l" t="t" r="r" b="b"/>
                <a:pathLst>
                  <a:path w="3937" h="2539" extrusionOk="0">
                    <a:moveTo>
                      <a:pt x="186" y="1"/>
                    </a:moveTo>
                    <a:cubicBezTo>
                      <a:pt x="157" y="1"/>
                      <a:pt x="126" y="12"/>
                      <a:pt x="101" y="37"/>
                    </a:cubicBezTo>
                    <a:cubicBezTo>
                      <a:pt x="34" y="71"/>
                      <a:pt x="1" y="171"/>
                      <a:pt x="34" y="237"/>
                    </a:cubicBezTo>
                    <a:cubicBezTo>
                      <a:pt x="401" y="838"/>
                      <a:pt x="968" y="1371"/>
                      <a:pt x="1669" y="1772"/>
                    </a:cubicBezTo>
                    <a:cubicBezTo>
                      <a:pt x="2236" y="2105"/>
                      <a:pt x="2903" y="2372"/>
                      <a:pt x="3703" y="2539"/>
                    </a:cubicBezTo>
                    <a:lnTo>
                      <a:pt x="3737" y="2539"/>
                    </a:lnTo>
                    <a:cubicBezTo>
                      <a:pt x="3837" y="2539"/>
                      <a:pt x="3870" y="2506"/>
                      <a:pt x="3904" y="2439"/>
                    </a:cubicBezTo>
                    <a:cubicBezTo>
                      <a:pt x="3937" y="2339"/>
                      <a:pt x="3870" y="2272"/>
                      <a:pt x="3804" y="2239"/>
                    </a:cubicBezTo>
                    <a:cubicBezTo>
                      <a:pt x="3003" y="2072"/>
                      <a:pt x="2369" y="1805"/>
                      <a:pt x="1802" y="1505"/>
                    </a:cubicBezTo>
                    <a:cubicBezTo>
                      <a:pt x="1168" y="1138"/>
                      <a:pt x="635" y="638"/>
                      <a:pt x="301" y="71"/>
                    </a:cubicBezTo>
                    <a:cubicBezTo>
                      <a:pt x="280" y="29"/>
                      <a:pt x="234" y="1"/>
                      <a:pt x="1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69"/>
              <p:cNvSpPr/>
              <p:nvPr/>
            </p:nvSpPr>
            <p:spPr>
              <a:xfrm>
                <a:off x="2521150" y="3777725"/>
                <a:ext cx="56725" cy="34625"/>
              </a:xfrm>
              <a:custGeom>
                <a:avLst/>
                <a:gdLst/>
                <a:ahLst/>
                <a:cxnLst/>
                <a:rect l="l" t="t" r="r" b="b"/>
                <a:pathLst>
                  <a:path w="2269" h="1385" extrusionOk="0">
                    <a:moveTo>
                      <a:pt x="150" y="1"/>
                    </a:moveTo>
                    <a:cubicBezTo>
                      <a:pt x="108" y="1"/>
                      <a:pt x="67" y="17"/>
                      <a:pt x="33" y="51"/>
                    </a:cubicBezTo>
                    <a:cubicBezTo>
                      <a:pt x="0" y="117"/>
                      <a:pt x="0" y="218"/>
                      <a:pt x="67" y="284"/>
                    </a:cubicBezTo>
                    <a:cubicBezTo>
                      <a:pt x="634" y="785"/>
                      <a:pt x="1334" y="1185"/>
                      <a:pt x="2068" y="1385"/>
                    </a:cubicBezTo>
                    <a:lnTo>
                      <a:pt x="2102" y="1385"/>
                    </a:lnTo>
                    <a:cubicBezTo>
                      <a:pt x="2168" y="1385"/>
                      <a:pt x="2235" y="1352"/>
                      <a:pt x="2235" y="1285"/>
                    </a:cubicBezTo>
                    <a:cubicBezTo>
                      <a:pt x="2268" y="1185"/>
                      <a:pt x="2235" y="1118"/>
                      <a:pt x="2135" y="1085"/>
                    </a:cubicBezTo>
                    <a:cubicBezTo>
                      <a:pt x="1434" y="885"/>
                      <a:pt x="801" y="518"/>
                      <a:pt x="267" y="51"/>
                    </a:cubicBezTo>
                    <a:cubicBezTo>
                      <a:pt x="234" y="17"/>
                      <a:pt x="192" y="1"/>
                      <a:pt x="1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69"/>
              <p:cNvSpPr/>
              <p:nvPr/>
            </p:nvSpPr>
            <p:spPr>
              <a:xfrm>
                <a:off x="2544500" y="3648900"/>
                <a:ext cx="115925" cy="89250"/>
              </a:xfrm>
              <a:custGeom>
                <a:avLst/>
                <a:gdLst/>
                <a:ahLst/>
                <a:cxnLst/>
                <a:rect l="l" t="t" r="r" b="b"/>
                <a:pathLst>
                  <a:path w="4637" h="3570" extrusionOk="0">
                    <a:moveTo>
                      <a:pt x="167" y="0"/>
                    </a:moveTo>
                    <a:cubicBezTo>
                      <a:pt x="67" y="0"/>
                      <a:pt x="0" y="67"/>
                      <a:pt x="0" y="167"/>
                    </a:cubicBezTo>
                    <a:cubicBezTo>
                      <a:pt x="33" y="834"/>
                      <a:pt x="267" y="1468"/>
                      <a:pt x="801" y="2001"/>
                    </a:cubicBezTo>
                    <a:cubicBezTo>
                      <a:pt x="1201" y="2435"/>
                      <a:pt x="1735" y="2802"/>
                      <a:pt x="2502" y="3169"/>
                    </a:cubicBezTo>
                    <a:cubicBezTo>
                      <a:pt x="2935" y="3369"/>
                      <a:pt x="3436" y="3569"/>
                      <a:pt x="3903" y="3569"/>
                    </a:cubicBezTo>
                    <a:cubicBezTo>
                      <a:pt x="4103" y="3569"/>
                      <a:pt x="4303" y="3536"/>
                      <a:pt x="4537" y="3436"/>
                    </a:cubicBezTo>
                    <a:cubicBezTo>
                      <a:pt x="4603" y="3402"/>
                      <a:pt x="4637" y="3302"/>
                      <a:pt x="4603" y="3236"/>
                    </a:cubicBezTo>
                    <a:cubicBezTo>
                      <a:pt x="4578" y="3161"/>
                      <a:pt x="4516" y="3123"/>
                      <a:pt x="4458" y="3123"/>
                    </a:cubicBezTo>
                    <a:cubicBezTo>
                      <a:pt x="4439" y="3123"/>
                      <a:pt x="4420" y="3127"/>
                      <a:pt x="4403" y="3136"/>
                    </a:cubicBezTo>
                    <a:cubicBezTo>
                      <a:pt x="4247" y="3214"/>
                      <a:pt x="4079" y="3246"/>
                      <a:pt x="3906" y="3246"/>
                    </a:cubicBezTo>
                    <a:cubicBezTo>
                      <a:pt x="3487" y="3246"/>
                      <a:pt x="3036" y="3057"/>
                      <a:pt x="2635" y="2869"/>
                    </a:cubicBezTo>
                    <a:cubicBezTo>
                      <a:pt x="1935" y="2535"/>
                      <a:pt x="1401" y="2202"/>
                      <a:pt x="1034" y="1801"/>
                    </a:cubicBezTo>
                    <a:cubicBezTo>
                      <a:pt x="567" y="1301"/>
                      <a:pt x="334" y="734"/>
                      <a:pt x="334" y="167"/>
                    </a:cubicBezTo>
                    <a:cubicBezTo>
                      <a:pt x="334" y="67"/>
                      <a:pt x="267"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69"/>
              <p:cNvSpPr/>
              <p:nvPr/>
            </p:nvSpPr>
            <p:spPr>
              <a:xfrm>
                <a:off x="2561175" y="3648050"/>
                <a:ext cx="93425" cy="77575"/>
              </a:xfrm>
              <a:custGeom>
                <a:avLst/>
                <a:gdLst/>
                <a:ahLst/>
                <a:cxnLst/>
                <a:rect l="l" t="t" r="r" b="b"/>
                <a:pathLst>
                  <a:path w="3737" h="3103" extrusionOk="0">
                    <a:moveTo>
                      <a:pt x="567" y="334"/>
                    </a:moveTo>
                    <a:cubicBezTo>
                      <a:pt x="1134" y="334"/>
                      <a:pt x="2335" y="1235"/>
                      <a:pt x="2569" y="1435"/>
                    </a:cubicBezTo>
                    <a:cubicBezTo>
                      <a:pt x="2836" y="1702"/>
                      <a:pt x="3102" y="2035"/>
                      <a:pt x="3303" y="2336"/>
                    </a:cubicBezTo>
                    <a:cubicBezTo>
                      <a:pt x="3369" y="2502"/>
                      <a:pt x="3403" y="2636"/>
                      <a:pt x="3336" y="2736"/>
                    </a:cubicBezTo>
                    <a:cubicBezTo>
                      <a:pt x="3316" y="2775"/>
                      <a:pt x="3251" y="2791"/>
                      <a:pt x="3167" y="2791"/>
                    </a:cubicBezTo>
                    <a:cubicBezTo>
                      <a:pt x="3107" y="2791"/>
                      <a:pt x="3038" y="2783"/>
                      <a:pt x="2969" y="2769"/>
                    </a:cubicBezTo>
                    <a:cubicBezTo>
                      <a:pt x="1935" y="2469"/>
                      <a:pt x="1068" y="1869"/>
                      <a:pt x="567" y="1068"/>
                    </a:cubicBezTo>
                    <a:cubicBezTo>
                      <a:pt x="467" y="901"/>
                      <a:pt x="334" y="668"/>
                      <a:pt x="367" y="501"/>
                    </a:cubicBezTo>
                    <a:cubicBezTo>
                      <a:pt x="367" y="401"/>
                      <a:pt x="400" y="334"/>
                      <a:pt x="567" y="334"/>
                    </a:cubicBezTo>
                    <a:close/>
                    <a:moveTo>
                      <a:pt x="567" y="1"/>
                    </a:moveTo>
                    <a:cubicBezTo>
                      <a:pt x="267" y="1"/>
                      <a:pt x="100" y="167"/>
                      <a:pt x="67" y="434"/>
                    </a:cubicBezTo>
                    <a:cubicBezTo>
                      <a:pt x="0" y="735"/>
                      <a:pt x="167" y="1001"/>
                      <a:pt x="334" y="1235"/>
                    </a:cubicBezTo>
                    <a:cubicBezTo>
                      <a:pt x="834" y="2102"/>
                      <a:pt x="1768" y="2736"/>
                      <a:pt x="2902" y="3070"/>
                    </a:cubicBezTo>
                    <a:cubicBezTo>
                      <a:pt x="3002" y="3103"/>
                      <a:pt x="3069" y="3103"/>
                      <a:pt x="3169" y="3103"/>
                    </a:cubicBezTo>
                    <a:cubicBezTo>
                      <a:pt x="3336" y="3103"/>
                      <a:pt x="3503" y="3036"/>
                      <a:pt x="3603" y="2903"/>
                    </a:cubicBezTo>
                    <a:cubicBezTo>
                      <a:pt x="3736" y="2736"/>
                      <a:pt x="3736" y="2469"/>
                      <a:pt x="3569" y="2169"/>
                    </a:cubicBezTo>
                    <a:cubicBezTo>
                      <a:pt x="3369" y="1835"/>
                      <a:pt x="3102" y="1502"/>
                      <a:pt x="2769" y="1202"/>
                    </a:cubicBezTo>
                    <a:cubicBezTo>
                      <a:pt x="2569" y="1001"/>
                      <a:pt x="1268" y="34"/>
                      <a:pt x="5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69"/>
              <p:cNvSpPr/>
              <p:nvPr/>
            </p:nvSpPr>
            <p:spPr>
              <a:xfrm>
                <a:off x="2450250" y="3805675"/>
                <a:ext cx="78425" cy="66725"/>
              </a:xfrm>
              <a:custGeom>
                <a:avLst/>
                <a:gdLst/>
                <a:ahLst/>
                <a:cxnLst/>
                <a:rect l="l" t="t" r="r" b="b"/>
                <a:pathLst>
                  <a:path w="3137" h="2669" extrusionOk="0">
                    <a:moveTo>
                      <a:pt x="735" y="0"/>
                    </a:moveTo>
                    <a:cubicBezTo>
                      <a:pt x="668" y="0"/>
                      <a:pt x="568" y="34"/>
                      <a:pt x="534" y="100"/>
                    </a:cubicBezTo>
                    <a:cubicBezTo>
                      <a:pt x="501" y="234"/>
                      <a:pt x="468" y="334"/>
                      <a:pt x="434" y="434"/>
                    </a:cubicBezTo>
                    <a:cubicBezTo>
                      <a:pt x="167" y="1101"/>
                      <a:pt x="1" y="1568"/>
                      <a:pt x="501" y="2002"/>
                    </a:cubicBezTo>
                    <a:cubicBezTo>
                      <a:pt x="1101" y="2502"/>
                      <a:pt x="1502" y="2669"/>
                      <a:pt x="1835" y="2669"/>
                    </a:cubicBezTo>
                    <a:cubicBezTo>
                      <a:pt x="2136" y="2669"/>
                      <a:pt x="2402" y="2502"/>
                      <a:pt x="2736" y="2235"/>
                    </a:cubicBezTo>
                    <a:cubicBezTo>
                      <a:pt x="2836" y="2168"/>
                      <a:pt x="2936" y="2102"/>
                      <a:pt x="3036" y="2002"/>
                    </a:cubicBezTo>
                    <a:cubicBezTo>
                      <a:pt x="3136" y="1968"/>
                      <a:pt x="3136" y="1868"/>
                      <a:pt x="3103" y="1801"/>
                    </a:cubicBezTo>
                    <a:cubicBezTo>
                      <a:pt x="3062" y="1760"/>
                      <a:pt x="3008" y="1732"/>
                      <a:pt x="2957" y="1732"/>
                    </a:cubicBezTo>
                    <a:cubicBezTo>
                      <a:pt x="2925" y="1732"/>
                      <a:pt x="2895" y="1743"/>
                      <a:pt x="2869" y="1768"/>
                    </a:cubicBezTo>
                    <a:cubicBezTo>
                      <a:pt x="2769" y="1835"/>
                      <a:pt x="2669" y="1902"/>
                      <a:pt x="2569" y="2002"/>
                    </a:cubicBezTo>
                    <a:cubicBezTo>
                      <a:pt x="2268" y="2223"/>
                      <a:pt x="2065" y="2370"/>
                      <a:pt x="1824" y="2370"/>
                    </a:cubicBezTo>
                    <a:cubicBezTo>
                      <a:pt x="1557" y="2370"/>
                      <a:pt x="1244" y="2190"/>
                      <a:pt x="701" y="1735"/>
                    </a:cubicBezTo>
                    <a:cubicBezTo>
                      <a:pt x="401" y="1501"/>
                      <a:pt x="468" y="1234"/>
                      <a:pt x="701" y="567"/>
                    </a:cubicBezTo>
                    <a:cubicBezTo>
                      <a:pt x="768" y="434"/>
                      <a:pt x="801" y="334"/>
                      <a:pt x="835" y="200"/>
                    </a:cubicBezTo>
                    <a:cubicBezTo>
                      <a:pt x="868" y="134"/>
                      <a:pt x="835" y="34"/>
                      <a:pt x="7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69"/>
              <p:cNvSpPr/>
              <p:nvPr/>
            </p:nvSpPr>
            <p:spPr>
              <a:xfrm>
                <a:off x="2456100" y="3824525"/>
                <a:ext cx="60050" cy="41200"/>
              </a:xfrm>
              <a:custGeom>
                <a:avLst/>
                <a:gdLst/>
                <a:ahLst/>
                <a:cxnLst/>
                <a:rect l="l" t="t" r="r" b="b"/>
                <a:pathLst>
                  <a:path w="2402" h="1648" extrusionOk="0">
                    <a:moveTo>
                      <a:pt x="160" y="0"/>
                    </a:moveTo>
                    <a:cubicBezTo>
                      <a:pt x="138" y="0"/>
                      <a:pt x="118" y="4"/>
                      <a:pt x="100" y="13"/>
                    </a:cubicBezTo>
                    <a:cubicBezTo>
                      <a:pt x="34" y="47"/>
                      <a:pt x="0" y="147"/>
                      <a:pt x="67" y="247"/>
                    </a:cubicBezTo>
                    <a:cubicBezTo>
                      <a:pt x="467" y="947"/>
                      <a:pt x="1401" y="1548"/>
                      <a:pt x="2235" y="1648"/>
                    </a:cubicBezTo>
                    <a:cubicBezTo>
                      <a:pt x="2335" y="1648"/>
                      <a:pt x="2402" y="1581"/>
                      <a:pt x="2402" y="1514"/>
                    </a:cubicBezTo>
                    <a:cubicBezTo>
                      <a:pt x="2402" y="1414"/>
                      <a:pt x="2335" y="1348"/>
                      <a:pt x="2268" y="1348"/>
                    </a:cubicBezTo>
                    <a:cubicBezTo>
                      <a:pt x="1501" y="1248"/>
                      <a:pt x="701" y="714"/>
                      <a:pt x="334" y="80"/>
                    </a:cubicBezTo>
                    <a:cubicBezTo>
                      <a:pt x="285" y="31"/>
                      <a:pt x="218" y="0"/>
                      <a:pt x="1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69"/>
              <p:cNvSpPr/>
              <p:nvPr/>
            </p:nvSpPr>
            <p:spPr>
              <a:xfrm>
                <a:off x="2449425" y="3846225"/>
                <a:ext cx="40050" cy="42850"/>
              </a:xfrm>
              <a:custGeom>
                <a:avLst/>
                <a:gdLst/>
                <a:ahLst/>
                <a:cxnLst/>
                <a:rect l="l" t="t" r="r" b="b"/>
                <a:pathLst>
                  <a:path w="1602" h="1714" extrusionOk="0">
                    <a:moveTo>
                      <a:pt x="546" y="0"/>
                    </a:moveTo>
                    <a:cubicBezTo>
                      <a:pt x="488" y="0"/>
                      <a:pt x="426" y="38"/>
                      <a:pt x="401" y="113"/>
                    </a:cubicBezTo>
                    <a:cubicBezTo>
                      <a:pt x="267" y="446"/>
                      <a:pt x="167" y="847"/>
                      <a:pt x="100" y="1214"/>
                    </a:cubicBezTo>
                    <a:lnTo>
                      <a:pt x="34" y="1447"/>
                    </a:lnTo>
                    <a:cubicBezTo>
                      <a:pt x="0" y="1614"/>
                      <a:pt x="100" y="1681"/>
                      <a:pt x="134" y="1714"/>
                    </a:cubicBezTo>
                    <a:lnTo>
                      <a:pt x="234" y="1714"/>
                    </a:lnTo>
                    <a:cubicBezTo>
                      <a:pt x="634" y="1714"/>
                      <a:pt x="1535" y="913"/>
                      <a:pt x="1535" y="880"/>
                    </a:cubicBezTo>
                    <a:cubicBezTo>
                      <a:pt x="1601" y="847"/>
                      <a:pt x="1601" y="747"/>
                      <a:pt x="1535" y="680"/>
                    </a:cubicBezTo>
                    <a:cubicBezTo>
                      <a:pt x="1501" y="646"/>
                      <a:pt x="1460" y="630"/>
                      <a:pt x="1418" y="630"/>
                    </a:cubicBezTo>
                    <a:cubicBezTo>
                      <a:pt x="1376" y="630"/>
                      <a:pt x="1335" y="646"/>
                      <a:pt x="1301" y="680"/>
                    </a:cubicBezTo>
                    <a:cubicBezTo>
                      <a:pt x="1101" y="880"/>
                      <a:pt x="634" y="1247"/>
                      <a:pt x="367" y="1347"/>
                    </a:cubicBezTo>
                    <a:lnTo>
                      <a:pt x="401" y="1280"/>
                    </a:lnTo>
                    <a:cubicBezTo>
                      <a:pt x="467" y="913"/>
                      <a:pt x="567" y="546"/>
                      <a:pt x="701" y="213"/>
                    </a:cubicBezTo>
                    <a:cubicBezTo>
                      <a:pt x="734" y="146"/>
                      <a:pt x="701" y="46"/>
                      <a:pt x="601" y="13"/>
                    </a:cubicBezTo>
                    <a:cubicBezTo>
                      <a:pt x="584" y="4"/>
                      <a:pt x="565" y="0"/>
                      <a:pt x="5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69"/>
              <p:cNvSpPr/>
              <p:nvPr/>
            </p:nvSpPr>
            <p:spPr>
              <a:xfrm>
                <a:off x="2982300" y="3872450"/>
                <a:ext cx="213500" cy="220950"/>
              </a:xfrm>
              <a:custGeom>
                <a:avLst/>
                <a:gdLst/>
                <a:ahLst/>
                <a:cxnLst/>
                <a:rect l="l" t="t" r="r" b="b"/>
                <a:pathLst>
                  <a:path w="8540" h="8838" extrusionOk="0">
                    <a:moveTo>
                      <a:pt x="5104" y="298"/>
                    </a:moveTo>
                    <a:cubicBezTo>
                      <a:pt x="5504" y="298"/>
                      <a:pt x="5971" y="465"/>
                      <a:pt x="6505" y="765"/>
                    </a:cubicBezTo>
                    <a:cubicBezTo>
                      <a:pt x="7406" y="1299"/>
                      <a:pt x="7906" y="1899"/>
                      <a:pt x="8073" y="2566"/>
                    </a:cubicBezTo>
                    <a:cubicBezTo>
                      <a:pt x="8206" y="3267"/>
                      <a:pt x="7940" y="4101"/>
                      <a:pt x="7272" y="5035"/>
                    </a:cubicBezTo>
                    <a:cubicBezTo>
                      <a:pt x="6510" y="6114"/>
                      <a:pt x="4328" y="8523"/>
                      <a:pt x="3257" y="8523"/>
                    </a:cubicBezTo>
                    <a:cubicBezTo>
                      <a:pt x="3203" y="8523"/>
                      <a:pt x="3151" y="8517"/>
                      <a:pt x="3103" y="8504"/>
                    </a:cubicBezTo>
                    <a:cubicBezTo>
                      <a:pt x="2202" y="8304"/>
                      <a:pt x="701" y="7136"/>
                      <a:pt x="534" y="6402"/>
                    </a:cubicBezTo>
                    <a:cubicBezTo>
                      <a:pt x="367" y="5602"/>
                      <a:pt x="2035" y="2967"/>
                      <a:pt x="2702" y="2099"/>
                    </a:cubicBezTo>
                    <a:cubicBezTo>
                      <a:pt x="3536" y="965"/>
                      <a:pt x="4237" y="298"/>
                      <a:pt x="5104" y="298"/>
                    </a:cubicBezTo>
                    <a:close/>
                    <a:moveTo>
                      <a:pt x="5085" y="0"/>
                    </a:moveTo>
                    <a:cubicBezTo>
                      <a:pt x="4099" y="0"/>
                      <a:pt x="3322" y="718"/>
                      <a:pt x="2436" y="1899"/>
                    </a:cubicBezTo>
                    <a:cubicBezTo>
                      <a:pt x="2069" y="2399"/>
                      <a:pt x="1" y="5435"/>
                      <a:pt x="234" y="6469"/>
                    </a:cubicBezTo>
                    <a:cubicBezTo>
                      <a:pt x="468" y="7403"/>
                      <a:pt x="2135" y="8604"/>
                      <a:pt x="3036" y="8837"/>
                    </a:cubicBezTo>
                    <a:lnTo>
                      <a:pt x="3236" y="8837"/>
                    </a:lnTo>
                    <a:cubicBezTo>
                      <a:pt x="4804" y="8837"/>
                      <a:pt x="7506" y="5268"/>
                      <a:pt x="7539" y="5235"/>
                    </a:cubicBezTo>
                    <a:cubicBezTo>
                      <a:pt x="8273" y="4234"/>
                      <a:pt x="8540" y="3300"/>
                      <a:pt x="8373" y="2500"/>
                    </a:cubicBezTo>
                    <a:cubicBezTo>
                      <a:pt x="8206" y="1732"/>
                      <a:pt x="7639" y="1065"/>
                      <a:pt x="6639" y="498"/>
                    </a:cubicBezTo>
                    <a:cubicBezTo>
                      <a:pt x="6054" y="158"/>
                      <a:pt x="5547" y="0"/>
                      <a:pt x="50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69"/>
              <p:cNvSpPr/>
              <p:nvPr/>
            </p:nvSpPr>
            <p:spPr>
              <a:xfrm>
                <a:off x="3055675" y="3946275"/>
                <a:ext cx="97600" cy="63725"/>
              </a:xfrm>
              <a:custGeom>
                <a:avLst/>
                <a:gdLst/>
                <a:ahLst/>
                <a:cxnLst/>
                <a:rect l="l" t="t" r="r" b="b"/>
                <a:pathLst>
                  <a:path w="3904" h="2549" extrusionOk="0">
                    <a:moveTo>
                      <a:pt x="160" y="0"/>
                    </a:moveTo>
                    <a:cubicBezTo>
                      <a:pt x="139" y="0"/>
                      <a:pt x="119" y="5"/>
                      <a:pt x="101" y="14"/>
                    </a:cubicBezTo>
                    <a:cubicBezTo>
                      <a:pt x="1" y="80"/>
                      <a:pt x="1" y="180"/>
                      <a:pt x="34" y="247"/>
                    </a:cubicBezTo>
                    <a:cubicBezTo>
                      <a:pt x="401" y="847"/>
                      <a:pt x="935" y="1381"/>
                      <a:pt x="1635" y="1781"/>
                    </a:cubicBezTo>
                    <a:cubicBezTo>
                      <a:pt x="2203" y="2115"/>
                      <a:pt x="2870" y="2349"/>
                      <a:pt x="3704" y="2549"/>
                    </a:cubicBezTo>
                    <a:lnTo>
                      <a:pt x="3737" y="2549"/>
                    </a:lnTo>
                    <a:cubicBezTo>
                      <a:pt x="3804" y="2549"/>
                      <a:pt x="3870" y="2515"/>
                      <a:pt x="3904" y="2449"/>
                    </a:cubicBezTo>
                    <a:cubicBezTo>
                      <a:pt x="3904" y="2349"/>
                      <a:pt x="3870" y="2282"/>
                      <a:pt x="3770" y="2248"/>
                    </a:cubicBezTo>
                    <a:cubicBezTo>
                      <a:pt x="2970" y="2082"/>
                      <a:pt x="2336" y="1815"/>
                      <a:pt x="1802" y="1515"/>
                    </a:cubicBezTo>
                    <a:cubicBezTo>
                      <a:pt x="1135" y="1148"/>
                      <a:pt x="635" y="647"/>
                      <a:pt x="301" y="80"/>
                    </a:cubicBezTo>
                    <a:cubicBezTo>
                      <a:pt x="277" y="31"/>
                      <a:pt x="217" y="0"/>
                      <a:pt x="1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69"/>
              <p:cNvSpPr/>
              <p:nvPr/>
            </p:nvSpPr>
            <p:spPr>
              <a:xfrm>
                <a:off x="3050675" y="4012900"/>
                <a:ext cx="57575" cy="34625"/>
              </a:xfrm>
              <a:custGeom>
                <a:avLst/>
                <a:gdLst/>
                <a:ahLst/>
                <a:cxnLst/>
                <a:rect l="l" t="t" r="r" b="b"/>
                <a:pathLst>
                  <a:path w="2303" h="1385" extrusionOk="0">
                    <a:moveTo>
                      <a:pt x="184" y="0"/>
                    </a:moveTo>
                    <a:cubicBezTo>
                      <a:pt x="143" y="0"/>
                      <a:pt x="101" y="17"/>
                      <a:pt x="68" y="50"/>
                    </a:cubicBezTo>
                    <a:cubicBezTo>
                      <a:pt x="1" y="117"/>
                      <a:pt x="34" y="217"/>
                      <a:pt x="68" y="284"/>
                    </a:cubicBezTo>
                    <a:cubicBezTo>
                      <a:pt x="668" y="784"/>
                      <a:pt x="1335" y="1185"/>
                      <a:pt x="2069" y="1385"/>
                    </a:cubicBezTo>
                    <a:lnTo>
                      <a:pt x="2136" y="1385"/>
                    </a:lnTo>
                    <a:cubicBezTo>
                      <a:pt x="2202" y="1385"/>
                      <a:pt x="2236" y="1351"/>
                      <a:pt x="2269" y="1285"/>
                    </a:cubicBezTo>
                    <a:cubicBezTo>
                      <a:pt x="2302" y="1185"/>
                      <a:pt x="2236" y="1118"/>
                      <a:pt x="2169" y="1085"/>
                    </a:cubicBezTo>
                    <a:cubicBezTo>
                      <a:pt x="1469" y="884"/>
                      <a:pt x="835" y="517"/>
                      <a:pt x="301" y="50"/>
                    </a:cubicBezTo>
                    <a:cubicBezTo>
                      <a:pt x="268" y="17"/>
                      <a:pt x="226" y="0"/>
                      <a:pt x="1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69"/>
              <p:cNvSpPr/>
              <p:nvPr/>
            </p:nvSpPr>
            <p:spPr>
              <a:xfrm>
                <a:off x="3074875" y="3884050"/>
                <a:ext cx="115100" cy="89250"/>
              </a:xfrm>
              <a:custGeom>
                <a:avLst/>
                <a:gdLst/>
                <a:ahLst/>
                <a:cxnLst/>
                <a:rect l="l" t="t" r="r" b="b"/>
                <a:pathLst>
                  <a:path w="4604" h="3570" extrusionOk="0">
                    <a:moveTo>
                      <a:pt x="134" y="1"/>
                    </a:moveTo>
                    <a:cubicBezTo>
                      <a:pt x="67" y="1"/>
                      <a:pt x="0" y="67"/>
                      <a:pt x="0" y="168"/>
                    </a:cubicBezTo>
                    <a:cubicBezTo>
                      <a:pt x="0" y="835"/>
                      <a:pt x="267" y="1435"/>
                      <a:pt x="767" y="2002"/>
                    </a:cubicBezTo>
                    <a:cubicBezTo>
                      <a:pt x="1201" y="2436"/>
                      <a:pt x="1735" y="2803"/>
                      <a:pt x="2469" y="3170"/>
                    </a:cubicBezTo>
                    <a:cubicBezTo>
                      <a:pt x="2936" y="3370"/>
                      <a:pt x="3403" y="3570"/>
                      <a:pt x="3903" y="3570"/>
                    </a:cubicBezTo>
                    <a:cubicBezTo>
                      <a:pt x="4103" y="3570"/>
                      <a:pt x="4303" y="3503"/>
                      <a:pt x="4503" y="3437"/>
                    </a:cubicBezTo>
                    <a:cubicBezTo>
                      <a:pt x="4570" y="3403"/>
                      <a:pt x="4603" y="3303"/>
                      <a:pt x="4570" y="3236"/>
                    </a:cubicBezTo>
                    <a:cubicBezTo>
                      <a:pt x="4545" y="3161"/>
                      <a:pt x="4483" y="3124"/>
                      <a:pt x="4425" y="3124"/>
                    </a:cubicBezTo>
                    <a:cubicBezTo>
                      <a:pt x="4405" y="3124"/>
                      <a:pt x="4387" y="3128"/>
                      <a:pt x="4370" y="3136"/>
                    </a:cubicBezTo>
                    <a:cubicBezTo>
                      <a:pt x="4214" y="3214"/>
                      <a:pt x="4046" y="3247"/>
                      <a:pt x="3873" y="3247"/>
                    </a:cubicBezTo>
                    <a:cubicBezTo>
                      <a:pt x="3454" y="3247"/>
                      <a:pt x="3003" y="3058"/>
                      <a:pt x="2602" y="2869"/>
                    </a:cubicBezTo>
                    <a:cubicBezTo>
                      <a:pt x="1902" y="2536"/>
                      <a:pt x="1401" y="2202"/>
                      <a:pt x="1001" y="1802"/>
                    </a:cubicBezTo>
                    <a:cubicBezTo>
                      <a:pt x="534" y="1302"/>
                      <a:pt x="300" y="735"/>
                      <a:pt x="300" y="134"/>
                    </a:cubicBezTo>
                    <a:cubicBezTo>
                      <a:pt x="300" y="67"/>
                      <a:pt x="234" y="1"/>
                      <a:pt x="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69"/>
              <p:cNvSpPr/>
              <p:nvPr/>
            </p:nvSpPr>
            <p:spPr>
              <a:xfrm>
                <a:off x="3091550" y="3883225"/>
                <a:ext cx="93425" cy="77575"/>
              </a:xfrm>
              <a:custGeom>
                <a:avLst/>
                <a:gdLst/>
                <a:ahLst/>
                <a:cxnLst/>
                <a:rect l="l" t="t" r="r" b="b"/>
                <a:pathLst>
                  <a:path w="3737" h="3103" extrusionOk="0">
                    <a:moveTo>
                      <a:pt x="567" y="334"/>
                    </a:moveTo>
                    <a:cubicBezTo>
                      <a:pt x="1101" y="334"/>
                      <a:pt x="2335" y="1201"/>
                      <a:pt x="2535" y="1435"/>
                    </a:cubicBezTo>
                    <a:cubicBezTo>
                      <a:pt x="2836" y="1702"/>
                      <a:pt x="3103" y="2002"/>
                      <a:pt x="3269" y="2335"/>
                    </a:cubicBezTo>
                    <a:cubicBezTo>
                      <a:pt x="3369" y="2502"/>
                      <a:pt x="3403" y="2636"/>
                      <a:pt x="3336" y="2702"/>
                    </a:cubicBezTo>
                    <a:cubicBezTo>
                      <a:pt x="3287" y="2751"/>
                      <a:pt x="3203" y="2782"/>
                      <a:pt x="3095" y="2782"/>
                    </a:cubicBezTo>
                    <a:cubicBezTo>
                      <a:pt x="3056" y="2782"/>
                      <a:pt x="3014" y="2778"/>
                      <a:pt x="2969" y="2769"/>
                    </a:cubicBezTo>
                    <a:cubicBezTo>
                      <a:pt x="1902" y="2469"/>
                      <a:pt x="1068" y="1868"/>
                      <a:pt x="567" y="1068"/>
                    </a:cubicBezTo>
                    <a:cubicBezTo>
                      <a:pt x="467" y="901"/>
                      <a:pt x="301" y="668"/>
                      <a:pt x="334" y="467"/>
                    </a:cubicBezTo>
                    <a:cubicBezTo>
                      <a:pt x="367" y="367"/>
                      <a:pt x="401" y="334"/>
                      <a:pt x="534" y="334"/>
                    </a:cubicBezTo>
                    <a:close/>
                    <a:moveTo>
                      <a:pt x="534" y="0"/>
                    </a:moveTo>
                    <a:cubicBezTo>
                      <a:pt x="267" y="0"/>
                      <a:pt x="100" y="167"/>
                      <a:pt x="34" y="434"/>
                    </a:cubicBezTo>
                    <a:cubicBezTo>
                      <a:pt x="0" y="734"/>
                      <a:pt x="167" y="1001"/>
                      <a:pt x="301" y="1235"/>
                    </a:cubicBezTo>
                    <a:cubicBezTo>
                      <a:pt x="834" y="2102"/>
                      <a:pt x="1735" y="2736"/>
                      <a:pt x="2869" y="3069"/>
                    </a:cubicBezTo>
                    <a:cubicBezTo>
                      <a:pt x="2969" y="3069"/>
                      <a:pt x="3069" y="3103"/>
                      <a:pt x="3136" y="3103"/>
                    </a:cubicBezTo>
                    <a:cubicBezTo>
                      <a:pt x="3336" y="3103"/>
                      <a:pt x="3503" y="3036"/>
                      <a:pt x="3570" y="2902"/>
                    </a:cubicBezTo>
                    <a:cubicBezTo>
                      <a:pt x="3736" y="2736"/>
                      <a:pt x="3703" y="2435"/>
                      <a:pt x="3536" y="2169"/>
                    </a:cubicBezTo>
                    <a:cubicBezTo>
                      <a:pt x="3336" y="1835"/>
                      <a:pt x="3069" y="1501"/>
                      <a:pt x="2769" y="1201"/>
                    </a:cubicBezTo>
                    <a:cubicBezTo>
                      <a:pt x="2535" y="1001"/>
                      <a:pt x="1268" y="34"/>
                      <a:pt x="5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69"/>
              <p:cNvSpPr/>
              <p:nvPr/>
            </p:nvSpPr>
            <p:spPr>
              <a:xfrm>
                <a:off x="2980625" y="4040625"/>
                <a:ext cx="78425" cy="66950"/>
              </a:xfrm>
              <a:custGeom>
                <a:avLst/>
                <a:gdLst/>
                <a:ahLst/>
                <a:cxnLst/>
                <a:rect l="l" t="t" r="r" b="b"/>
                <a:pathLst>
                  <a:path w="3137" h="2678" extrusionOk="0">
                    <a:moveTo>
                      <a:pt x="695" y="0"/>
                    </a:moveTo>
                    <a:cubicBezTo>
                      <a:pt x="633" y="0"/>
                      <a:pt x="562" y="54"/>
                      <a:pt x="535" y="109"/>
                    </a:cubicBezTo>
                    <a:cubicBezTo>
                      <a:pt x="501" y="242"/>
                      <a:pt x="434" y="342"/>
                      <a:pt x="401" y="443"/>
                    </a:cubicBezTo>
                    <a:cubicBezTo>
                      <a:pt x="168" y="1110"/>
                      <a:pt x="1" y="1577"/>
                      <a:pt x="501" y="2010"/>
                    </a:cubicBezTo>
                    <a:cubicBezTo>
                      <a:pt x="1102" y="2477"/>
                      <a:pt x="1469" y="2677"/>
                      <a:pt x="1802" y="2677"/>
                    </a:cubicBezTo>
                    <a:cubicBezTo>
                      <a:pt x="2136" y="2677"/>
                      <a:pt x="2403" y="2511"/>
                      <a:pt x="2736" y="2244"/>
                    </a:cubicBezTo>
                    <a:cubicBezTo>
                      <a:pt x="2836" y="2177"/>
                      <a:pt x="2936" y="2077"/>
                      <a:pt x="3036" y="2010"/>
                    </a:cubicBezTo>
                    <a:cubicBezTo>
                      <a:pt x="3103" y="1977"/>
                      <a:pt x="3136" y="1877"/>
                      <a:pt x="3070" y="1810"/>
                    </a:cubicBezTo>
                    <a:cubicBezTo>
                      <a:pt x="3049" y="1769"/>
                      <a:pt x="3003" y="1740"/>
                      <a:pt x="2955" y="1740"/>
                    </a:cubicBezTo>
                    <a:cubicBezTo>
                      <a:pt x="2925" y="1740"/>
                      <a:pt x="2895" y="1751"/>
                      <a:pt x="2870" y="1777"/>
                    </a:cubicBezTo>
                    <a:cubicBezTo>
                      <a:pt x="2736" y="1844"/>
                      <a:pt x="2636" y="1910"/>
                      <a:pt x="2536" y="1977"/>
                    </a:cubicBezTo>
                    <a:cubicBezTo>
                      <a:pt x="2247" y="2218"/>
                      <a:pt x="2051" y="2374"/>
                      <a:pt x="1809" y="2374"/>
                    </a:cubicBezTo>
                    <a:cubicBezTo>
                      <a:pt x="1549" y="2374"/>
                      <a:pt x="1237" y="2193"/>
                      <a:pt x="701" y="1743"/>
                    </a:cubicBezTo>
                    <a:cubicBezTo>
                      <a:pt x="368" y="1477"/>
                      <a:pt x="434" y="1243"/>
                      <a:pt x="701" y="576"/>
                    </a:cubicBezTo>
                    <a:cubicBezTo>
                      <a:pt x="735" y="443"/>
                      <a:pt x="801" y="342"/>
                      <a:pt x="835" y="209"/>
                    </a:cubicBezTo>
                    <a:cubicBezTo>
                      <a:pt x="868" y="142"/>
                      <a:pt x="801" y="42"/>
                      <a:pt x="735" y="9"/>
                    </a:cubicBezTo>
                    <a:cubicBezTo>
                      <a:pt x="722" y="3"/>
                      <a:pt x="709" y="0"/>
                      <a:pt x="6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69"/>
              <p:cNvSpPr/>
              <p:nvPr/>
            </p:nvSpPr>
            <p:spPr>
              <a:xfrm>
                <a:off x="2986475" y="4059700"/>
                <a:ext cx="60075" cy="41200"/>
              </a:xfrm>
              <a:custGeom>
                <a:avLst/>
                <a:gdLst/>
                <a:ahLst/>
                <a:cxnLst/>
                <a:rect l="l" t="t" r="r" b="b"/>
                <a:pathLst>
                  <a:path w="2403" h="1648" extrusionOk="0">
                    <a:moveTo>
                      <a:pt x="159" y="0"/>
                    </a:moveTo>
                    <a:cubicBezTo>
                      <a:pt x="139" y="0"/>
                      <a:pt x="118" y="4"/>
                      <a:pt x="100" y="13"/>
                    </a:cubicBezTo>
                    <a:cubicBezTo>
                      <a:pt x="34" y="46"/>
                      <a:pt x="0" y="147"/>
                      <a:pt x="34" y="213"/>
                    </a:cubicBezTo>
                    <a:cubicBezTo>
                      <a:pt x="467" y="947"/>
                      <a:pt x="1368" y="1548"/>
                      <a:pt x="2202" y="1648"/>
                    </a:cubicBezTo>
                    <a:lnTo>
                      <a:pt x="2235" y="1648"/>
                    </a:lnTo>
                    <a:cubicBezTo>
                      <a:pt x="2302" y="1648"/>
                      <a:pt x="2369" y="1581"/>
                      <a:pt x="2369" y="1514"/>
                    </a:cubicBezTo>
                    <a:cubicBezTo>
                      <a:pt x="2402" y="1414"/>
                      <a:pt x="2335" y="1347"/>
                      <a:pt x="2235" y="1314"/>
                    </a:cubicBezTo>
                    <a:cubicBezTo>
                      <a:pt x="1501" y="1247"/>
                      <a:pt x="701" y="714"/>
                      <a:pt x="301" y="80"/>
                    </a:cubicBezTo>
                    <a:cubicBezTo>
                      <a:pt x="276" y="31"/>
                      <a:pt x="216" y="0"/>
                      <a:pt x="1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69"/>
              <p:cNvSpPr/>
              <p:nvPr/>
            </p:nvSpPr>
            <p:spPr>
              <a:xfrm>
                <a:off x="2979800" y="4081375"/>
                <a:ext cx="39225" cy="42875"/>
              </a:xfrm>
              <a:custGeom>
                <a:avLst/>
                <a:gdLst/>
                <a:ahLst/>
                <a:cxnLst/>
                <a:rect l="l" t="t" r="r" b="b"/>
                <a:pathLst>
                  <a:path w="1569" h="1715" extrusionOk="0">
                    <a:moveTo>
                      <a:pt x="532" y="1"/>
                    </a:moveTo>
                    <a:cubicBezTo>
                      <a:pt x="470" y="1"/>
                      <a:pt x="426" y="38"/>
                      <a:pt x="401" y="113"/>
                    </a:cubicBezTo>
                    <a:cubicBezTo>
                      <a:pt x="234" y="447"/>
                      <a:pt x="167" y="814"/>
                      <a:pt x="101" y="1181"/>
                    </a:cubicBezTo>
                    <a:lnTo>
                      <a:pt x="34" y="1448"/>
                    </a:lnTo>
                    <a:cubicBezTo>
                      <a:pt x="0" y="1615"/>
                      <a:pt x="101" y="1681"/>
                      <a:pt x="134" y="1681"/>
                    </a:cubicBezTo>
                    <a:cubicBezTo>
                      <a:pt x="167" y="1715"/>
                      <a:pt x="201" y="1715"/>
                      <a:pt x="234" y="1715"/>
                    </a:cubicBezTo>
                    <a:cubicBezTo>
                      <a:pt x="634" y="1715"/>
                      <a:pt x="1502" y="914"/>
                      <a:pt x="1502" y="881"/>
                    </a:cubicBezTo>
                    <a:cubicBezTo>
                      <a:pt x="1568" y="847"/>
                      <a:pt x="1568" y="747"/>
                      <a:pt x="1502" y="681"/>
                    </a:cubicBezTo>
                    <a:cubicBezTo>
                      <a:pt x="1468" y="647"/>
                      <a:pt x="1435" y="631"/>
                      <a:pt x="1401" y="631"/>
                    </a:cubicBezTo>
                    <a:cubicBezTo>
                      <a:pt x="1368" y="631"/>
                      <a:pt x="1335" y="647"/>
                      <a:pt x="1301" y="681"/>
                    </a:cubicBezTo>
                    <a:cubicBezTo>
                      <a:pt x="1068" y="881"/>
                      <a:pt x="601" y="1248"/>
                      <a:pt x="367" y="1381"/>
                    </a:cubicBezTo>
                    <a:lnTo>
                      <a:pt x="401" y="1248"/>
                    </a:lnTo>
                    <a:cubicBezTo>
                      <a:pt x="467" y="914"/>
                      <a:pt x="534" y="547"/>
                      <a:pt x="668" y="214"/>
                    </a:cubicBezTo>
                    <a:cubicBezTo>
                      <a:pt x="701" y="147"/>
                      <a:pt x="668" y="47"/>
                      <a:pt x="601" y="13"/>
                    </a:cubicBezTo>
                    <a:cubicBezTo>
                      <a:pt x="576" y="5"/>
                      <a:pt x="553" y="1"/>
                      <a:pt x="5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69"/>
              <p:cNvSpPr/>
              <p:nvPr/>
            </p:nvSpPr>
            <p:spPr>
              <a:xfrm>
                <a:off x="2357700" y="3902400"/>
                <a:ext cx="115925" cy="156800"/>
              </a:xfrm>
              <a:custGeom>
                <a:avLst/>
                <a:gdLst/>
                <a:ahLst/>
                <a:cxnLst/>
                <a:rect l="l" t="t" r="r" b="b"/>
                <a:pathLst>
                  <a:path w="4637" h="6272" extrusionOk="0">
                    <a:moveTo>
                      <a:pt x="4203" y="468"/>
                    </a:moveTo>
                    <a:lnTo>
                      <a:pt x="4203" y="468"/>
                    </a:lnTo>
                    <a:cubicBezTo>
                      <a:pt x="4170" y="835"/>
                      <a:pt x="3970" y="1302"/>
                      <a:pt x="3836" y="1602"/>
                    </a:cubicBezTo>
                    <a:lnTo>
                      <a:pt x="3769" y="1735"/>
                    </a:lnTo>
                    <a:cubicBezTo>
                      <a:pt x="3536" y="2236"/>
                      <a:pt x="3236" y="2769"/>
                      <a:pt x="2869" y="3270"/>
                    </a:cubicBezTo>
                    <a:cubicBezTo>
                      <a:pt x="2035" y="4370"/>
                      <a:pt x="1268" y="5171"/>
                      <a:pt x="434" y="5738"/>
                    </a:cubicBezTo>
                    <a:cubicBezTo>
                      <a:pt x="767" y="4871"/>
                      <a:pt x="1268" y="3970"/>
                      <a:pt x="2068" y="2936"/>
                    </a:cubicBezTo>
                    <a:cubicBezTo>
                      <a:pt x="2402" y="2502"/>
                      <a:pt x="2802" y="2035"/>
                      <a:pt x="3269" y="1502"/>
                    </a:cubicBezTo>
                    <a:cubicBezTo>
                      <a:pt x="3402" y="1368"/>
                      <a:pt x="3503" y="1268"/>
                      <a:pt x="3636" y="1135"/>
                    </a:cubicBezTo>
                    <a:cubicBezTo>
                      <a:pt x="3836" y="901"/>
                      <a:pt x="4003" y="668"/>
                      <a:pt x="4203" y="468"/>
                    </a:cubicBezTo>
                    <a:close/>
                    <a:moveTo>
                      <a:pt x="4370" y="1"/>
                    </a:moveTo>
                    <a:cubicBezTo>
                      <a:pt x="4336" y="1"/>
                      <a:pt x="4270" y="1"/>
                      <a:pt x="4236" y="34"/>
                    </a:cubicBezTo>
                    <a:cubicBezTo>
                      <a:pt x="3903" y="301"/>
                      <a:pt x="3636" y="634"/>
                      <a:pt x="3402" y="901"/>
                    </a:cubicBezTo>
                    <a:cubicBezTo>
                      <a:pt x="3269" y="1035"/>
                      <a:pt x="3169" y="1168"/>
                      <a:pt x="3036" y="1302"/>
                    </a:cubicBezTo>
                    <a:cubicBezTo>
                      <a:pt x="2569" y="1835"/>
                      <a:pt x="2168" y="2302"/>
                      <a:pt x="1835" y="2769"/>
                    </a:cubicBezTo>
                    <a:cubicBezTo>
                      <a:pt x="867" y="4003"/>
                      <a:pt x="300" y="5038"/>
                      <a:pt x="33" y="6072"/>
                    </a:cubicBezTo>
                    <a:cubicBezTo>
                      <a:pt x="0" y="6138"/>
                      <a:pt x="33" y="6205"/>
                      <a:pt x="67" y="6238"/>
                    </a:cubicBezTo>
                    <a:cubicBezTo>
                      <a:pt x="100" y="6272"/>
                      <a:pt x="133" y="6272"/>
                      <a:pt x="167" y="6272"/>
                    </a:cubicBezTo>
                    <a:cubicBezTo>
                      <a:pt x="200" y="6272"/>
                      <a:pt x="234" y="6272"/>
                      <a:pt x="234" y="6238"/>
                    </a:cubicBezTo>
                    <a:cubicBezTo>
                      <a:pt x="1234" y="5671"/>
                      <a:pt x="2168" y="4771"/>
                      <a:pt x="3102" y="3436"/>
                    </a:cubicBezTo>
                    <a:cubicBezTo>
                      <a:pt x="3469" y="2936"/>
                      <a:pt x="3803" y="2402"/>
                      <a:pt x="4036" y="1869"/>
                    </a:cubicBezTo>
                    <a:lnTo>
                      <a:pt x="4103" y="1735"/>
                    </a:lnTo>
                    <a:cubicBezTo>
                      <a:pt x="4336" y="1268"/>
                      <a:pt x="4637" y="568"/>
                      <a:pt x="4470" y="101"/>
                    </a:cubicBezTo>
                    <a:cubicBezTo>
                      <a:pt x="4470" y="67"/>
                      <a:pt x="4437" y="34"/>
                      <a:pt x="4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69"/>
              <p:cNvSpPr/>
              <p:nvPr/>
            </p:nvSpPr>
            <p:spPr>
              <a:xfrm>
                <a:off x="2833850" y="4102550"/>
                <a:ext cx="101775" cy="165975"/>
              </a:xfrm>
              <a:custGeom>
                <a:avLst/>
                <a:gdLst/>
                <a:ahLst/>
                <a:cxnLst/>
                <a:rect l="l" t="t" r="r" b="b"/>
                <a:pathLst>
                  <a:path w="4071" h="6639" extrusionOk="0">
                    <a:moveTo>
                      <a:pt x="3604" y="501"/>
                    </a:moveTo>
                    <a:lnTo>
                      <a:pt x="3604" y="501"/>
                    </a:lnTo>
                    <a:cubicBezTo>
                      <a:pt x="3637" y="834"/>
                      <a:pt x="3470" y="1335"/>
                      <a:pt x="3337" y="1635"/>
                    </a:cubicBezTo>
                    <a:lnTo>
                      <a:pt x="3303" y="1802"/>
                    </a:lnTo>
                    <a:cubicBezTo>
                      <a:pt x="3103" y="2335"/>
                      <a:pt x="2870" y="2869"/>
                      <a:pt x="2536" y="3403"/>
                    </a:cubicBezTo>
                    <a:cubicBezTo>
                      <a:pt x="1869" y="4604"/>
                      <a:pt x="1168" y="5471"/>
                      <a:pt x="401" y="6105"/>
                    </a:cubicBezTo>
                    <a:cubicBezTo>
                      <a:pt x="635" y="5204"/>
                      <a:pt x="1035" y="4270"/>
                      <a:pt x="1736" y="3169"/>
                    </a:cubicBezTo>
                    <a:cubicBezTo>
                      <a:pt x="2036" y="2669"/>
                      <a:pt x="2369" y="2169"/>
                      <a:pt x="2803" y="1601"/>
                    </a:cubicBezTo>
                    <a:cubicBezTo>
                      <a:pt x="2903" y="1468"/>
                      <a:pt x="3003" y="1335"/>
                      <a:pt x="3103" y="1168"/>
                    </a:cubicBezTo>
                    <a:cubicBezTo>
                      <a:pt x="3270" y="934"/>
                      <a:pt x="3437" y="701"/>
                      <a:pt x="3604" y="501"/>
                    </a:cubicBezTo>
                    <a:close/>
                    <a:moveTo>
                      <a:pt x="3737" y="0"/>
                    </a:moveTo>
                    <a:cubicBezTo>
                      <a:pt x="3670" y="0"/>
                      <a:pt x="3637" y="0"/>
                      <a:pt x="3604" y="67"/>
                    </a:cubicBezTo>
                    <a:cubicBezTo>
                      <a:pt x="3303" y="367"/>
                      <a:pt x="3070" y="701"/>
                      <a:pt x="2836" y="1001"/>
                    </a:cubicBezTo>
                    <a:cubicBezTo>
                      <a:pt x="2736" y="1134"/>
                      <a:pt x="2636" y="1301"/>
                      <a:pt x="2536" y="1435"/>
                    </a:cubicBezTo>
                    <a:cubicBezTo>
                      <a:pt x="2136" y="2002"/>
                      <a:pt x="1769" y="2502"/>
                      <a:pt x="1469" y="3002"/>
                    </a:cubicBezTo>
                    <a:cubicBezTo>
                      <a:pt x="668" y="4303"/>
                      <a:pt x="201" y="5404"/>
                      <a:pt x="1" y="6472"/>
                    </a:cubicBezTo>
                    <a:cubicBezTo>
                      <a:pt x="1" y="6538"/>
                      <a:pt x="34" y="6605"/>
                      <a:pt x="68" y="6638"/>
                    </a:cubicBezTo>
                    <a:lnTo>
                      <a:pt x="234" y="6638"/>
                    </a:lnTo>
                    <a:cubicBezTo>
                      <a:pt x="1168" y="5938"/>
                      <a:pt x="2002" y="4971"/>
                      <a:pt x="2803" y="3570"/>
                    </a:cubicBezTo>
                    <a:cubicBezTo>
                      <a:pt x="3137" y="3002"/>
                      <a:pt x="3403" y="2435"/>
                      <a:pt x="3570" y="1902"/>
                    </a:cubicBezTo>
                    <a:lnTo>
                      <a:pt x="3637" y="1735"/>
                    </a:lnTo>
                    <a:cubicBezTo>
                      <a:pt x="3804" y="1268"/>
                      <a:pt x="4071" y="534"/>
                      <a:pt x="3837" y="100"/>
                    </a:cubicBezTo>
                    <a:cubicBezTo>
                      <a:pt x="3837" y="34"/>
                      <a:pt x="3770" y="0"/>
                      <a:pt x="37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69"/>
              <p:cNvSpPr/>
              <p:nvPr/>
            </p:nvSpPr>
            <p:spPr>
              <a:xfrm>
                <a:off x="2176725" y="3878225"/>
                <a:ext cx="102600" cy="131775"/>
              </a:xfrm>
              <a:custGeom>
                <a:avLst/>
                <a:gdLst/>
                <a:ahLst/>
                <a:cxnLst/>
                <a:rect l="l" t="t" r="r" b="b"/>
                <a:pathLst>
                  <a:path w="4104" h="5271" extrusionOk="0">
                    <a:moveTo>
                      <a:pt x="3703" y="334"/>
                    </a:moveTo>
                    <a:cubicBezTo>
                      <a:pt x="3703" y="434"/>
                      <a:pt x="3603" y="767"/>
                      <a:pt x="3069" y="1735"/>
                    </a:cubicBezTo>
                    <a:lnTo>
                      <a:pt x="3036" y="1802"/>
                    </a:lnTo>
                    <a:cubicBezTo>
                      <a:pt x="2436" y="2902"/>
                      <a:pt x="1668" y="3870"/>
                      <a:pt x="734" y="4670"/>
                    </a:cubicBezTo>
                    <a:cubicBezTo>
                      <a:pt x="634" y="4737"/>
                      <a:pt x="534" y="4837"/>
                      <a:pt x="434" y="4870"/>
                    </a:cubicBezTo>
                    <a:cubicBezTo>
                      <a:pt x="1001" y="3636"/>
                      <a:pt x="1702" y="2469"/>
                      <a:pt x="2569" y="1435"/>
                    </a:cubicBezTo>
                    <a:cubicBezTo>
                      <a:pt x="3103" y="767"/>
                      <a:pt x="3570" y="367"/>
                      <a:pt x="3703" y="334"/>
                    </a:cubicBezTo>
                    <a:close/>
                    <a:moveTo>
                      <a:pt x="3703" y="0"/>
                    </a:moveTo>
                    <a:cubicBezTo>
                      <a:pt x="3336" y="34"/>
                      <a:pt x="2669" y="767"/>
                      <a:pt x="2336" y="1234"/>
                    </a:cubicBezTo>
                    <a:cubicBezTo>
                      <a:pt x="1368" y="2369"/>
                      <a:pt x="601" y="3670"/>
                      <a:pt x="34" y="5037"/>
                    </a:cubicBezTo>
                    <a:cubicBezTo>
                      <a:pt x="1" y="5104"/>
                      <a:pt x="34" y="5171"/>
                      <a:pt x="34" y="5204"/>
                    </a:cubicBezTo>
                    <a:cubicBezTo>
                      <a:pt x="67" y="5237"/>
                      <a:pt x="134" y="5271"/>
                      <a:pt x="167" y="5271"/>
                    </a:cubicBezTo>
                    <a:cubicBezTo>
                      <a:pt x="468" y="5271"/>
                      <a:pt x="701" y="5104"/>
                      <a:pt x="935" y="4904"/>
                    </a:cubicBezTo>
                    <a:cubicBezTo>
                      <a:pt x="1902" y="4070"/>
                      <a:pt x="2702" y="3069"/>
                      <a:pt x="3303" y="1968"/>
                    </a:cubicBezTo>
                    <a:lnTo>
                      <a:pt x="3336" y="1902"/>
                    </a:lnTo>
                    <a:cubicBezTo>
                      <a:pt x="4070" y="567"/>
                      <a:pt x="4103" y="234"/>
                      <a:pt x="3937" y="67"/>
                    </a:cubicBezTo>
                    <a:cubicBezTo>
                      <a:pt x="3903" y="34"/>
                      <a:pt x="3837" y="0"/>
                      <a:pt x="37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69"/>
              <p:cNvSpPr/>
              <p:nvPr/>
            </p:nvSpPr>
            <p:spPr>
              <a:xfrm>
                <a:off x="2940600" y="4196775"/>
                <a:ext cx="89250" cy="140125"/>
              </a:xfrm>
              <a:custGeom>
                <a:avLst/>
                <a:gdLst/>
                <a:ahLst/>
                <a:cxnLst/>
                <a:rect l="l" t="t" r="r" b="b"/>
                <a:pathLst>
                  <a:path w="3570" h="5605" extrusionOk="0">
                    <a:moveTo>
                      <a:pt x="3170" y="301"/>
                    </a:moveTo>
                    <a:cubicBezTo>
                      <a:pt x="3170" y="434"/>
                      <a:pt x="3136" y="768"/>
                      <a:pt x="2703" y="1802"/>
                    </a:cubicBezTo>
                    <a:lnTo>
                      <a:pt x="2669" y="1869"/>
                    </a:lnTo>
                    <a:cubicBezTo>
                      <a:pt x="2169" y="3003"/>
                      <a:pt x="1502" y="4070"/>
                      <a:pt x="668" y="4938"/>
                    </a:cubicBezTo>
                    <a:cubicBezTo>
                      <a:pt x="601" y="5038"/>
                      <a:pt x="501" y="5138"/>
                      <a:pt x="401" y="5204"/>
                    </a:cubicBezTo>
                    <a:cubicBezTo>
                      <a:pt x="801" y="3903"/>
                      <a:pt x="1402" y="2669"/>
                      <a:pt x="2169" y="1535"/>
                    </a:cubicBezTo>
                    <a:cubicBezTo>
                      <a:pt x="2636" y="835"/>
                      <a:pt x="3036" y="368"/>
                      <a:pt x="3170" y="301"/>
                    </a:cubicBezTo>
                    <a:close/>
                    <a:moveTo>
                      <a:pt x="3170" y="1"/>
                    </a:moveTo>
                    <a:cubicBezTo>
                      <a:pt x="2769" y="101"/>
                      <a:pt x="2202" y="901"/>
                      <a:pt x="1902" y="1368"/>
                    </a:cubicBezTo>
                    <a:cubicBezTo>
                      <a:pt x="1068" y="2603"/>
                      <a:pt x="434" y="3970"/>
                      <a:pt x="34" y="5405"/>
                    </a:cubicBezTo>
                    <a:cubicBezTo>
                      <a:pt x="1" y="5471"/>
                      <a:pt x="1" y="5505"/>
                      <a:pt x="34" y="5538"/>
                    </a:cubicBezTo>
                    <a:cubicBezTo>
                      <a:pt x="67" y="5571"/>
                      <a:pt x="134" y="5605"/>
                      <a:pt x="167" y="5605"/>
                    </a:cubicBezTo>
                    <a:lnTo>
                      <a:pt x="201" y="5605"/>
                    </a:lnTo>
                    <a:cubicBezTo>
                      <a:pt x="468" y="5571"/>
                      <a:pt x="701" y="5371"/>
                      <a:pt x="901" y="5171"/>
                    </a:cubicBezTo>
                    <a:cubicBezTo>
                      <a:pt x="1769" y="4237"/>
                      <a:pt x="2469" y="3170"/>
                      <a:pt x="2969" y="1969"/>
                    </a:cubicBezTo>
                    <a:lnTo>
                      <a:pt x="2969" y="1902"/>
                    </a:lnTo>
                    <a:cubicBezTo>
                      <a:pt x="3570" y="534"/>
                      <a:pt x="3570" y="167"/>
                      <a:pt x="3370" y="34"/>
                    </a:cubicBezTo>
                    <a:cubicBezTo>
                      <a:pt x="3336" y="1"/>
                      <a:pt x="3270" y="1"/>
                      <a:pt x="31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69"/>
              <p:cNvSpPr/>
              <p:nvPr/>
            </p:nvSpPr>
            <p:spPr>
              <a:xfrm>
                <a:off x="1985750" y="3859250"/>
                <a:ext cx="91775" cy="109900"/>
              </a:xfrm>
              <a:custGeom>
                <a:avLst/>
                <a:gdLst/>
                <a:ahLst/>
                <a:cxnLst/>
                <a:rect l="l" t="t" r="r" b="b"/>
                <a:pathLst>
                  <a:path w="3671" h="4396" extrusionOk="0">
                    <a:moveTo>
                      <a:pt x="3270" y="459"/>
                    </a:moveTo>
                    <a:cubicBezTo>
                      <a:pt x="3170" y="1059"/>
                      <a:pt x="2536" y="1827"/>
                      <a:pt x="2202" y="2260"/>
                    </a:cubicBezTo>
                    <a:lnTo>
                      <a:pt x="2102" y="2360"/>
                    </a:lnTo>
                    <a:cubicBezTo>
                      <a:pt x="1935" y="2594"/>
                      <a:pt x="835" y="3728"/>
                      <a:pt x="434" y="4028"/>
                    </a:cubicBezTo>
                    <a:cubicBezTo>
                      <a:pt x="434" y="3995"/>
                      <a:pt x="468" y="3962"/>
                      <a:pt x="501" y="3928"/>
                    </a:cubicBezTo>
                    <a:cubicBezTo>
                      <a:pt x="668" y="3661"/>
                      <a:pt x="835" y="3394"/>
                      <a:pt x="968" y="3128"/>
                    </a:cubicBezTo>
                    <a:cubicBezTo>
                      <a:pt x="1268" y="2661"/>
                      <a:pt x="1535" y="2194"/>
                      <a:pt x="1869" y="1793"/>
                    </a:cubicBezTo>
                    <a:cubicBezTo>
                      <a:pt x="2369" y="1193"/>
                      <a:pt x="2836" y="759"/>
                      <a:pt x="3270" y="459"/>
                    </a:cubicBezTo>
                    <a:close/>
                    <a:moveTo>
                      <a:pt x="3403" y="0"/>
                    </a:moveTo>
                    <a:cubicBezTo>
                      <a:pt x="3378" y="0"/>
                      <a:pt x="3353" y="9"/>
                      <a:pt x="3336" y="25"/>
                    </a:cubicBezTo>
                    <a:cubicBezTo>
                      <a:pt x="2803" y="359"/>
                      <a:pt x="2236" y="859"/>
                      <a:pt x="1635" y="1560"/>
                    </a:cubicBezTo>
                    <a:cubicBezTo>
                      <a:pt x="1268" y="1993"/>
                      <a:pt x="1001" y="2494"/>
                      <a:pt x="701" y="2961"/>
                    </a:cubicBezTo>
                    <a:cubicBezTo>
                      <a:pt x="568" y="3228"/>
                      <a:pt x="401" y="3495"/>
                      <a:pt x="234" y="3728"/>
                    </a:cubicBezTo>
                    <a:cubicBezTo>
                      <a:pt x="1" y="4062"/>
                      <a:pt x="134" y="4262"/>
                      <a:pt x="201" y="4328"/>
                    </a:cubicBezTo>
                    <a:cubicBezTo>
                      <a:pt x="234" y="4362"/>
                      <a:pt x="301" y="4395"/>
                      <a:pt x="334" y="4395"/>
                    </a:cubicBezTo>
                    <a:cubicBezTo>
                      <a:pt x="334" y="4395"/>
                      <a:pt x="334" y="4395"/>
                      <a:pt x="368" y="4362"/>
                    </a:cubicBezTo>
                    <a:cubicBezTo>
                      <a:pt x="768" y="4362"/>
                      <a:pt x="2336" y="2561"/>
                      <a:pt x="2369" y="2561"/>
                    </a:cubicBezTo>
                    <a:lnTo>
                      <a:pt x="2436" y="2460"/>
                    </a:lnTo>
                    <a:cubicBezTo>
                      <a:pt x="2903" y="1860"/>
                      <a:pt x="3670" y="893"/>
                      <a:pt x="3570" y="125"/>
                    </a:cubicBezTo>
                    <a:cubicBezTo>
                      <a:pt x="3570" y="92"/>
                      <a:pt x="3537" y="25"/>
                      <a:pt x="3470" y="25"/>
                    </a:cubicBezTo>
                    <a:cubicBezTo>
                      <a:pt x="3453" y="9"/>
                      <a:pt x="3428" y="0"/>
                      <a:pt x="34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69"/>
              <p:cNvSpPr/>
              <p:nvPr/>
            </p:nvSpPr>
            <p:spPr>
              <a:xfrm>
                <a:off x="3046525" y="4298525"/>
                <a:ext cx="75900" cy="121775"/>
              </a:xfrm>
              <a:custGeom>
                <a:avLst/>
                <a:gdLst/>
                <a:ahLst/>
                <a:cxnLst/>
                <a:rect l="l" t="t" r="r" b="b"/>
                <a:pathLst>
                  <a:path w="3036" h="4871" extrusionOk="0">
                    <a:moveTo>
                      <a:pt x="2535" y="467"/>
                    </a:moveTo>
                    <a:lnTo>
                      <a:pt x="2535" y="467"/>
                    </a:lnTo>
                    <a:cubicBezTo>
                      <a:pt x="2569" y="1101"/>
                      <a:pt x="2102" y="1968"/>
                      <a:pt x="1835" y="2435"/>
                    </a:cubicBezTo>
                    <a:lnTo>
                      <a:pt x="1768" y="2569"/>
                    </a:lnTo>
                    <a:cubicBezTo>
                      <a:pt x="1635" y="2836"/>
                      <a:pt x="767" y="4137"/>
                      <a:pt x="434" y="4503"/>
                    </a:cubicBezTo>
                    <a:cubicBezTo>
                      <a:pt x="434" y="4470"/>
                      <a:pt x="434" y="4437"/>
                      <a:pt x="467" y="4403"/>
                    </a:cubicBezTo>
                    <a:cubicBezTo>
                      <a:pt x="567" y="4103"/>
                      <a:pt x="701" y="3803"/>
                      <a:pt x="801" y="3503"/>
                    </a:cubicBezTo>
                    <a:cubicBezTo>
                      <a:pt x="967" y="3002"/>
                      <a:pt x="1168" y="2502"/>
                      <a:pt x="1434" y="2035"/>
                    </a:cubicBezTo>
                    <a:cubicBezTo>
                      <a:pt x="1835" y="1368"/>
                      <a:pt x="2168" y="868"/>
                      <a:pt x="2535" y="467"/>
                    </a:cubicBezTo>
                    <a:close/>
                    <a:moveTo>
                      <a:pt x="2702" y="0"/>
                    </a:moveTo>
                    <a:cubicBezTo>
                      <a:pt x="2635" y="0"/>
                      <a:pt x="2569" y="0"/>
                      <a:pt x="2535" y="34"/>
                    </a:cubicBezTo>
                    <a:cubicBezTo>
                      <a:pt x="2068" y="467"/>
                      <a:pt x="1635" y="1068"/>
                      <a:pt x="1168" y="1868"/>
                    </a:cubicBezTo>
                    <a:cubicBezTo>
                      <a:pt x="901" y="2369"/>
                      <a:pt x="701" y="2902"/>
                      <a:pt x="500" y="3403"/>
                    </a:cubicBezTo>
                    <a:cubicBezTo>
                      <a:pt x="400" y="3703"/>
                      <a:pt x="267" y="3970"/>
                      <a:pt x="167" y="4270"/>
                    </a:cubicBezTo>
                    <a:cubicBezTo>
                      <a:pt x="0" y="4637"/>
                      <a:pt x="167" y="4804"/>
                      <a:pt x="234" y="4837"/>
                    </a:cubicBezTo>
                    <a:cubicBezTo>
                      <a:pt x="267" y="4870"/>
                      <a:pt x="334" y="4870"/>
                      <a:pt x="367" y="4870"/>
                    </a:cubicBezTo>
                    <a:lnTo>
                      <a:pt x="400" y="4870"/>
                    </a:lnTo>
                    <a:cubicBezTo>
                      <a:pt x="801" y="4770"/>
                      <a:pt x="2035" y="2736"/>
                      <a:pt x="2035" y="2702"/>
                    </a:cubicBezTo>
                    <a:lnTo>
                      <a:pt x="2102" y="2602"/>
                    </a:lnTo>
                    <a:cubicBezTo>
                      <a:pt x="2435" y="1935"/>
                      <a:pt x="3036" y="834"/>
                      <a:pt x="2802" y="100"/>
                    </a:cubicBezTo>
                    <a:cubicBezTo>
                      <a:pt x="2769" y="67"/>
                      <a:pt x="2735" y="34"/>
                      <a:pt x="2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69"/>
              <p:cNvSpPr/>
              <p:nvPr/>
            </p:nvSpPr>
            <p:spPr>
              <a:xfrm>
                <a:off x="2367700" y="3766125"/>
                <a:ext cx="397800" cy="366475"/>
              </a:xfrm>
              <a:custGeom>
                <a:avLst/>
                <a:gdLst/>
                <a:ahLst/>
                <a:cxnLst/>
                <a:rect l="l" t="t" r="r" b="b"/>
                <a:pathLst>
                  <a:path w="15912" h="14659" extrusionOk="0">
                    <a:moveTo>
                      <a:pt x="15774" y="1"/>
                    </a:moveTo>
                    <a:cubicBezTo>
                      <a:pt x="15764" y="1"/>
                      <a:pt x="15755" y="5"/>
                      <a:pt x="15745" y="14"/>
                    </a:cubicBezTo>
                    <a:cubicBezTo>
                      <a:pt x="14277" y="281"/>
                      <a:pt x="12709" y="348"/>
                      <a:pt x="11208" y="381"/>
                    </a:cubicBezTo>
                    <a:cubicBezTo>
                      <a:pt x="10941" y="381"/>
                      <a:pt x="10641" y="381"/>
                      <a:pt x="10341" y="415"/>
                    </a:cubicBezTo>
                    <a:cubicBezTo>
                      <a:pt x="10241" y="415"/>
                      <a:pt x="10174" y="481"/>
                      <a:pt x="10174" y="581"/>
                    </a:cubicBezTo>
                    <a:cubicBezTo>
                      <a:pt x="10174" y="648"/>
                      <a:pt x="10274" y="715"/>
                      <a:pt x="10341" y="715"/>
                    </a:cubicBezTo>
                    <a:cubicBezTo>
                      <a:pt x="10641" y="715"/>
                      <a:pt x="10941" y="715"/>
                      <a:pt x="11242" y="682"/>
                    </a:cubicBezTo>
                    <a:cubicBezTo>
                      <a:pt x="12676" y="648"/>
                      <a:pt x="14144" y="615"/>
                      <a:pt x="15578" y="348"/>
                    </a:cubicBezTo>
                    <a:lnTo>
                      <a:pt x="15578" y="348"/>
                    </a:lnTo>
                    <a:cubicBezTo>
                      <a:pt x="15478" y="682"/>
                      <a:pt x="15245" y="948"/>
                      <a:pt x="15011" y="1215"/>
                    </a:cubicBezTo>
                    <a:cubicBezTo>
                      <a:pt x="14844" y="1382"/>
                      <a:pt x="14677" y="1582"/>
                      <a:pt x="14544" y="1782"/>
                    </a:cubicBezTo>
                    <a:cubicBezTo>
                      <a:pt x="14311" y="2216"/>
                      <a:pt x="14110" y="2650"/>
                      <a:pt x="13944" y="3117"/>
                    </a:cubicBezTo>
                    <a:cubicBezTo>
                      <a:pt x="13777" y="3484"/>
                      <a:pt x="13610" y="3850"/>
                      <a:pt x="13443" y="4217"/>
                    </a:cubicBezTo>
                    <a:cubicBezTo>
                      <a:pt x="12609" y="5785"/>
                      <a:pt x="11609" y="7320"/>
                      <a:pt x="10474" y="8687"/>
                    </a:cubicBezTo>
                    <a:cubicBezTo>
                      <a:pt x="10074" y="9188"/>
                      <a:pt x="9674" y="9655"/>
                      <a:pt x="9274" y="10122"/>
                    </a:cubicBezTo>
                    <a:cubicBezTo>
                      <a:pt x="8106" y="11389"/>
                      <a:pt x="6939" y="12757"/>
                      <a:pt x="6171" y="14325"/>
                    </a:cubicBezTo>
                    <a:cubicBezTo>
                      <a:pt x="6171" y="14291"/>
                      <a:pt x="6138" y="14291"/>
                      <a:pt x="6138" y="14291"/>
                    </a:cubicBezTo>
                    <a:cubicBezTo>
                      <a:pt x="6071" y="14225"/>
                      <a:pt x="6038" y="14191"/>
                      <a:pt x="6005" y="14191"/>
                    </a:cubicBezTo>
                    <a:cubicBezTo>
                      <a:pt x="4037" y="12990"/>
                      <a:pt x="2102" y="11990"/>
                      <a:pt x="234" y="11156"/>
                    </a:cubicBezTo>
                    <a:cubicBezTo>
                      <a:pt x="217" y="11147"/>
                      <a:pt x="198" y="11143"/>
                      <a:pt x="179" y="11143"/>
                    </a:cubicBezTo>
                    <a:cubicBezTo>
                      <a:pt x="121" y="11143"/>
                      <a:pt x="59" y="11181"/>
                      <a:pt x="34" y="11256"/>
                    </a:cubicBezTo>
                    <a:cubicBezTo>
                      <a:pt x="0" y="11322"/>
                      <a:pt x="34" y="11423"/>
                      <a:pt x="100" y="11456"/>
                    </a:cubicBezTo>
                    <a:cubicBezTo>
                      <a:pt x="1968" y="12256"/>
                      <a:pt x="3870" y="13257"/>
                      <a:pt x="5838" y="14458"/>
                    </a:cubicBezTo>
                    <a:cubicBezTo>
                      <a:pt x="5871" y="14458"/>
                      <a:pt x="5905" y="14491"/>
                      <a:pt x="5938" y="14525"/>
                    </a:cubicBezTo>
                    <a:cubicBezTo>
                      <a:pt x="6038" y="14591"/>
                      <a:pt x="6105" y="14658"/>
                      <a:pt x="6238" y="14658"/>
                    </a:cubicBezTo>
                    <a:lnTo>
                      <a:pt x="6271" y="14658"/>
                    </a:lnTo>
                    <a:cubicBezTo>
                      <a:pt x="6338" y="14658"/>
                      <a:pt x="6405" y="14591"/>
                      <a:pt x="6438" y="14525"/>
                    </a:cubicBezTo>
                    <a:cubicBezTo>
                      <a:pt x="7172" y="12957"/>
                      <a:pt x="8340" y="11623"/>
                      <a:pt x="9507" y="10322"/>
                    </a:cubicBezTo>
                    <a:cubicBezTo>
                      <a:pt x="9907" y="9855"/>
                      <a:pt x="10308" y="9388"/>
                      <a:pt x="10708" y="8887"/>
                    </a:cubicBezTo>
                    <a:cubicBezTo>
                      <a:pt x="11842" y="7486"/>
                      <a:pt x="12876" y="5952"/>
                      <a:pt x="13710" y="4351"/>
                    </a:cubicBezTo>
                    <a:cubicBezTo>
                      <a:pt x="13910" y="3984"/>
                      <a:pt x="14077" y="3617"/>
                      <a:pt x="14244" y="3217"/>
                    </a:cubicBezTo>
                    <a:cubicBezTo>
                      <a:pt x="14411" y="2783"/>
                      <a:pt x="14611" y="2349"/>
                      <a:pt x="14844" y="1949"/>
                    </a:cubicBezTo>
                    <a:cubicBezTo>
                      <a:pt x="14944" y="1749"/>
                      <a:pt x="15078" y="1582"/>
                      <a:pt x="15245" y="1415"/>
                    </a:cubicBezTo>
                    <a:cubicBezTo>
                      <a:pt x="15578" y="1048"/>
                      <a:pt x="15912" y="715"/>
                      <a:pt x="15912" y="148"/>
                    </a:cubicBezTo>
                    <a:cubicBezTo>
                      <a:pt x="15912" y="114"/>
                      <a:pt x="15912" y="81"/>
                      <a:pt x="15845" y="48"/>
                    </a:cubicBezTo>
                    <a:cubicBezTo>
                      <a:pt x="15821" y="24"/>
                      <a:pt x="15798" y="1"/>
                      <a:pt x="157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69"/>
              <p:cNvSpPr/>
              <p:nvPr/>
            </p:nvSpPr>
            <p:spPr>
              <a:xfrm>
                <a:off x="2427750" y="4029675"/>
                <a:ext cx="93425" cy="51225"/>
              </a:xfrm>
              <a:custGeom>
                <a:avLst/>
                <a:gdLst/>
                <a:ahLst/>
                <a:cxnLst/>
                <a:rect l="l" t="t" r="r" b="b"/>
                <a:pathLst>
                  <a:path w="3737" h="2049" extrusionOk="0">
                    <a:moveTo>
                      <a:pt x="179" y="1"/>
                    </a:moveTo>
                    <a:cubicBezTo>
                      <a:pt x="121" y="1"/>
                      <a:pt x="58" y="38"/>
                      <a:pt x="33" y="113"/>
                    </a:cubicBezTo>
                    <a:cubicBezTo>
                      <a:pt x="0" y="180"/>
                      <a:pt x="33" y="280"/>
                      <a:pt x="100" y="313"/>
                    </a:cubicBezTo>
                    <a:lnTo>
                      <a:pt x="3503" y="2015"/>
                    </a:lnTo>
                    <a:cubicBezTo>
                      <a:pt x="3536" y="2048"/>
                      <a:pt x="3569" y="2048"/>
                      <a:pt x="3569" y="2048"/>
                    </a:cubicBezTo>
                    <a:cubicBezTo>
                      <a:pt x="3636" y="2048"/>
                      <a:pt x="3703" y="2015"/>
                      <a:pt x="3703" y="1948"/>
                    </a:cubicBezTo>
                    <a:cubicBezTo>
                      <a:pt x="3736" y="1881"/>
                      <a:pt x="3703" y="1781"/>
                      <a:pt x="3636" y="1748"/>
                    </a:cubicBezTo>
                    <a:lnTo>
                      <a:pt x="234" y="13"/>
                    </a:lnTo>
                    <a:cubicBezTo>
                      <a:pt x="217" y="5"/>
                      <a:pt x="198" y="1"/>
                      <a:pt x="1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69"/>
              <p:cNvSpPr/>
              <p:nvPr/>
            </p:nvSpPr>
            <p:spPr>
              <a:xfrm>
                <a:off x="2446925" y="3985300"/>
                <a:ext cx="105925" cy="61400"/>
              </a:xfrm>
              <a:custGeom>
                <a:avLst/>
                <a:gdLst/>
                <a:ahLst/>
                <a:cxnLst/>
                <a:rect l="l" t="t" r="r" b="b"/>
                <a:pathLst>
                  <a:path w="4237" h="2456" extrusionOk="0">
                    <a:moveTo>
                      <a:pt x="160" y="0"/>
                    </a:moveTo>
                    <a:cubicBezTo>
                      <a:pt x="103" y="0"/>
                      <a:pt x="55" y="24"/>
                      <a:pt x="34" y="87"/>
                    </a:cubicBezTo>
                    <a:cubicBezTo>
                      <a:pt x="0" y="154"/>
                      <a:pt x="34" y="254"/>
                      <a:pt x="100" y="287"/>
                    </a:cubicBezTo>
                    <a:cubicBezTo>
                      <a:pt x="1401" y="988"/>
                      <a:pt x="2702" y="1688"/>
                      <a:pt x="3970" y="2455"/>
                    </a:cubicBezTo>
                    <a:lnTo>
                      <a:pt x="4070" y="2455"/>
                    </a:lnTo>
                    <a:cubicBezTo>
                      <a:pt x="4103" y="2455"/>
                      <a:pt x="4170" y="2422"/>
                      <a:pt x="4203" y="2389"/>
                    </a:cubicBezTo>
                    <a:cubicBezTo>
                      <a:pt x="4237" y="2289"/>
                      <a:pt x="4203" y="2222"/>
                      <a:pt x="4137" y="2155"/>
                    </a:cubicBezTo>
                    <a:cubicBezTo>
                      <a:pt x="2869" y="1421"/>
                      <a:pt x="1568" y="687"/>
                      <a:pt x="267" y="20"/>
                    </a:cubicBezTo>
                    <a:cubicBezTo>
                      <a:pt x="230" y="8"/>
                      <a:pt x="194" y="0"/>
                      <a:pt x="1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69"/>
              <p:cNvSpPr/>
              <p:nvPr/>
            </p:nvSpPr>
            <p:spPr>
              <a:xfrm>
                <a:off x="2476950" y="3962225"/>
                <a:ext cx="131775" cy="18600"/>
              </a:xfrm>
              <a:custGeom>
                <a:avLst/>
                <a:gdLst/>
                <a:ahLst/>
                <a:cxnLst/>
                <a:rect l="l" t="t" r="r" b="b"/>
                <a:pathLst>
                  <a:path w="5271" h="744" extrusionOk="0">
                    <a:moveTo>
                      <a:pt x="150" y="1"/>
                    </a:moveTo>
                    <a:cubicBezTo>
                      <a:pt x="78" y="1"/>
                      <a:pt x="28" y="60"/>
                      <a:pt x="0" y="143"/>
                    </a:cubicBezTo>
                    <a:cubicBezTo>
                      <a:pt x="0" y="209"/>
                      <a:pt x="67" y="310"/>
                      <a:pt x="134" y="310"/>
                    </a:cubicBezTo>
                    <a:cubicBezTo>
                      <a:pt x="1701" y="610"/>
                      <a:pt x="3269" y="743"/>
                      <a:pt x="4837" y="743"/>
                    </a:cubicBezTo>
                    <a:lnTo>
                      <a:pt x="5104" y="743"/>
                    </a:lnTo>
                    <a:cubicBezTo>
                      <a:pt x="5204" y="743"/>
                      <a:pt x="5271" y="676"/>
                      <a:pt x="5271" y="576"/>
                    </a:cubicBezTo>
                    <a:cubicBezTo>
                      <a:pt x="5271" y="510"/>
                      <a:pt x="5204" y="443"/>
                      <a:pt x="5104" y="443"/>
                    </a:cubicBezTo>
                    <a:cubicBezTo>
                      <a:pt x="3469" y="443"/>
                      <a:pt x="1801" y="310"/>
                      <a:pt x="200" y="9"/>
                    </a:cubicBezTo>
                    <a:cubicBezTo>
                      <a:pt x="183" y="3"/>
                      <a:pt x="166" y="1"/>
                      <a:pt x="1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69"/>
              <p:cNvSpPr/>
              <p:nvPr/>
            </p:nvSpPr>
            <p:spPr>
              <a:xfrm>
                <a:off x="2639550" y="3793000"/>
                <a:ext cx="81750" cy="11850"/>
              </a:xfrm>
              <a:custGeom>
                <a:avLst/>
                <a:gdLst/>
                <a:ahLst/>
                <a:cxnLst/>
                <a:rect l="l" t="t" r="r" b="b"/>
                <a:pathLst>
                  <a:path w="3270" h="474" extrusionOk="0">
                    <a:moveTo>
                      <a:pt x="3142" y="0"/>
                    </a:moveTo>
                    <a:cubicBezTo>
                      <a:pt x="3130" y="0"/>
                      <a:pt x="3117" y="2"/>
                      <a:pt x="3103" y="7"/>
                    </a:cubicBezTo>
                    <a:lnTo>
                      <a:pt x="134" y="174"/>
                    </a:lnTo>
                    <a:cubicBezTo>
                      <a:pt x="67" y="174"/>
                      <a:pt x="1" y="240"/>
                      <a:pt x="1" y="340"/>
                    </a:cubicBezTo>
                    <a:cubicBezTo>
                      <a:pt x="1" y="407"/>
                      <a:pt x="67" y="474"/>
                      <a:pt x="134" y="474"/>
                    </a:cubicBezTo>
                    <a:lnTo>
                      <a:pt x="168" y="474"/>
                    </a:lnTo>
                    <a:lnTo>
                      <a:pt x="3136" y="307"/>
                    </a:lnTo>
                    <a:cubicBezTo>
                      <a:pt x="3203" y="307"/>
                      <a:pt x="3270" y="240"/>
                      <a:pt x="3270" y="140"/>
                    </a:cubicBezTo>
                    <a:cubicBezTo>
                      <a:pt x="3270" y="83"/>
                      <a:pt x="3220" y="0"/>
                      <a:pt x="31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69"/>
              <p:cNvSpPr/>
              <p:nvPr/>
            </p:nvSpPr>
            <p:spPr>
              <a:xfrm>
                <a:off x="1547100" y="3784825"/>
                <a:ext cx="919025" cy="119275"/>
              </a:xfrm>
              <a:custGeom>
                <a:avLst/>
                <a:gdLst/>
                <a:ahLst/>
                <a:cxnLst/>
                <a:rect l="l" t="t" r="r" b="b"/>
                <a:pathLst>
                  <a:path w="36761" h="4771" extrusionOk="0">
                    <a:moveTo>
                      <a:pt x="36594" y="0"/>
                    </a:moveTo>
                    <a:cubicBezTo>
                      <a:pt x="26753" y="467"/>
                      <a:pt x="16546" y="667"/>
                      <a:pt x="6239" y="667"/>
                    </a:cubicBezTo>
                    <a:lnTo>
                      <a:pt x="5972" y="667"/>
                    </a:lnTo>
                    <a:cubicBezTo>
                      <a:pt x="5004" y="667"/>
                      <a:pt x="4004" y="667"/>
                      <a:pt x="3036" y="868"/>
                    </a:cubicBezTo>
                    <a:cubicBezTo>
                      <a:pt x="2569" y="968"/>
                      <a:pt x="468" y="1802"/>
                      <a:pt x="101" y="2569"/>
                    </a:cubicBezTo>
                    <a:cubicBezTo>
                      <a:pt x="1" y="2769"/>
                      <a:pt x="34" y="2936"/>
                      <a:pt x="68" y="3036"/>
                    </a:cubicBezTo>
                    <a:cubicBezTo>
                      <a:pt x="161" y="3223"/>
                      <a:pt x="391" y="3284"/>
                      <a:pt x="704" y="3284"/>
                    </a:cubicBezTo>
                    <a:cubicBezTo>
                      <a:pt x="950" y="3284"/>
                      <a:pt x="1246" y="3246"/>
                      <a:pt x="1569" y="3203"/>
                    </a:cubicBezTo>
                    <a:cubicBezTo>
                      <a:pt x="1702" y="3169"/>
                      <a:pt x="1836" y="3169"/>
                      <a:pt x="1936" y="3169"/>
                    </a:cubicBezTo>
                    <a:cubicBezTo>
                      <a:pt x="2111" y="3161"/>
                      <a:pt x="2286" y="3157"/>
                      <a:pt x="2461" y="3157"/>
                    </a:cubicBezTo>
                    <a:cubicBezTo>
                      <a:pt x="2986" y="3157"/>
                      <a:pt x="3512" y="3194"/>
                      <a:pt x="4037" y="3269"/>
                    </a:cubicBezTo>
                    <a:cubicBezTo>
                      <a:pt x="4704" y="3369"/>
                      <a:pt x="5405" y="3536"/>
                      <a:pt x="6072" y="3703"/>
                    </a:cubicBezTo>
                    <a:cubicBezTo>
                      <a:pt x="6405" y="3770"/>
                      <a:pt x="6706" y="3836"/>
                      <a:pt x="7006" y="3903"/>
                    </a:cubicBezTo>
                    <a:cubicBezTo>
                      <a:pt x="9274" y="4370"/>
                      <a:pt x="11609" y="4570"/>
                      <a:pt x="13811" y="4770"/>
                    </a:cubicBezTo>
                    <a:cubicBezTo>
                      <a:pt x="13911" y="4770"/>
                      <a:pt x="13978" y="4704"/>
                      <a:pt x="13978" y="4637"/>
                    </a:cubicBezTo>
                    <a:cubicBezTo>
                      <a:pt x="13978" y="4537"/>
                      <a:pt x="13911" y="4470"/>
                      <a:pt x="13811" y="4470"/>
                    </a:cubicBezTo>
                    <a:cubicBezTo>
                      <a:pt x="11643" y="4270"/>
                      <a:pt x="9308" y="4036"/>
                      <a:pt x="7073" y="3603"/>
                    </a:cubicBezTo>
                    <a:cubicBezTo>
                      <a:pt x="6772" y="3503"/>
                      <a:pt x="6472" y="3469"/>
                      <a:pt x="6139" y="3369"/>
                    </a:cubicBezTo>
                    <a:cubicBezTo>
                      <a:pt x="5471" y="3236"/>
                      <a:pt x="4771" y="3069"/>
                      <a:pt x="4070" y="2969"/>
                    </a:cubicBezTo>
                    <a:cubicBezTo>
                      <a:pt x="3370" y="2869"/>
                      <a:pt x="2636" y="2836"/>
                      <a:pt x="1902" y="2836"/>
                    </a:cubicBezTo>
                    <a:cubicBezTo>
                      <a:pt x="1836" y="2836"/>
                      <a:pt x="1669" y="2869"/>
                      <a:pt x="1502" y="2902"/>
                    </a:cubicBezTo>
                    <a:cubicBezTo>
                      <a:pt x="1336" y="2923"/>
                      <a:pt x="962" y="2970"/>
                      <a:pt x="688" y="2970"/>
                    </a:cubicBezTo>
                    <a:cubicBezTo>
                      <a:pt x="523" y="2970"/>
                      <a:pt x="393" y="2953"/>
                      <a:pt x="368" y="2902"/>
                    </a:cubicBezTo>
                    <a:cubicBezTo>
                      <a:pt x="334" y="2869"/>
                      <a:pt x="334" y="2802"/>
                      <a:pt x="368" y="2702"/>
                    </a:cubicBezTo>
                    <a:cubicBezTo>
                      <a:pt x="668" y="2102"/>
                      <a:pt x="2569" y="1301"/>
                      <a:pt x="3103" y="1168"/>
                    </a:cubicBezTo>
                    <a:cubicBezTo>
                      <a:pt x="4037" y="968"/>
                      <a:pt x="5004" y="968"/>
                      <a:pt x="5972" y="968"/>
                    </a:cubicBezTo>
                    <a:lnTo>
                      <a:pt x="6239" y="968"/>
                    </a:lnTo>
                    <a:cubicBezTo>
                      <a:pt x="6885" y="970"/>
                      <a:pt x="7532" y="971"/>
                      <a:pt x="8178" y="971"/>
                    </a:cubicBezTo>
                    <a:cubicBezTo>
                      <a:pt x="17826" y="971"/>
                      <a:pt x="27373" y="738"/>
                      <a:pt x="36627" y="300"/>
                    </a:cubicBezTo>
                    <a:cubicBezTo>
                      <a:pt x="36694" y="300"/>
                      <a:pt x="36760" y="234"/>
                      <a:pt x="36760" y="167"/>
                    </a:cubicBezTo>
                    <a:cubicBezTo>
                      <a:pt x="36760" y="67"/>
                      <a:pt x="36694" y="0"/>
                      <a:pt x="365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69"/>
              <p:cNvSpPr/>
              <p:nvPr/>
            </p:nvSpPr>
            <p:spPr>
              <a:xfrm>
                <a:off x="1886525" y="3881800"/>
                <a:ext cx="147625" cy="59825"/>
              </a:xfrm>
              <a:custGeom>
                <a:avLst/>
                <a:gdLst/>
                <a:ahLst/>
                <a:cxnLst/>
                <a:rect l="l" t="t" r="r" b="b"/>
                <a:pathLst>
                  <a:path w="5905" h="2393" extrusionOk="0">
                    <a:moveTo>
                      <a:pt x="1194" y="0"/>
                    </a:moveTo>
                    <a:cubicBezTo>
                      <a:pt x="955" y="0"/>
                      <a:pt x="836" y="43"/>
                      <a:pt x="701" y="124"/>
                    </a:cubicBezTo>
                    <a:cubicBezTo>
                      <a:pt x="401" y="291"/>
                      <a:pt x="0" y="591"/>
                      <a:pt x="67" y="925"/>
                    </a:cubicBezTo>
                    <a:cubicBezTo>
                      <a:pt x="134" y="1425"/>
                      <a:pt x="1101" y="1625"/>
                      <a:pt x="2702" y="1925"/>
                    </a:cubicBezTo>
                    <a:cubicBezTo>
                      <a:pt x="3436" y="2059"/>
                      <a:pt x="4170" y="2192"/>
                      <a:pt x="4704" y="2359"/>
                    </a:cubicBezTo>
                    <a:cubicBezTo>
                      <a:pt x="4704" y="2392"/>
                      <a:pt x="4737" y="2392"/>
                      <a:pt x="4737" y="2392"/>
                    </a:cubicBezTo>
                    <a:cubicBezTo>
                      <a:pt x="4804" y="2392"/>
                      <a:pt x="4870" y="2359"/>
                      <a:pt x="4904" y="2292"/>
                    </a:cubicBezTo>
                    <a:cubicBezTo>
                      <a:pt x="4937" y="2192"/>
                      <a:pt x="4870" y="2092"/>
                      <a:pt x="4804" y="2092"/>
                    </a:cubicBezTo>
                    <a:cubicBezTo>
                      <a:pt x="4270" y="1892"/>
                      <a:pt x="3503" y="1759"/>
                      <a:pt x="2736" y="1592"/>
                    </a:cubicBezTo>
                    <a:cubicBezTo>
                      <a:pt x="1768" y="1425"/>
                      <a:pt x="434" y="1192"/>
                      <a:pt x="367" y="858"/>
                    </a:cubicBezTo>
                    <a:cubicBezTo>
                      <a:pt x="367" y="825"/>
                      <a:pt x="367" y="691"/>
                      <a:pt x="868" y="391"/>
                    </a:cubicBezTo>
                    <a:cubicBezTo>
                      <a:pt x="952" y="343"/>
                      <a:pt x="1036" y="316"/>
                      <a:pt x="1208" y="316"/>
                    </a:cubicBezTo>
                    <a:cubicBezTo>
                      <a:pt x="1513" y="316"/>
                      <a:pt x="2093" y="399"/>
                      <a:pt x="3436" y="591"/>
                    </a:cubicBezTo>
                    <a:cubicBezTo>
                      <a:pt x="4036" y="691"/>
                      <a:pt x="4770" y="791"/>
                      <a:pt x="5704" y="925"/>
                    </a:cubicBezTo>
                    <a:cubicBezTo>
                      <a:pt x="5722" y="931"/>
                      <a:pt x="5739" y="933"/>
                      <a:pt x="5754" y="933"/>
                    </a:cubicBezTo>
                    <a:cubicBezTo>
                      <a:pt x="5827" y="933"/>
                      <a:pt x="5877" y="874"/>
                      <a:pt x="5904" y="791"/>
                    </a:cubicBezTo>
                    <a:cubicBezTo>
                      <a:pt x="5904" y="725"/>
                      <a:pt x="5838" y="624"/>
                      <a:pt x="5771" y="624"/>
                    </a:cubicBezTo>
                    <a:cubicBezTo>
                      <a:pt x="4804" y="491"/>
                      <a:pt x="4070" y="358"/>
                      <a:pt x="3469" y="291"/>
                    </a:cubicBezTo>
                    <a:cubicBezTo>
                      <a:pt x="2160" y="92"/>
                      <a:pt x="1547" y="0"/>
                      <a:pt x="11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69"/>
              <p:cNvSpPr/>
              <p:nvPr/>
            </p:nvSpPr>
            <p:spPr>
              <a:xfrm>
                <a:off x="1648850" y="3804000"/>
                <a:ext cx="783075" cy="26700"/>
              </a:xfrm>
              <a:custGeom>
                <a:avLst/>
                <a:gdLst/>
                <a:ahLst/>
                <a:cxnLst/>
                <a:rect l="l" t="t" r="r" b="b"/>
                <a:pathLst>
                  <a:path w="31323" h="1068" extrusionOk="0">
                    <a:moveTo>
                      <a:pt x="31156" y="0"/>
                    </a:moveTo>
                    <a:cubicBezTo>
                      <a:pt x="20882" y="334"/>
                      <a:pt x="10441" y="601"/>
                      <a:pt x="134" y="734"/>
                    </a:cubicBezTo>
                    <a:cubicBezTo>
                      <a:pt x="67" y="734"/>
                      <a:pt x="0" y="801"/>
                      <a:pt x="0" y="901"/>
                    </a:cubicBezTo>
                    <a:cubicBezTo>
                      <a:pt x="0" y="968"/>
                      <a:pt x="67" y="1068"/>
                      <a:pt x="167" y="1068"/>
                    </a:cubicBezTo>
                    <a:cubicBezTo>
                      <a:pt x="10441" y="901"/>
                      <a:pt x="20882" y="668"/>
                      <a:pt x="31156" y="301"/>
                    </a:cubicBezTo>
                    <a:cubicBezTo>
                      <a:pt x="31256" y="301"/>
                      <a:pt x="31323" y="234"/>
                      <a:pt x="31323" y="134"/>
                    </a:cubicBezTo>
                    <a:cubicBezTo>
                      <a:pt x="31323" y="67"/>
                      <a:pt x="31256" y="0"/>
                      <a:pt x="3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69"/>
              <p:cNvSpPr/>
              <p:nvPr/>
            </p:nvSpPr>
            <p:spPr>
              <a:xfrm>
                <a:off x="1703900" y="3854875"/>
                <a:ext cx="169300" cy="24200"/>
              </a:xfrm>
              <a:custGeom>
                <a:avLst/>
                <a:gdLst/>
                <a:ahLst/>
                <a:cxnLst/>
                <a:rect l="l" t="t" r="r" b="b"/>
                <a:pathLst>
                  <a:path w="6772" h="968" extrusionOk="0">
                    <a:moveTo>
                      <a:pt x="167" y="0"/>
                    </a:moveTo>
                    <a:cubicBezTo>
                      <a:pt x="67" y="0"/>
                      <a:pt x="0" y="67"/>
                      <a:pt x="0" y="134"/>
                    </a:cubicBezTo>
                    <a:cubicBezTo>
                      <a:pt x="0" y="234"/>
                      <a:pt x="67" y="300"/>
                      <a:pt x="167" y="300"/>
                    </a:cubicBezTo>
                    <a:cubicBezTo>
                      <a:pt x="1534" y="334"/>
                      <a:pt x="2935" y="501"/>
                      <a:pt x="4303" y="734"/>
                    </a:cubicBezTo>
                    <a:lnTo>
                      <a:pt x="4503" y="801"/>
                    </a:lnTo>
                    <a:cubicBezTo>
                      <a:pt x="5037" y="868"/>
                      <a:pt x="5571" y="968"/>
                      <a:pt x="6104" y="968"/>
                    </a:cubicBezTo>
                    <a:lnTo>
                      <a:pt x="6605" y="968"/>
                    </a:lnTo>
                    <a:cubicBezTo>
                      <a:pt x="6705" y="934"/>
                      <a:pt x="6772" y="868"/>
                      <a:pt x="6738" y="767"/>
                    </a:cubicBezTo>
                    <a:cubicBezTo>
                      <a:pt x="6738" y="701"/>
                      <a:pt x="6638" y="634"/>
                      <a:pt x="6571" y="634"/>
                    </a:cubicBezTo>
                    <a:cubicBezTo>
                      <a:pt x="6405" y="659"/>
                      <a:pt x="6238" y="669"/>
                      <a:pt x="6071" y="669"/>
                    </a:cubicBezTo>
                    <a:cubicBezTo>
                      <a:pt x="5571" y="669"/>
                      <a:pt x="5070" y="576"/>
                      <a:pt x="4570" y="501"/>
                    </a:cubicBezTo>
                    <a:lnTo>
                      <a:pt x="4370" y="434"/>
                    </a:lnTo>
                    <a:cubicBezTo>
                      <a:pt x="2969" y="200"/>
                      <a:pt x="1568" y="34"/>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69"/>
              <p:cNvSpPr/>
              <p:nvPr/>
            </p:nvSpPr>
            <p:spPr>
              <a:xfrm>
                <a:off x="2015775" y="3939100"/>
                <a:ext cx="182650" cy="43375"/>
              </a:xfrm>
              <a:custGeom>
                <a:avLst/>
                <a:gdLst/>
                <a:ahLst/>
                <a:cxnLst/>
                <a:rect l="l" t="t" r="r" b="b"/>
                <a:pathLst>
                  <a:path w="7306" h="1735" extrusionOk="0">
                    <a:moveTo>
                      <a:pt x="234" y="0"/>
                    </a:moveTo>
                    <a:cubicBezTo>
                      <a:pt x="134" y="0"/>
                      <a:pt x="67" y="34"/>
                      <a:pt x="34" y="134"/>
                    </a:cubicBezTo>
                    <a:cubicBezTo>
                      <a:pt x="1" y="234"/>
                      <a:pt x="67" y="301"/>
                      <a:pt x="167" y="301"/>
                    </a:cubicBezTo>
                    <a:lnTo>
                      <a:pt x="1168" y="501"/>
                    </a:lnTo>
                    <a:cubicBezTo>
                      <a:pt x="3136" y="868"/>
                      <a:pt x="5171" y="1235"/>
                      <a:pt x="7106" y="1702"/>
                    </a:cubicBezTo>
                    <a:cubicBezTo>
                      <a:pt x="7106" y="1735"/>
                      <a:pt x="7106" y="1735"/>
                      <a:pt x="7139" y="1735"/>
                    </a:cubicBezTo>
                    <a:cubicBezTo>
                      <a:pt x="7206" y="1735"/>
                      <a:pt x="7272" y="1668"/>
                      <a:pt x="7272" y="1601"/>
                    </a:cubicBezTo>
                    <a:cubicBezTo>
                      <a:pt x="7306" y="1535"/>
                      <a:pt x="7239" y="1435"/>
                      <a:pt x="7172" y="1401"/>
                    </a:cubicBezTo>
                    <a:cubicBezTo>
                      <a:pt x="5238" y="934"/>
                      <a:pt x="3203" y="567"/>
                      <a:pt x="1235" y="200"/>
                    </a:cubicBezTo>
                    <a:lnTo>
                      <a:pt x="2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69"/>
              <p:cNvSpPr/>
              <p:nvPr/>
            </p:nvSpPr>
            <p:spPr>
              <a:xfrm>
                <a:off x="2049125" y="3902400"/>
                <a:ext cx="179325" cy="30050"/>
              </a:xfrm>
              <a:custGeom>
                <a:avLst/>
                <a:gdLst/>
                <a:ahLst/>
                <a:cxnLst/>
                <a:rect l="l" t="t" r="r" b="b"/>
                <a:pathLst>
                  <a:path w="7173" h="1202" extrusionOk="0">
                    <a:moveTo>
                      <a:pt x="168" y="1"/>
                    </a:moveTo>
                    <a:cubicBezTo>
                      <a:pt x="68" y="1"/>
                      <a:pt x="1" y="34"/>
                      <a:pt x="1" y="134"/>
                    </a:cubicBezTo>
                    <a:cubicBezTo>
                      <a:pt x="1" y="234"/>
                      <a:pt x="34" y="301"/>
                      <a:pt x="134" y="301"/>
                    </a:cubicBezTo>
                    <a:cubicBezTo>
                      <a:pt x="1235" y="434"/>
                      <a:pt x="2403" y="601"/>
                      <a:pt x="3570" y="768"/>
                    </a:cubicBezTo>
                    <a:cubicBezTo>
                      <a:pt x="4704" y="901"/>
                      <a:pt x="5872" y="1068"/>
                      <a:pt x="7006" y="1201"/>
                    </a:cubicBezTo>
                    <a:cubicBezTo>
                      <a:pt x="7106" y="1201"/>
                      <a:pt x="7173" y="1135"/>
                      <a:pt x="7173" y="1068"/>
                    </a:cubicBezTo>
                    <a:cubicBezTo>
                      <a:pt x="7173" y="968"/>
                      <a:pt x="7106" y="901"/>
                      <a:pt x="7039" y="901"/>
                    </a:cubicBezTo>
                    <a:cubicBezTo>
                      <a:pt x="5905" y="734"/>
                      <a:pt x="4771" y="601"/>
                      <a:pt x="3603" y="434"/>
                    </a:cubicBezTo>
                    <a:cubicBezTo>
                      <a:pt x="2436" y="301"/>
                      <a:pt x="1302" y="134"/>
                      <a:pt x="1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69"/>
              <p:cNvSpPr/>
              <p:nvPr/>
            </p:nvSpPr>
            <p:spPr>
              <a:xfrm>
                <a:off x="2207575" y="3980800"/>
                <a:ext cx="173500" cy="43375"/>
              </a:xfrm>
              <a:custGeom>
                <a:avLst/>
                <a:gdLst/>
                <a:ahLst/>
                <a:cxnLst/>
                <a:rect l="l" t="t" r="r" b="b"/>
                <a:pathLst>
                  <a:path w="6940" h="1735" extrusionOk="0">
                    <a:moveTo>
                      <a:pt x="201" y="0"/>
                    </a:moveTo>
                    <a:cubicBezTo>
                      <a:pt x="101" y="0"/>
                      <a:pt x="34" y="67"/>
                      <a:pt x="34" y="134"/>
                    </a:cubicBezTo>
                    <a:cubicBezTo>
                      <a:pt x="1" y="234"/>
                      <a:pt x="67" y="300"/>
                      <a:pt x="168" y="300"/>
                    </a:cubicBezTo>
                    <a:cubicBezTo>
                      <a:pt x="1202" y="434"/>
                      <a:pt x="2169" y="667"/>
                      <a:pt x="2936" y="867"/>
                    </a:cubicBezTo>
                    <a:cubicBezTo>
                      <a:pt x="3100" y="922"/>
                      <a:pt x="3285" y="976"/>
                      <a:pt x="3493" y="976"/>
                    </a:cubicBezTo>
                    <a:cubicBezTo>
                      <a:pt x="3540" y="976"/>
                      <a:pt x="3588" y="974"/>
                      <a:pt x="3637" y="968"/>
                    </a:cubicBezTo>
                    <a:cubicBezTo>
                      <a:pt x="3837" y="934"/>
                      <a:pt x="4070" y="801"/>
                      <a:pt x="4170" y="601"/>
                    </a:cubicBezTo>
                    <a:cubicBezTo>
                      <a:pt x="4571" y="767"/>
                      <a:pt x="4971" y="934"/>
                      <a:pt x="5338" y="1134"/>
                    </a:cubicBezTo>
                    <a:cubicBezTo>
                      <a:pt x="5805" y="1301"/>
                      <a:pt x="6239" y="1501"/>
                      <a:pt x="6672" y="1701"/>
                    </a:cubicBezTo>
                    <a:cubicBezTo>
                      <a:pt x="6706" y="1701"/>
                      <a:pt x="6739" y="1735"/>
                      <a:pt x="6739" y="1735"/>
                    </a:cubicBezTo>
                    <a:cubicBezTo>
                      <a:pt x="6806" y="1735"/>
                      <a:pt x="6872" y="1668"/>
                      <a:pt x="6906" y="1635"/>
                    </a:cubicBezTo>
                    <a:cubicBezTo>
                      <a:pt x="6939" y="1535"/>
                      <a:pt x="6906" y="1468"/>
                      <a:pt x="6806" y="1435"/>
                    </a:cubicBezTo>
                    <a:cubicBezTo>
                      <a:pt x="6372" y="1234"/>
                      <a:pt x="5938" y="1034"/>
                      <a:pt x="5471" y="834"/>
                    </a:cubicBezTo>
                    <a:cubicBezTo>
                      <a:pt x="5038" y="634"/>
                      <a:pt x="4571" y="434"/>
                      <a:pt x="4137" y="234"/>
                    </a:cubicBezTo>
                    <a:cubicBezTo>
                      <a:pt x="4104" y="234"/>
                      <a:pt x="4037" y="234"/>
                      <a:pt x="4004" y="267"/>
                    </a:cubicBezTo>
                    <a:cubicBezTo>
                      <a:pt x="3970" y="267"/>
                      <a:pt x="3937" y="334"/>
                      <a:pt x="3937" y="367"/>
                    </a:cubicBezTo>
                    <a:cubicBezTo>
                      <a:pt x="3904" y="534"/>
                      <a:pt x="3737" y="634"/>
                      <a:pt x="3603" y="667"/>
                    </a:cubicBezTo>
                    <a:cubicBezTo>
                      <a:pt x="3567" y="673"/>
                      <a:pt x="3530" y="676"/>
                      <a:pt x="3493" y="676"/>
                    </a:cubicBezTo>
                    <a:cubicBezTo>
                      <a:pt x="3330" y="676"/>
                      <a:pt x="3166" y="622"/>
                      <a:pt x="3003" y="567"/>
                    </a:cubicBezTo>
                    <a:cubicBezTo>
                      <a:pt x="2236" y="367"/>
                      <a:pt x="1268" y="100"/>
                      <a:pt x="2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69"/>
              <p:cNvSpPr/>
              <p:nvPr/>
            </p:nvSpPr>
            <p:spPr>
              <a:xfrm>
                <a:off x="2246775" y="3930750"/>
                <a:ext cx="86750" cy="43400"/>
              </a:xfrm>
              <a:custGeom>
                <a:avLst/>
                <a:gdLst/>
                <a:ahLst/>
                <a:cxnLst/>
                <a:rect l="l" t="t" r="r" b="b"/>
                <a:pathLst>
                  <a:path w="3470" h="1736" extrusionOk="0">
                    <a:moveTo>
                      <a:pt x="167" y="1"/>
                    </a:moveTo>
                    <a:cubicBezTo>
                      <a:pt x="101" y="1"/>
                      <a:pt x="1" y="67"/>
                      <a:pt x="1" y="134"/>
                    </a:cubicBezTo>
                    <a:cubicBezTo>
                      <a:pt x="1" y="234"/>
                      <a:pt x="34" y="301"/>
                      <a:pt x="134" y="334"/>
                    </a:cubicBezTo>
                    <a:cubicBezTo>
                      <a:pt x="968" y="468"/>
                      <a:pt x="1902" y="568"/>
                      <a:pt x="3036" y="635"/>
                    </a:cubicBezTo>
                    <a:cubicBezTo>
                      <a:pt x="2903" y="935"/>
                      <a:pt x="2769" y="1235"/>
                      <a:pt x="2702" y="1569"/>
                    </a:cubicBezTo>
                    <a:cubicBezTo>
                      <a:pt x="2702" y="1635"/>
                      <a:pt x="2736" y="1735"/>
                      <a:pt x="2836" y="1735"/>
                    </a:cubicBezTo>
                    <a:lnTo>
                      <a:pt x="2869" y="1735"/>
                    </a:lnTo>
                    <a:cubicBezTo>
                      <a:pt x="2936" y="1735"/>
                      <a:pt x="3003" y="1702"/>
                      <a:pt x="3036" y="1635"/>
                    </a:cubicBezTo>
                    <a:cubicBezTo>
                      <a:pt x="3103" y="1268"/>
                      <a:pt x="3236" y="901"/>
                      <a:pt x="3436" y="568"/>
                    </a:cubicBezTo>
                    <a:cubicBezTo>
                      <a:pt x="3470" y="534"/>
                      <a:pt x="3470" y="468"/>
                      <a:pt x="3436" y="434"/>
                    </a:cubicBezTo>
                    <a:cubicBezTo>
                      <a:pt x="3403" y="368"/>
                      <a:pt x="3370" y="334"/>
                      <a:pt x="3303" y="334"/>
                    </a:cubicBezTo>
                    <a:cubicBezTo>
                      <a:pt x="2035" y="268"/>
                      <a:pt x="1068" y="168"/>
                      <a:pt x="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69"/>
              <p:cNvSpPr/>
              <p:nvPr/>
            </p:nvSpPr>
            <p:spPr>
              <a:xfrm>
                <a:off x="2342675" y="3958050"/>
                <a:ext cx="47550" cy="21925"/>
              </a:xfrm>
              <a:custGeom>
                <a:avLst/>
                <a:gdLst/>
                <a:ahLst/>
                <a:cxnLst/>
                <a:rect l="l" t="t" r="r" b="b"/>
                <a:pathLst>
                  <a:path w="1902" h="877" extrusionOk="0">
                    <a:moveTo>
                      <a:pt x="195" y="1"/>
                    </a:moveTo>
                    <a:cubicBezTo>
                      <a:pt x="133" y="1"/>
                      <a:pt x="61" y="55"/>
                      <a:pt x="34" y="110"/>
                    </a:cubicBezTo>
                    <a:cubicBezTo>
                      <a:pt x="1" y="210"/>
                      <a:pt x="34" y="276"/>
                      <a:pt x="134" y="310"/>
                    </a:cubicBezTo>
                    <a:cubicBezTo>
                      <a:pt x="634" y="510"/>
                      <a:pt x="1168" y="710"/>
                      <a:pt x="1702" y="877"/>
                    </a:cubicBezTo>
                    <a:lnTo>
                      <a:pt x="1735" y="877"/>
                    </a:lnTo>
                    <a:cubicBezTo>
                      <a:pt x="1802" y="877"/>
                      <a:pt x="1869" y="843"/>
                      <a:pt x="1869" y="777"/>
                    </a:cubicBezTo>
                    <a:cubicBezTo>
                      <a:pt x="1902" y="677"/>
                      <a:pt x="1869" y="610"/>
                      <a:pt x="1769" y="577"/>
                    </a:cubicBezTo>
                    <a:cubicBezTo>
                      <a:pt x="1268" y="410"/>
                      <a:pt x="734" y="210"/>
                      <a:pt x="234" y="10"/>
                    </a:cubicBezTo>
                    <a:cubicBezTo>
                      <a:pt x="222" y="3"/>
                      <a:pt x="208" y="1"/>
                      <a:pt x="1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69"/>
              <p:cNvSpPr/>
              <p:nvPr/>
            </p:nvSpPr>
            <p:spPr>
              <a:xfrm>
                <a:off x="2371875" y="3835625"/>
                <a:ext cx="79250" cy="109325"/>
              </a:xfrm>
              <a:custGeom>
                <a:avLst/>
                <a:gdLst/>
                <a:ahLst/>
                <a:cxnLst/>
                <a:rect l="l" t="t" r="r" b="b"/>
                <a:pathLst>
                  <a:path w="3170" h="4373" extrusionOk="0">
                    <a:moveTo>
                      <a:pt x="2982" y="0"/>
                    </a:moveTo>
                    <a:cubicBezTo>
                      <a:pt x="2931" y="0"/>
                      <a:pt x="2877" y="28"/>
                      <a:pt x="2835" y="70"/>
                    </a:cubicBezTo>
                    <a:cubicBezTo>
                      <a:pt x="2002" y="1471"/>
                      <a:pt x="1101" y="2838"/>
                      <a:pt x="67" y="4106"/>
                    </a:cubicBezTo>
                    <a:cubicBezTo>
                      <a:pt x="0" y="4173"/>
                      <a:pt x="33" y="4273"/>
                      <a:pt x="100" y="4339"/>
                    </a:cubicBezTo>
                    <a:cubicBezTo>
                      <a:pt x="134" y="4339"/>
                      <a:pt x="167" y="4373"/>
                      <a:pt x="200" y="4373"/>
                    </a:cubicBezTo>
                    <a:cubicBezTo>
                      <a:pt x="234" y="4373"/>
                      <a:pt x="267" y="4339"/>
                      <a:pt x="300" y="4306"/>
                    </a:cubicBezTo>
                    <a:cubicBezTo>
                      <a:pt x="1334" y="3005"/>
                      <a:pt x="2268" y="1671"/>
                      <a:pt x="3102" y="237"/>
                    </a:cubicBezTo>
                    <a:cubicBezTo>
                      <a:pt x="3169" y="170"/>
                      <a:pt x="3136" y="70"/>
                      <a:pt x="3069" y="36"/>
                    </a:cubicBezTo>
                    <a:cubicBezTo>
                      <a:pt x="3043" y="11"/>
                      <a:pt x="3013" y="0"/>
                      <a:pt x="29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69"/>
              <p:cNvSpPr/>
              <p:nvPr/>
            </p:nvSpPr>
            <p:spPr>
              <a:xfrm>
                <a:off x="2401875" y="3897325"/>
                <a:ext cx="39225" cy="34300"/>
              </a:xfrm>
              <a:custGeom>
                <a:avLst/>
                <a:gdLst/>
                <a:ahLst/>
                <a:cxnLst/>
                <a:rect l="l" t="t" r="r" b="b"/>
                <a:pathLst>
                  <a:path w="1569" h="1372" extrusionOk="0">
                    <a:moveTo>
                      <a:pt x="1389" y="0"/>
                    </a:moveTo>
                    <a:cubicBezTo>
                      <a:pt x="1358" y="0"/>
                      <a:pt x="1327" y="11"/>
                      <a:pt x="1302" y="37"/>
                    </a:cubicBezTo>
                    <a:lnTo>
                      <a:pt x="101" y="1104"/>
                    </a:lnTo>
                    <a:cubicBezTo>
                      <a:pt x="34" y="1138"/>
                      <a:pt x="1" y="1238"/>
                      <a:pt x="68" y="1304"/>
                    </a:cubicBezTo>
                    <a:cubicBezTo>
                      <a:pt x="101" y="1338"/>
                      <a:pt x="134" y="1371"/>
                      <a:pt x="201" y="1371"/>
                    </a:cubicBezTo>
                    <a:cubicBezTo>
                      <a:pt x="234" y="1371"/>
                      <a:pt x="268" y="1371"/>
                      <a:pt x="301" y="1338"/>
                    </a:cubicBezTo>
                    <a:lnTo>
                      <a:pt x="1502" y="270"/>
                    </a:lnTo>
                    <a:cubicBezTo>
                      <a:pt x="1569" y="204"/>
                      <a:pt x="1569" y="137"/>
                      <a:pt x="1535" y="70"/>
                    </a:cubicBezTo>
                    <a:cubicBezTo>
                      <a:pt x="1494" y="29"/>
                      <a:pt x="1440" y="0"/>
                      <a:pt x="13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69"/>
              <p:cNvSpPr/>
              <p:nvPr/>
            </p:nvSpPr>
            <p:spPr>
              <a:xfrm>
                <a:off x="2467775" y="3728200"/>
                <a:ext cx="485375" cy="564500"/>
              </a:xfrm>
              <a:custGeom>
                <a:avLst/>
                <a:gdLst/>
                <a:ahLst/>
                <a:cxnLst/>
                <a:rect l="l" t="t" r="r" b="b"/>
                <a:pathLst>
                  <a:path w="19415" h="22580" extrusionOk="0">
                    <a:moveTo>
                      <a:pt x="13455" y="1"/>
                    </a:moveTo>
                    <a:cubicBezTo>
                      <a:pt x="12809" y="1"/>
                      <a:pt x="12053" y="548"/>
                      <a:pt x="11141" y="1665"/>
                    </a:cubicBezTo>
                    <a:cubicBezTo>
                      <a:pt x="11075" y="1732"/>
                      <a:pt x="11108" y="1832"/>
                      <a:pt x="11175" y="1865"/>
                    </a:cubicBezTo>
                    <a:cubicBezTo>
                      <a:pt x="11208" y="1898"/>
                      <a:pt x="11250" y="1915"/>
                      <a:pt x="11287" y="1915"/>
                    </a:cubicBezTo>
                    <a:cubicBezTo>
                      <a:pt x="11325" y="1915"/>
                      <a:pt x="11358" y="1898"/>
                      <a:pt x="11375" y="1865"/>
                    </a:cubicBezTo>
                    <a:cubicBezTo>
                      <a:pt x="12231" y="825"/>
                      <a:pt x="12947" y="318"/>
                      <a:pt x="13498" y="318"/>
                    </a:cubicBezTo>
                    <a:cubicBezTo>
                      <a:pt x="13548" y="318"/>
                      <a:pt x="13596" y="322"/>
                      <a:pt x="13643" y="331"/>
                    </a:cubicBezTo>
                    <a:cubicBezTo>
                      <a:pt x="14444" y="497"/>
                      <a:pt x="14844" y="1932"/>
                      <a:pt x="15111" y="2866"/>
                    </a:cubicBezTo>
                    <a:cubicBezTo>
                      <a:pt x="15211" y="3266"/>
                      <a:pt x="15278" y="3600"/>
                      <a:pt x="15378" y="3766"/>
                    </a:cubicBezTo>
                    <a:cubicBezTo>
                      <a:pt x="15587" y="4148"/>
                      <a:pt x="16001" y="4284"/>
                      <a:pt x="16490" y="4284"/>
                    </a:cubicBezTo>
                    <a:cubicBezTo>
                      <a:pt x="17326" y="4284"/>
                      <a:pt x="18382" y="3885"/>
                      <a:pt x="19014" y="3633"/>
                    </a:cubicBezTo>
                    <a:lnTo>
                      <a:pt x="19014" y="3633"/>
                    </a:lnTo>
                    <a:cubicBezTo>
                      <a:pt x="16812" y="10304"/>
                      <a:pt x="6805" y="21779"/>
                      <a:pt x="4637" y="22246"/>
                    </a:cubicBezTo>
                    <a:cubicBezTo>
                      <a:pt x="4554" y="22260"/>
                      <a:pt x="4477" y="22268"/>
                      <a:pt x="4405" y="22268"/>
                    </a:cubicBezTo>
                    <a:cubicBezTo>
                      <a:pt x="4304" y="22268"/>
                      <a:pt x="4215" y="22252"/>
                      <a:pt x="4136" y="22213"/>
                    </a:cubicBezTo>
                    <a:cubicBezTo>
                      <a:pt x="3970" y="22079"/>
                      <a:pt x="3903" y="21813"/>
                      <a:pt x="3870" y="21546"/>
                    </a:cubicBezTo>
                    <a:cubicBezTo>
                      <a:pt x="3803" y="21379"/>
                      <a:pt x="3770" y="21212"/>
                      <a:pt x="3703" y="21079"/>
                    </a:cubicBezTo>
                    <a:cubicBezTo>
                      <a:pt x="3510" y="20798"/>
                      <a:pt x="3262" y="20711"/>
                      <a:pt x="2992" y="20711"/>
                    </a:cubicBezTo>
                    <a:cubicBezTo>
                      <a:pt x="2749" y="20711"/>
                      <a:pt x="2488" y="20782"/>
                      <a:pt x="2235" y="20845"/>
                    </a:cubicBezTo>
                    <a:cubicBezTo>
                      <a:pt x="2003" y="20892"/>
                      <a:pt x="1755" y="20954"/>
                      <a:pt x="1535" y="20954"/>
                    </a:cubicBezTo>
                    <a:cubicBezTo>
                      <a:pt x="1439" y="20954"/>
                      <a:pt x="1349" y="20942"/>
                      <a:pt x="1268" y="20912"/>
                    </a:cubicBezTo>
                    <a:cubicBezTo>
                      <a:pt x="968" y="20812"/>
                      <a:pt x="767" y="20578"/>
                      <a:pt x="667" y="20278"/>
                    </a:cubicBezTo>
                    <a:cubicBezTo>
                      <a:pt x="334" y="19377"/>
                      <a:pt x="767" y="17743"/>
                      <a:pt x="1868" y="15808"/>
                    </a:cubicBezTo>
                    <a:cubicBezTo>
                      <a:pt x="1902" y="15742"/>
                      <a:pt x="1868" y="15641"/>
                      <a:pt x="1801" y="15575"/>
                    </a:cubicBezTo>
                    <a:cubicBezTo>
                      <a:pt x="1784" y="15566"/>
                      <a:pt x="1763" y="15562"/>
                      <a:pt x="1743" y="15562"/>
                    </a:cubicBezTo>
                    <a:cubicBezTo>
                      <a:pt x="1686" y="15562"/>
                      <a:pt x="1626" y="15593"/>
                      <a:pt x="1601" y="15641"/>
                    </a:cubicBezTo>
                    <a:cubicBezTo>
                      <a:pt x="434" y="17676"/>
                      <a:pt x="0" y="19377"/>
                      <a:pt x="367" y="20378"/>
                    </a:cubicBezTo>
                    <a:cubicBezTo>
                      <a:pt x="501" y="20778"/>
                      <a:pt x="767" y="21045"/>
                      <a:pt x="1168" y="21212"/>
                    </a:cubicBezTo>
                    <a:cubicBezTo>
                      <a:pt x="1294" y="21258"/>
                      <a:pt x="1425" y="21276"/>
                      <a:pt x="1558" y="21276"/>
                    </a:cubicBezTo>
                    <a:cubicBezTo>
                      <a:pt x="1811" y="21276"/>
                      <a:pt x="2073" y="21211"/>
                      <a:pt x="2335" y="21145"/>
                    </a:cubicBezTo>
                    <a:cubicBezTo>
                      <a:pt x="2593" y="21065"/>
                      <a:pt x="2812" y="21008"/>
                      <a:pt x="2992" y="21008"/>
                    </a:cubicBezTo>
                    <a:cubicBezTo>
                      <a:pt x="3185" y="21008"/>
                      <a:pt x="3333" y="21073"/>
                      <a:pt x="3436" y="21245"/>
                    </a:cubicBezTo>
                    <a:cubicBezTo>
                      <a:pt x="3503" y="21312"/>
                      <a:pt x="3536" y="21479"/>
                      <a:pt x="3569" y="21612"/>
                    </a:cubicBezTo>
                    <a:cubicBezTo>
                      <a:pt x="3603" y="21913"/>
                      <a:pt x="3703" y="22280"/>
                      <a:pt x="3970" y="22446"/>
                    </a:cubicBezTo>
                    <a:cubicBezTo>
                      <a:pt x="4103" y="22546"/>
                      <a:pt x="4237" y="22580"/>
                      <a:pt x="4437" y="22580"/>
                    </a:cubicBezTo>
                    <a:cubicBezTo>
                      <a:pt x="4503" y="22580"/>
                      <a:pt x="4603" y="22580"/>
                      <a:pt x="4704" y="22546"/>
                    </a:cubicBezTo>
                    <a:cubicBezTo>
                      <a:pt x="7005" y="22046"/>
                      <a:pt x="17346" y="10271"/>
                      <a:pt x="19414" y="3366"/>
                    </a:cubicBezTo>
                    <a:cubicBezTo>
                      <a:pt x="19414" y="3299"/>
                      <a:pt x="19414" y="3266"/>
                      <a:pt x="19347" y="3199"/>
                    </a:cubicBezTo>
                    <a:cubicBezTo>
                      <a:pt x="19331" y="3183"/>
                      <a:pt x="19306" y="3174"/>
                      <a:pt x="19276" y="3174"/>
                    </a:cubicBezTo>
                    <a:cubicBezTo>
                      <a:pt x="19247" y="3174"/>
                      <a:pt x="19214" y="3183"/>
                      <a:pt x="19181" y="3199"/>
                    </a:cubicBezTo>
                    <a:cubicBezTo>
                      <a:pt x="18431" y="3540"/>
                      <a:pt x="17265" y="3973"/>
                      <a:pt x="16470" y="3973"/>
                    </a:cubicBezTo>
                    <a:cubicBezTo>
                      <a:pt x="16097" y="3973"/>
                      <a:pt x="15806" y="3878"/>
                      <a:pt x="15678" y="3633"/>
                    </a:cubicBezTo>
                    <a:cubicBezTo>
                      <a:pt x="15578" y="3466"/>
                      <a:pt x="15511" y="3166"/>
                      <a:pt x="15411" y="2799"/>
                    </a:cubicBezTo>
                    <a:cubicBezTo>
                      <a:pt x="15111" y="1698"/>
                      <a:pt x="14711" y="230"/>
                      <a:pt x="13710" y="30"/>
                    </a:cubicBezTo>
                    <a:cubicBezTo>
                      <a:pt x="13627" y="10"/>
                      <a:pt x="13542" y="1"/>
                      <a:pt x="134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69"/>
              <p:cNvSpPr/>
              <p:nvPr/>
            </p:nvSpPr>
            <p:spPr>
              <a:xfrm>
                <a:off x="2716275" y="3125075"/>
                <a:ext cx="635475" cy="689800"/>
              </a:xfrm>
              <a:custGeom>
                <a:avLst/>
                <a:gdLst/>
                <a:ahLst/>
                <a:cxnLst/>
                <a:rect l="l" t="t" r="r" b="b"/>
                <a:pathLst>
                  <a:path w="25419" h="27592" extrusionOk="0">
                    <a:moveTo>
                      <a:pt x="24037" y="1"/>
                    </a:moveTo>
                    <a:cubicBezTo>
                      <a:pt x="23305" y="1"/>
                      <a:pt x="22383" y="400"/>
                      <a:pt x="21716" y="672"/>
                    </a:cubicBezTo>
                    <a:cubicBezTo>
                      <a:pt x="21583" y="739"/>
                      <a:pt x="21483" y="772"/>
                      <a:pt x="21383" y="805"/>
                    </a:cubicBezTo>
                    <a:cubicBezTo>
                      <a:pt x="16679" y="2740"/>
                      <a:pt x="15245" y="4741"/>
                      <a:pt x="5938" y="17751"/>
                    </a:cubicBezTo>
                    <a:cubicBezTo>
                      <a:pt x="4237" y="20086"/>
                      <a:pt x="2302" y="22788"/>
                      <a:pt x="34" y="25923"/>
                    </a:cubicBezTo>
                    <a:cubicBezTo>
                      <a:pt x="1" y="25990"/>
                      <a:pt x="1" y="26090"/>
                      <a:pt x="67" y="26157"/>
                    </a:cubicBezTo>
                    <a:cubicBezTo>
                      <a:pt x="95" y="26171"/>
                      <a:pt x="128" y="26179"/>
                      <a:pt x="163" y="26179"/>
                    </a:cubicBezTo>
                    <a:cubicBezTo>
                      <a:pt x="211" y="26179"/>
                      <a:pt x="262" y="26162"/>
                      <a:pt x="301" y="26123"/>
                    </a:cubicBezTo>
                    <a:cubicBezTo>
                      <a:pt x="2569" y="22988"/>
                      <a:pt x="4504" y="20252"/>
                      <a:pt x="6172" y="17917"/>
                    </a:cubicBezTo>
                    <a:cubicBezTo>
                      <a:pt x="15445" y="5008"/>
                      <a:pt x="16879" y="3007"/>
                      <a:pt x="21483" y="1105"/>
                    </a:cubicBezTo>
                    <a:cubicBezTo>
                      <a:pt x="21583" y="1072"/>
                      <a:pt x="21716" y="1005"/>
                      <a:pt x="21816" y="972"/>
                    </a:cubicBezTo>
                    <a:cubicBezTo>
                      <a:pt x="22433" y="715"/>
                      <a:pt x="23367" y="319"/>
                      <a:pt x="24038" y="319"/>
                    </a:cubicBezTo>
                    <a:cubicBezTo>
                      <a:pt x="24238" y="319"/>
                      <a:pt x="24414" y="354"/>
                      <a:pt x="24551" y="438"/>
                    </a:cubicBezTo>
                    <a:cubicBezTo>
                      <a:pt x="24785" y="572"/>
                      <a:pt x="24885" y="839"/>
                      <a:pt x="24918" y="1272"/>
                    </a:cubicBezTo>
                    <a:cubicBezTo>
                      <a:pt x="25119" y="5909"/>
                      <a:pt x="22750" y="9812"/>
                      <a:pt x="9207" y="27358"/>
                    </a:cubicBezTo>
                    <a:cubicBezTo>
                      <a:pt x="9140" y="27424"/>
                      <a:pt x="9174" y="27524"/>
                      <a:pt x="9241" y="27558"/>
                    </a:cubicBezTo>
                    <a:cubicBezTo>
                      <a:pt x="9274" y="27591"/>
                      <a:pt x="9307" y="27591"/>
                      <a:pt x="9341" y="27591"/>
                    </a:cubicBezTo>
                    <a:cubicBezTo>
                      <a:pt x="9374" y="27591"/>
                      <a:pt x="9441" y="27591"/>
                      <a:pt x="9474" y="27558"/>
                    </a:cubicBezTo>
                    <a:cubicBezTo>
                      <a:pt x="23084" y="9945"/>
                      <a:pt x="25419" y="6009"/>
                      <a:pt x="25219" y="1239"/>
                    </a:cubicBezTo>
                    <a:cubicBezTo>
                      <a:pt x="25219" y="739"/>
                      <a:pt x="25052" y="372"/>
                      <a:pt x="24718" y="171"/>
                    </a:cubicBezTo>
                    <a:cubicBezTo>
                      <a:pt x="24528" y="50"/>
                      <a:pt x="24294" y="1"/>
                      <a:pt x="240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69"/>
              <p:cNvSpPr/>
              <p:nvPr/>
            </p:nvSpPr>
            <p:spPr>
              <a:xfrm>
                <a:off x="1747250" y="4603100"/>
                <a:ext cx="406975" cy="156600"/>
              </a:xfrm>
              <a:custGeom>
                <a:avLst/>
                <a:gdLst/>
                <a:ahLst/>
                <a:cxnLst/>
                <a:rect l="l" t="t" r="r" b="b"/>
                <a:pathLst>
                  <a:path w="16279" h="6264" extrusionOk="0">
                    <a:moveTo>
                      <a:pt x="15912" y="426"/>
                    </a:moveTo>
                    <a:cubicBezTo>
                      <a:pt x="15578" y="2328"/>
                      <a:pt x="14611" y="3929"/>
                      <a:pt x="13577" y="5530"/>
                    </a:cubicBezTo>
                    <a:cubicBezTo>
                      <a:pt x="13544" y="5597"/>
                      <a:pt x="13544" y="5630"/>
                      <a:pt x="13510" y="5663"/>
                    </a:cubicBezTo>
                    <a:cubicBezTo>
                      <a:pt x="13398" y="5856"/>
                      <a:pt x="13340" y="5956"/>
                      <a:pt x="12835" y="5956"/>
                    </a:cubicBezTo>
                    <a:cubicBezTo>
                      <a:pt x="12290" y="5956"/>
                      <a:pt x="11224" y="5839"/>
                      <a:pt x="9007" y="5597"/>
                    </a:cubicBezTo>
                    <a:cubicBezTo>
                      <a:pt x="7539" y="5430"/>
                      <a:pt x="5605" y="5230"/>
                      <a:pt x="3003" y="4963"/>
                    </a:cubicBezTo>
                    <a:cubicBezTo>
                      <a:pt x="2736" y="4930"/>
                      <a:pt x="2436" y="4930"/>
                      <a:pt x="2135" y="4896"/>
                    </a:cubicBezTo>
                    <a:cubicBezTo>
                      <a:pt x="1435" y="4863"/>
                      <a:pt x="534" y="4796"/>
                      <a:pt x="368" y="4529"/>
                    </a:cubicBezTo>
                    <a:cubicBezTo>
                      <a:pt x="334" y="4463"/>
                      <a:pt x="334" y="4362"/>
                      <a:pt x="434" y="4229"/>
                    </a:cubicBezTo>
                    <a:cubicBezTo>
                      <a:pt x="601" y="3962"/>
                      <a:pt x="1535" y="2561"/>
                      <a:pt x="2302" y="2394"/>
                    </a:cubicBezTo>
                    <a:cubicBezTo>
                      <a:pt x="3203" y="2228"/>
                      <a:pt x="4871" y="2061"/>
                      <a:pt x="6805" y="1861"/>
                    </a:cubicBezTo>
                    <a:cubicBezTo>
                      <a:pt x="10341" y="1527"/>
                      <a:pt x="14344" y="1160"/>
                      <a:pt x="15912" y="426"/>
                    </a:cubicBezTo>
                    <a:close/>
                    <a:moveTo>
                      <a:pt x="16108" y="1"/>
                    </a:moveTo>
                    <a:cubicBezTo>
                      <a:pt x="16079" y="1"/>
                      <a:pt x="16045" y="9"/>
                      <a:pt x="16012" y="26"/>
                    </a:cubicBezTo>
                    <a:cubicBezTo>
                      <a:pt x="14744" y="793"/>
                      <a:pt x="10341" y="1227"/>
                      <a:pt x="6772" y="1560"/>
                    </a:cubicBezTo>
                    <a:cubicBezTo>
                      <a:pt x="4837" y="1761"/>
                      <a:pt x="3136" y="1894"/>
                      <a:pt x="2236" y="2094"/>
                    </a:cubicBezTo>
                    <a:cubicBezTo>
                      <a:pt x="1235" y="2294"/>
                      <a:pt x="167" y="4062"/>
                      <a:pt x="134" y="4062"/>
                    </a:cubicBezTo>
                    <a:cubicBezTo>
                      <a:pt x="34" y="4296"/>
                      <a:pt x="1" y="4529"/>
                      <a:pt x="101" y="4696"/>
                    </a:cubicBezTo>
                    <a:cubicBezTo>
                      <a:pt x="334" y="5096"/>
                      <a:pt x="1168" y="5163"/>
                      <a:pt x="2135" y="5196"/>
                    </a:cubicBezTo>
                    <a:cubicBezTo>
                      <a:pt x="2402" y="5230"/>
                      <a:pt x="2703" y="5230"/>
                      <a:pt x="2969" y="5263"/>
                    </a:cubicBezTo>
                    <a:cubicBezTo>
                      <a:pt x="5571" y="5530"/>
                      <a:pt x="7506" y="5730"/>
                      <a:pt x="8974" y="5897"/>
                    </a:cubicBezTo>
                    <a:cubicBezTo>
                      <a:pt x="11142" y="6130"/>
                      <a:pt x="12243" y="6264"/>
                      <a:pt x="12876" y="6264"/>
                    </a:cubicBezTo>
                    <a:cubicBezTo>
                      <a:pt x="13544" y="6264"/>
                      <a:pt x="13610" y="6130"/>
                      <a:pt x="13777" y="5830"/>
                    </a:cubicBezTo>
                    <a:cubicBezTo>
                      <a:pt x="13810" y="5797"/>
                      <a:pt x="13810" y="5763"/>
                      <a:pt x="13844" y="5697"/>
                    </a:cubicBezTo>
                    <a:cubicBezTo>
                      <a:pt x="14945" y="3962"/>
                      <a:pt x="15979" y="2261"/>
                      <a:pt x="16246" y="159"/>
                    </a:cubicBezTo>
                    <a:cubicBezTo>
                      <a:pt x="16279" y="93"/>
                      <a:pt x="16246" y="59"/>
                      <a:pt x="16179" y="26"/>
                    </a:cubicBezTo>
                    <a:cubicBezTo>
                      <a:pt x="16162" y="9"/>
                      <a:pt x="16137" y="1"/>
                      <a:pt x="161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69"/>
              <p:cNvSpPr/>
              <p:nvPr/>
            </p:nvSpPr>
            <p:spPr>
              <a:xfrm>
                <a:off x="2047475" y="4273075"/>
                <a:ext cx="563750" cy="569200"/>
              </a:xfrm>
              <a:custGeom>
                <a:avLst/>
                <a:gdLst/>
                <a:ahLst/>
                <a:cxnLst/>
                <a:rect l="l" t="t" r="r" b="b"/>
                <a:pathLst>
                  <a:path w="22550" h="22768" extrusionOk="0">
                    <a:moveTo>
                      <a:pt x="22366" y="1"/>
                    </a:moveTo>
                    <a:cubicBezTo>
                      <a:pt x="22324" y="1"/>
                      <a:pt x="22283" y="18"/>
                      <a:pt x="22249" y="51"/>
                    </a:cubicBezTo>
                    <a:cubicBezTo>
                      <a:pt x="21916" y="384"/>
                      <a:pt x="21549" y="918"/>
                      <a:pt x="21082" y="1619"/>
                    </a:cubicBezTo>
                    <a:cubicBezTo>
                      <a:pt x="19314" y="4321"/>
                      <a:pt x="15611" y="9958"/>
                      <a:pt x="2669" y="21099"/>
                    </a:cubicBezTo>
                    <a:cubicBezTo>
                      <a:pt x="1354" y="22249"/>
                      <a:pt x="849" y="22455"/>
                      <a:pt x="655" y="22455"/>
                    </a:cubicBezTo>
                    <a:cubicBezTo>
                      <a:pt x="613" y="22455"/>
                      <a:pt x="585" y="22446"/>
                      <a:pt x="567" y="22434"/>
                    </a:cubicBezTo>
                    <a:cubicBezTo>
                      <a:pt x="334" y="22300"/>
                      <a:pt x="767" y="20933"/>
                      <a:pt x="1134" y="19732"/>
                    </a:cubicBezTo>
                    <a:lnTo>
                      <a:pt x="1268" y="19331"/>
                    </a:lnTo>
                    <a:cubicBezTo>
                      <a:pt x="1301" y="19265"/>
                      <a:pt x="1234" y="19165"/>
                      <a:pt x="1168" y="19131"/>
                    </a:cubicBezTo>
                    <a:cubicBezTo>
                      <a:pt x="1068" y="19131"/>
                      <a:pt x="1001" y="19165"/>
                      <a:pt x="968" y="19231"/>
                    </a:cubicBezTo>
                    <a:lnTo>
                      <a:pt x="834" y="19632"/>
                    </a:lnTo>
                    <a:cubicBezTo>
                      <a:pt x="234" y="21500"/>
                      <a:pt x="0" y="22434"/>
                      <a:pt x="400" y="22700"/>
                    </a:cubicBezTo>
                    <a:cubicBezTo>
                      <a:pt x="467" y="22734"/>
                      <a:pt x="534" y="22767"/>
                      <a:pt x="634" y="22767"/>
                    </a:cubicBezTo>
                    <a:cubicBezTo>
                      <a:pt x="968" y="22767"/>
                      <a:pt x="1601" y="22434"/>
                      <a:pt x="2869" y="21333"/>
                    </a:cubicBezTo>
                    <a:cubicBezTo>
                      <a:pt x="15845" y="10158"/>
                      <a:pt x="19581" y="4521"/>
                      <a:pt x="21349" y="1785"/>
                    </a:cubicBezTo>
                    <a:cubicBezTo>
                      <a:pt x="21816" y="1085"/>
                      <a:pt x="22149" y="585"/>
                      <a:pt x="22483" y="251"/>
                    </a:cubicBezTo>
                    <a:cubicBezTo>
                      <a:pt x="22550" y="184"/>
                      <a:pt x="22550" y="84"/>
                      <a:pt x="22483" y="51"/>
                    </a:cubicBezTo>
                    <a:cubicBezTo>
                      <a:pt x="22450" y="18"/>
                      <a:pt x="22408" y="1"/>
                      <a:pt x="22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69"/>
              <p:cNvSpPr/>
              <p:nvPr/>
            </p:nvSpPr>
            <p:spPr>
              <a:xfrm>
                <a:off x="2145875" y="4098650"/>
                <a:ext cx="337750" cy="512625"/>
              </a:xfrm>
              <a:custGeom>
                <a:avLst/>
                <a:gdLst/>
                <a:ahLst/>
                <a:cxnLst/>
                <a:rect l="l" t="t" r="r" b="b"/>
                <a:pathLst>
                  <a:path w="13510" h="20505" extrusionOk="0">
                    <a:moveTo>
                      <a:pt x="13317" y="1"/>
                    </a:moveTo>
                    <a:cubicBezTo>
                      <a:pt x="13272" y="1"/>
                      <a:pt x="13229" y="17"/>
                      <a:pt x="13210" y="56"/>
                    </a:cubicBezTo>
                    <a:cubicBezTo>
                      <a:pt x="10007" y="4926"/>
                      <a:pt x="7606" y="8229"/>
                      <a:pt x="5638" y="10864"/>
                    </a:cubicBezTo>
                    <a:cubicBezTo>
                      <a:pt x="2836" y="14667"/>
                      <a:pt x="1168" y="16968"/>
                      <a:pt x="0" y="20271"/>
                    </a:cubicBezTo>
                    <a:cubicBezTo>
                      <a:pt x="0" y="20371"/>
                      <a:pt x="34" y="20438"/>
                      <a:pt x="100" y="20471"/>
                    </a:cubicBezTo>
                    <a:cubicBezTo>
                      <a:pt x="134" y="20471"/>
                      <a:pt x="134" y="20504"/>
                      <a:pt x="167" y="20504"/>
                    </a:cubicBezTo>
                    <a:cubicBezTo>
                      <a:pt x="234" y="20504"/>
                      <a:pt x="301" y="20438"/>
                      <a:pt x="301" y="20371"/>
                    </a:cubicBezTo>
                    <a:cubicBezTo>
                      <a:pt x="1435" y="17102"/>
                      <a:pt x="3136" y="14833"/>
                      <a:pt x="5905" y="11064"/>
                    </a:cubicBezTo>
                    <a:cubicBezTo>
                      <a:pt x="7839" y="8396"/>
                      <a:pt x="10274" y="5127"/>
                      <a:pt x="13443" y="223"/>
                    </a:cubicBezTo>
                    <a:cubicBezTo>
                      <a:pt x="13510" y="156"/>
                      <a:pt x="13477" y="56"/>
                      <a:pt x="13410" y="23"/>
                    </a:cubicBezTo>
                    <a:cubicBezTo>
                      <a:pt x="13382" y="9"/>
                      <a:pt x="13349" y="1"/>
                      <a:pt x="133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69"/>
              <p:cNvSpPr/>
              <p:nvPr/>
            </p:nvSpPr>
            <p:spPr>
              <a:xfrm>
                <a:off x="2008275" y="4537025"/>
                <a:ext cx="173475" cy="100925"/>
              </a:xfrm>
              <a:custGeom>
                <a:avLst/>
                <a:gdLst/>
                <a:ahLst/>
                <a:cxnLst/>
                <a:rect l="l" t="t" r="r" b="b"/>
                <a:pathLst>
                  <a:path w="6939" h="4037" extrusionOk="0">
                    <a:moveTo>
                      <a:pt x="6772" y="0"/>
                    </a:moveTo>
                    <a:cubicBezTo>
                      <a:pt x="5638" y="134"/>
                      <a:pt x="4804" y="201"/>
                      <a:pt x="4137" y="234"/>
                    </a:cubicBezTo>
                    <a:cubicBezTo>
                      <a:pt x="2002" y="401"/>
                      <a:pt x="1935" y="401"/>
                      <a:pt x="934" y="1702"/>
                    </a:cubicBezTo>
                    <a:cubicBezTo>
                      <a:pt x="734" y="1935"/>
                      <a:pt x="534" y="2235"/>
                      <a:pt x="234" y="2569"/>
                    </a:cubicBezTo>
                    <a:cubicBezTo>
                      <a:pt x="0" y="2836"/>
                      <a:pt x="134" y="3003"/>
                      <a:pt x="401" y="3336"/>
                    </a:cubicBezTo>
                    <a:cubicBezTo>
                      <a:pt x="534" y="3470"/>
                      <a:pt x="701" y="3670"/>
                      <a:pt x="901" y="3970"/>
                    </a:cubicBezTo>
                    <a:cubicBezTo>
                      <a:pt x="934" y="4003"/>
                      <a:pt x="1001" y="4037"/>
                      <a:pt x="1034" y="4037"/>
                    </a:cubicBezTo>
                    <a:cubicBezTo>
                      <a:pt x="1068" y="4037"/>
                      <a:pt x="1101" y="4003"/>
                      <a:pt x="1135" y="4003"/>
                    </a:cubicBezTo>
                    <a:cubicBezTo>
                      <a:pt x="1201" y="3937"/>
                      <a:pt x="1201" y="3837"/>
                      <a:pt x="1168" y="3770"/>
                    </a:cubicBezTo>
                    <a:cubicBezTo>
                      <a:pt x="934" y="3470"/>
                      <a:pt x="768" y="3269"/>
                      <a:pt x="668" y="3136"/>
                    </a:cubicBezTo>
                    <a:cubicBezTo>
                      <a:pt x="534" y="3003"/>
                      <a:pt x="434" y="2869"/>
                      <a:pt x="434" y="2836"/>
                    </a:cubicBezTo>
                    <a:cubicBezTo>
                      <a:pt x="434" y="2836"/>
                      <a:pt x="434" y="2836"/>
                      <a:pt x="467" y="2769"/>
                    </a:cubicBezTo>
                    <a:cubicBezTo>
                      <a:pt x="768" y="2436"/>
                      <a:pt x="1001" y="2135"/>
                      <a:pt x="1168" y="1902"/>
                    </a:cubicBezTo>
                    <a:cubicBezTo>
                      <a:pt x="2102" y="701"/>
                      <a:pt x="2102" y="701"/>
                      <a:pt x="4170" y="568"/>
                    </a:cubicBezTo>
                    <a:cubicBezTo>
                      <a:pt x="4804" y="501"/>
                      <a:pt x="5671" y="434"/>
                      <a:pt x="6805" y="334"/>
                    </a:cubicBezTo>
                    <a:cubicBezTo>
                      <a:pt x="6872" y="301"/>
                      <a:pt x="6939" y="234"/>
                      <a:pt x="6939" y="134"/>
                    </a:cubicBezTo>
                    <a:cubicBezTo>
                      <a:pt x="6939" y="67"/>
                      <a:pt x="6839" y="0"/>
                      <a:pt x="67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69"/>
              <p:cNvSpPr/>
              <p:nvPr/>
            </p:nvSpPr>
            <p:spPr>
              <a:xfrm>
                <a:off x="2130025" y="4678250"/>
                <a:ext cx="246875" cy="276600"/>
              </a:xfrm>
              <a:custGeom>
                <a:avLst/>
                <a:gdLst/>
                <a:ahLst/>
                <a:cxnLst/>
                <a:rect l="l" t="t" r="r" b="b"/>
                <a:pathLst>
                  <a:path w="9875" h="11064" extrusionOk="0">
                    <a:moveTo>
                      <a:pt x="4899" y="0"/>
                    </a:moveTo>
                    <a:cubicBezTo>
                      <a:pt x="4865" y="0"/>
                      <a:pt x="4832" y="8"/>
                      <a:pt x="4804" y="22"/>
                    </a:cubicBezTo>
                    <a:cubicBezTo>
                      <a:pt x="4737" y="56"/>
                      <a:pt x="4704" y="156"/>
                      <a:pt x="4771" y="222"/>
                    </a:cubicBezTo>
                    <a:cubicBezTo>
                      <a:pt x="6572" y="3024"/>
                      <a:pt x="7973" y="5559"/>
                      <a:pt x="9074" y="7961"/>
                    </a:cubicBezTo>
                    <a:cubicBezTo>
                      <a:pt x="9507" y="8962"/>
                      <a:pt x="8507" y="9829"/>
                      <a:pt x="7673" y="10563"/>
                    </a:cubicBezTo>
                    <a:lnTo>
                      <a:pt x="7506" y="10730"/>
                    </a:lnTo>
                    <a:cubicBezTo>
                      <a:pt x="7306" y="10730"/>
                      <a:pt x="6472" y="9896"/>
                      <a:pt x="5671" y="9095"/>
                    </a:cubicBezTo>
                    <a:cubicBezTo>
                      <a:pt x="4337" y="7761"/>
                      <a:pt x="2502" y="5926"/>
                      <a:pt x="267" y="4259"/>
                    </a:cubicBezTo>
                    <a:cubicBezTo>
                      <a:pt x="240" y="4245"/>
                      <a:pt x="206" y="4237"/>
                      <a:pt x="174" y="4237"/>
                    </a:cubicBezTo>
                    <a:cubicBezTo>
                      <a:pt x="129" y="4237"/>
                      <a:pt x="87" y="4253"/>
                      <a:pt x="67" y="4292"/>
                    </a:cubicBezTo>
                    <a:cubicBezTo>
                      <a:pt x="1" y="4359"/>
                      <a:pt x="34" y="4459"/>
                      <a:pt x="101" y="4525"/>
                    </a:cubicBezTo>
                    <a:cubicBezTo>
                      <a:pt x="2302" y="6160"/>
                      <a:pt x="4137" y="7995"/>
                      <a:pt x="5438" y="9329"/>
                    </a:cubicBezTo>
                    <a:cubicBezTo>
                      <a:pt x="6672" y="10530"/>
                      <a:pt x="7206" y="11063"/>
                      <a:pt x="7506" y="11063"/>
                    </a:cubicBezTo>
                    <a:cubicBezTo>
                      <a:pt x="7573" y="11063"/>
                      <a:pt x="7639" y="11030"/>
                      <a:pt x="7673" y="10963"/>
                    </a:cubicBezTo>
                    <a:lnTo>
                      <a:pt x="7906" y="10797"/>
                    </a:lnTo>
                    <a:cubicBezTo>
                      <a:pt x="8740" y="10063"/>
                      <a:pt x="9874" y="9029"/>
                      <a:pt x="9341" y="7828"/>
                    </a:cubicBezTo>
                    <a:cubicBezTo>
                      <a:pt x="8273" y="5426"/>
                      <a:pt x="6839" y="2858"/>
                      <a:pt x="5037" y="56"/>
                    </a:cubicBezTo>
                    <a:cubicBezTo>
                      <a:pt x="4998" y="16"/>
                      <a:pt x="4948" y="0"/>
                      <a:pt x="48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69"/>
              <p:cNvSpPr/>
              <p:nvPr/>
            </p:nvSpPr>
            <p:spPr>
              <a:xfrm>
                <a:off x="2687100" y="4193225"/>
                <a:ext cx="159300" cy="57775"/>
              </a:xfrm>
              <a:custGeom>
                <a:avLst/>
                <a:gdLst/>
                <a:ahLst/>
                <a:cxnLst/>
                <a:rect l="l" t="t" r="r" b="b"/>
                <a:pathLst>
                  <a:path w="6372" h="2311" extrusionOk="0">
                    <a:moveTo>
                      <a:pt x="194" y="0"/>
                    </a:moveTo>
                    <a:cubicBezTo>
                      <a:pt x="132" y="0"/>
                      <a:pt x="61" y="55"/>
                      <a:pt x="33" y="109"/>
                    </a:cubicBezTo>
                    <a:cubicBezTo>
                      <a:pt x="0" y="209"/>
                      <a:pt x="67" y="276"/>
                      <a:pt x="134" y="309"/>
                    </a:cubicBezTo>
                    <a:cubicBezTo>
                      <a:pt x="2135" y="1010"/>
                      <a:pt x="4103" y="1677"/>
                      <a:pt x="6138" y="2278"/>
                    </a:cubicBezTo>
                    <a:cubicBezTo>
                      <a:pt x="6171" y="2311"/>
                      <a:pt x="6171" y="2311"/>
                      <a:pt x="6205" y="2311"/>
                    </a:cubicBezTo>
                    <a:cubicBezTo>
                      <a:pt x="6271" y="2311"/>
                      <a:pt x="6338" y="2244"/>
                      <a:pt x="6338" y="2177"/>
                    </a:cubicBezTo>
                    <a:cubicBezTo>
                      <a:pt x="6371" y="2111"/>
                      <a:pt x="6338" y="2011"/>
                      <a:pt x="6238" y="1977"/>
                    </a:cubicBezTo>
                    <a:cubicBezTo>
                      <a:pt x="4203" y="1377"/>
                      <a:pt x="2235" y="710"/>
                      <a:pt x="234" y="9"/>
                    </a:cubicBezTo>
                    <a:cubicBezTo>
                      <a:pt x="221" y="3"/>
                      <a:pt x="208" y="0"/>
                      <a:pt x="1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69"/>
              <p:cNvSpPr/>
              <p:nvPr/>
            </p:nvSpPr>
            <p:spPr>
              <a:xfrm>
                <a:off x="2808850" y="4074600"/>
                <a:ext cx="51725" cy="58825"/>
              </a:xfrm>
              <a:custGeom>
                <a:avLst/>
                <a:gdLst/>
                <a:ahLst/>
                <a:cxnLst/>
                <a:rect l="l" t="t" r="r" b="b"/>
                <a:pathLst>
                  <a:path w="2069" h="2353" extrusionOk="0">
                    <a:moveTo>
                      <a:pt x="167" y="1"/>
                    </a:moveTo>
                    <a:cubicBezTo>
                      <a:pt x="134" y="1"/>
                      <a:pt x="100" y="18"/>
                      <a:pt x="67" y="51"/>
                    </a:cubicBezTo>
                    <a:cubicBezTo>
                      <a:pt x="0" y="84"/>
                      <a:pt x="0" y="184"/>
                      <a:pt x="34" y="251"/>
                    </a:cubicBezTo>
                    <a:cubicBezTo>
                      <a:pt x="634" y="918"/>
                      <a:pt x="1201" y="1585"/>
                      <a:pt x="1768" y="2286"/>
                    </a:cubicBezTo>
                    <a:cubicBezTo>
                      <a:pt x="1802" y="2319"/>
                      <a:pt x="1835" y="2353"/>
                      <a:pt x="1868" y="2353"/>
                    </a:cubicBezTo>
                    <a:cubicBezTo>
                      <a:pt x="1902" y="2353"/>
                      <a:pt x="1968" y="2319"/>
                      <a:pt x="1968" y="2286"/>
                    </a:cubicBezTo>
                    <a:cubicBezTo>
                      <a:pt x="2035" y="2252"/>
                      <a:pt x="2068" y="2152"/>
                      <a:pt x="2002" y="2086"/>
                    </a:cubicBezTo>
                    <a:cubicBezTo>
                      <a:pt x="1435" y="1385"/>
                      <a:pt x="868" y="718"/>
                      <a:pt x="267" y="51"/>
                    </a:cubicBezTo>
                    <a:cubicBezTo>
                      <a:pt x="234" y="18"/>
                      <a:pt x="200" y="1"/>
                      <a:pt x="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69"/>
              <p:cNvSpPr/>
              <p:nvPr/>
            </p:nvSpPr>
            <p:spPr>
              <a:xfrm>
                <a:off x="2775475" y="4144250"/>
                <a:ext cx="72600" cy="19200"/>
              </a:xfrm>
              <a:custGeom>
                <a:avLst/>
                <a:gdLst/>
                <a:ahLst/>
                <a:cxnLst/>
                <a:rect l="l" t="t" r="r" b="b"/>
                <a:pathLst>
                  <a:path w="2904" h="768" extrusionOk="0">
                    <a:moveTo>
                      <a:pt x="168" y="0"/>
                    </a:moveTo>
                    <a:cubicBezTo>
                      <a:pt x="101" y="0"/>
                      <a:pt x="34" y="67"/>
                      <a:pt x="1" y="167"/>
                    </a:cubicBezTo>
                    <a:cubicBezTo>
                      <a:pt x="1" y="234"/>
                      <a:pt x="68" y="300"/>
                      <a:pt x="168" y="334"/>
                    </a:cubicBezTo>
                    <a:cubicBezTo>
                      <a:pt x="1002" y="400"/>
                      <a:pt x="1869" y="534"/>
                      <a:pt x="2703" y="767"/>
                    </a:cubicBezTo>
                    <a:lnTo>
                      <a:pt x="2736" y="767"/>
                    </a:lnTo>
                    <a:cubicBezTo>
                      <a:pt x="2803" y="767"/>
                      <a:pt x="2870" y="701"/>
                      <a:pt x="2903" y="634"/>
                    </a:cubicBezTo>
                    <a:cubicBezTo>
                      <a:pt x="2903" y="567"/>
                      <a:pt x="2870" y="467"/>
                      <a:pt x="2770" y="467"/>
                    </a:cubicBezTo>
                    <a:cubicBezTo>
                      <a:pt x="1936" y="234"/>
                      <a:pt x="1068" y="100"/>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69"/>
              <p:cNvSpPr/>
              <p:nvPr/>
            </p:nvSpPr>
            <p:spPr>
              <a:xfrm>
                <a:off x="2752975" y="4176550"/>
                <a:ext cx="76750" cy="26925"/>
              </a:xfrm>
              <a:custGeom>
                <a:avLst/>
                <a:gdLst/>
                <a:ahLst/>
                <a:cxnLst/>
                <a:rect l="l" t="t" r="r" b="b"/>
                <a:pathLst>
                  <a:path w="3070" h="1077" extrusionOk="0">
                    <a:moveTo>
                      <a:pt x="182" y="0"/>
                    </a:moveTo>
                    <a:cubicBezTo>
                      <a:pt x="110" y="0"/>
                      <a:pt x="61" y="55"/>
                      <a:pt x="34" y="109"/>
                    </a:cubicBezTo>
                    <a:cubicBezTo>
                      <a:pt x="0" y="209"/>
                      <a:pt x="34" y="276"/>
                      <a:pt x="134" y="309"/>
                    </a:cubicBezTo>
                    <a:cubicBezTo>
                      <a:pt x="1034" y="610"/>
                      <a:pt x="1935" y="876"/>
                      <a:pt x="2869" y="1077"/>
                    </a:cubicBezTo>
                    <a:lnTo>
                      <a:pt x="2902" y="1077"/>
                    </a:lnTo>
                    <a:cubicBezTo>
                      <a:pt x="2969" y="1077"/>
                      <a:pt x="3036" y="1010"/>
                      <a:pt x="3036" y="943"/>
                    </a:cubicBezTo>
                    <a:cubicBezTo>
                      <a:pt x="3069" y="843"/>
                      <a:pt x="3002" y="776"/>
                      <a:pt x="2936" y="743"/>
                    </a:cubicBezTo>
                    <a:cubicBezTo>
                      <a:pt x="2002" y="576"/>
                      <a:pt x="1101" y="309"/>
                      <a:pt x="234" y="9"/>
                    </a:cubicBezTo>
                    <a:cubicBezTo>
                      <a:pt x="215" y="3"/>
                      <a:pt x="198" y="0"/>
                      <a:pt x="1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69"/>
              <p:cNvSpPr/>
              <p:nvPr/>
            </p:nvSpPr>
            <p:spPr>
              <a:xfrm>
                <a:off x="2930600" y="3847300"/>
                <a:ext cx="83425" cy="137675"/>
              </a:xfrm>
              <a:custGeom>
                <a:avLst/>
                <a:gdLst/>
                <a:ahLst/>
                <a:cxnLst/>
                <a:rect l="l" t="t" r="r" b="b"/>
                <a:pathLst>
                  <a:path w="3337" h="5507" extrusionOk="0">
                    <a:moveTo>
                      <a:pt x="186" y="0"/>
                    </a:moveTo>
                    <a:cubicBezTo>
                      <a:pt x="156" y="0"/>
                      <a:pt x="126" y="11"/>
                      <a:pt x="100" y="36"/>
                    </a:cubicBezTo>
                    <a:cubicBezTo>
                      <a:pt x="34" y="70"/>
                      <a:pt x="0" y="170"/>
                      <a:pt x="34" y="237"/>
                    </a:cubicBezTo>
                    <a:cubicBezTo>
                      <a:pt x="1034" y="2004"/>
                      <a:pt x="2002" y="3672"/>
                      <a:pt x="3036" y="5407"/>
                    </a:cubicBezTo>
                    <a:cubicBezTo>
                      <a:pt x="3069" y="5474"/>
                      <a:pt x="3103" y="5507"/>
                      <a:pt x="3169" y="5507"/>
                    </a:cubicBezTo>
                    <a:cubicBezTo>
                      <a:pt x="3203" y="5507"/>
                      <a:pt x="3236" y="5474"/>
                      <a:pt x="3236" y="5474"/>
                    </a:cubicBezTo>
                    <a:cubicBezTo>
                      <a:pt x="3336" y="5440"/>
                      <a:pt x="3336" y="5340"/>
                      <a:pt x="3303" y="5240"/>
                    </a:cubicBezTo>
                    <a:cubicBezTo>
                      <a:pt x="2269" y="3539"/>
                      <a:pt x="1301" y="1838"/>
                      <a:pt x="301" y="70"/>
                    </a:cubicBezTo>
                    <a:cubicBezTo>
                      <a:pt x="280" y="29"/>
                      <a:pt x="234" y="0"/>
                      <a:pt x="1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69"/>
              <p:cNvSpPr/>
              <p:nvPr/>
            </p:nvSpPr>
            <p:spPr>
              <a:xfrm>
                <a:off x="2941450" y="3896250"/>
                <a:ext cx="50050" cy="82075"/>
              </a:xfrm>
              <a:custGeom>
                <a:avLst/>
                <a:gdLst/>
                <a:ahLst/>
                <a:cxnLst/>
                <a:rect l="l" t="t" r="r" b="b"/>
                <a:pathLst>
                  <a:path w="2002" h="3283" extrusionOk="0">
                    <a:moveTo>
                      <a:pt x="159" y="0"/>
                    </a:moveTo>
                    <a:cubicBezTo>
                      <a:pt x="138" y="0"/>
                      <a:pt x="118" y="4"/>
                      <a:pt x="100" y="13"/>
                    </a:cubicBezTo>
                    <a:cubicBezTo>
                      <a:pt x="33" y="46"/>
                      <a:pt x="0" y="147"/>
                      <a:pt x="33" y="213"/>
                    </a:cubicBezTo>
                    <a:lnTo>
                      <a:pt x="1668" y="3182"/>
                    </a:lnTo>
                    <a:cubicBezTo>
                      <a:pt x="1701" y="3249"/>
                      <a:pt x="1768" y="3282"/>
                      <a:pt x="1801" y="3282"/>
                    </a:cubicBezTo>
                    <a:cubicBezTo>
                      <a:pt x="1835" y="3282"/>
                      <a:pt x="1868" y="3282"/>
                      <a:pt x="1901" y="3249"/>
                    </a:cubicBezTo>
                    <a:cubicBezTo>
                      <a:pt x="1968" y="3215"/>
                      <a:pt x="2001" y="3115"/>
                      <a:pt x="1935" y="3049"/>
                    </a:cubicBezTo>
                    <a:lnTo>
                      <a:pt x="300" y="80"/>
                    </a:lnTo>
                    <a:cubicBezTo>
                      <a:pt x="276" y="31"/>
                      <a:pt x="216" y="0"/>
                      <a:pt x="1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69"/>
              <p:cNvSpPr/>
              <p:nvPr/>
            </p:nvSpPr>
            <p:spPr>
              <a:xfrm>
                <a:off x="2609525" y="3828175"/>
                <a:ext cx="75925" cy="17550"/>
              </a:xfrm>
              <a:custGeom>
                <a:avLst/>
                <a:gdLst/>
                <a:ahLst/>
                <a:cxnLst/>
                <a:rect l="l" t="t" r="r" b="b"/>
                <a:pathLst>
                  <a:path w="3037" h="702" extrusionOk="0">
                    <a:moveTo>
                      <a:pt x="201" y="1"/>
                    </a:moveTo>
                    <a:cubicBezTo>
                      <a:pt x="101" y="1"/>
                      <a:pt x="34" y="68"/>
                      <a:pt x="1" y="134"/>
                    </a:cubicBezTo>
                    <a:cubicBezTo>
                      <a:pt x="1" y="234"/>
                      <a:pt x="68" y="301"/>
                      <a:pt x="134" y="334"/>
                    </a:cubicBezTo>
                    <a:lnTo>
                      <a:pt x="2870" y="701"/>
                    </a:lnTo>
                    <a:cubicBezTo>
                      <a:pt x="2970" y="701"/>
                      <a:pt x="3036" y="635"/>
                      <a:pt x="3036" y="568"/>
                    </a:cubicBezTo>
                    <a:cubicBezTo>
                      <a:pt x="3036" y="468"/>
                      <a:pt x="3003" y="401"/>
                      <a:pt x="2903" y="401"/>
                    </a:cubicBezTo>
                    <a:lnTo>
                      <a:pt x="2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69"/>
              <p:cNvSpPr/>
              <p:nvPr/>
            </p:nvSpPr>
            <p:spPr>
              <a:xfrm>
                <a:off x="2907250" y="3936175"/>
                <a:ext cx="66725" cy="75500"/>
              </a:xfrm>
              <a:custGeom>
                <a:avLst/>
                <a:gdLst/>
                <a:ahLst/>
                <a:cxnLst/>
                <a:rect l="l" t="t" r="r" b="b"/>
                <a:pathLst>
                  <a:path w="2669" h="3020" extrusionOk="0">
                    <a:moveTo>
                      <a:pt x="184" y="1"/>
                    </a:moveTo>
                    <a:cubicBezTo>
                      <a:pt x="142" y="1"/>
                      <a:pt x="100" y="17"/>
                      <a:pt x="67" y="51"/>
                    </a:cubicBezTo>
                    <a:cubicBezTo>
                      <a:pt x="0" y="84"/>
                      <a:pt x="0" y="184"/>
                      <a:pt x="34" y="251"/>
                    </a:cubicBezTo>
                    <a:lnTo>
                      <a:pt x="2369" y="2953"/>
                    </a:lnTo>
                    <a:cubicBezTo>
                      <a:pt x="2402" y="2986"/>
                      <a:pt x="2469" y="3019"/>
                      <a:pt x="2502" y="3019"/>
                    </a:cubicBezTo>
                    <a:cubicBezTo>
                      <a:pt x="2536" y="3019"/>
                      <a:pt x="2569" y="2986"/>
                      <a:pt x="2602" y="2953"/>
                    </a:cubicBezTo>
                    <a:cubicBezTo>
                      <a:pt x="2669" y="2919"/>
                      <a:pt x="2669" y="2819"/>
                      <a:pt x="2602" y="2753"/>
                    </a:cubicBezTo>
                    <a:lnTo>
                      <a:pt x="301" y="51"/>
                    </a:lnTo>
                    <a:cubicBezTo>
                      <a:pt x="267" y="17"/>
                      <a:pt x="226" y="1"/>
                      <a:pt x="1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69"/>
              <p:cNvSpPr/>
              <p:nvPr/>
            </p:nvSpPr>
            <p:spPr>
              <a:xfrm>
                <a:off x="3065700" y="4084725"/>
                <a:ext cx="249375" cy="509025"/>
              </a:xfrm>
              <a:custGeom>
                <a:avLst/>
                <a:gdLst/>
                <a:ahLst/>
                <a:cxnLst/>
                <a:rect l="l" t="t" r="r" b="b"/>
                <a:pathLst>
                  <a:path w="9975" h="20361" extrusionOk="0">
                    <a:moveTo>
                      <a:pt x="155" y="0"/>
                    </a:moveTo>
                    <a:cubicBezTo>
                      <a:pt x="136" y="0"/>
                      <a:pt x="117" y="4"/>
                      <a:pt x="100" y="13"/>
                    </a:cubicBezTo>
                    <a:cubicBezTo>
                      <a:pt x="34" y="46"/>
                      <a:pt x="0" y="146"/>
                      <a:pt x="34" y="213"/>
                    </a:cubicBezTo>
                    <a:cubicBezTo>
                      <a:pt x="234" y="680"/>
                      <a:pt x="1501" y="2848"/>
                      <a:pt x="3136" y="5617"/>
                    </a:cubicBezTo>
                    <a:cubicBezTo>
                      <a:pt x="5704" y="9987"/>
                      <a:pt x="9574" y="16625"/>
                      <a:pt x="9640" y="17292"/>
                    </a:cubicBezTo>
                    <a:cubicBezTo>
                      <a:pt x="9674" y="17625"/>
                      <a:pt x="8907" y="19960"/>
                      <a:pt x="8606" y="20027"/>
                    </a:cubicBezTo>
                    <a:cubicBezTo>
                      <a:pt x="8606" y="20027"/>
                      <a:pt x="8573" y="20027"/>
                      <a:pt x="8540" y="19927"/>
                    </a:cubicBezTo>
                    <a:cubicBezTo>
                      <a:pt x="8440" y="19660"/>
                      <a:pt x="8340" y="19427"/>
                      <a:pt x="8273" y="19227"/>
                    </a:cubicBezTo>
                    <a:cubicBezTo>
                      <a:pt x="7873" y="18159"/>
                      <a:pt x="7839" y="18126"/>
                      <a:pt x="7239" y="17625"/>
                    </a:cubicBezTo>
                    <a:cubicBezTo>
                      <a:pt x="7005" y="17425"/>
                      <a:pt x="6672" y="17192"/>
                      <a:pt x="6205" y="16725"/>
                    </a:cubicBezTo>
                    <a:cubicBezTo>
                      <a:pt x="5404" y="16024"/>
                      <a:pt x="4804" y="15457"/>
                      <a:pt x="4337" y="15024"/>
                    </a:cubicBezTo>
                    <a:cubicBezTo>
                      <a:pt x="3214" y="13963"/>
                      <a:pt x="2937" y="13719"/>
                      <a:pt x="2715" y="13719"/>
                    </a:cubicBezTo>
                    <a:cubicBezTo>
                      <a:pt x="2699" y="13719"/>
                      <a:pt x="2684" y="13720"/>
                      <a:pt x="2669" y="13723"/>
                    </a:cubicBezTo>
                    <a:cubicBezTo>
                      <a:pt x="2535" y="13723"/>
                      <a:pt x="2469" y="13856"/>
                      <a:pt x="2402" y="13956"/>
                    </a:cubicBezTo>
                    <a:cubicBezTo>
                      <a:pt x="2402" y="13989"/>
                      <a:pt x="2402" y="13989"/>
                      <a:pt x="2369" y="13989"/>
                    </a:cubicBezTo>
                    <a:cubicBezTo>
                      <a:pt x="1768" y="13489"/>
                      <a:pt x="1234" y="12955"/>
                      <a:pt x="667" y="12422"/>
                    </a:cubicBezTo>
                    <a:lnTo>
                      <a:pt x="501" y="12222"/>
                    </a:lnTo>
                    <a:cubicBezTo>
                      <a:pt x="473" y="12208"/>
                      <a:pt x="440" y="12200"/>
                      <a:pt x="405" y="12200"/>
                    </a:cubicBezTo>
                    <a:cubicBezTo>
                      <a:pt x="357" y="12200"/>
                      <a:pt x="306" y="12216"/>
                      <a:pt x="267" y="12255"/>
                    </a:cubicBezTo>
                    <a:cubicBezTo>
                      <a:pt x="200" y="12288"/>
                      <a:pt x="200" y="12388"/>
                      <a:pt x="267" y="12455"/>
                    </a:cubicBezTo>
                    <a:lnTo>
                      <a:pt x="467" y="12655"/>
                    </a:lnTo>
                    <a:cubicBezTo>
                      <a:pt x="1068" y="13222"/>
                      <a:pt x="1635" y="13789"/>
                      <a:pt x="2302" y="14356"/>
                    </a:cubicBezTo>
                    <a:cubicBezTo>
                      <a:pt x="2335" y="14390"/>
                      <a:pt x="2402" y="14390"/>
                      <a:pt x="2435" y="14390"/>
                    </a:cubicBezTo>
                    <a:cubicBezTo>
                      <a:pt x="2469" y="14390"/>
                      <a:pt x="2502" y="14356"/>
                      <a:pt x="2535" y="14323"/>
                    </a:cubicBezTo>
                    <a:cubicBezTo>
                      <a:pt x="2602" y="14256"/>
                      <a:pt x="2635" y="14190"/>
                      <a:pt x="2669" y="14123"/>
                    </a:cubicBezTo>
                    <a:cubicBezTo>
                      <a:pt x="2698" y="14094"/>
                      <a:pt x="2727" y="14039"/>
                      <a:pt x="2712" y="14026"/>
                    </a:cubicBezTo>
                    <a:lnTo>
                      <a:pt x="2712" y="14026"/>
                    </a:lnTo>
                    <a:cubicBezTo>
                      <a:pt x="2856" y="14076"/>
                      <a:pt x="3321" y="14507"/>
                      <a:pt x="4137" y="15257"/>
                    </a:cubicBezTo>
                    <a:cubicBezTo>
                      <a:pt x="4604" y="15691"/>
                      <a:pt x="5204" y="16258"/>
                      <a:pt x="6005" y="16992"/>
                    </a:cubicBezTo>
                    <a:cubicBezTo>
                      <a:pt x="6472" y="17425"/>
                      <a:pt x="6805" y="17692"/>
                      <a:pt x="7039" y="17892"/>
                    </a:cubicBezTo>
                    <a:cubicBezTo>
                      <a:pt x="7572" y="18326"/>
                      <a:pt x="7572" y="18326"/>
                      <a:pt x="7973" y="19360"/>
                    </a:cubicBezTo>
                    <a:cubicBezTo>
                      <a:pt x="8073" y="19560"/>
                      <a:pt x="8139" y="19794"/>
                      <a:pt x="8239" y="20061"/>
                    </a:cubicBezTo>
                    <a:cubicBezTo>
                      <a:pt x="8340" y="20294"/>
                      <a:pt x="8473" y="20361"/>
                      <a:pt x="8573" y="20361"/>
                    </a:cubicBezTo>
                    <a:cubicBezTo>
                      <a:pt x="8606" y="20361"/>
                      <a:pt x="8640" y="20361"/>
                      <a:pt x="8640" y="20327"/>
                    </a:cubicBezTo>
                    <a:cubicBezTo>
                      <a:pt x="9240" y="20194"/>
                      <a:pt x="9974" y="17592"/>
                      <a:pt x="9941" y="17259"/>
                    </a:cubicBezTo>
                    <a:cubicBezTo>
                      <a:pt x="9907" y="16591"/>
                      <a:pt x="7072" y="11721"/>
                      <a:pt x="3403" y="5450"/>
                    </a:cubicBezTo>
                    <a:cubicBezTo>
                      <a:pt x="1835" y="2815"/>
                      <a:pt x="501" y="547"/>
                      <a:pt x="300" y="113"/>
                    </a:cubicBezTo>
                    <a:cubicBezTo>
                      <a:pt x="275" y="38"/>
                      <a:pt x="213"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69"/>
              <p:cNvSpPr/>
              <p:nvPr/>
            </p:nvSpPr>
            <p:spPr>
              <a:xfrm>
                <a:off x="2966450" y="4307275"/>
                <a:ext cx="100925" cy="80500"/>
              </a:xfrm>
              <a:custGeom>
                <a:avLst/>
                <a:gdLst/>
                <a:ahLst/>
                <a:cxnLst/>
                <a:rect l="l" t="t" r="r" b="b"/>
                <a:pathLst>
                  <a:path w="4037" h="3220" extrusionOk="0">
                    <a:moveTo>
                      <a:pt x="151" y="1"/>
                    </a:moveTo>
                    <a:cubicBezTo>
                      <a:pt x="109" y="1"/>
                      <a:pt x="67" y="17"/>
                      <a:pt x="34" y="51"/>
                    </a:cubicBezTo>
                    <a:cubicBezTo>
                      <a:pt x="1" y="117"/>
                      <a:pt x="1" y="217"/>
                      <a:pt x="67" y="284"/>
                    </a:cubicBezTo>
                    <a:cubicBezTo>
                      <a:pt x="1135" y="1185"/>
                      <a:pt x="2503" y="2285"/>
                      <a:pt x="3770" y="3186"/>
                    </a:cubicBezTo>
                    <a:cubicBezTo>
                      <a:pt x="3803" y="3219"/>
                      <a:pt x="3837" y="3219"/>
                      <a:pt x="3870" y="3219"/>
                    </a:cubicBezTo>
                    <a:cubicBezTo>
                      <a:pt x="3904" y="3219"/>
                      <a:pt x="3970" y="3219"/>
                      <a:pt x="4004" y="3153"/>
                    </a:cubicBezTo>
                    <a:cubicBezTo>
                      <a:pt x="4037" y="3086"/>
                      <a:pt x="4037" y="2986"/>
                      <a:pt x="3970" y="2953"/>
                    </a:cubicBezTo>
                    <a:cubicBezTo>
                      <a:pt x="2703" y="2019"/>
                      <a:pt x="1335" y="918"/>
                      <a:pt x="268" y="51"/>
                    </a:cubicBezTo>
                    <a:cubicBezTo>
                      <a:pt x="234" y="17"/>
                      <a:pt x="193" y="1"/>
                      <a:pt x="1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69"/>
              <p:cNvSpPr/>
              <p:nvPr/>
            </p:nvSpPr>
            <p:spPr>
              <a:xfrm>
                <a:off x="2863875" y="4231800"/>
                <a:ext cx="95925" cy="72575"/>
              </a:xfrm>
              <a:custGeom>
                <a:avLst/>
                <a:gdLst/>
                <a:ahLst/>
                <a:cxnLst/>
                <a:rect l="l" t="t" r="r" b="b"/>
                <a:pathLst>
                  <a:path w="3837" h="2903" extrusionOk="0">
                    <a:moveTo>
                      <a:pt x="234" y="1"/>
                    </a:moveTo>
                    <a:cubicBezTo>
                      <a:pt x="134" y="1"/>
                      <a:pt x="68" y="34"/>
                      <a:pt x="34" y="134"/>
                    </a:cubicBezTo>
                    <a:cubicBezTo>
                      <a:pt x="1" y="201"/>
                      <a:pt x="68" y="301"/>
                      <a:pt x="168" y="301"/>
                    </a:cubicBezTo>
                    <a:cubicBezTo>
                      <a:pt x="501" y="401"/>
                      <a:pt x="835" y="534"/>
                      <a:pt x="1202" y="701"/>
                    </a:cubicBezTo>
                    <a:cubicBezTo>
                      <a:pt x="1168" y="801"/>
                      <a:pt x="1135" y="901"/>
                      <a:pt x="1168" y="1035"/>
                    </a:cubicBezTo>
                    <a:cubicBezTo>
                      <a:pt x="1235" y="1168"/>
                      <a:pt x="1402" y="1268"/>
                      <a:pt x="1735" y="1502"/>
                    </a:cubicBezTo>
                    <a:cubicBezTo>
                      <a:pt x="2169" y="1769"/>
                      <a:pt x="2769" y="2202"/>
                      <a:pt x="3570" y="2869"/>
                    </a:cubicBezTo>
                    <a:cubicBezTo>
                      <a:pt x="3603" y="2903"/>
                      <a:pt x="3637" y="2903"/>
                      <a:pt x="3670" y="2903"/>
                    </a:cubicBezTo>
                    <a:cubicBezTo>
                      <a:pt x="3737" y="2903"/>
                      <a:pt x="3770" y="2903"/>
                      <a:pt x="3804" y="2869"/>
                    </a:cubicBezTo>
                    <a:cubicBezTo>
                      <a:pt x="3837" y="2803"/>
                      <a:pt x="3837" y="2703"/>
                      <a:pt x="3770" y="2636"/>
                    </a:cubicBezTo>
                    <a:cubicBezTo>
                      <a:pt x="2970" y="1935"/>
                      <a:pt x="2336" y="1535"/>
                      <a:pt x="1936" y="1235"/>
                    </a:cubicBezTo>
                    <a:cubicBezTo>
                      <a:pt x="1702" y="1101"/>
                      <a:pt x="1502" y="968"/>
                      <a:pt x="1469" y="901"/>
                    </a:cubicBezTo>
                    <a:cubicBezTo>
                      <a:pt x="1435" y="868"/>
                      <a:pt x="1469" y="835"/>
                      <a:pt x="1569" y="701"/>
                    </a:cubicBezTo>
                    <a:cubicBezTo>
                      <a:pt x="1602" y="668"/>
                      <a:pt x="1602" y="634"/>
                      <a:pt x="1602" y="568"/>
                    </a:cubicBezTo>
                    <a:cubicBezTo>
                      <a:pt x="1569" y="534"/>
                      <a:pt x="1535" y="501"/>
                      <a:pt x="1502" y="468"/>
                    </a:cubicBezTo>
                    <a:cubicBezTo>
                      <a:pt x="1035" y="268"/>
                      <a:pt x="668" y="101"/>
                      <a:pt x="2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69"/>
              <p:cNvSpPr/>
              <p:nvPr/>
            </p:nvSpPr>
            <p:spPr>
              <a:xfrm>
                <a:off x="3178275" y="4324300"/>
                <a:ext cx="116775" cy="187725"/>
              </a:xfrm>
              <a:custGeom>
                <a:avLst/>
                <a:gdLst/>
                <a:ahLst/>
                <a:cxnLst/>
                <a:rect l="l" t="t" r="r" b="b"/>
                <a:pathLst>
                  <a:path w="4671" h="7509" extrusionOk="0">
                    <a:moveTo>
                      <a:pt x="202" y="0"/>
                    </a:moveTo>
                    <a:cubicBezTo>
                      <a:pt x="172" y="0"/>
                      <a:pt x="139" y="11"/>
                      <a:pt x="101" y="37"/>
                    </a:cubicBezTo>
                    <a:cubicBezTo>
                      <a:pt x="34" y="70"/>
                      <a:pt x="0" y="170"/>
                      <a:pt x="67" y="237"/>
                    </a:cubicBezTo>
                    <a:lnTo>
                      <a:pt x="4337" y="7442"/>
                    </a:lnTo>
                    <a:cubicBezTo>
                      <a:pt x="4370" y="7475"/>
                      <a:pt x="4437" y="7509"/>
                      <a:pt x="4470" y="7509"/>
                    </a:cubicBezTo>
                    <a:cubicBezTo>
                      <a:pt x="4504" y="7509"/>
                      <a:pt x="4537" y="7509"/>
                      <a:pt x="4570" y="7475"/>
                    </a:cubicBezTo>
                    <a:cubicBezTo>
                      <a:pt x="4637" y="7442"/>
                      <a:pt x="4670" y="7342"/>
                      <a:pt x="4604" y="7275"/>
                    </a:cubicBezTo>
                    <a:lnTo>
                      <a:pt x="334" y="70"/>
                    </a:lnTo>
                    <a:cubicBezTo>
                      <a:pt x="293" y="29"/>
                      <a:pt x="252" y="0"/>
                      <a:pt x="2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69"/>
              <p:cNvSpPr/>
              <p:nvPr/>
            </p:nvSpPr>
            <p:spPr>
              <a:xfrm>
                <a:off x="3060700" y="4115550"/>
                <a:ext cx="99250" cy="167975"/>
              </a:xfrm>
              <a:custGeom>
                <a:avLst/>
                <a:gdLst/>
                <a:ahLst/>
                <a:cxnLst/>
                <a:rect l="l" t="t" r="r" b="b"/>
                <a:pathLst>
                  <a:path w="3970" h="6719" extrusionOk="0">
                    <a:moveTo>
                      <a:pt x="174" y="1"/>
                    </a:moveTo>
                    <a:cubicBezTo>
                      <a:pt x="151" y="1"/>
                      <a:pt x="127" y="5"/>
                      <a:pt x="100" y="14"/>
                    </a:cubicBezTo>
                    <a:cubicBezTo>
                      <a:pt x="33" y="47"/>
                      <a:pt x="0" y="147"/>
                      <a:pt x="67" y="214"/>
                    </a:cubicBezTo>
                    <a:lnTo>
                      <a:pt x="3636" y="6619"/>
                    </a:lnTo>
                    <a:cubicBezTo>
                      <a:pt x="3669" y="6685"/>
                      <a:pt x="3736" y="6719"/>
                      <a:pt x="3803" y="6719"/>
                    </a:cubicBezTo>
                    <a:cubicBezTo>
                      <a:pt x="3803" y="6719"/>
                      <a:pt x="3836" y="6685"/>
                      <a:pt x="3870" y="6685"/>
                    </a:cubicBezTo>
                    <a:cubicBezTo>
                      <a:pt x="3936" y="6652"/>
                      <a:pt x="3970" y="6552"/>
                      <a:pt x="3903" y="6485"/>
                    </a:cubicBezTo>
                    <a:lnTo>
                      <a:pt x="334" y="81"/>
                    </a:lnTo>
                    <a:cubicBezTo>
                      <a:pt x="285" y="32"/>
                      <a:pt x="236"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69"/>
              <p:cNvSpPr/>
              <p:nvPr/>
            </p:nvSpPr>
            <p:spPr>
              <a:xfrm>
                <a:off x="2918100" y="4191775"/>
                <a:ext cx="71725" cy="53400"/>
              </a:xfrm>
              <a:custGeom>
                <a:avLst/>
                <a:gdLst/>
                <a:ahLst/>
                <a:cxnLst/>
                <a:rect l="l" t="t" r="r" b="b"/>
                <a:pathLst>
                  <a:path w="2869" h="2136" extrusionOk="0">
                    <a:moveTo>
                      <a:pt x="934" y="1"/>
                    </a:moveTo>
                    <a:cubicBezTo>
                      <a:pt x="901" y="1"/>
                      <a:pt x="867" y="34"/>
                      <a:pt x="834" y="67"/>
                    </a:cubicBezTo>
                    <a:lnTo>
                      <a:pt x="33" y="1135"/>
                    </a:lnTo>
                    <a:cubicBezTo>
                      <a:pt x="0" y="1201"/>
                      <a:pt x="0" y="1301"/>
                      <a:pt x="67" y="1335"/>
                    </a:cubicBezTo>
                    <a:cubicBezTo>
                      <a:pt x="92" y="1360"/>
                      <a:pt x="123" y="1371"/>
                      <a:pt x="154" y="1371"/>
                    </a:cubicBezTo>
                    <a:cubicBezTo>
                      <a:pt x="205" y="1371"/>
                      <a:pt x="259" y="1343"/>
                      <a:pt x="300" y="1301"/>
                    </a:cubicBezTo>
                    <a:lnTo>
                      <a:pt x="967" y="401"/>
                    </a:lnTo>
                    <a:cubicBezTo>
                      <a:pt x="1201" y="634"/>
                      <a:pt x="1468" y="935"/>
                      <a:pt x="1735" y="1201"/>
                    </a:cubicBezTo>
                    <a:cubicBezTo>
                      <a:pt x="2035" y="1502"/>
                      <a:pt x="2335" y="1835"/>
                      <a:pt x="2569" y="2102"/>
                    </a:cubicBezTo>
                    <a:cubicBezTo>
                      <a:pt x="2602" y="2135"/>
                      <a:pt x="2669" y="2135"/>
                      <a:pt x="2702" y="2135"/>
                    </a:cubicBezTo>
                    <a:cubicBezTo>
                      <a:pt x="2735" y="2135"/>
                      <a:pt x="2769" y="2135"/>
                      <a:pt x="2802" y="2102"/>
                    </a:cubicBezTo>
                    <a:cubicBezTo>
                      <a:pt x="2869" y="2069"/>
                      <a:pt x="2869" y="1969"/>
                      <a:pt x="2802" y="1902"/>
                    </a:cubicBezTo>
                    <a:cubicBezTo>
                      <a:pt x="2569" y="1635"/>
                      <a:pt x="2268" y="1301"/>
                      <a:pt x="1968" y="1001"/>
                    </a:cubicBezTo>
                    <a:cubicBezTo>
                      <a:pt x="1635" y="668"/>
                      <a:pt x="1334" y="334"/>
                      <a:pt x="1067" y="34"/>
                    </a:cubicBezTo>
                    <a:cubicBezTo>
                      <a:pt x="1034" y="1"/>
                      <a:pt x="1001" y="1"/>
                      <a:pt x="9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69"/>
              <p:cNvSpPr/>
              <p:nvPr/>
            </p:nvSpPr>
            <p:spPr>
              <a:xfrm>
                <a:off x="3093225" y="4353975"/>
                <a:ext cx="60900" cy="82175"/>
              </a:xfrm>
              <a:custGeom>
                <a:avLst/>
                <a:gdLst/>
                <a:ahLst/>
                <a:cxnLst/>
                <a:rect l="l" t="t" r="r" b="b"/>
                <a:pathLst>
                  <a:path w="2436" h="3287" extrusionOk="0">
                    <a:moveTo>
                      <a:pt x="179" y="1"/>
                    </a:moveTo>
                    <a:cubicBezTo>
                      <a:pt x="142" y="1"/>
                      <a:pt x="100" y="17"/>
                      <a:pt x="67" y="51"/>
                    </a:cubicBezTo>
                    <a:cubicBezTo>
                      <a:pt x="0" y="117"/>
                      <a:pt x="0" y="217"/>
                      <a:pt x="67" y="284"/>
                    </a:cubicBezTo>
                    <a:lnTo>
                      <a:pt x="334" y="551"/>
                    </a:lnTo>
                    <a:cubicBezTo>
                      <a:pt x="767" y="918"/>
                      <a:pt x="1168" y="1318"/>
                      <a:pt x="1701" y="1685"/>
                    </a:cubicBezTo>
                    <a:cubicBezTo>
                      <a:pt x="1801" y="1785"/>
                      <a:pt x="1935" y="1852"/>
                      <a:pt x="1968" y="1952"/>
                    </a:cubicBezTo>
                    <a:cubicBezTo>
                      <a:pt x="2068" y="2152"/>
                      <a:pt x="1868" y="2419"/>
                      <a:pt x="1635" y="2719"/>
                    </a:cubicBezTo>
                    <a:cubicBezTo>
                      <a:pt x="1568" y="2819"/>
                      <a:pt x="1468" y="2953"/>
                      <a:pt x="1401" y="3053"/>
                    </a:cubicBezTo>
                    <a:cubicBezTo>
                      <a:pt x="1368" y="3119"/>
                      <a:pt x="1401" y="3219"/>
                      <a:pt x="1468" y="3286"/>
                    </a:cubicBezTo>
                    <a:lnTo>
                      <a:pt x="1534" y="3286"/>
                    </a:lnTo>
                    <a:cubicBezTo>
                      <a:pt x="1601" y="3286"/>
                      <a:pt x="1635" y="3253"/>
                      <a:pt x="1668" y="3219"/>
                    </a:cubicBezTo>
                    <a:cubicBezTo>
                      <a:pt x="1735" y="3119"/>
                      <a:pt x="1801" y="3019"/>
                      <a:pt x="1901" y="2886"/>
                    </a:cubicBezTo>
                    <a:cubicBezTo>
                      <a:pt x="2135" y="2552"/>
                      <a:pt x="2435" y="2185"/>
                      <a:pt x="2235" y="1818"/>
                    </a:cubicBezTo>
                    <a:cubicBezTo>
                      <a:pt x="2168" y="1652"/>
                      <a:pt x="2001" y="1518"/>
                      <a:pt x="1868" y="1418"/>
                    </a:cubicBezTo>
                    <a:cubicBezTo>
                      <a:pt x="1368" y="1085"/>
                      <a:pt x="967" y="718"/>
                      <a:pt x="567" y="317"/>
                    </a:cubicBezTo>
                    <a:lnTo>
                      <a:pt x="267" y="51"/>
                    </a:lnTo>
                    <a:cubicBezTo>
                      <a:pt x="250" y="17"/>
                      <a:pt x="217" y="1"/>
                      <a:pt x="1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69"/>
              <p:cNvSpPr/>
              <p:nvPr/>
            </p:nvSpPr>
            <p:spPr>
              <a:xfrm>
                <a:off x="2999825" y="4255850"/>
                <a:ext cx="87575" cy="88550"/>
              </a:xfrm>
              <a:custGeom>
                <a:avLst/>
                <a:gdLst/>
                <a:ahLst/>
                <a:cxnLst/>
                <a:rect l="l" t="t" r="r" b="b"/>
                <a:pathLst>
                  <a:path w="3503" h="3542" extrusionOk="0">
                    <a:moveTo>
                      <a:pt x="162" y="1"/>
                    </a:moveTo>
                    <a:cubicBezTo>
                      <a:pt x="129" y="1"/>
                      <a:pt x="95" y="11"/>
                      <a:pt x="67" y="39"/>
                    </a:cubicBezTo>
                    <a:cubicBezTo>
                      <a:pt x="0" y="106"/>
                      <a:pt x="0" y="206"/>
                      <a:pt x="67" y="273"/>
                    </a:cubicBezTo>
                    <a:cubicBezTo>
                      <a:pt x="1101" y="1374"/>
                      <a:pt x="2135" y="2441"/>
                      <a:pt x="3236" y="3509"/>
                    </a:cubicBezTo>
                    <a:cubicBezTo>
                      <a:pt x="3269" y="3542"/>
                      <a:pt x="3302" y="3542"/>
                      <a:pt x="3336" y="3542"/>
                    </a:cubicBezTo>
                    <a:cubicBezTo>
                      <a:pt x="3369" y="3542"/>
                      <a:pt x="3402" y="3509"/>
                      <a:pt x="3436" y="3509"/>
                    </a:cubicBezTo>
                    <a:cubicBezTo>
                      <a:pt x="3503" y="3442"/>
                      <a:pt x="3503" y="3342"/>
                      <a:pt x="3436" y="3275"/>
                    </a:cubicBezTo>
                    <a:cubicBezTo>
                      <a:pt x="2335" y="2241"/>
                      <a:pt x="1301" y="1174"/>
                      <a:pt x="267" y="39"/>
                    </a:cubicBezTo>
                    <a:cubicBezTo>
                      <a:pt x="248" y="20"/>
                      <a:pt x="206" y="1"/>
                      <a:pt x="1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69"/>
              <p:cNvSpPr/>
              <p:nvPr/>
            </p:nvSpPr>
            <p:spPr>
              <a:xfrm>
                <a:off x="2932275" y="4075025"/>
                <a:ext cx="44225" cy="84250"/>
              </a:xfrm>
              <a:custGeom>
                <a:avLst/>
                <a:gdLst/>
                <a:ahLst/>
                <a:cxnLst/>
                <a:rect l="l" t="t" r="r" b="b"/>
                <a:pathLst>
                  <a:path w="1769" h="3370" extrusionOk="0">
                    <a:moveTo>
                      <a:pt x="1635" y="1"/>
                    </a:moveTo>
                    <a:cubicBezTo>
                      <a:pt x="1535" y="1"/>
                      <a:pt x="1468" y="34"/>
                      <a:pt x="1434" y="134"/>
                    </a:cubicBezTo>
                    <a:cubicBezTo>
                      <a:pt x="1168" y="1201"/>
                      <a:pt x="701" y="2235"/>
                      <a:pt x="33" y="3136"/>
                    </a:cubicBezTo>
                    <a:cubicBezTo>
                      <a:pt x="0" y="3203"/>
                      <a:pt x="0" y="3303"/>
                      <a:pt x="67" y="3336"/>
                    </a:cubicBezTo>
                    <a:cubicBezTo>
                      <a:pt x="100" y="3370"/>
                      <a:pt x="134" y="3370"/>
                      <a:pt x="167" y="3370"/>
                    </a:cubicBezTo>
                    <a:cubicBezTo>
                      <a:pt x="200" y="3370"/>
                      <a:pt x="267" y="3370"/>
                      <a:pt x="300" y="3303"/>
                    </a:cubicBezTo>
                    <a:cubicBezTo>
                      <a:pt x="967" y="2402"/>
                      <a:pt x="1468" y="1335"/>
                      <a:pt x="1735" y="201"/>
                    </a:cubicBezTo>
                    <a:cubicBezTo>
                      <a:pt x="1768" y="134"/>
                      <a:pt x="1701" y="34"/>
                      <a:pt x="16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69"/>
              <p:cNvSpPr/>
              <p:nvPr/>
            </p:nvSpPr>
            <p:spPr>
              <a:xfrm>
                <a:off x="2953125" y="4135350"/>
                <a:ext cx="46725" cy="43100"/>
              </a:xfrm>
              <a:custGeom>
                <a:avLst/>
                <a:gdLst/>
                <a:ahLst/>
                <a:cxnLst/>
                <a:rect l="l" t="t" r="r" b="b"/>
                <a:pathLst>
                  <a:path w="1869" h="1724" extrusionOk="0">
                    <a:moveTo>
                      <a:pt x="1675" y="1"/>
                    </a:moveTo>
                    <a:cubicBezTo>
                      <a:pt x="1630" y="1"/>
                      <a:pt x="1587" y="17"/>
                      <a:pt x="1568" y="56"/>
                    </a:cubicBezTo>
                    <a:cubicBezTo>
                      <a:pt x="1201" y="623"/>
                      <a:pt x="701" y="1090"/>
                      <a:pt x="100" y="1424"/>
                    </a:cubicBezTo>
                    <a:cubicBezTo>
                      <a:pt x="33" y="1457"/>
                      <a:pt x="0" y="1557"/>
                      <a:pt x="33" y="1624"/>
                    </a:cubicBezTo>
                    <a:cubicBezTo>
                      <a:pt x="67" y="1690"/>
                      <a:pt x="133" y="1724"/>
                      <a:pt x="167" y="1724"/>
                    </a:cubicBezTo>
                    <a:cubicBezTo>
                      <a:pt x="200" y="1724"/>
                      <a:pt x="234" y="1724"/>
                      <a:pt x="267" y="1690"/>
                    </a:cubicBezTo>
                    <a:cubicBezTo>
                      <a:pt x="901" y="1357"/>
                      <a:pt x="1434" y="857"/>
                      <a:pt x="1835" y="223"/>
                    </a:cubicBezTo>
                    <a:cubicBezTo>
                      <a:pt x="1868" y="156"/>
                      <a:pt x="1835" y="56"/>
                      <a:pt x="1768" y="23"/>
                    </a:cubicBezTo>
                    <a:cubicBezTo>
                      <a:pt x="1740" y="9"/>
                      <a:pt x="1707" y="1"/>
                      <a:pt x="16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69"/>
              <p:cNvSpPr/>
              <p:nvPr/>
            </p:nvSpPr>
            <p:spPr>
              <a:xfrm>
                <a:off x="3167425" y="4421800"/>
                <a:ext cx="95100" cy="91075"/>
              </a:xfrm>
              <a:custGeom>
                <a:avLst/>
                <a:gdLst/>
                <a:ahLst/>
                <a:cxnLst/>
                <a:rect l="l" t="t" r="r" b="b"/>
                <a:pathLst>
                  <a:path w="3804" h="3643" extrusionOk="0">
                    <a:moveTo>
                      <a:pt x="162" y="1"/>
                    </a:moveTo>
                    <a:cubicBezTo>
                      <a:pt x="130" y="1"/>
                      <a:pt x="96" y="11"/>
                      <a:pt x="68" y="39"/>
                    </a:cubicBezTo>
                    <a:cubicBezTo>
                      <a:pt x="1" y="106"/>
                      <a:pt x="1" y="206"/>
                      <a:pt x="34" y="273"/>
                    </a:cubicBezTo>
                    <a:cubicBezTo>
                      <a:pt x="1135" y="1440"/>
                      <a:pt x="2302" y="2575"/>
                      <a:pt x="3537" y="3609"/>
                    </a:cubicBezTo>
                    <a:cubicBezTo>
                      <a:pt x="3570" y="3642"/>
                      <a:pt x="3603" y="3642"/>
                      <a:pt x="3637" y="3642"/>
                    </a:cubicBezTo>
                    <a:cubicBezTo>
                      <a:pt x="3670" y="3642"/>
                      <a:pt x="3737" y="3642"/>
                      <a:pt x="3770" y="3609"/>
                    </a:cubicBezTo>
                    <a:cubicBezTo>
                      <a:pt x="3804" y="3542"/>
                      <a:pt x="3804" y="3442"/>
                      <a:pt x="3737" y="3375"/>
                    </a:cubicBezTo>
                    <a:cubicBezTo>
                      <a:pt x="2536" y="2341"/>
                      <a:pt x="1368" y="1207"/>
                      <a:pt x="268" y="39"/>
                    </a:cubicBezTo>
                    <a:cubicBezTo>
                      <a:pt x="248" y="20"/>
                      <a:pt x="207" y="1"/>
                      <a:pt x="1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69"/>
              <p:cNvSpPr/>
              <p:nvPr/>
            </p:nvSpPr>
            <p:spPr>
              <a:xfrm>
                <a:off x="2272625" y="4222075"/>
                <a:ext cx="191000" cy="277450"/>
              </a:xfrm>
              <a:custGeom>
                <a:avLst/>
                <a:gdLst/>
                <a:ahLst/>
                <a:cxnLst/>
                <a:rect l="l" t="t" r="r" b="b"/>
                <a:pathLst>
                  <a:path w="7640" h="11098" extrusionOk="0">
                    <a:moveTo>
                      <a:pt x="7446" y="1"/>
                    </a:moveTo>
                    <a:cubicBezTo>
                      <a:pt x="7401" y="1"/>
                      <a:pt x="7359" y="17"/>
                      <a:pt x="7339" y="56"/>
                    </a:cubicBezTo>
                    <a:cubicBezTo>
                      <a:pt x="4804" y="3559"/>
                      <a:pt x="2336" y="7195"/>
                      <a:pt x="34" y="10830"/>
                    </a:cubicBezTo>
                    <a:cubicBezTo>
                      <a:pt x="1" y="10931"/>
                      <a:pt x="1" y="11031"/>
                      <a:pt x="101" y="11064"/>
                    </a:cubicBezTo>
                    <a:cubicBezTo>
                      <a:pt x="101" y="11064"/>
                      <a:pt x="134" y="11097"/>
                      <a:pt x="167" y="11097"/>
                    </a:cubicBezTo>
                    <a:cubicBezTo>
                      <a:pt x="234" y="11097"/>
                      <a:pt x="267" y="11064"/>
                      <a:pt x="301" y="10997"/>
                    </a:cubicBezTo>
                    <a:cubicBezTo>
                      <a:pt x="2602" y="7361"/>
                      <a:pt x="5071" y="3725"/>
                      <a:pt x="7573" y="223"/>
                    </a:cubicBezTo>
                    <a:cubicBezTo>
                      <a:pt x="7639" y="156"/>
                      <a:pt x="7606" y="56"/>
                      <a:pt x="7539" y="23"/>
                    </a:cubicBezTo>
                    <a:cubicBezTo>
                      <a:pt x="7512" y="9"/>
                      <a:pt x="7478" y="1"/>
                      <a:pt x="74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69"/>
              <p:cNvSpPr/>
              <p:nvPr/>
            </p:nvSpPr>
            <p:spPr>
              <a:xfrm>
                <a:off x="2138375" y="4535775"/>
                <a:ext cx="112600" cy="166400"/>
              </a:xfrm>
              <a:custGeom>
                <a:avLst/>
                <a:gdLst/>
                <a:ahLst/>
                <a:cxnLst/>
                <a:rect l="l" t="t" r="r" b="b"/>
                <a:pathLst>
                  <a:path w="4504" h="6656" extrusionOk="0">
                    <a:moveTo>
                      <a:pt x="4320" y="0"/>
                    </a:moveTo>
                    <a:cubicBezTo>
                      <a:pt x="4278" y="0"/>
                      <a:pt x="4236" y="17"/>
                      <a:pt x="4203" y="50"/>
                    </a:cubicBezTo>
                    <a:cubicBezTo>
                      <a:pt x="3236" y="1285"/>
                      <a:pt x="2368" y="2686"/>
                      <a:pt x="1434" y="4187"/>
                    </a:cubicBezTo>
                    <a:cubicBezTo>
                      <a:pt x="1001" y="4921"/>
                      <a:pt x="534" y="5688"/>
                      <a:pt x="33" y="6422"/>
                    </a:cubicBezTo>
                    <a:cubicBezTo>
                      <a:pt x="0" y="6488"/>
                      <a:pt x="33" y="6588"/>
                      <a:pt x="100" y="6655"/>
                    </a:cubicBezTo>
                    <a:lnTo>
                      <a:pt x="167" y="6655"/>
                    </a:lnTo>
                    <a:cubicBezTo>
                      <a:pt x="234" y="6655"/>
                      <a:pt x="267" y="6655"/>
                      <a:pt x="300" y="6588"/>
                    </a:cubicBezTo>
                    <a:cubicBezTo>
                      <a:pt x="801" y="5821"/>
                      <a:pt x="1268" y="5087"/>
                      <a:pt x="1701" y="4354"/>
                    </a:cubicBezTo>
                    <a:cubicBezTo>
                      <a:pt x="2635" y="2852"/>
                      <a:pt x="3469" y="1451"/>
                      <a:pt x="4437" y="251"/>
                    </a:cubicBezTo>
                    <a:cubicBezTo>
                      <a:pt x="4503" y="184"/>
                      <a:pt x="4503" y="84"/>
                      <a:pt x="4437" y="50"/>
                    </a:cubicBezTo>
                    <a:cubicBezTo>
                      <a:pt x="4403" y="17"/>
                      <a:pt x="4362" y="0"/>
                      <a:pt x="43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69"/>
              <p:cNvSpPr/>
              <p:nvPr/>
            </p:nvSpPr>
            <p:spPr>
              <a:xfrm>
                <a:off x="2176725" y="4770950"/>
                <a:ext cx="132625" cy="136375"/>
              </a:xfrm>
              <a:custGeom>
                <a:avLst/>
                <a:gdLst/>
                <a:ahLst/>
                <a:cxnLst/>
                <a:rect l="l" t="t" r="r" b="b"/>
                <a:pathLst>
                  <a:path w="5305" h="5455" extrusionOk="0">
                    <a:moveTo>
                      <a:pt x="155" y="0"/>
                    </a:moveTo>
                    <a:cubicBezTo>
                      <a:pt x="117" y="0"/>
                      <a:pt x="84" y="17"/>
                      <a:pt x="67" y="50"/>
                    </a:cubicBezTo>
                    <a:cubicBezTo>
                      <a:pt x="1" y="117"/>
                      <a:pt x="1" y="217"/>
                      <a:pt x="67" y="284"/>
                    </a:cubicBezTo>
                    <a:cubicBezTo>
                      <a:pt x="935" y="1018"/>
                      <a:pt x="1702" y="1885"/>
                      <a:pt x="2436" y="2719"/>
                    </a:cubicBezTo>
                    <a:cubicBezTo>
                      <a:pt x="3236" y="3653"/>
                      <a:pt x="4070" y="4620"/>
                      <a:pt x="5037" y="5421"/>
                    </a:cubicBezTo>
                    <a:cubicBezTo>
                      <a:pt x="5071" y="5421"/>
                      <a:pt x="5104" y="5454"/>
                      <a:pt x="5138" y="5454"/>
                    </a:cubicBezTo>
                    <a:cubicBezTo>
                      <a:pt x="5171" y="5454"/>
                      <a:pt x="5238" y="5421"/>
                      <a:pt x="5271" y="5387"/>
                    </a:cubicBezTo>
                    <a:cubicBezTo>
                      <a:pt x="5304" y="5321"/>
                      <a:pt x="5304" y="5221"/>
                      <a:pt x="5238" y="5154"/>
                    </a:cubicBezTo>
                    <a:cubicBezTo>
                      <a:pt x="4270" y="4387"/>
                      <a:pt x="3470" y="3453"/>
                      <a:pt x="2669" y="2519"/>
                    </a:cubicBezTo>
                    <a:cubicBezTo>
                      <a:pt x="1935" y="1685"/>
                      <a:pt x="1168" y="784"/>
                      <a:pt x="267" y="50"/>
                    </a:cubicBezTo>
                    <a:cubicBezTo>
                      <a:pt x="234" y="17"/>
                      <a:pt x="192"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69"/>
              <p:cNvSpPr/>
              <p:nvPr/>
            </p:nvSpPr>
            <p:spPr>
              <a:xfrm>
                <a:off x="1843150" y="4700475"/>
                <a:ext cx="229350" cy="25050"/>
              </a:xfrm>
              <a:custGeom>
                <a:avLst/>
                <a:gdLst/>
                <a:ahLst/>
                <a:cxnLst/>
                <a:rect l="l" t="t" r="r" b="b"/>
                <a:pathLst>
                  <a:path w="9174" h="1002" extrusionOk="0">
                    <a:moveTo>
                      <a:pt x="167" y="0"/>
                    </a:moveTo>
                    <a:cubicBezTo>
                      <a:pt x="67" y="0"/>
                      <a:pt x="1" y="67"/>
                      <a:pt x="1" y="167"/>
                    </a:cubicBezTo>
                    <a:cubicBezTo>
                      <a:pt x="1" y="234"/>
                      <a:pt x="67" y="334"/>
                      <a:pt x="167" y="334"/>
                    </a:cubicBezTo>
                    <a:lnTo>
                      <a:pt x="9007" y="1001"/>
                    </a:lnTo>
                    <a:cubicBezTo>
                      <a:pt x="9107" y="1001"/>
                      <a:pt x="9174" y="934"/>
                      <a:pt x="9174" y="868"/>
                    </a:cubicBezTo>
                    <a:cubicBezTo>
                      <a:pt x="9174" y="768"/>
                      <a:pt x="9107" y="701"/>
                      <a:pt x="9040" y="701"/>
                    </a:cubicBezTo>
                    <a:lnTo>
                      <a:pt x="1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69"/>
              <p:cNvSpPr/>
              <p:nvPr/>
            </p:nvSpPr>
            <p:spPr>
              <a:xfrm>
                <a:off x="3211625" y="3207300"/>
                <a:ext cx="102600" cy="128900"/>
              </a:xfrm>
              <a:custGeom>
                <a:avLst/>
                <a:gdLst/>
                <a:ahLst/>
                <a:cxnLst/>
                <a:rect l="l" t="t" r="r" b="b"/>
                <a:pathLst>
                  <a:path w="4104" h="5156" extrusionOk="0">
                    <a:moveTo>
                      <a:pt x="2703" y="318"/>
                    </a:moveTo>
                    <a:cubicBezTo>
                      <a:pt x="2836" y="318"/>
                      <a:pt x="2970" y="385"/>
                      <a:pt x="3170" y="518"/>
                    </a:cubicBezTo>
                    <a:cubicBezTo>
                      <a:pt x="3303" y="585"/>
                      <a:pt x="3437" y="652"/>
                      <a:pt x="3603" y="752"/>
                    </a:cubicBezTo>
                    <a:cubicBezTo>
                      <a:pt x="3703" y="785"/>
                      <a:pt x="3737" y="819"/>
                      <a:pt x="3770" y="852"/>
                    </a:cubicBezTo>
                    <a:cubicBezTo>
                      <a:pt x="3770" y="885"/>
                      <a:pt x="3770" y="952"/>
                      <a:pt x="3670" y="1119"/>
                    </a:cubicBezTo>
                    <a:cubicBezTo>
                      <a:pt x="3136" y="1953"/>
                      <a:pt x="2736" y="2653"/>
                      <a:pt x="2436" y="3187"/>
                    </a:cubicBezTo>
                    <a:cubicBezTo>
                      <a:pt x="1664" y="4482"/>
                      <a:pt x="1468" y="4810"/>
                      <a:pt x="1238" y="4810"/>
                    </a:cubicBezTo>
                    <a:cubicBezTo>
                      <a:pt x="1160" y="4810"/>
                      <a:pt x="1078" y="4772"/>
                      <a:pt x="968" y="4721"/>
                    </a:cubicBezTo>
                    <a:cubicBezTo>
                      <a:pt x="868" y="4655"/>
                      <a:pt x="735" y="4621"/>
                      <a:pt x="601" y="4555"/>
                    </a:cubicBezTo>
                    <a:cubicBezTo>
                      <a:pt x="468" y="4488"/>
                      <a:pt x="401" y="4455"/>
                      <a:pt x="368" y="4388"/>
                    </a:cubicBezTo>
                    <a:cubicBezTo>
                      <a:pt x="334" y="4288"/>
                      <a:pt x="368" y="4121"/>
                      <a:pt x="501" y="3921"/>
                    </a:cubicBezTo>
                    <a:cubicBezTo>
                      <a:pt x="935" y="3187"/>
                      <a:pt x="1268" y="2587"/>
                      <a:pt x="1535" y="2086"/>
                    </a:cubicBezTo>
                    <a:cubicBezTo>
                      <a:pt x="2136" y="952"/>
                      <a:pt x="2469" y="352"/>
                      <a:pt x="2669" y="318"/>
                    </a:cubicBezTo>
                    <a:close/>
                    <a:moveTo>
                      <a:pt x="2726" y="0"/>
                    </a:moveTo>
                    <a:cubicBezTo>
                      <a:pt x="2686" y="0"/>
                      <a:pt x="2645" y="6"/>
                      <a:pt x="2603" y="18"/>
                    </a:cubicBezTo>
                    <a:cubicBezTo>
                      <a:pt x="2269" y="118"/>
                      <a:pt x="2002" y="552"/>
                      <a:pt x="1235" y="1953"/>
                    </a:cubicBezTo>
                    <a:cubicBezTo>
                      <a:pt x="968" y="2420"/>
                      <a:pt x="635" y="3020"/>
                      <a:pt x="234" y="3787"/>
                    </a:cubicBezTo>
                    <a:cubicBezTo>
                      <a:pt x="67" y="4088"/>
                      <a:pt x="1" y="4288"/>
                      <a:pt x="67" y="4488"/>
                    </a:cubicBezTo>
                    <a:cubicBezTo>
                      <a:pt x="134" y="4688"/>
                      <a:pt x="334" y="4788"/>
                      <a:pt x="501" y="4855"/>
                    </a:cubicBezTo>
                    <a:cubicBezTo>
                      <a:pt x="635" y="4888"/>
                      <a:pt x="735" y="4955"/>
                      <a:pt x="835" y="4988"/>
                    </a:cubicBezTo>
                    <a:cubicBezTo>
                      <a:pt x="1001" y="5088"/>
                      <a:pt x="1135" y="5155"/>
                      <a:pt x="1268" y="5155"/>
                    </a:cubicBezTo>
                    <a:cubicBezTo>
                      <a:pt x="1635" y="5155"/>
                      <a:pt x="1869" y="4721"/>
                      <a:pt x="2703" y="3354"/>
                    </a:cubicBezTo>
                    <a:cubicBezTo>
                      <a:pt x="3003" y="2820"/>
                      <a:pt x="3403" y="2153"/>
                      <a:pt x="3937" y="1286"/>
                    </a:cubicBezTo>
                    <a:cubicBezTo>
                      <a:pt x="4004" y="1152"/>
                      <a:pt x="4104" y="952"/>
                      <a:pt x="4070" y="785"/>
                    </a:cubicBezTo>
                    <a:cubicBezTo>
                      <a:pt x="4004" y="618"/>
                      <a:pt x="3870" y="552"/>
                      <a:pt x="3770" y="485"/>
                    </a:cubicBezTo>
                    <a:cubicBezTo>
                      <a:pt x="3603" y="385"/>
                      <a:pt x="3470" y="318"/>
                      <a:pt x="3336" y="252"/>
                    </a:cubicBezTo>
                    <a:cubicBezTo>
                      <a:pt x="3090" y="115"/>
                      <a:pt x="2911" y="0"/>
                      <a:pt x="27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69"/>
              <p:cNvSpPr/>
              <p:nvPr/>
            </p:nvSpPr>
            <p:spPr>
              <a:xfrm>
                <a:off x="3286675" y="3146550"/>
                <a:ext cx="45900" cy="41200"/>
              </a:xfrm>
              <a:custGeom>
                <a:avLst/>
                <a:gdLst/>
                <a:ahLst/>
                <a:cxnLst/>
                <a:rect l="l" t="t" r="r" b="b"/>
                <a:pathLst>
                  <a:path w="1836" h="1648" extrusionOk="0">
                    <a:moveTo>
                      <a:pt x="170" y="0"/>
                    </a:moveTo>
                    <a:cubicBezTo>
                      <a:pt x="149" y="0"/>
                      <a:pt x="126" y="5"/>
                      <a:pt x="101" y="13"/>
                    </a:cubicBezTo>
                    <a:cubicBezTo>
                      <a:pt x="34" y="46"/>
                      <a:pt x="1" y="146"/>
                      <a:pt x="34" y="213"/>
                    </a:cubicBezTo>
                    <a:cubicBezTo>
                      <a:pt x="134" y="513"/>
                      <a:pt x="368" y="814"/>
                      <a:pt x="701" y="1080"/>
                    </a:cubicBezTo>
                    <a:cubicBezTo>
                      <a:pt x="968" y="1314"/>
                      <a:pt x="1302" y="1447"/>
                      <a:pt x="1602" y="1614"/>
                    </a:cubicBezTo>
                    <a:cubicBezTo>
                      <a:pt x="1602" y="1614"/>
                      <a:pt x="1635" y="1647"/>
                      <a:pt x="1669" y="1647"/>
                    </a:cubicBezTo>
                    <a:cubicBezTo>
                      <a:pt x="1702" y="1647"/>
                      <a:pt x="1769" y="1614"/>
                      <a:pt x="1802" y="1547"/>
                    </a:cubicBezTo>
                    <a:cubicBezTo>
                      <a:pt x="1836" y="1481"/>
                      <a:pt x="1802" y="1381"/>
                      <a:pt x="1735" y="1347"/>
                    </a:cubicBezTo>
                    <a:cubicBezTo>
                      <a:pt x="1435" y="1180"/>
                      <a:pt x="1135" y="1014"/>
                      <a:pt x="868" y="814"/>
                    </a:cubicBezTo>
                    <a:cubicBezTo>
                      <a:pt x="601" y="613"/>
                      <a:pt x="401" y="380"/>
                      <a:pt x="301" y="113"/>
                    </a:cubicBezTo>
                    <a:cubicBezTo>
                      <a:pt x="276" y="38"/>
                      <a:pt x="232" y="0"/>
                      <a:pt x="1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69"/>
              <p:cNvSpPr/>
              <p:nvPr/>
            </p:nvSpPr>
            <p:spPr>
              <a:xfrm>
                <a:off x="2653725" y="4038100"/>
                <a:ext cx="131800" cy="133675"/>
              </a:xfrm>
              <a:custGeom>
                <a:avLst/>
                <a:gdLst/>
                <a:ahLst/>
                <a:cxnLst/>
                <a:rect l="l" t="t" r="r" b="b"/>
                <a:pathLst>
                  <a:path w="5272" h="5347" extrusionOk="0">
                    <a:moveTo>
                      <a:pt x="3479" y="1"/>
                    </a:moveTo>
                    <a:cubicBezTo>
                      <a:pt x="3454" y="1"/>
                      <a:pt x="3429" y="3"/>
                      <a:pt x="3403" y="10"/>
                    </a:cubicBezTo>
                    <a:cubicBezTo>
                      <a:pt x="3270" y="43"/>
                      <a:pt x="3170" y="110"/>
                      <a:pt x="3103" y="177"/>
                    </a:cubicBezTo>
                    <a:cubicBezTo>
                      <a:pt x="2769" y="544"/>
                      <a:pt x="2503" y="944"/>
                      <a:pt x="2236" y="1344"/>
                    </a:cubicBezTo>
                    <a:lnTo>
                      <a:pt x="101" y="4413"/>
                    </a:lnTo>
                    <a:cubicBezTo>
                      <a:pt x="68" y="4480"/>
                      <a:pt x="1" y="4580"/>
                      <a:pt x="34" y="4680"/>
                    </a:cubicBezTo>
                    <a:cubicBezTo>
                      <a:pt x="34" y="4913"/>
                      <a:pt x="301" y="4980"/>
                      <a:pt x="368" y="5013"/>
                    </a:cubicBezTo>
                    <a:lnTo>
                      <a:pt x="1402" y="5347"/>
                    </a:lnTo>
                    <a:lnTo>
                      <a:pt x="1435" y="5347"/>
                    </a:lnTo>
                    <a:cubicBezTo>
                      <a:pt x="1502" y="5347"/>
                      <a:pt x="1569" y="5314"/>
                      <a:pt x="1602" y="5214"/>
                    </a:cubicBezTo>
                    <a:cubicBezTo>
                      <a:pt x="1635" y="5147"/>
                      <a:pt x="1569" y="5047"/>
                      <a:pt x="1502" y="5013"/>
                    </a:cubicBezTo>
                    <a:lnTo>
                      <a:pt x="468" y="4713"/>
                    </a:lnTo>
                    <a:cubicBezTo>
                      <a:pt x="368" y="4680"/>
                      <a:pt x="334" y="4646"/>
                      <a:pt x="334" y="4646"/>
                    </a:cubicBezTo>
                    <a:cubicBezTo>
                      <a:pt x="334" y="4646"/>
                      <a:pt x="368" y="4580"/>
                      <a:pt x="368" y="4580"/>
                    </a:cubicBezTo>
                    <a:lnTo>
                      <a:pt x="2503" y="1511"/>
                    </a:lnTo>
                    <a:cubicBezTo>
                      <a:pt x="2769" y="1144"/>
                      <a:pt x="3036" y="744"/>
                      <a:pt x="3337" y="410"/>
                    </a:cubicBezTo>
                    <a:cubicBezTo>
                      <a:pt x="3370" y="343"/>
                      <a:pt x="3437" y="310"/>
                      <a:pt x="3470" y="310"/>
                    </a:cubicBezTo>
                    <a:cubicBezTo>
                      <a:pt x="3503" y="310"/>
                      <a:pt x="3570" y="343"/>
                      <a:pt x="3637" y="343"/>
                    </a:cubicBezTo>
                    <a:lnTo>
                      <a:pt x="5004" y="1011"/>
                    </a:lnTo>
                    <a:cubicBezTo>
                      <a:pt x="5031" y="1019"/>
                      <a:pt x="5058" y="1024"/>
                      <a:pt x="5084" y="1024"/>
                    </a:cubicBezTo>
                    <a:cubicBezTo>
                      <a:pt x="5153" y="1024"/>
                      <a:pt x="5213" y="993"/>
                      <a:pt x="5238" y="944"/>
                    </a:cubicBezTo>
                    <a:cubicBezTo>
                      <a:pt x="5271" y="877"/>
                      <a:pt x="5238" y="777"/>
                      <a:pt x="5138" y="744"/>
                    </a:cubicBezTo>
                    <a:lnTo>
                      <a:pt x="3770" y="77"/>
                    </a:lnTo>
                    <a:cubicBezTo>
                      <a:pt x="3689" y="50"/>
                      <a:pt x="3586" y="1"/>
                      <a:pt x="34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69"/>
              <p:cNvSpPr/>
              <p:nvPr/>
            </p:nvSpPr>
            <p:spPr>
              <a:xfrm>
                <a:off x="2557000" y="3994900"/>
                <a:ext cx="150125" cy="149375"/>
              </a:xfrm>
              <a:custGeom>
                <a:avLst/>
                <a:gdLst/>
                <a:ahLst/>
                <a:cxnLst/>
                <a:rect l="l" t="t" r="r" b="b"/>
                <a:pathLst>
                  <a:path w="6005" h="5975" extrusionOk="0">
                    <a:moveTo>
                      <a:pt x="3551" y="0"/>
                    </a:moveTo>
                    <a:cubicBezTo>
                      <a:pt x="3503" y="0"/>
                      <a:pt x="3457" y="29"/>
                      <a:pt x="3436" y="70"/>
                    </a:cubicBezTo>
                    <a:cubicBezTo>
                      <a:pt x="3369" y="137"/>
                      <a:pt x="3403" y="237"/>
                      <a:pt x="3470" y="303"/>
                    </a:cubicBezTo>
                    <a:cubicBezTo>
                      <a:pt x="4070" y="737"/>
                      <a:pt x="4737" y="1104"/>
                      <a:pt x="5438" y="1371"/>
                    </a:cubicBezTo>
                    <a:cubicBezTo>
                      <a:pt x="5471" y="1404"/>
                      <a:pt x="5571" y="1438"/>
                      <a:pt x="5571" y="1471"/>
                    </a:cubicBezTo>
                    <a:cubicBezTo>
                      <a:pt x="5604" y="1504"/>
                      <a:pt x="5604" y="1604"/>
                      <a:pt x="5471" y="1771"/>
                    </a:cubicBezTo>
                    <a:cubicBezTo>
                      <a:pt x="4570" y="3005"/>
                      <a:pt x="3636" y="4240"/>
                      <a:pt x="2669" y="5440"/>
                    </a:cubicBezTo>
                    <a:cubicBezTo>
                      <a:pt x="2636" y="5507"/>
                      <a:pt x="2569" y="5607"/>
                      <a:pt x="2469" y="5641"/>
                    </a:cubicBezTo>
                    <a:cubicBezTo>
                      <a:pt x="2430" y="5660"/>
                      <a:pt x="2382" y="5668"/>
                      <a:pt x="2330" y="5668"/>
                    </a:cubicBezTo>
                    <a:cubicBezTo>
                      <a:pt x="2204" y="5668"/>
                      <a:pt x="2053" y="5621"/>
                      <a:pt x="1935" y="5574"/>
                    </a:cubicBezTo>
                    <a:cubicBezTo>
                      <a:pt x="1335" y="5307"/>
                      <a:pt x="768" y="4940"/>
                      <a:pt x="267" y="4506"/>
                    </a:cubicBezTo>
                    <a:cubicBezTo>
                      <a:pt x="242" y="4481"/>
                      <a:pt x="211" y="4470"/>
                      <a:pt x="180" y="4470"/>
                    </a:cubicBezTo>
                    <a:cubicBezTo>
                      <a:pt x="129" y="4470"/>
                      <a:pt x="75" y="4499"/>
                      <a:pt x="34" y="4540"/>
                    </a:cubicBezTo>
                    <a:cubicBezTo>
                      <a:pt x="0" y="4607"/>
                      <a:pt x="0" y="4673"/>
                      <a:pt x="67" y="4740"/>
                    </a:cubicBezTo>
                    <a:cubicBezTo>
                      <a:pt x="567" y="5207"/>
                      <a:pt x="1168" y="5574"/>
                      <a:pt x="1802" y="5841"/>
                    </a:cubicBezTo>
                    <a:cubicBezTo>
                      <a:pt x="1968" y="5907"/>
                      <a:pt x="2135" y="5974"/>
                      <a:pt x="2335" y="5974"/>
                    </a:cubicBezTo>
                    <a:cubicBezTo>
                      <a:pt x="2435" y="5974"/>
                      <a:pt x="2536" y="5974"/>
                      <a:pt x="2636" y="5907"/>
                    </a:cubicBezTo>
                    <a:cubicBezTo>
                      <a:pt x="2769" y="5841"/>
                      <a:pt x="2869" y="5707"/>
                      <a:pt x="2936" y="5641"/>
                    </a:cubicBezTo>
                    <a:cubicBezTo>
                      <a:pt x="3870" y="4440"/>
                      <a:pt x="4804" y="3206"/>
                      <a:pt x="5704" y="1971"/>
                    </a:cubicBezTo>
                    <a:cubicBezTo>
                      <a:pt x="5805" y="1871"/>
                      <a:pt x="6005" y="1571"/>
                      <a:pt x="5838" y="1304"/>
                    </a:cubicBezTo>
                    <a:cubicBezTo>
                      <a:pt x="5771" y="1204"/>
                      <a:pt x="5638" y="1137"/>
                      <a:pt x="5538" y="1104"/>
                    </a:cubicBezTo>
                    <a:cubicBezTo>
                      <a:pt x="4871" y="804"/>
                      <a:pt x="4237" y="470"/>
                      <a:pt x="3636" y="37"/>
                    </a:cubicBezTo>
                    <a:cubicBezTo>
                      <a:pt x="3611" y="11"/>
                      <a:pt x="3580" y="0"/>
                      <a:pt x="35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69"/>
              <p:cNvSpPr/>
              <p:nvPr/>
            </p:nvSpPr>
            <p:spPr>
              <a:xfrm>
                <a:off x="2552000" y="4156325"/>
                <a:ext cx="98425" cy="43825"/>
              </a:xfrm>
              <a:custGeom>
                <a:avLst/>
                <a:gdLst/>
                <a:ahLst/>
                <a:cxnLst/>
                <a:rect l="l" t="t" r="r" b="b"/>
                <a:pathLst>
                  <a:path w="3937" h="1753" extrusionOk="0">
                    <a:moveTo>
                      <a:pt x="150" y="1"/>
                    </a:moveTo>
                    <a:cubicBezTo>
                      <a:pt x="109" y="1"/>
                      <a:pt x="67" y="18"/>
                      <a:pt x="34" y="51"/>
                    </a:cubicBezTo>
                    <a:cubicBezTo>
                      <a:pt x="0" y="151"/>
                      <a:pt x="0" y="251"/>
                      <a:pt x="67" y="284"/>
                    </a:cubicBezTo>
                    <a:cubicBezTo>
                      <a:pt x="1134" y="1085"/>
                      <a:pt x="2402" y="1619"/>
                      <a:pt x="3736" y="1752"/>
                    </a:cubicBezTo>
                    <a:cubicBezTo>
                      <a:pt x="3836" y="1752"/>
                      <a:pt x="3903" y="1719"/>
                      <a:pt x="3903" y="1619"/>
                    </a:cubicBezTo>
                    <a:cubicBezTo>
                      <a:pt x="3936" y="1552"/>
                      <a:pt x="3870" y="1452"/>
                      <a:pt x="3770" y="1452"/>
                    </a:cubicBezTo>
                    <a:cubicBezTo>
                      <a:pt x="2502" y="1285"/>
                      <a:pt x="1301" y="818"/>
                      <a:pt x="267" y="51"/>
                    </a:cubicBezTo>
                    <a:cubicBezTo>
                      <a:pt x="234" y="18"/>
                      <a:pt x="192" y="1"/>
                      <a:pt x="1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69"/>
              <p:cNvSpPr/>
              <p:nvPr/>
            </p:nvSpPr>
            <p:spPr>
              <a:xfrm>
                <a:off x="2549500" y="4188850"/>
                <a:ext cx="72575" cy="37150"/>
              </a:xfrm>
              <a:custGeom>
                <a:avLst/>
                <a:gdLst/>
                <a:ahLst/>
                <a:cxnLst/>
                <a:rect l="l" t="t" r="r" b="b"/>
                <a:pathLst>
                  <a:path w="2903" h="1486" extrusionOk="0">
                    <a:moveTo>
                      <a:pt x="150" y="1"/>
                    </a:moveTo>
                    <a:cubicBezTo>
                      <a:pt x="109" y="1"/>
                      <a:pt x="67" y="17"/>
                      <a:pt x="34" y="51"/>
                    </a:cubicBezTo>
                    <a:cubicBezTo>
                      <a:pt x="0" y="118"/>
                      <a:pt x="0" y="218"/>
                      <a:pt x="34" y="251"/>
                    </a:cubicBezTo>
                    <a:cubicBezTo>
                      <a:pt x="767" y="951"/>
                      <a:pt x="1735" y="1385"/>
                      <a:pt x="2735" y="1485"/>
                    </a:cubicBezTo>
                    <a:cubicBezTo>
                      <a:pt x="2836" y="1485"/>
                      <a:pt x="2902" y="1418"/>
                      <a:pt x="2902" y="1352"/>
                    </a:cubicBezTo>
                    <a:cubicBezTo>
                      <a:pt x="2902" y="1252"/>
                      <a:pt x="2836" y="1185"/>
                      <a:pt x="2769" y="1185"/>
                    </a:cubicBezTo>
                    <a:cubicBezTo>
                      <a:pt x="1835" y="1085"/>
                      <a:pt x="934" y="685"/>
                      <a:pt x="267" y="51"/>
                    </a:cubicBezTo>
                    <a:cubicBezTo>
                      <a:pt x="234" y="17"/>
                      <a:pt x="192" y="1"/>
                      <a:pt x="1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69"/>
              <p:cNvSpPr/>
              <p:nvPr/>
            </p:nvSpPr>
            <p:spPr>
              <a:xfrm>
                <a:off x="2767975" y="3869800"/>
                <a:ext cx="80925" cy="49300"/>
              </a:xfrm>
              <a:custGeom>
                <a:avLst/>
                <a:gdLst/>
                <a:ahLst/>
                <a:cxnLst/>
                <a:rect l="l" t="t" r="r" b="b"/>
                <a:pathLst>
                  <a:path w="3237" h="1972" extrusionOk="0">
                    <a:moveTo>
                      <a:pt x="182" y="1"/>
                    </a:moveTo>
                    <a:cubicBezTo>
                      <a:pt x="134" y="1"/>
                      <a:pt x="88" y="29"/>
                      <a:pt x="67" y="70"/>
                    </a:cubicBezTo>
                    <a:cubicBezTo>
                      <a:pt x="1" y="137"/>
                      <a:pt x="34" y="237"/>
                      <a:pt x="101" y="271"/>
                    </a:cubicBezTo>
                    <a:cubicBezTo>
                      <a:pt x="1001" y="938"/>
                      <a:pt x="1969" y="1505"/>
                      <a:pt x="3003" y="1972"/>
                    </a:cubicBezTo>
                    <a:lnTo>
                      <a:pt x="3070" y="1972"/>
                    </a:lnTo>
                    <a:cubicBezTo>
                      <a:pt x="3103" y="1972"/>
                      <a:pt x="3170" y="1938"/>
                      <a:pt x="3203" y="1872"/>
                    </a:cubicBezTo>
                    <a:cubicBezTo>
                      <a:pt x="3236" y="1805"/>
                      <a:pt x="3203" y="1705"/>
                      <a:pt x="3103" y="1672"/>
                    </a:cubicBezTo>
                    <a:cubicBezTo>
                      <a:pt x="2102" y="1238"/>
                      <a:pt x="1168" y="704"/>
                      <a:pt x="268" y="37"/>
                    </a:cubicBezTo>
                    <a:cubicBezTo>
                      <a:pt x="242" y="12"/>
                      <a:pt x="212" y="1"/>
                      <a:pt x="1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69"/>
              <p:cNvSpPr/>
              <p:nvPr/>
            </p:nvSpPr>
            <p:spPr>
              <a:xfrm>
                <a:off x="2765475" y="3904350"/>
                <a:ext cx="64250" cy="34775"/>
              </a:xfrm>
              <a:custGeom>
                <a:avLst/>
                <a:gdLst/>
                <a:ahLst/>
                <a:cxnLst/>
                <a:rect l="l" t="t" r="r" b="b"/>
                <a:pathLst>
                  <a:path w="2570" h="1391" extrusionOk="0">
                    <a:moveTo>
                      <a:pt x="175" y="1"/>
                    </a:moveTo>
                    <a:cubicBezTo>
                      <a:pt x="129" y="1"/>
                      <a:pt x="87" y="17"/>
                      <a:pt x="67" y="56"/>
                    </a:cubicBezTo>
                    <a:cubicBezTo>
                      <a:pt x="1" y="89"/>
                      <a:pt x="1" y="189"/>
                      <a:pt x="67" y="256"/>
                    </a:cubicBezTo>
                    <a:cubicBezTo>
                      <a:pt x="701" y="857"/>
                      <a:pt x="1535" y="1257"/>
                      <a:pt x="2369" y="1390"/>
                    </a:cubicBezTo>
                    <a:lnTo>
                      <a:pt x="2402" y="1390"/>
                    </a:lnTo>
                    <a:cubicBezTo>
                      <a:pt x="2469" y="1390"/>
                      <a:pt x="2536" y="1324"/>
                      <a:pt x="2569" y="1257"/>
                    </a:cubicBezTo>
                    <a:cubicBezTo>
                      <a:pt x="2569" y="1157"/>
                      <a:pt x="2502" y="1090"/>
                      <a:pt x="2436" y="1057"/>
                    </a:cubicBezTo>
                    <a:cubicBezTo>
                      <a:pt x="1635" y="957"/>
                      <a:pt x="868" y="590"/>
                      <a:pt x="268" y="23"/>
                    </a:cubicBezTo>
                    <a:cubicBezTo>
                      <a:pt x="240" y="9"/>
                      <a:pt x="207" y="1"/>
                      <a:pt x="1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8" name="Google Shape;3138;p69"/>
            <p:cNvGrpSpPr/>
            <p:nvPr/>
          </p:nvGrpSpPr>
          <p:grpSpPr>
            <a:xfrm>
              <a:off x="7983895" y="2229795"/>
              <a:ext cx="186507" cy="314399"/>
              <a:chOff x="1421025" y="1637275"/>
              <a:chExt cx="270300" cy="455650"/>
            </a:xfrm>
          </p:grpSpPr>
          <p:cxnSp>
            <p:nvCxnSpPr>
              <p:cNvPr id="3139" name="Google Shape;3139;p69"/>
              <p:cNvCxnSpPr/>
              <p:nvPr/>
            </p:nvCxnSpPr>
            <p:spPr>
              <a:xfrm>
                <a:off x="1421025" y="1637275"/>
                <a:ext cx="270300" cy="0"/>
              </a:xfrm>
              <a:prstGeom prst="straightConnector1">
                <a:avLst/>
              </a:prstGeom>
              <a:noFill/>
              <a:ln w="9525" cap="flat" cmpd="sng">
                <a:solidFill>
                  <a:srgbClr val="FFFFFF"/>
                </a:solidFill>
                <a:prstDash val="solid"/>
                <a:round/>
                <a:headEnd type="none" w="med" len="med"/>
                <a:tailEnd type="none" w="med" len="med"/>
              </a:ln>
            </p:spPr>
          </p:cxnSp>
          <p:cxnSp>
            <p:nvCxnSpPr>
              <p:cNvPr id="3140" name="Google Shape;3140;p69"/>
              <p:cNvCxnSpPr/>
              <p:nvPr/>
            </p:nvCxnSpPr>
            <p:spPr>
              <a:xfrm>
                <a:off x="1421025" y="1789158"/>
                <a:ext cx="270300" cy="0"/>
              </a:xfrm>
              <a:prstGeom prst="straightConnector1">
                <a:avLst/>
              </a:prstGeom>
              <a:noFill/>
              <a:ln w="9525" cap="flat" cmpd="sng">
                <a:solidFill>
                  <a:srgbClr val="FFFFFF"/>
                </a:solidFill>
                <a:prstDash val="solid"/>
                <a:round/>
                <a:headEnd type="none" w="med" len="med"/>
                <a:tailEnd type="none" w="med" len="med"/>
              </a:ln>
            </p:spPr>
          </p:cxnSp>
          <p:cxnSp>
            <p:nvCxnSpPr>
              <p:cNvPr id="3141" name="Google Shape;3141;p69"/>
              <p:cNvCxnSpPr/>
              <p:nvPr/>
            </p:nvCxnSpPr>
            <p:spPr>
              <a:xfrm>
                <a:off x="1421025" y="1941042"/>
                <a:ext cx="270300" cy="0"/>
              </a:xfrm>
              <a:prstGeom prst="straightConnector1">
                <a:avLst/>
              </a:prstGeom>
              <a:noFill/>
              <a:ln w="9525" cap="flat" cmpd="sng">
                <a:solidFill>
                  <a:srgbClr val="FFFFFF"/>
                </a:solidFill>
                <a:prstDash val="solid"/>
                <a:round/>
                <a:headEnd type="none" w="med" len="med"/>
                <a:tailEnd type="none" w="med" len="med"/>
              </a:ln>
            </p:spPr>
          </p:cxnSp>
          <p:cxnSp>
            <p:nvCxnSpPr>
              <p:cNvPr id="3142" name="Google Shape;3142;p69"/>
              <p:cNvCxnSpPr/>
              <p:nvPr/>
            </p:nvCxnSpPr>
            <p:spPr>
              <a:xfrm>
                <a:off x="1421025" y="2092925"/>
                <a:ext cx="270300" cy="0"/>
              </a:xfrm>
              <a:prstGeom prst="straightConnector1">
                <a:avLst/>
              </a:prstGeom>
              <a:noFill/>
              <a:ln w="9525" cap="flat" cmpd="sng">
                <a:solidFill>
                  <a:srgbClr val="FFFFFF"/>
                </a:solidFill>
                <a:prstDash val="solid"/>
                <a:round/>
                <a:headEnd type="none" w="med" len="med"/>
                <a:tailEnd type="none" w="med" len="med"/>
              </a:ln>
            </p:spPr>
          </p:cxnSp>
        </p:grpSp>
        <p:grpSp>
          <p:nvGrpSpPr>
            <p:cNvPr id="3143" name="Google Shape;3143;p69"/>
            <p:cNvGrpSpPr/>
            <p:nvPr/>
          </p:nvGrpSpPr>
          <p:grpSpPr>
            <a:xfrm>
              <a:off x="5884995" y="942495"/>
              <a:ext cx="186507" cy="314399"/>
              <a:chOff x="1421025" y="1637275"/>
              <a:chExt cx="270300" cy="455650"/>
            </a:xfrm>
          </p:grpSpPr>
          <p:cxnSp>
            <p:nvCxnSpPr>
              <p:cNvPr id="3144" name="Google Shape;3144;p69"/>
              <p:cNvCxnSpPr/>
              <p:nvPr/>
            </p:nvCxnSpPr>
            <p:spPr>
              <a:xfrm>
                <a:off x="1421025" y="1637275"/>
                <a:ext cx="270300" cy="0"/>
              </a:xfrm>
              <a:prstGeom prst="straightConnector1">
                <a:avLst/>
              </a:prstGeom>
              <a:noFill/>
              <a:ln w="9525" cap="flat" cmpd="sng">
                <a:solidFill>
                  <a:srgbClr val="FFFFFF"/>
                </a:solidFill>
                <a:prstDash val="solid"/>
                <a:round/>
                <a:headEnd type="none" w="med" len="med"/>
                <a:tailEnd type="none" w="med" len="med"/>
              </a:ln>
            </p:spPr>
          </p:cxnSp>
          <p:cxnSp>
            <p:nvCxnSpPr>
              <p:cNvPr id="3145" name="Google Shape;3145;p69"/>
              <p:cNvCxnSpPr/>
              <p:nvPr/>
            </p:nvCxnSpPr>
            <p:spPr>
              <a:xfrm>
                <a:off x="1421025" y="1789158"/>
                <a:ext cx="270300" cy="0"/>
              </a:xfrm>
              <a:prstGeom prst="straightConnector1">
                <a:avLst/>
              </a:prstGeom>
              <a:noFill/>
              <a:ln w="9525" cap="flat" cmpd="sng">
                <a:solidFill>
                  <a:srgbClr val="FFFFFF"/>
                </a:solidFill>
                <a:prstDash val="solid"/>
                <a:round/>
                <a:headEnd type="none" w="med" len="med"/>
                <a:tailEnd type="none" w="med" len="med"/>
              </a:ln>
            </p:spPr>
          </p:cxnSp>
          <p:cxnSp>
            <p:nvCxnSpPr>
              <p:cNvPr id="3146" name="Google Shape;3146;p69"/>
              <p:cNvCxnSpPr/>
              <p:nvPr/>
            </p:nvCxnSpPr>
            <p:spPr>
              <a:xfrm>
                <a:off x="1421025" y="1941042"/>
                <a:ext cx="270300" cy="0"/>
              </a:xfrm>
              <a:prstGeom prst="straightConnector1">
                <a:avLst/>
              </a:prstGeom>
              <a:noFill/>
              <a:ln w="9525" cap="flat" cmpd="sng">
                <a:solidFill>
                  <a:srgbClr val="FFFFFF"/>
                </a:solidFill>
                <a:prstDash val="solid"/>
                <a:round/>
                <a:headEnd type="none" w="med" len="med"/>
                <a:tailEnd type="none" w="med" len="med"/>
              </a:ln>
            </p:spPr>
          </p:cxnSp>
          <p:cxnSp>
            <p:nvCxnSpPr>
              <p:cNvPr id="3147" name="Google Shape;3147;p69"/>
              <p:cNvCxnSpPr/>
              <p:nvPr/>
            </p:nvCxnSpPr>
            <p:spPr>
              <a:xfrm>
                <a:off x="1421025" y="2092925"/>
                <a:ext cx="270300" cy="0"/>
              </a:xfrm>
              <a:prstGeom prst="straightConnector1">
                <a:avLst/>
              </a:prstGeom>
              <a:noFill/>
              <a:ln w="9525" cap="flat" cmpd="sng">
                <a:solidFill>
                  <a:srgbClr val="FFFFFF"/>
                </a:solidFill>
                <a:prstDash val="solid"/>
                <a:round/>
                <a:headEnd type="none" w="med" len="med"/>
                <a:tailEnd type="none" w="med" len="med"/>
              </a:ln>
            </p:spPr>
          </p:cxn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51"/>
        <p:cNvGrpSpPr/>
        <p:nvPr/>
      </p:nvGrpSpPr>
      <p:grpSpPr>
        <a:xfrm>
          <a:off x="0" y="0"/>
          <a:ext cx="0" cy="0"/>
          <a:chOff x="0" y="0"/>
          <a:chExt cx="0" cy="0"/>
        </a:xfrm>
      </p:grpSpPr>
      <p:sp>
        <p:nvSpPr>
          <p:cNvPr id="3152" name="Google Shape;3152;p70"/>
          <p:cNvSpPr txBox="1"/>
          <p:nvPr/>
        </p:nvSpPr>
        <p:spPr>
          <a:xfrm>
            <a:off x="913500" y="605075"/>
            <a:ext cx="7712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solidFill>
                  <a:schemeClr val="dk1"/>
                </a:solidFill>
                <a:latin typeface="Space Grotesk"/>
                <a:ea typeface="Space Grotesk"/>
                <a:cs typeface="Space Grotesk"/>
                <a:sym typeface="Space Grotesk"/>
              </a:rPr>
              <a:t>Trim tabs were developed to hold control surfaces in position without constant control pressure from the pilot.</a:t>
            </a:r>
            <a:endParaRPr i="1">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153" name="Google Shape;3153;p70"/>
          <p:cNvSpPr txBox="1"/>
          <p:nvPr/>
        </p:nvSpPr>
        <p:spPr>
          <a:xfrm>
            <a:off x="4558025" y="1197364"/>
            <a:ext cx="3978600" cy="33701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dirty="0">
                <a:solidFill>
                  <a:schemeClr val="dk1"/>
                </a:solidFill>
                <a:latin typeface="Space Grotesk"/>
                <a:ea typeface="Space Grotesk"/>
                <a:cs typeface="Space Grotesk"/>
                <a:sym typeface="Space Grotesk"/>
              </a:rPr>
              <a:t>Pilots must work hard to keep control surfaces in place, especially in crosswinds. To help with this, trim tabs were invented. These small, adjustable surfaces are attached to the edges of larger control surfaces. When extended, the </a:t>
            </a:r>
            <a:r>
              <a:rPr lang="en" sz="1800" dirty="0">
                <a:solidFill>
                  <a:srgbClr val="FF0000"/>
                </a:solidFill>
                <a:latin typeface="Space Grotesk"/>
                <a:ea typeface="Space Grotesk"/>
                <a:cs typeface="Space Grotesk"/>
                <a:sym typeface="Space Grotesk"/>
              </a:rPr>
              <a:t>wind pushes on the trim tab, holding the main control surface in position</a:t>
            </a:r>
            <a:r>
              <a:rPr lang="en" sz="1800" dirty="0">
                <a:solidFill>
                  <a:schemeClr val="dk1"/>
                </a:solidFill>
                <a:latin typeface="Space Grotesk"/>
                <a:ea typeface="Space Grotesk"/>
                <a:cs typeface="Space Grotesk"/>
                <a:sym typeface="Space Grotesk"/>
              </a:rPr>
              <a:t> and reducing the pilot's effort.</a:t>
            </a:r>
            <a:endParaRPr sz="1800" dirty="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1800" dirty="0">
              <a:solidFill>
                <a:schemeClr val="dk1"/>
              </a:solidFill>
              <a:latin typeface="Space Grotesk"/>
              <a:ea typeface="Space Grotesk"/>
              <a:cs typeface="Space Grotesk"/>
              <a:sym typeface="Space Grotesk"/>
            </a:endParaRPr>
          </a:p>
        </p:txBody>
      </p:sp>
      <p:pic>
        <p:nvPicPr>
          <p:cNvPr id="3154" name="Google Shape;3154;p70"/>
          <p:cNvPicPr preferRelativeResize="0"/>
          <p:nvPr/>
        </p:nvPicPr>
        <p:blipFill rotWithShape="1">
          <a:blip r:embed="rId3">
            <a:alphaModFix/>
          </a:blip>
          <a:srcRect t="10968"/>
          <a:stretch/>
        </p:blipFill>
        <p:spPr>
          <a:xfrm>
            <a:off x="203900" y="1349788"/>
            <a:ext cx="4265150" cy="2914975"/>
          </a:xfrm>
          <a:prstGeom prst="rect">
            <a:avLst/>
          </a:prstGeom>
          <a:noFill/>
          <a:ln>
            <a:noFill/>
          </a:ln>
        </p:spPr>
      </p:pic>
      <p:sp>
        <p:nvSpPr>
          <p:cNvPr id="3155" name="Google Shape;3155;p70"/>
          <p:cNvSpPr txBox="1"/>
          <p:nvPr/>
        </p:nvSpPr>
        <p:spPr>
          <a:xfrm>
            <a:off x="469925" y="4328475"/>
            <a:ext cx="78918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dirty="0">
                <a:solidFill>
                  <a:schemeClr val="dk1"/>
                </a:solidFill>
                <a:latin typeface="Space Grotesk"/>
                <a:ea typeface="Space Grotesk"/>
                <a:cs typeface="Space Grotesk"/>
                <a:sym typeface="Space Grotesk"/>
              </a:rPr>
              <a:t>(Often found on the trailing edge of </a:t>
            </a:r>
            <a:r>
              <a:rPr lang="en" sz="1300" dirty="0">
                <a:solidFill>
                  <a:srgbClr val="FF0000"/>
                </a:solidFill>
                <a:latin typeface="Space Grotesk"/>
                <a:ea typeface="Space Grotesk"/>
                <a:cs typeface="Space Grotesk"/>
                <a:sym typeface="Space Grotesk"/>
              </a:rPr>
              <a:t>the rudder, the elevators and on the ailerons</a:t>
            </a:r>
            <a:r>
              <a:rPr lang="en" sz="1300" dirty="0">
                <a:solidFill>
                  <a:schemeClr val="dk1"/>
                </a:solidFill>
                <a:latin typeface="Space Grotesk"/>
                <a:ea typeface="Space Grotesk"/>
                <a:cs typeface="Space Grotesk"/>
                <a:sym typeface="Space Grotesk"/>
              </a:rPr>
              <a:t>.)</a:t>
            </a:r>
            <a:endParaRPr sz="1300" dirty="0">
              <a:solidFill>
                <a:schemeClr val="dk1"/>
              </a:solidFill>
              <a:latin typeface="Space Grotesk"/>
              <a:ea typeface="Space Grotesk"/>
              <a:cs typeface="Space Grotesk"/>
              <a:sym typeface="Space Grotesk"/>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59"/>
        <p:cNvGrpSpPr/>
        <p:nvPr/>
      </p:nvGrpSpPr>
      <p:grpSpPr>
        <a:xfrm>
          <a:off x="0" y="0"/>
          <a:ext cx="0" cy="0"/>
          <a:chOff x="0" y="0"/>
          <a:chExt cx="0" cy="0"/>
        </a:xfrm>
      </p:grpSpPr>
      <p:sp>
        <p:nvSpPr>
          <p:cNvPr id="3160" name="Google Shape;3160;p71"/>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9 </a:t>
            </a:r>
            <a:endParaRPr sz="3200"/>
          </a:p>
          <a:p>
            <a:pPr marL="0" lvl="0" indent="0" algn="l" rtl="0">
              <a:spcBef>
                <a:spcPts val="0"/>
              </a:spcBef>
              <a:spcAft>
                <a:spcPts val="0"/>
              </a:spcAft>
              <a:buNone/>
            </a:pPr>
            <a:r>
              <a:rPr lang="en" sz="3200"/>
              <a:t>CONFIRMATION</a:t>
            </a:r>
            <a:endParaRPr sz="3200"/>
          </a:p>
        </p:txBody>
      </p:sp>
      <p:sp>
        <p:nvSpPr>
          <p:cNvPr id="3161" name="Google Shape;3161;p71"/>
          <p:cNvSpPr txBox="1"/>
          <p:nvPr/>
        </p:nvSpPr>
        <p:spPr>
          <a:xfrm>
            <a:off x="1228275" y="1911875"/>
            <a:ext cx="65592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What are trim tabs for?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Where are trim tabs located?</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How does a trim tab work?</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65"/>
        <p:cNvGrpSpPr/>
        <p:nvPr/>
      </p:nvGrpSpPr>
      <p:grpSpPr>
        <a:xfrm>
          <a:off x="0" y="0"/>
          <a:ext cx="0" cy="0"/>
          <a:chOff x="0" y="0"/>
          <a:chExt cx="0" cy="0"/>
        </a:xfrm>
      </p:grpSpPr>
      <p:sp>
        <p:nvSpPr>
          <p:cNvPr id="3166" name="Google Shape;3166;p72"/>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9 </a:t>
            </a:r>
            <a:endParaRPr sz="3200"/>
          </a:p>
          <a:p>
            <a:pPr marL="0" lvl="0" indent="0" algn="l" rtl="0">
              <a:spcBef>
                <a:spcPts val="0"/>
              </a:spcBef>
              <a:spcAft>
                <a:spcPts val="0"/>
              </a:spcAft>
              <a:buNone/>
            </a:pPr>
            <a:r>
              <a:rPr lang="en" sz="3200"/>
              <a:t>CONFIRMATION</a:t>
            </a:r>
            <a:endParaRPr sz="3200"/>
          </a:p>
        </p:txBody>
      </p:sp>
      <p:sp>
        <p:nvSpPr>
          <p:cNvPr id="3167" name="Google Shape;3167;p72"/>
          <p:cNvSpPr txBox="1"/>
          <p:nvPr/>
        </p:nvSpPr>
        <p:spPr>
          <a:xfrm>
            <a:off x="1228275" y="1911875"/>
            <a:ext cx="65592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Trim tabs hold control surfaces in position without constant control pressure being applied by the pilot.</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Trim tabs are often located on the trailing edge of control surfaces.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Air pushes on the trim tab when it is extended and provides force to hold the aircraft control surface in</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position.</a:t>
            </a: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71"/>
        <p:cNvGrpSpPr/>
        <p:nvPr/>
      </p:nvGrpSpPr>
      <p:grpSpPr>
        <a:xfrm>
          <a:off x="0" y="0"/>
          <a:ext cx="0" cy="0"/>
          <a:chOff x="0" y="0"/>
          <a:chExt cx="0" cy="0"/>
        </a:xfrm>
      </p:grpSpPr>
      <p:sp>
        <p:nvSpPr>
          <p:cNvPr id="3172" name="Google Shape;3172;p73"/>
          <p:cNvSpPr txBox="1">
            <a:spLocks noGrp="1"/>
          </p:cNvSpPr>
          <p:nvPr>
            <p:ph type="title"/>
          </p:nvPr>
        </p:nvSpPr>
        <p:spPr>
          <a:xfrm>
            <a:off x="928150" y="2560750"/>
            <a:ext cx="67317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Explain the Use of Dynamically Balanced Control Surfaces</a:t>
            </a:r>
            <a:endParaRPr sz="2700"/>
          </a:p>
        </p:txBody>
      </p:sp>
      <p:sp>
        <p:nvSpPr>
          <p:cNvPr id="3173" name="Google Shape;3173;p73"/>
          <p:cNvSpPr txBox="1">
            <a:spLocks noGrp="1"/>
          </p:cNvSpPr>
          <p:nvPr>
            <p:ph type="title" idx="2"/>
          </p:nvPr>
        </p:nvSpPr>
        <p:spPr>
          <a:xfrm>
            <a:off x="1018275" y="1165000"/>
            <a:ext cx="15948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TP10</a:t>
            </a:r>
            <a:endParaRPr/>
          </a:p>
        </p:txBody>
      </p:sp>
      <p:grpSp>
        <p:nvGrpSpPr>
          <p:cNvPr id="3174" name="Google Shape;3174;p73"/>
          <p:cNvGrpSpPr/>
          <p:nvPr/>
        </p:nvGrpSpPr>
        <p:grpSpPr>
          <a:xfrm>
            <a:off x="3211653" y="1127491"/>
            <a:ext cx="4819084" cy="1433249"/>
            <a:chOff x="4392475" y="419900"/>
            <a:chExt cx="4046250" cy="1203400"/>
          </a:xfrm>
        </p:grpSpPr>
        <p:sp>
          <p:nvSpPr>
            <p:cNvPr id="3175" name="Google Shape;3175;p73"/>
            <p:cNvSpPr/>
            <p:nvPr/>
          </p:nvSpPr>
          <p:spPr>
            <a:xfrm>
              <a:off x="5935250" y="1501525"/>
              <a:ext cx="60050" cy="55050"/>
            </a:xfrm>
            <a:custGeom>
              <a:avLst/>
              <a:gdLst/>
              <a:ahLst/>
              <a:cxnLst/>
              <a:rect l="l" t="t" r="r" b="b"/>
              <a:pathLst>
                <a:path w="2402" h="2202" extrusionOk="0">
                  <a:moveTo>
                    <a:pt x="0" y="0"/>
                  </a:moveTo>
                  <a:lnTo>
                    <a:pt x="0" y="1001"/>
                  </a:lnTo>
                  <a:cubicBezTo>
                    <a:pt x="0" y="1668"/>
                    <a:pt x="534" y="2202"/>
                    <a:pt x="1201" y="2202"/>
                  </a:cubicBezTo>
                  <a:cubicBezTo>
                    <a:pt x="1868" y="2202"/>
                    <a:pt x="2402" y="1668"/>
                    <a:pt x="2402" y="1001"/>
                  </a:cubicBezTo>
                  <a:lnTo>
                    <a:pt x="2402" y="0"/>
                  </a:lnTo>
                  <a:lnTo>
                    <a:pt x="2035" y="0"/>
                  </a:lnTo>
                  <a:lnTo>
                    <a:pt x="2035" y="1001"/>
                  </a:lnTo>
                  <a:cubicBezTo>
                    <a:pt x="2035" y="1468"/>
                    <a:pt x="1668" y="1835"/>
                    <a:pt x="1201" y="1835"/>
                  </a:cubicBezTo>
                  <a:cubicBezTo>
                    <a:pt x="734" y="1835"/>
                    <a:pt x="367" y="1468"/>
                    <a:pt x="367" y="1001"/>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73"/>
            <p:cNvSpPr/>
            <p:nvPr/>
          </p:nvSpPr>
          <p:spPr>
            <a:xfrm>
              <a:off x="6011125" y="1293025"/>
              <a:ext cx="286900" cy="192675"/>
            </a:xfrm>
            <a:custGeom>
              <a:avLst/>
              <a:gdLst/>
              <a:ahLst/>
              <a:cxnLst/>
              <a:rect l="l" t="t" r="r" b="b"/>
              <a:pathLst>
                <a:path w="11476" h="7707" extrusionOk="0">
                  <a:moveTo>
                    <a:pt x="11109" y="1"/>
                  </a:moveTo>
                  <a:lnTo>
                    <a:pt x="668" y="6305"/>
                  </a:lnTo>
                  <a:lnTo>
                    <a:pt x="668" y="6572"/>
                  </a:lnTo>
                  <a:lnTo>
                    <a:pt x="568" y="6572"/>
                  </a:lnTo>
                  <a:lnTo>
                    <a:pt x="568" y="6372"/>
                  </a:lnTo>
                  <a:lnTo>
                    <a:pt x="534" y="6405"/>
                  </a:lnTo>
                  <a:cubicBezTo>
                    <a:pt x="468" y="6439"/>
                    <a:pt x="468" y="6472"/>
                    <a:pt x="434" y="6506"/>
                  </a:cubicBezTo>
                  <a:lnTo>
                    <a:pt x="334" y="6939"/>
                  </a:lnTo>
                  <a:cubicBezTo>
                    <a:pt x="301" y="7106"/>
                    <a:pt x="201" y="7206"/>
                    <a:pt x="67" y="7306"/>
                  </a:cubicBezTo>
                  <a:lnTo>
                    <a:pt x="1" y="7706"/>
                  </a:lnTo>
                  <a:cubicBezTo>
                    <a:pt x="334" y="7606"/>
                    <a:pt x="601" y="7373"/>
                    <a:pt x="701" y="7039"/>
                  </a:cubicBezTo>
                  <a:lnTo>
                    <a:pt x="768" y="6672"/>
                  </a:lnTo>
                  <a:lnTo>
                    <a:pt x="11476" y="201"/>
                  </a:lnTo>
                  <a:cubicBezTo>
                    <a:pt x="11376" y="134"/>
                    <a:pt x="11242" y="68"/>
                    <a:pt x="1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73"/>
            <p:cNvSpPr/>
            <p:nvPr/>
          </p:nvSpPr>
          <p:spPr>
            <a:xfrm>
              <a:off x="6016975" y="1279700"/>
              <a:ext cx="261875" cy="142075"/>
            </a:xfrm>
            <a:custGeom>
              <a:avLst/>
              <a:gdLst/>
              <a:ahLst/>
              <a:cxnLst/>
              <a:rect l="l" t="t" r="r" b="b"/>
              <a:pathLst>
                <a:path w="10475" h="5683" extrusionOk="0">
                  <a:moveTo>
                    <a:pt x="10174" y="0"/>
                  </a:moveTo>
                  <a:lnTo>
                    <a:pt x="2402" y="4704"/>
                  </a:lnTo>
                  <a:cubicBezTo>
                    <a:pt x="1789" y="5112"/>
                    <a:pt x="1074" y="5316"/>
                    <a:pt x="346" y="5316"/>
                  </a:cubicBezTo>
                  <a:cubicBezTo>
                    <a:pt x="242" y="5316"/>
                    <a:pt x="138" y="5312"/>
                    <a:pt x="34" y="5304"/>
                  </a:cubicBezTo>
                  <a:lnTo>
                    <a:pt x="0" y="5671"/>
                  </a:lnTo>
                  <a:cubicBezTo>
                    <a:pt x="105" y="5678"/>
                    <a:pt x="209" y="5682"/>
                    <a:pt x="312" y="5682"/>
                  </a:cubicBezTo>
                  <a:cubicBezTo>
                    <a:pt x="1134" y="5682"/>
                    <a:pt x="1921" y="5448"/>
                    <a:pt x="2602" y="5004"/>
                  </a:cubicBezTo>
                  <a:lnTo>
                    <a:pt x="10474" y="234"/>
                  </a:lnTo>
                  <a:cubicBezTo>
                    <a:pt x="10374" y="167"/>
                    <a:pt x="10274" y="67"/>
                    <a:pt x="10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73"/>
            <p:cNvSpPr/>
            <p:nvPr/>
          </p:nvSpPr>
          <p:spPr>
            <a:xfrm>
              <a:off x="5912725" y="1359750"/>
              <a:ext cx="105100" cy="141800"/>
            </a:xfrm>
            <a:custGeom>
              <a:avLst/>
              <a:gdLst/>
              <a:ahLst/>
              <a:cxnLst/>
              <a:rect l="l" t="t" r="r" b="b"/>
              <a:pathLst>
                <a:path w="4204" h="5672" extrusionOk="0">
                  <a:moveTo>
                    <a:pt x="2202" y="167"/>
                  </a:moveTo>
                  <a:lnTo>
                    <a:pt x="2202" y="367"/>
                  </a:lnTo>
                  <a:cubicBezTo>
                    <a:pt x="3136" y="434"/>
                    <a:pt x="3870" y="1168"/>
                    <a:pt x="3870" y="2069"/>
                  </a:cubicBezTo>
                  <a:lnTo>
                    <a:pt x="3603" y="4971"/>
                  </a:lnTo>
                  <a:lnTo>
                    <a:pt x="3803" y="5404"/>
                  </a:lnTo>
                  <a:lnTo>
                    <a:pt x="3637" y="5471"/>
                  </a:lnTo>
                  <a:lnTo>
                    <a:pt x="3536" y="5304"/>
                  </a:lnTo>
                  <a:lnTo>
                    <a:pt x="634" y="5304"/>
                  </a:lnTo>
                  <a:lnTo>
                    <a:pt x="634" y="5271"/>
                  </a:lnTo>
                  <a:lnTo>
                    <a:pt x="568" y="5404"/>
                  </a:lnTo>
                  <a:lnTo>
                    <a:pt x="401" y="5338"/>
                  </a:lnTo>
                  <a:lnTo>
                    <a:pt x="601" y="4904"/>
                  </a:lnTo>
                  <a:lnTo>
                    <a:pt x="368" y="2102"/>
                  </a:lnTo>
                  <a:cubicBezTo>
                    <a:pt x="368" y="1168"/>
                    <a:pt x="1101" y="401"/>
                    <a:pt x="2035" y="367"/>
                  </a:cubicBezTo>
                  <a:lnTo>
                    <a:pt x="2035" y="167"/>
                  </a:lnTo>
                  <a:close/>
                  <a:moveTo>
                    <a:pt x="2102" y="0"/>
                  </a:moveTo>
                  <a:cubicBezTo>
                    <a:pt x="935" y="0"/>
                    <a:pt x="1" y="934"/>
                    <a:pt x="1" y="2102"/>
                  </a:cubicBezTo>
                  <a:lnTo>
                    <a:pt x="301" y="5504"/>
                  </a:lnTo>
                  <a:cubicBezTo>
                    <a:pt x="301" y="5571"/>
                    <a:pt x="368" y="5671"/>
                    <a:pt x="468" y="5671"/>
                  </a:cubicBezTo>
                  <a:lnTo>
                    <a:pt x="3737" y="5671"/>
                  </a:lnTo>
                  <a:cubicBezTo>
                    <a:pt x="3837" y="5671"/>
                    <a:pt x="3903" y="5571"/>
                    <a:pt x="3903" y="5504"/>
                  </a:cubicBezTo>
                  <a:lnTo>
                    <a:pt x="3937" y="5004"/>
                  </a:lnTo>
                  <a:lnTo>
                    <a:pt x="4003" y="4604"/>
                  </a:lnTo>
                  <a:lnTo>
                    <a:pt x="4170" y="2469"/>
                  </a:lnTo>
                  <a:lnTo>
                    <a:pt x="4204" y="2102"/>
                  </a:lnTo>
                  <a:cubicBezTo>
                    <a:pt x="4204" y="934"/>
                    <a:pt x="3270"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73"/>
            <p:cNvSpPr/>
            <p:nvPr/>
          </p:nvSpPr>
          <p:spPr>
            <a:xfrm>
              <a:off x="6836725" y="1501525"/>
              <a:ext cx="59225" cy="55050"/>
            </a:xfrm>
            <a:custGeom>
              <a:avLst/>
              <a:gdLst/>
              <a:ahLst/>
              <a:cxnLst/>
              <a:rect l="l" t="t" r="r" b="b"/>
              <a:pathLst>
                <a:path w="2369" h="2202" extrusionOk="0">
                  <a:moveTo>
                    <a:pt x="0" y="0"/>
                  </a:moveTo>
                  <a:lnTo>
                    <a:pt x="0" y="1001"/>
                  </a:lnTo>
                  <a:cubicBezTo>
                    <a:pt x="0" y="1668"/>
                    <a:pt x="534" y="2202"/>
                    <a:pt x="1168" y="2202"/>
                  </a:cubicBezTo>
                  <a:cubicBezTo>
                    <a:pt x="1835" y="2202"/>
                    <a:pt x="2369" y="1668"/>
                    <a:pt x="2369" y="1001"/>
                  </a:cubicBezTo>
                  <a:lnTo>
                    <a:pt x="2369" y="0"/>
                  </a:lnTo>
                  <a:lnTo>
                    <a:pt x="2002" y="0"/>
                  </a:lnTo>
                  <a:lnTo>
                    <a:pt x="2002" y="1001"/>
                  </a:lnTo>
                  <a:cubicBezTo>
                    <a:pt x="2002" y="1468"/>
                    <a:pt x="1635" y="1835"/>
                    <a:pt x="1168" y="1835"/>
                  </a:cubicBezTo>
                  <a:cubicBezTo>
                    <a:pt x="734" y="1835"/>
                    <a:pt x="334" y="1468"/>
                    <a:pt x="334" y="1001"/>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73"/>
            <p:cNvSpPr/>
            <p:nvPr/>
          </p:nvSpPr>
          <p:spPr>
            <a:xfrm>
              <a:off x="6553175" y="1279700"/>
              <a:ext cx="261050" cy="141775"/>
            </a:xfrm>
            <a:custGeom>
              <a:avLst/>
              <a:gdLst/>
              <a:ahLst/>
              <a:cxnLst/>
              <a:rect l="l" t="t" r="r" b="b"/>
              <a:pathLst>
                <a:path w="10442" h="5671" extrusionOk="0">
                  <a:moveTo>
                    <a:pt x="301" y="0"/>
                  </a:moveTo>
                  <a:cubicBezTo>
                    <a:pt x="201" y="67"/>
                    <a:pt x="101" y="167"/>
                    <a:pt x="1" y="234"/>
                  </a:cubicBezTo>
                  <a:lnTo>
                    <a:pt x="7873" y="5004"/>
                  </a:lnTo>
                  <a:cubicBezTo>
                    <a:pt x="8540" y="5437"/>
                    <a:pt x="9308" y="5671"/>
                    <a:pt x="10141" y="5671"/>
                  </a:cubicBezTo>
                  <a:lnTo>
                    <a:pt x="10442" y="5671"/>
                  </a:lnTo>
                  <a:lnTo>
                    <a:pt x="10408" y="5304"/>
                  </a:lnTo>
                  <a:lnTo>
                    <a:pt x="10141" y="5304"/>
                  </a:lnTo>
                  <a:cubicBezTo>
                    <a:pt x="9374" y="5304"/>
                    <a:pt x="8674" y="5104"/>
                    <a:pt x="8040" y="4704"/>
                  </a:cubicBez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73"/>
            <p:cNvSpPr/>
            <p:nvPr/>
          </p:nvSpPr>
          <p:spPr>
            <a:xfrm>
              <a:off x="6533175" y="1293025"/>
              <a:ext cx="286900" cy="191850"/>
            </a:xfrm>
            <a:custGeom>
              <a:avLst/>
              <a:gdLst/>
              <a:ahLst/>
              <a:cxnLst/>
              <a:rect l="l" t="t" r="r" b="b"/>
              <a:pathLst>
                <a:path w="11476" h="7674" extrusionOk="0">
                  <a:moveTo>
                    <a:pt x="367" y="1"/>
                  </a:moveTo>
                  <a:cubicBezTo>
                    <a:pt x="267" y="68"/>
                    <a:pt x="134" y="134"/>
                    <a:pt x="0" y="201"/>
                  </a:cubicBezTo>
                  <a:lnTo>
                    <a:pt x="10708" y="6672"/>
                  </a:lnTo>
                  <a:lnTo>
                    <a:pt x="10808" y="7039"/>
                  </a:lnTo>
                  <a:cubicBezTo>
                    <a:pt x="10875" y="7373"/>
                    <a:pt x="11142" y="7606"/>
                    <a:pt x="11475" y="7673"/>
                  </a:cubicBezTo>
                  <a:lnTo>
                    <a:pt x="11442" y="7273"/>
                  </a:lnTo>
                  <a:cubicBezTo>
                    <a:pt x="11308" y="7206"/>
                    <a:pt x="11208" y="7106"/>
                    <a:pt x="11142" y="6939"/>
                  </a:cubicBezTo>
                  <a:lnTo>
                    <a:pt x="11042" y="6506"/>
                  </a:lnTo>
                  <a:cubicBezTo>
                    <a:pt x="11042" y="6472"/>
                    <a:pt x="11008" y="6405"/>
                    <a:pt x="10975" y="6405"/>
                  </a:cubicBezTo>
                  <a:lnTo>
                    <a:pt x="10941" y="6372"/>
                  </a:lnTo>
                  <a:lnTo>
                    <a:pt x="10941" y="6639"/>
                  </a:lnTo>
                  <a:lnTo>
                    <a:pt x="10841" y="6639"/>
                  </a:lnTo>
                  <a:lnTo>
                    <a:pt x="10841" y="6339"/>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73"/>
            <p:cNvSpPr/>
            <p:nvPr/>
          </p:nvSpPr>
          <p:spPr>
            <a:xfrm>
              <a:off x="6813375" y="1359750"/>
              <a:ext cx="105925" cy="141800"/>
            </a:xfrm>
            <a:custGeom>
              <a:avLst/>
              <a:gdLst/>
              <a:ahLst/>
              <a:cxnLst/>
              <a:rect l="l" t="t" r="r" b="b"/>
              <a:pathLst>
                <a:path w="4237" h="5672" extrusionOk="0">
                  <a:moveTo>
                    <a:pt x="2269" y="167"/>
                  </a:moveTo>
                  <a:lnTo>
                    <a:pt x="2269" y="367"/>
                  </a:lnTo>
                  <a:cubicBezTo>
                    <a:pt x="3169" y="434"/>
                    <a:pt x="3870" y="1168"/>
                    <a:pt x="3870" y="2102"/>
                  </a:cubicBezTo>
                  <a:lnTo>
                    <a:pt x="3603" y="4937"/>
                  </a:lnTo>
                  <a:lnTo>
                    <a:pt x="3836" y="5404"/>
                  </a:lnTo>
                  <a:lnTo>
                    <a:pt x="3670" y="5471"/>
                  </a:lnTo>
                  <a:lnTo>
                    <a:pt x="3570" y="5304"/>
                  </a:lnTo>
                  <a:lnTo>
                    <a:pt x="667" y="5304"/>
                  </a:lnTo>
                  <a:lnTo>
                    <a:pt x="601" y="5404"/>
                  </a:lnTo>
                  <a:lnTo>
                    <a:pt x="434" y="5338"/>
                  </a:lnTo>
                  <a:lnTo>
                    <a:pt x="634" y="4971"/>
                  </a:lnTo>
                  <a:lnTo>
                    <a:pt x="367" y="2102"/>
                  </a:lnTo>
                  <a:cubicBezTo>
                    <a:pt x="367" y="1168"/>
                    <a:pt x="1134" y="367"/>
                    <a:pt x="2068" y="367"/>
                  </a:cubicBezTo>
                  <a:lnTo>
                    <a:pt x="2068" y="167"/>
                  </a:lnTo>
                  <a:close/>
                  <a:moveTo>
                    <a:pt x="2102" y="0"/>
                  </a:moveTo>
                  <a:cubicBezTo>
                    <a:pt x="934" y="0"/>
                    <a:pt x="0" y="934"/>
                    <a:pt x="0" y="2102"/>
                  </a:cubicBezTo>
                  <a:lnTo>
                    <a:pt x="34" y="2469"/>
                  </a:lnTo>
                  <a:lnTo>
                    <a:pt x="234" y="4604"/>
                  </a:lnTo>
                  <a:lnTo>
                    <a:pt x="267" y="5004"/>
                  </a:lnTo>
                  <a:lnTo>
                    <a:pt x="301" y="5504"/>
                  </a:lnTo>
                  <a:cubicBezTo>
                    <a:pt x="301" y="5571"/>
                    <a:pt x="401" y="5671"/>
                    <a:pt x="501" y="5671"/>
                  </a:cubicBezTo>
                  <a:lnTo>
                    <a:pt x="3736" y="5671"/>
                  </a:lnTo>
                  <a:cubicBezTo>
                    <a:pt x="3836" y="5671"/>
                    <a:pt x="3903" y="5571"/>
                    <a:pt x="3903" y="5504"/>
                  </a:cubicBezTo>
                  <a:lnTo>
                    <a:pt x="4237" y="2102"/>
                  </a:lnTo>
                  <a:cubicBezTo>
                    <a:pt x="4237" y="934"/>
                    <a:pt x="3269"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73"/>
            <p:cNvSpPr/>
            <p:nvPr/>
          </p:nvSpPr>
          <p:spPr>
            <a:xfrm>
              <a:off x="6385575" y="1567400"/>
              <a:ext cx="60050" cy="55900"/>
            </a:xfrm>
            <a:custGeom>
              <a:avLst/>
              <a:gdLst/>
              <a:ahLst/>
              <a:cxnLst/>
              <a:rect l="l" t="t" r="r" b="b"/>
              <a:pathLst>
                <a:path w="2402" h="2236" extrusionOk="0">
                  <a:moveTo>
                    <a:pt x="0" y="0"/>
                  </a:moveTo>
                  <a:lnTo>
                    <a:pt x="0" y="1034"/>
                  </a:lnTo>
                  <a:cubicBezTo>
                    <a:pt x="0" y="1668"/>
                    <a:pt x="567" y="2235"/>
                    <a:pt x="1201" y="2235"/>
                  </a:cubicBezTo>
                  <a:cubicBezTo>
                    <a:pt x="1868" y="2235"/>
                    <a:pt x="2402" y="1668"/>
                    <a:pt x="2402" y="1034"/>
                  </a:cubicBezTo>
                  <a:lnTo>
                    <a:pt x="2402" y="0"/>
                  </a:lnTo>
                  <a:lnTo>
                    <a:pt x="2035" y="0"/>
                  </a:lnTo>
                  <a:lnTo>
                    <a:pt x="2035" y="1034"/>
                  </a:lnTo>
                  <a:cubicBezTo>
                    <a:pt x="2035" y="1468"/>
                    <a:pt x="1668" y="1868"/>
                    <a:pt x="1201" y="1868"/>
                  </a:cubicBezTo>
                  <a:cubicBezTo>
                    <a:pt x="767" y="1868"/>
                    <a:pt x="367" y="1468"/>
                    <a:pt x="367" y="1034"/>
                  </a:cubicBez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73"/>
            <p:cNvSpPr/>
            <p:nvPr/>
          </p:nvSpPr>
          <p:spPr>
            <a:xfrm>
              <a:off x="6399750" y="1348075"/>
              <a:ext cx="9200" cy="40875"/>
            </a:xfrm>
            <a:custGeom>
              <a:avLst/>
              <a:gdLst/>
              <a:ahLst/>
              <a:cxnLst/>
              <a:rect l="l" t="t" r="r" b="b"/>
              <a:pathLst>
                <a:path w="368" h="1635" extrusionOk="0">
                  <a:moveTo>
                    <a:pt x="0" y="0"/>
                  </a:moveTo>
                  <a:lnTo>
                    <a:pt x="0" y="1635"/>
                  </a:lnTo>
                  <a:cubicBezTo>
                    <a:pt x="67" y="1602"/>
                    <a:pt x="134" y="1602"/>
                    <a:pt x="200" y="1602"/>
                  </a:cubicBezTo>
                  <a:lnTo>
                    <a:pt x="367" y="1602"/>
                  </a:lnTo>
                  <a:lnTo>
                    <a:pt x="367" y="167"/>
                  </a:lnTo>
                  <a:cubicBezTo>
                    <a:pt x="234" y="134"/>
                    <a:pt x="100" y="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73"/>
            <p:cNvSpPr/>
            <p:nvPr/>
          </p:nvSpPr>
          <p:spPr>
            <a:xfrm>
              <a:off x="6399750" y="1420625"/>
              <a:ext cx="9200" cy="7525"/>
            </a:xfrm>
            <a:custGeom>
              <a:avLst/>
              <a:gdLst/>
              <a:ahLst/>
              <a:cxnLst/>
              <a:rect l="l" t="t" r="r" b="b"/>
              <a:pathLst>
                <a:path w="368" h="301" extrusionOk="0">
                  <a:moveTo>
                    <a:pt x="0" y="1"/>
                  </a:moveTo>
                  <a:lnTo>
                    <a:pt x="0" y="301"/>
                  </a:lnTo>
                  <a:cubicBezTo>
                    <a:pt x="134" y="267"/>
                    <a:pt x="234" y="234"/>
                    <a:pt x="367" y="234"/>
                  </a:cubicBezTo>
                  <a:lnTo>
                    <a:pt x="367" y="34"/>
                  </a:lnTo>
                  <a:lnTo>
                    <a:pt x="200" y="34"/>
                  </a:lnTo>
                  <a:cubicBezTo>
                    <a:pt x="134" y="34"/>
                    <a:pt x="67" y="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73"/>
            <p:cNvSpPr/>
            <p:nvPr/>
          </p:nvSpPr>
          <p:spPr>
            <a:xfrm>
              <a:off x="6422250" y="1420625"/>
              <a:ext cx="9200" cy="7525"/>
            </a:xfrm>
            <a:custGeom>
              <a:avLst/>
              <a:gdLst/>
              <a:ahLst/>
              <a:cxnLst/>
              <a:rect l="l" t="t" r="r" b="b"/>
              <a:pathLst>
                <a:path w="368" h="301" extrusionOk="0">
                  <a:moveTo>
                    <a:pt x="368" y="1"/>
                  </a:moveTo>
                  <a:cubicBezTo>
                    <a:pt x="301" y="34"/>
                    <a:pt x="268" y="34"/>
                    <a:pt x="168" y="34"/>
                  </a:cubicBezTo>
                  <a:lnTo>
                    <a:pt x="1" y="34"/>
                  </a:lnTo>
                  <a:lnTo>
                    <a:pt x="1" y="234"/>
                  </a:lnTo>
                  <a:cubicBezTo>
                    <a:pt x="134" y="234"/>
                    <a:pt x="268" y="267"/>
                    <a:pt x="368" y="301"/>
                  </a:cubicBez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73"/>
            <p:cNvSpPr/>
            <p:nvPr/>
          </p:nvSpPr>
          <p:spPr>
            <a:xfrm>
              <a:off x="6422250" y="1347250"/>
              <a:ext cx="9200" cy="41700"/>
            </a:xfrm>
            <a:custGeom>
              <a:avLst/>
              <a:gdLst/>
              <a:ahLst/>
              <a:cxnLst/>
              <a:rect l="l" t="t" r="r" b="b"/>
              <a:pathLst>
                <a:path w="368" h="1668" extrusionOk="0">
                  <a:moveTo>
                    <a:pt x="368" y="0"/>
                  </a:moveTo>
                  <a:cubicBezTo>
                    <a:pt x="268" y="100"/>
                    <a:pt x="134" y="167"/>
                    <a:pt x="1" y="200"/>
                  </a:cubicBezTo>
                  <a:lnTo>
                    <a:pt x="1" y="1635"/>
                  </a:lnTo>
                  <a:lnTo>
                    <a:pt x="168" y="1635"/>
                  </a:lnTo>
                  <a:cubicBezTo>
                    <a:pt x="234" y="1635"/>
                    <a:pt x="301" y="1635"/>
                    <a:pt x="368" y="1668"/>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73"/>
            <p:cNvSpPr/>
            <p:nvPr/>
          </p:nvSpPr>
          <p:spPr>
            <a:xfrm>
              <a:off x="6363050" y="1425625"/>
              <a:ext cx="105925" cy="141800"/>
            </a:xfrm>
            <a:custGeom>
              <a:avLst/>
              <a:gdLst/>
              <a:ahLst/>
              <a:cxnLst/>
              <a:rect l="l" t="t" r="r" b="b"/>
              <a:pathLst>
                <a:path w="4237" h="5672" extrusionOk="0">
                  <a:moveTo>
                    <a:pt x="2269" y="268"/>
                  </a:moveTo>
                  <a:lnTo>
                    <a:pt x="2269" y="401"/>
                  </a:lnTo>
                  <a:cubicBezTo>
                    <a:pt x="3136" y="468"/>
                    <a:pt x="3870" y="1202"/>
                    <a:pt x="3870" y="2102"/>
                  </a:cubicBezTo>
                  <a:lnTo>
                    <a:pt x="3603" y="4971"/>
                  </a:lnTo>
                  <a:lnTo>
                    <a:pt x="3837" y="5471"/>
                  </a:lnTo>
                  <a:lnTo>
                    <a:pt x="3670" y="5538"/>
                  </a:lnTo>
                  <a:lnTo>
                    <a:pt x="3570" y="5304"/>
                  </a:lnTo>
                  <a:lnTo>
                    <a:pt x="668" y="5304"/>
                  </a:lnTo>
                  <a:lnTo>
                    <a:pt x="601" y="5471"/>
                  </a:lnTo>
                  <a:lnTo>
                    <a:pt x="434" y="5405"/>
                  </a:lnTo>
                  <a:lnTo>
                    <a:pt x="634" y="5038"/>
                  </a:lnTo>
                  <a:lnTo>
                    <a:pt x="367" y="2136"/>
                  </a:lnTo>
                  <a:cubicBezTo>
                    <a:pt x="367" y="1168"/>
                    <a:pt x="1135" y="401"/>
                    <a:pt x="2069" y="368"/>
                  </a:cubicBezTo>
                  <a:lnTo>
                    <a:pt x="2069" y="268"/>
                  </a:lnTo>
                  <a:close/>
                  <a:moveTo>
                    <a:pt x="2102" y="1"/>
                  </a:moveTo>
                  <a:cubicBezTo>
                    <a:pt x="2035" y="1"/>
                    <a:pt x="1935" y="1"/>
                    <a:pt x="1835" y="34"/>
                  </a:cubicBezTo>
                  <a:cubicBezTo>
                    <a:pt x="1702" y="34"/>
                    <a:pt x="1602" y="67"/>
                    <a:pt x="1468" y="101"/>
                  </a:cubicBezTo>
                  <a:cubicBezTo>
                    <a:pt x="634" y="368"/>
                    <a:pt x="0" y="1168"/>
                    <a:pt x="0" y="2136"/>
                  </a:cubicBezTo>
                  <a:lnTo>
                    <a:pt x="301" y="5505"/>
                  </a:lnTo>
                  <a:cubicBezTo>
                    <a:pt x="301" y="5605"/>
                    <a:pt x="401" y="5671"/>
                    <a:pt x="501" y="5671"/>
                  </a:cubicBezTo>
                  <a:lnTo>
                    <a:pt x="3736" y="5671"/>
                  </a:lnTo>
                  <a:cubicBezTo>
                    <a:pt x="3837" y="5671"/>
                    <a:pt x="3903" y="5605"/>
                    <a:pt x="3937" y="5505"/>
                  </a:cubicBezTo>
                  <a:lnTo>
                    <a:pt x="4237" y="2136"/>
                  </a:lnTo>
                  <a:cubicBezTo>
                    <a:pt x="4237" y="1168"/>
                    <a:pt x="3603" y="368"/>
                    <a:pt x="2736" y="101"/>
                  </a:cubicBezTo>
                  <a:cubicBezTo>
                    <a:pt x="2636" y="67"/>
                    <a:pt x="2502" y="34"/>
                    <a:pt x="2369" y="34"/>
                  </a:cubicBezTo>
                  <a:cubicBezTo>
                    <a:pt x="2302" y="1"/>
                    <a:pt x="2202" y="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73"/>
            <p:cNvSpPr/>
            <p:nvPr/>
          </p:nvSpPr>
          <p:spPr>
            <a:xfrm>
              <a:off x="6388075" y="1388100"/>
              <a:ext cx="55900" cy="33375"/>
            </a:xfrm>
            <a:custGeom>
              <a:avLst/>
              <a:gdLst/>
              <a:ahLst/>
              <a:cxnLst/>
              <a:rect l="l" t="t" r="r" b="b"/>
              <a:pathLst>
                <a:path w="2236" h="1335" extrusionOk="0">
                  <a:moveTo>
                    <a:pt x="1535" y="267"/>
                  </a:moveTo>
                  <a:cubicBezTo>
                    <a:pt x="1768" y="267"/>
                    <a:pt x="1935" y="434"/>
                    <a:pt x="1935" y="668"/>
                  </a:cubicBezTo>
                  <a:cubicBezTo>
                    <a:pt x="1935" y="868"/>
                    <a:pt x="1768" y="1068"/>
                    <a:pt x="1535" y="1068"/>
                  </a:cubicBezTo>
                  <a:lnTo>
                    <a:pt x="667" y="1068"/>
                  </a:lnTo>
                  <a:cubicBezTo>
                    <a:pt x="434" y="1068"/>
                    <a:pt x="267" y="868"/>
                    <a:pt x="267" y="668"/>
                  </a:cubicBezTo>
                  <a:cubicBezTo>
                    <a:pt x="267" y="434"/>
                    <a:pt x="434" y="267"/>
                    <a:pt x="667" y="267"/>
                  </a:cubicBezTo>
                  <a:close/>
                  <a:moveTo>
                    <a:pt x="667" y="1"/>
                  </a:moveTo>
                  <a:cubicBezTo>
                    <a:pt x="601" y="1"/>
                    <a:pt x="534" y="1"/>
                    <a:pt x="467" y="34"/>
                  </a:cubicBezTo>
                  <a:cubicBezTo>
                    <a:pt x="200" y="101"/>
                    <a:pt x="0" y="368"/>
                    <a:pt x="0" y="668"/>
                  </a:cubicBezTo>
                  <a:cubicBezTo>
                    <a:pt x="0" y="968"/>
                    <a:pt x="200" y="1201"/>
                    <a:pt x="467" y="1302"/>
                  </a:cubicBezTo>
                  <a:cubicBezTo>
                    <a:pt x="534" y="1335"/>
                    <a:pt x="601" y="1335"/>
                    <a:pt x="667" y="1335"/>
                  </a:cubicBezTo>
                  <a:lnTo>
                    <a:pt x="1535" y="1335"/>
                  </a:lnTo>
                  <a:cubicBezTo>
                    <a:pt x="1601" y="1335"/>
                    <a:pt x="1668" y="1335"/>
                    <a:pt x="1735" y="1302"/>
                  </a:cubicBezTo>
                  <a:cubicBezTo>
                    <a:pt x="2035" y="1201"/>
                    <a:pt x="2235" y="968"/>
                    <a:pt x="2235" y="668"/>
                  </a:cubicBezTo>
                  <a:cubicBezTo>
                    <a:pt x="2235" y="368"/>
                    <a:pt x="2035" y="101"/>
                    <a:pt x="1735" y="34"/>
                  </a:cubicBezTo>
                  <a:cubicBezTo>
                    <a:pt x="1668" y="1"/>
                    <a:pt x="1635"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73"/>
            <p:cNvSpPr/>
            <p:nvPr/>
          </p:nvSpPr>
          <p:spPr>
            <a:xfrm>
              <a:off x="6390575" y="1334725"/>
              <a:ext cx="50875" cy="18375"/>
            </a:xfrm>
            <a:custGeom>
              <a:avLst/>
              <a:gdLst/>
              <a:ahLst/>
              <a:cxnLst/>
              <a:rect l="l" t="t" r="r" b="b"/>
              <a:pathLst>
                <a:path w="2035" h="735" extrusionOk="0">
                  <a:moveTo>
                    <a:pt x="0" y="1"/>
                  </a:moveTo>
                  <a:cubicBezTo>
                    <a:pt x="67" y="201"/>
                    <a:pt x="200" y="401"/>
                    <a:pt x="367" y="534"/>
                  </a:cubicBezTo>
                  <a:cubicBezTo>
                    <a:pt x="467" y="601"/>
                    <a:pt x="601" y="668"/>
                    <a:pt x="734" y="701"/>
                  </a:cubicBezTo>
                  <a:cubicBezTo>
                    <a:pt x="834" y="701"/>
                    <a:pt x="901" y="735"/>
                    <a:pt x="1001" y="735"/>
                  </a:cubicBezTo>
                  <a:cubicBezTo>
                    <a:pt x="1101" y="735"/>
                    <a:pt x="1201" y="701"/>
                    <a:pt x="1268" y="701"/>
                  </a:cubicBezTo>
                  <a:cubicBezTo>
                    <a:pt x="1401" y="668"/>
                    <a:pt x="1535" y="601"/>
                    <a:pt x="1635" y="534"/>
                  </a:cubicBezTo>
                  <a:cubicBezTo>
                    <a:pt x="1835" y="401"/>
                    <a:pt x="1968" y="201"/>
                    <a:pt x="2035" y="1"/>
                  </a:cubicBezTo>
                  <a:lnTo>
                    <a:pt x="1635" y="1"/>
                  </a:lnTo>
                  <a:cubicBezTo>
                    <a:pt x="1501" y="201"/>
                    <a:pt x="1268" y="368"/>
                    <a:pt x="1001" y="368"/>
                  </a:cubicBezTo>
                  <a:cubicBezTo>
                    <a:pt x="734" y="368"/>
                    <a:pt x="501" y="20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73"/>
            <p:cNvSpPr/>
            <p:nvPr/>
          </p:nvSpPr>
          <p:spPr>
            <a:xfrm>
              <a:off x="6342200" y="1311375"/>
              <a:ext cx="147625" cy="23375"/>
            </a:xfrm>
            <a:custGeom>
              <a:avLst/>
              <a:gdLst/>
              <a:ahLst/>
              <a:cxnLst/>
              <a:rect l="l" t="t" r="r" b="b"/>
              <a:pathLst>
                <a:path w="5905" h="935" extrusionOk="0">
                  <a:moveTo>
                    <a:pt x="1" y="1"/>
                  </a:moveTo>
                  <a:cubicBezTo>
                    <a:pt x="1" y="501"/>
                    <a:pt x="401" y="935"/>
                    <a:pt x="935" y="935"/>
                  </a:cubicBezTo>
                  <a:lnTo>
                    <a:pt x="4971" y="935"/>
                  </a:lnTo>
                  <a:cubicBezTo>
                    <a:pt x="5471" y="935"/>
                    <a:pt x="5871" y="534"/>
                    <a:pt x="5905" y="34"/>
                  </a:cubicBezTo>
                  <a:lnTo>
                    <a:pt x="5538" y="34"/>
                  </a:lnTo>
                  <a:cubicBezTo>
                    <a:pt x="5504" y="334"/>
                    <a:pt x="5271" y="568"/>
                    <a:pt x="4971" y="568"/>
                  </a:cubicBezTo>
                  <a:lnTo>
                    <a:pt x="935" y="568"/>
                  </a:lnTo>
                  <a:cubicBezTo>
                    <a:pt x="634" y="568"/>
                    <a:pt x="401" y="334"/>
                    <a:pt x="367" y="34"/>
                  </a:cubicBezTo>
                  <a:cubicBezTo>
                    <a:pt x="234" y="34"/>
                    <a:pt x="101" y="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73"/>
            <p:cNvSpPr/>
            <p:nvPr/>
          </p:nvSpPr>
          <p:spPr>
            <a:xfrm>
              <a:off x="6418100" y="475775"/>
              <a:ext cx="21700" cy="296900"/>
            </a:xfrm>
            <a:custGeom>
              <a:avLst/>
              <a:gdLst/>
              <a:ahLst/>
              <a:cxnLst/>
              <a:rect l="l" t="t" r="r" b="b"/>
              <a:pathLst>
                <a:path w="868" h="11876" extrusionOk="0">
                  <a:moveTo>
                    <a:pt x="334" y="1"/>
                  </a:moveTo>
                  <a:cubicBezTo>
                    <a:pt x="234" y="34"/>
                    <a:pt x="100" y="68"/>
                    <a:pt x="0" y="68"/>
                  </a:cubicBezTo>
                  <a:lnTo>
                    <a:pt x="500" y="11876"/>
                  </a:lnTo>
                  <a:lnTo>
                    <a:pt x="867" y="11876"/>
                  </a:ln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73"/>
            <p:cNvSpPr/>
            <p:nvPr/>
          </p:nvSpPr>
          <p:spPr>
            <a:xfrm>
              <a:off x="6392225" y="475775"/>
              <a:ext cx="21725" cy="296900"/>
            </a:xfrm>
            <a:custGeom>
              <a:avLst/>
              <a:gdLst/>
              <a:ahLst/>
              <a:cxnLst/>
              <a:rect l="l" t="t" r="r" b="b"/>
              <a:pathLst>
                <a:path w="869" h="11876" extrusionOk="0">
                  <a:moveTo>
                    <a:pt x="501" y="1"/>
                  </a:moveTo>
                  <a:lnTo>
                    <a:pt x="1" y="11876"/>
                  </a:lnTo>
                  <a:lnTo>
                    <a:pt x="335" y="11876"/>
                  </a:lnTo>
                  <a:lnTo>
                    <a:pt x="868" y="68"/>
                  </a:lnTo>
                  <a:cubicBezTo>
                    <a:pt x="735" y="68"/>
                    <a:pt x="601" y="34"/>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73"/>
            <p:cNvSpPr/>
            <p:nvPr/>
          </p:nvSpPr>
          <p:spPr>
            <a:xfrm>
              <a:off x="5793475" y="925275"/>
              <a:ext cx="410325" cy="39225"/>
            </a:xfrm>
            <a:custGeom>
              <a:avLst/>
              <a:gdLst/>
              <a:ahLst/>
              <a:cxnLst/>
              <a:rect l="l" t="t" r="r" b="b"/>
              <a:pathLst>
                <a:path w="16413" h="1569" extrusionOk="0">
                  <a:moveTo>
                    <a:pt x="16412" y="0"/>
                  </a:moveTo>
                  <a:lnTo>
                    <a:pt x="8640" y="734"/>
                  </a:lnTo>
                  <a:cubicBezTo>
                    <a:pt x="8607" y="734"/>
                    <a:pt x="8573" y="734"/>
                    <a:pt x="8507" y="768"/>
                  </a:cubicBezTo>
                  <a:lnTo>
                    <a:pt x="8440" y="801"/>
                  </a:lnTo>
                  <a:cubicBezTo>
                    <a:pt x="8206" y="901"/>
                    <a:pt x="7973" y="1001"/>
                    <a:pt x="7773" y="1001"/>
                  </a:cubicBezTo>
                  <a:lnTo>
                    <a:pt x="0" y="1201"/>
                  </a:lnTo>
                  <a:lnTo>
                    <a:pt x="601" y="1568"/>
                  </a:lnTo>
                  <a:lnTo>
                    <a:pt x="7773" y="1368"/>
                  </a:lnTo>
                  <a:cubicBezTo>
                    <a:pt x="8073" y="1368"/>
                    <a:pt x="8340" y="1235"/>
                    <a:pt x="8573" y="1134"/>
                  </a:cubicBezTo>
                  <a:lnTo>
                    <a:pt x="8673" y="1068"/>
                  </a:lnTo>
                  <a:lnTo>
                    <a:pt x="16412" y="367"/>
                  </a:ln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73"/>
            <p:cNvSpPr/>
            <p:nvPr/>
          </p:nvSpPr>
          <p:spPr>
            <a:xfrm>
              <a:off x="5820150" y="966125"/>
              <a:ext cx="383650" cy="23375"/>
            </a:xfrm>
            <a:custGeom>
              <a:avLst/>
              <a:gdLst/>
              <a:ahLst/>
              <a:cxnLst/>
              <a:rect l="l" t="t" r="r" b="b"/>
              <a:pathLst>
                <a:path w="15346" h="935" extrusionOk="0">
                  <a:moveTo>
                    <a:pt x="6706" y="1"/>
                  </a:moveTo>
                  <a:lnTo>
                    <a:pt x="1" y="201"/>
                  </a:lnTo>
                  <a:lnTo>
                    <a:pt x="601" y="535"/>
                  </a:lnTo>
                  <a:lnTo>
                    <a:pt x="6739" y="368"/>
                  </a:lnTo>
                  <a:cubicBezTo>
                    <a:pt x="6939" y="368"/>
                    <a:pt x="7173" y="468"/>
                    <a:pt x="7406" y="568"/>
                  </a:cubicBezTo>
                  <a:lnTo>
                    <a:pt x="7506" y="601"/>
                  </a:lnTo>
                  <a:cubicBezTo>
                    <a:pt x="7540" y="601"/>
                    <a:pt x="7573" y="635"/>
                    <a:pt x="7640" y="635"/>
                  </a:cubicBezTo>
                  <a:lnTo>
                    <a:pt x="15345" y="935"/>
                  </a:lnTo>
                  <a:lnTo>
                    <a:pt x="15345" y="601"/>
                  </a:lnTo>
                  <a:lnTo>
                    <a:pt x="7807" y="268"/>
                  </a:lnTo>
                  <a:lnTo>
                    <a:pt x="7673" y="468"/>
                  </a:lnTo>
                  <a:lnTo>
                    <a:pt x="7573" y="434"/>
                  </a:lnTo>
                  <a:lnTo>
                    <a:pt x="7673" y="268"/>
                  </a:lnTo>
                  <a:lnTo>
                    <a:pt x="7640" y="268"/>
                  </a:lnTo>
                  <a:lnTo>
                    <a:pt x="7540" y="234"/>
                  </a:lnTo>
                  <a:cubicBezTo>
                    <a:pt x="7273" y="134"/>
                    <a:pt x="7006" y="1"/>
                    <a:pt x="6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73"/>
            <p:cNvSpPr/>
            <p:nvPr/>
          </p:nvSpPr>
          <p:spPr>
            <a:xfrm>
              <a:off x="5753450" y="968625"/>
              <a:ext cx="20875" cy="12550"/>
            </a:xfrm>
            <a:custGeom>
              <a:avLst/>
              <a:gdLst/>
              <a:ahLst/>
              <a:cxnLst/>
              <a:rect l="l" t="t" r="r" b="b"/>
              <a:pathLst>
                <a:path w="835" h="502" extrusionOk="0">
                  <a:moveTo>
                    <a:pt x="0" y="1"/>
                  </a:moveTo>
                  <a:lnTo>
                    <a:pt x="0" y="34"/>
                  </a:lnTo>
                  <a:cubicBezTo>
                    <a:pt x="0" y="301"/>
                    <a:pt x="200" y="501"/>
                    <a:pt x="467" y="501"/>
                  </a:cubicBezTo>
                  <a:lnTo>
                    <a:pt x="834" y="50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73"/>
            <p:cNvSpPr/>
            <p:nvPr/>
          </p:nvSpPr>
          <p:spPr>
            <a:xfrm>
              <a:off x="6009475" y="948625"/>
              <a:ext cx="194325" cy="29200"/>
            </a:xfrm>
            <a:custGeom>
              <a:avLst/>
              <a:gdLst/>
              <a:ahLst/>
              <a:cxnLst/>
              <a:rect l="l" t="t" r="r" b="b"/>
              <a:pathLst>
                <a:path w="7773" h="1168" extrusionOk="0">
                  <a:moveTo>
                    <a:pt x="7772" y="0"/>
                  </a:moveTo>
                  <a:lnTo>
                    <a:pt x="400" y="501"/>
                  </a:lnTo>
                  <a:lnTo>
                    <a:pt x="367" y="501"/>
                  </a:lnTo>
                  <a:lnTo>
                    <a:pt x="100" y="968"/>
                  </a:lnTo>
                  <a:lnTo>
                    <a:pt x="0" y="1134"/>
                  </a:lnTo>
                  <a:lnTo>
                    <a:pt x="100" y="1168"/>
                  </a:lnTo>
                  <a:lnTo>
                    <a:pt x="200" y="968"/>
                  </a:lnTo>
                  <a:lnTo>
                    <a:pt x="434" y="601"/>
                  </a:lnTo>
                  <a:lnTo>
                    <a:pt x="7772" y="100"/>
                  </a:lnTo>
                  <a:lnTo>
                    <a:pt x="7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73"/>
            <p:cNvSpPr/>
            <p:nvPr/>
          </p:nvSpPr>
          <p:spPr>
            <a:xfrm>
              <a:off x="6628250" y="966975"/>
              <a:ext cx="381125" cy="22525"/>
            </a:xfrm>
            <a:custGeom>
              <a:avLst/>
              <a:gdLst/>
              <a:ahLst/>
              <a:cxnLst/>
              <a:rect l="l" t="t" r="r" b="b"/>
              <a:pathLst>
                <a:path w="15245" h="901" extrusionOk="0">
                  <a:moveTo>
                    <a:pt x="8606" y="0"/>
                  </a:moveTo>
                  <a:cubicBezTo>
                    <a:pt x="8306" y="0"/>
                    <a:pt x="8039" y="100"/>
                    <a:pt x="7806" y="200"/>
                  </a:cubicBezTo>
                  <a:lnTo>
                    <a:pt x="7706" y="234"/>
                  </a:lnTo>
                  <a:lnTo>
                    <a:pt x="7639" y="234"/>
                  </a:lnTo>
                  <a:lnTo>
                    <a:pt x="7739" y="400"/>
                  </a:lnTo>
                  <a:lnTo>
                    <a:pt x="7672" y="434"/>
                  </a:lnTo>
                  <a:lnTo>
                    <a:pt x="7539" y="234"/>
                  </a:lnTo>
                  <a:lnTo>
                    <a:pt x="0" y="534"/>
                  </a:lnTo>
                  <a:lnTo>
                    <a:pt x="0" y="901"/>
                  </a:lnTo>
                  <a:lnTo>
                    <a:pt x="7706" y="601"/>
                  </a:lnTo>
                  <a:cubicBezTo>
                    <a:pt x="7739" y="601"/>
                    <a:pt x="7806" y="567"/>
                    <a:pt x="7839" y="567"/>
                  </a:cubicBezTo>
                  <a:lnTo>
                    <a:pt x="7939" y="534"/>
                  </a:lnTo>
                  <a:cubicBezTo>
                    <a:pt x="8173" y="434"/>
                    <a:pt x="8373" y="334"/>
                    <a:pt x="8606" y="334"/>
                  </a:cubicBezTo>
                  <a:lnTo>
                    <a:pt x="14644" y="501"/>
                  </a:lnTo>
                  <a:lnTo>
                    <a:pt x="15244" y="167"/>
                  </a:lnTo>
                  <a:lnTo>
                    <a:pt x="8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73"/>
            <p:cNvSpPr/>
            <p:nvPr/>
          </p:nvSpPr>
          <p:spPr>
            <a:xfrm>
              <a:off x="7055200" y="967800"/>
              <a:ext cx="22550" cy="13375"/>
            </a:xfrm>
            <a:custGeom>
              <a:avLst/>
              <a:gdLst/>
              <a:ahLst/>
              <a:cxnLst/>
              <a:rect l="l" t="t" r="r" b="b"/>
              <a:pathLst>
                <a:path w="902" h="535" extrusionOk="0">
                  <a:moveTo>
                    <a:pt x="902" y="1"/>
                  </a:moveTo>
                  <a:lnTo>
                    <a:pt x="1" y="534"/>
                  </a:lnTo>
                  <a:lnTo>
                    <a:pt x="468" y="534"/>
                  </a:lnTo>
                  <a:cubicBezTo>
                    <a:pt x="701" y="534"/>
                    <a:pt x="902" y="334"/>
                    <a:pt x="902" y="34"/>
                  </a:cubicBezTo>
                  <a:cubicBezTo>
                    <a:pt x="902" y="34"/>
                    <a:pt x="902" y="1"/>
                    <a:pt x="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73"/>
            <p:cNvSpPr/>
            <p:nvPr/>
          </p:nvSpPr>
          <p:spPr>
            <a:xfrm>
              <a:off x="6628250" y="925275"/>
              <a:ext cx="407800" cy="39225"/>
            </a:xfrm>
            <a:custGeom>
              <a:avLst/>
              <a:gdLst/>
              <a:ahLst/>
              <a:cxnLst/>
              <a:rect l="l" t="t" r="r" b="b"/>
              <a:pathLst>
                <a:path w="16312" h="1569" extrusionOk="0">
                  <a:moveTo>
                    <a:pt x="0" y="0"/>
                  </a:moveTo>
                  <a:lnTo>
                    <a:pt x="0" y="367"/>
                  </a:lnTo>
                  <a:lnTo>
                    <a:pt x="7739" y="1101"/>
                  </a:lnTo>
                  <a:lnTo>
                    <a:pt x="7806" y="1134"/>
                  </a:lnTo>
                  <a:cubicBezTo>
                    <a:pt x="8072" y="1235"/>
                    <a:pt x="8339" y="1368"/>
                    <a:pt x="8606" y="1368"/>
                  </a:cubicBezTo>
                  <a:lnTo>
                    <a:pt x="15711" y="1568"/>
                  </a:lnTo>
                  <a:lnTo>
                    <a:pt x="16312" y="1201"/>
                  </a:lnTo>
                  <a:lnTo>
                    <a:pt x="8640" y="1001"/>
                  </a:lnTo>
                  <a:cubicBezTo>
                    <a:pt x="8406" y="1001"/>
                    <a:pt x="8206" y="901"/>
                    <a:pt x="7972" y="801"/>
                  </a:cubicBezTo>
                  <a:lnTo>
                    <a:pt x="7872" y="768"/>
                  </a:lnTo>
                  <a:cubicBezTo>
                    <a:pt x="7839" y="734"/>
                    <a:pt x="7806" y="734"/>
                    <a:pt x="7739" y="734"/>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73"/>
            <p:cNvSpPr/>
            <p:nvPr/>
          </p:nvSpPr>
          <p:spPr>
            <a:xfrm>
              <a:off x="6628250" y="948625"/>
              <a:ext cx="193475" cy="29200"/>
            </a:xfrm>
            <a:custGeom>
              <a:avLst/>
              <a:gdLst/>
              <a:ahLst/>
              <a:cxnLst/>
              <a:rect l="l" t="t" r="r" b="b"/>
              <a:pathLst>
                <a:path w="7739" h="1168" extrusionOk="0">
                  <a:moveTo>
                    <a:pt x="0" y="0"/>
                  </a:moveTo>
                  <a:lnTo>
                    <a:pt x="0" y="100"/>
                  </a:lnTo>
                  <a:lnTo>
                    <a:pt x="7339" y="601"/>
                  </a:lnTo>
                  <a:lnTo>
                    <a:pt x="7539" y="968"/>
                  </a:lnTo>
                  <a:lnTo>
                    <a:pt x="7672" y="1168"/>
                  </a:lnTo>
                  <a:lnTo>
                    <a:pt x="7739" y="1134"/>
                  </a:lnTo>
                  <a:lnTo>
                    <a:pt x="7639" y="968"/>
                  </a:lnTo>
                  <a:lnTo>
                    <a:pt x="7405" y="534"/>
                  </a:lnTo>
                  <a:lnTo>
                    <a:pt x="7372" y="50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73"/>
            <p:cNvSpPr/>
            <p:nvPr/>
          </p:nvSpPr>
          <p:spPr>
            <a:xfrm>
              <a:off x="5600825" y="881900"/>
              <a:ext cx="348625" cy="189325"/>
            </a:xfrm>
            <a:custGeom>
              <a:avLst/>
              <a:gdLst/>
              <a:ahLst/>
              <a:cxnLst/>
              <a:rect l="l" t="t" r="r" b="b"/>
              <a:pathLst>
                <a:path w="13945" h="7573" extrusionOk="0">
                  <a:moveTo>
                    <a:pt x="1" y="1"/>
                  </a:moveTo>
                  <a:lnTo>
                    <a:pt x="6105" y="3470"/>
                  </a:lnTo>
                  <a:lnTo>
                    <a:pt x="6939" y="3970"/>
                  </a:lnTo>
                  <a:lnTo>
                    <a:pt x="13177" y="7539"/>
                  </a:lnTo>
                  <a:lnTo>
                    <a:pt x="13244" y="7539"/>
                  </a:lnTo>
                  <a:lnTo>
                    <a:pt x="13944" y="7573"/>
                  </a:lnTo>
                  <a:lnTo>
                    <a:pt x="7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73"/>
            <p:cNvSpPr/>
            <p:nvPr/>
          </p:nvSpPr>
          <p:spPr>
            <a:xfrm>
              <a:off x="6147050" y="1167950"/>
              <a:ext cx="76750" cy="45050"/>
            </a:xfrm>
            <a:custGeom>
              <a:avLst/>
              <a:gdLst/>
              <a:ahLst/>
              <a:cxnLst/>
              <a:rect l="l" t="t" r="r" b="b"/>
              <a:pathLst>
                <a:path w="3070" h="1802" extrusionOk="0">
                  <a:moveTo>
                    <a:pt x="668" y="0"/>
                  </a:moveTo>
                  <a:lnTo>
                    <a:pt x="1" y="34"/>
                  </a:lnTo>
                  <a:lnTo>
                    <a:pt x="1569" y="934"/>
                  </a:lnTo>
                  <a:lnTo>
                    <a:pt x="1602" y="834"/>
                  </a:lnTo>
                  <a:lnTo>
                    <a:pt x="1702" y="901"/>
                  </a:lnTo>
                  <a:lnTo>
                    <a:pt x="1635" y="968"/>
                  </a:lnTo>
                  <a:lnTo>
                    <a:pt x="3070" y="1802"/>
                  </a:lnTo>
                  <a:cubicBezTo>
                    <a:pt x="3003" y="1635"/>
                    <a:pt x="2936" y="1501"/>
                    <a:pt x="2870" y="1335"/>
                  </a:cubicBezTo>
                  <a:cubicBezTo>
                    <a:pt x="2870" y="1301"/>
                    <a:pt x="2870" y="1268"/>
                    <a:pt x="2836" y="1235"/>
                  </a:cubicBez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73"/>
            <p:cNvSpPr/>
            <p:nvPr/>
          </p:nvSpPr>
          <p:spPr>
            <a:xfrm>
              <a:off x="5645875" y="879400"/>
              <a:ext cx="351925" cy="193500"/>
            </a:xfrm>
            <a:custGeom>
              <a:avLst/>
              <a:gdLst/>
              <a:ahLst/>
              <a:cxnLst/>
              <a:rect l="l" t="t" r="r" b="b"/>
              <a:pathLst>
                <a:path w="14077" h="7740" extrusionOk="0">
                  <a:moveTo>
                    <a:pt x="601" y="1"/>
                  </a:moveTo>
                  <a:cubicBezTo>
                    <a:pt x="467" y="67"/>
                    <a:pt x="300" y="101"/>
                    <a:pt x="167" y="101"/>
                  </a:cubicBezTo>
                  <a:lnTo>
                    <a:pt x="0" y="101"/>
                  </a:lnTo>
                  <a:lnTo>
                    <a:pt x="13276" y="7706"/>
                  </a:lnTo>
                  <a:lnTo>
                    <a:pt x="14077" y="7740"/>
                  </a:lnTo>
                  <a:lnTo>
                    <a:pt x="7572" y="4004"/>
                  </a:lnTo>
                  <a:lnTo>
                    <a:pt x="6972" y="3670"/>
                  </a:lnTo>
                  <a:lnTo>
                    <a:pt x="6505" y="3403"/>
                  </a:lnTo>
                  <a:lnTo>
                    <a:pt x="5904" y="3036"/>
                  </a:lnTo>
                  <a:lnTo>
                    <a:pt x="6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73"/>
            <p:cNvSpPr/>
            <p:nvPr/>
          </p:nvSpPr>
          <p:spPr>
            <a:xfrm>
              <a:off x="6104525" y="1169625"/>
              <a:ext cx="141800" cy="81750"/>
            </a:xfrm>
            <a:custGeom>
              <a:avLst/>
              <a:gdLst/>
              <a:ahLst/>
              <a:cxnLst/>
              <a:rect l="l" t="t" r="r" b="b"/>
              <a:pathLst>
                <a:path w="5672" h="3270" extrusionOk="0">
                  <a:moveTo>
                    <a:pt x="701" y="0"/>
                  </a:moveTo>
                  <a:lnTo>
                    <a:pt x="1" y="33"/>
                  </a:lnTo>
                  <a:lnTo>
                    <a:pt x="5671" y="3269"/>
                  </a:lnTo>
                  <a:cubicBezTo>
                    <a:pt x="5505" y="3069"/>
                    <a:pt x="5371" y="2835"/>
                    <a:pt x="5238" y="2602"/>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73"/>
            <p:cNvSpPr/>
            <p:nvPr/>
          </p:nvSpPr>
          <p:spPr>
            <a:xfrm>
              <a:off x="6135375" y="1168775"/>
              <a:ext cx="54250" cy="28375"/>
            </a:xfrm>
            <a:custGeom>
              <a:avLst/>
              <a:gdLst/>
              <a:ahLst/>
              <a:cxnLst/>
              <a:rect l="l" t="t" r="r" b="b"/>
              <a:pathLst>
                <a:path w="2170" h="1135" extrusionOk="0">
                  <a:moveTo>
                    <a:pt x="1" y="1"/>
                  </a:moveTo>
                  <a:lnTo>
                    <a:pt x="1936" y="1135"/>
                  </a:lnTo>
                  <a:lnTo>
                    <a:pt x="2002" y="1135"/>
                  </a:lnTo>
                  <a:lnTo>
                    <a:pt x="2102" y="935"/>
                  </a:lnTo>
                  <a:lnTo>
                    <a:pt x="2169" y="868"/>
                  </a:lnTo>
                  <a:lnTo>
                    <a:pt x="2069" y="801"/>
                  </a:lnTo>
                  <a:lnTo>
                    <a:pt x="2036" y="901"/>
                  </a:lnTo>
                  <a:lnTo>
                    <a:pt x="1969" y="103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73"/>
            <p:cNvSpPr/>
            <p:nvPr/>
          </p:nvSpPr>
          <p:spPr>
            <a:xfrm>
              <a:off x="5633350" y="881900"/>
              <a:ext cx="336100" cy="189325"/>
            </a:xfrm>
            <a:custGeom>
              <a:avLst/>
              <a:gdLst/>
              <a:ahLst/>
              <a:cxnLst/>
              <a:rect l="l" t="t" r="r" b="b"/>
              <a:pathLst>
                <a:path w="13444" h="7573" extrusionOk="0">
                  <a:moveTo>
                    <a:pt x="1" y="1"/>
                  </a:moveTo>
                  <a:lnTo>
                    <a:pt x="13244" y="7573"/>
                  </a:lnTo>
                  <a:lnTo>
                    <a:pt x="13444" y="7573"/>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73"/>
            <p:cNvSpPr/>
            <p:nvPr/>
          </p:nvSpPr>
          <p:spPr>
            <a:xfrm>
              <a:off x="5549975" y="851050"/>
              <a:ext cx="129275" cy="30875"/>
            </a:xfrm>
            <a:custGeom>
              <a:avLst/>
              <a:gdLst/>
              <a:ahLst/>
              <a:cxnLst/>
              <a:rect l="l" t="t" r="r" b="b"/>
              <a:pathLst>
                <a:path w="5171" h="1235" extrusionOk="0">
                  <a:moveTo>
                    <a:pt x="0" y="1"/>
                  </a:moveTo>
                  <a:cubicBezTo>
                    <a:pt x="100" y="701"/>
                    <a:pt x="701" y="1235"/>
                    <a:pt x="1435" y="1235"/>
                  </a:cubicBezTo>
                  <a:lnTo>
                    <a:pt x="4003" y="1235"/>
                  </a:lnTo>
                  <a:cubicBezTo>
                    <a:pt x="4136" y="1235"/>
                    <a:pt x="4303" y="1201"/>
                    <a:pt x="4437" y="1135"/>
                  </a:cubicBezTo>
                  <a:cubicBezTo>
                    <a:pt x="4804" y="1001"/>
                    <a:pt x="5104" y="634"/>
                    <a:pt x="5171" y="201"/>
                  </a:cubicBezTo>
                  <a:lnTo>
                    <a:pt x="4804" y="201"/>
                  </a:lnTo>
                  <a:cubicBezTo>
                    <a:pt x="4737" y="568"/>
                    <a:pt x="4403" y="868"/>
                    <a:pt x="4003" y="868"/>
                  </a:cubicBezTo>
                  <a:lnTo>
                    <a:pt x="1435" y="868"/>
                  </a:lnTo>
                  <a:cubicBezTo>
                    <a:pt x="1168" y="868"/>
                    <a:pt x="901" y="768"/>
                    <a:pt x="701" y="601"/>
                  </a:cubicBezTo>
                  <a:lnTo>
                    <a:pt x="467" y="601"/>
                  </a:lnTo>
                  <a:lnTo>
                    <a:pt x="467" y="568"/>
                  </a:lnTo>
                  <a:lnTo>
                    <a:pt x="367" y="568"/>
                  </a:lnTo>
                  <a:lnTo>
                    <a:pt x="367" y="401"/>
                  </a:lnTo>
                  <a:lnTo>
                    <a:pt x="534" y="401"/>
                  </a:lnTo>
                  <a:cubicBezTo>
                    <a:pt x="467" y="301"/>
                    <a:pt x="400" y="1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73"/>
            <p:cNvSpPr/>
            <p:nvPr/>
          </p:nvSpPr>
          <p:spPr>
            <a:xfrm>
              <a:off x="6608225" y="1167950"/>
              <a:ext cx="74250" cy="43375"/>
            </a:xfrm>
            <a:custGeom>
              <a:avLst/>
              <a:gdLst/>
              <a:ahLst/>
              <a:cxnLst/>
              <a:rect l="l" t="t" r="r" b="b"/>
              <a:pathLst>
                <a:path w="2970" h="1735" extrusionOk="0">
                  <a:moveTo>
                    <a:pt x="2302" y="0"/>
                  </a:moveTo>
                  <a:lnTo>
                    <a:pt x="201" y="1201"/>
                  </a:lnTo>
                  <a:cubicBezTo>
                    <a:pt x="201" y="1235"/>
                    <a:pt x="167" y="1301"/>
                    <a:pt x="167" y="1335"/>
                  </a:cubicBezTo>
                  <a:cubicBezTo>
                    <a:pt x="101" y="1468"/>
                    <a:pt x="34" y="1601"/>
                    <a:pt x="0" y="1735"/>
                  </a:cubicBezTo>
                  <a:lnTo>
                    <a:pt x="1368" y="968"/>
                  </a:lnTo>
                  <a:lnTo>
                    <a:pt x="1301" y="901"/>
                  </a:lnTo>
                  <a:lnTo>
                    <a:pt x="1401" y="834"/>
                  </a:lnTo>
                  <a:lnTo>
                    <a:pt x="1435" y="901"/>
                  </a:lnTo>
                  <a:lnTo>
                    <a:pt x="2969" y="34"/>
                  </a:lnTo>
                  <a:lnTo>
                    <a:pt x="2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73"/>
            <p:cNvSpPr/>
            <p:nvPr/>
          </p:nvSpPr>
          <p:spPr>
            <a:xfrm>
              <a:off x="6831725" y="879400"/>
              <a:ext cx="351100" cy="193500"/>
            </a:xfrm>
            <a:custGeom>
              <a:avLst/>
              <a:gdLst/>
              <a:ahLst/>
              <a:cxnLst/>
              <a:rect l="l" t="t" r="r" b="b"/>
              <a:pathLst>
                <a:path w="14044" h="7740" extrusionOk="0">
                  <a:moveTo>
                    <a:pt x="13476" y="1"/>
                  </a:moveTo>
                  <a:lnTo>
                    <a:pt x="8173" y="3036"/>
                  </a:lnTo>
                  <a:lnTo>
                    <a:pt x="7572" y="3403"/>
                  </a:lnTo>
                  <a:lnTo>
                    <a:pt x="7105" y="3670"/>
                  </a:lnTo>
                  <a:lnTo>
                    <a:pt x="6505" y="4004"/>
                  </a:lnTo>
                  <a:lnTo>
                    <a:pt x="0" y="7740"/>
                  </a:lnTo>
                  <a:lnTo>
                    <a:pt x="767" y="7706"/>
                  </a:lnTo>
                  <a:lnTo>
                    <a:pt x="14044" y="101"/>
                  </a:lnTo>
                  <a:lnTo>
                    <a:pt x="13910" y="101"/>
                  </a:lnTo>
                  <a:cubicBezTo>
                    <a:pt x="13743" y="101"/>
                    <a:pt x="13610" y="67"/>
                    <a:pt x="13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73"/>
            <p:cNvSpPr/>
            <p:nvPr/>
          </p:nvSpPr>
          <p:spPr>
            <a:xfrm>
              <a:off x="6585700" y="1169625"/>
              <a:ext cx="139300" cy="80075"/>
            </a:xfrm>
            <a:custGeom>
              <a:avLst/>
              <a:gdLst/>
              <a:ahLst/>
              <a:cxnLst/>
              <a:rect l="l" t="t" r="r" b="b"/>
              <a:pathLst>
                <a:path w="5572" h="3203" extrusionOk="0">
                  <a:moveTo>
                    <a:pt x="4904" y="0"/>
                  </a:moveTo>
                  <a:lnTo>
                    <a:pt x="434" y="2535"/>
                  </a:lnTo>
                  <a:cubicBezTo>
                    <a:pt x="301" y="2769"/>
                    <a:pt x="168" y="3002"/>
                    <a:pt x="1" y="3202"/>
                  </a:cubicBezTo>
                  <a:lnTo>
                    <a:pt x="5571" y="33"/>
                  </a:lnTo>
                  <a:lnTo>
                    <a:pt x="49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73"/>
            <p:cNvSpPr/>
            <p:nvPr/>
          </p:nvSpPr>
          <p:spPr>
            <a:xfrm>
              <a:off x="6880075" y="881900"/>
              <a:ext cx="348625" cy="189325"/>
            </a:xfrm>
            <a:custGeom>
              <a:avLst/>
              <a:gdLst/>
              <a:ahLst/>
              <a:cxnLst/>
              <a:rect l="l" t="t" r="r" b="b"/>
              <a:pathLst>
                <a:path w="13945" h="7573" extrusionOk="0">
                  <a:moveTo>
                    <a:pt x="13210" y="1"/>
                  </a:moveTo>
                  <a:lnTo>
                    <a:pt x="1" y="7573"/>
                  </a:lnTo>
                  <a:lnTo>
                    <a:pt x="768" y="7539"/>
                  </a:lnTo>
                  <a:lnTo>
                    <a:pt x="7006" y="3970"/>
                  </a:lnTo>
                  <a:lnTo>
                    <a:pt x="7907" y="3437"/>
                  </a:lnTo>
                  <a:lnTo>
                    <a:pt x="139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73"/>
            <p:cNvSpPr/>
            <p:nvPr/>
          </p:nvSpPr>
          <p:spPr>
            <a:xfrm>
              <a:off x="6640750" y="1168775"/>
              <a:ext cx="54225" cy="28375"/>
            </a:xfrm>
            <a:custGeom>
              <a:avLst/>
              <a:gdLst/>
              <a:ahLst/>
              <a:cxnLst/>
              <a:rect l="l" t="t" r="r" b="b"/>
              <a:pathLst>
                <a:path w="2169" h="1135" extrusionOk="0">
                  <a:moveTo>
                    <a:pt x="2002" y="1"/>
                  </a:moveTo>
                  <a:lnTo>
                    <a:pt x="201" y="1035"/>
                  </a:lnTo>
                  <a:lnTo>
                    <a:pt x="134" y="868"/>
                  </a:lnTo>
                  <a:lnTo>
                    <a:pt x="100" y="801"/>
                  </a:lnTo>
                  <a:lnTo>
                    <a:pt x="0" y="868"/>
                  </a:lnTo>
                  <a:lnTo>
                    <a:pt x="34" y="935"/>
                  </a:lnTo>
                  <a:lnTo>
                    <a:pt x="201" y="1135"/>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73"/>
            <p:cNvSpPr/>
            <p:nvPr/>
          </p:nvSpPr>
          <p:spPr>
            <a:xfrm>
              <a:off x="6860900" y="881900"/>
              <a:ext cx="336100" cy="189325"/>
            </a:xfrm>
            <a:custGeom>
              <a:avLst/>
              <a:gdLst/>
              <a:ahLst/>
              <a:cxnLst/>
              <a:rect l="l" t="t" r="r" b="b"/>
              <a:pathLst>
                <a:path w="13444" h="7573" extrusionOk="0">
                  <a:moveTo>
                    <a:pt x="13277" y="1"/>
                  </a:moveTo>
                  <a:lnTo>
                    <a:pt x="1" y="7573"/>
                  </a:lnTo>
                  <a:lnTo>
                    <a:pt x="201" y="7573"/>
                  </a:lnTo>
                  <a:lnTo>
                    <a:pt x="13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73"/>
            <p:cNvSpPr/>
            <p:nvPr/>
          </p:nvSpPr>
          <p:spPr>
            <a:xfrm>
              <a:off x="7150275" y="856050"/>
              <a:ext cx="124275" cy="25050"/>
            </a:xfrm>
            <a:custGeom>
              <a:avLst/>
              <a:gdLst/>
              <a:ahLst/>
              <a:cxnLst/>
              <a:rect l="l" t="t" r="r" b="b"/>
              <a:pathLst>
                <a:path w="4971" h="1002" extrusionOk="0">
                  <a:moveTo>
                    <a:pt x="1" y="1"/>
                  </a:moveTo>
                  <a:cubicBezTo>
                    <a:pt x="67" y="434"/>
                    <a:pt x="368" y="768"/>
                    <a:pt x="734" y="935"/>
                  </a:cubicBezTo>
                  <a:cubicBezTo>
                    <a:pt x="868" y="1001"/>
                    <a:pt x="1035" y="1001"/>
                    <a:pt x="1168" y="1001"/>
                  </a:cubicBezTo>
                  <a:lnTo>
                    <a:pt x="3737" y="1001"/>
                  </a:lnTo>
                  <a:cubicBezTo>
                    <a:pt x="4237" y="1001"/>
                    <a:pt x="4704" y="735"/>
                    <a:pt x="4971" y="368"/>
                  </a:cubicBezTo>
                  <a:lnTo>
                    <a:pt x="4437" y="368"/>
                  </a:lnTo>
                  <a:cubicBezTo>
                    <a:pt x="4270" y="534"/>
                    <a:pt x="4003" y="668"/>
                    <a:pt x="3737" y="668"/>
                  </a:cubicBezTo>
                  <a:lnTo>
                    <a:pt x="1168" y="668"/>
                  </a:lnTo>
                  <a:cubicBezTo>
                    <a:pt x="768" y="668"/>
                    <a:pt x="434" y="368"/>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73"/>
            <p:cNvSpPr/>
            <p:nvPr/>
          </p:nvSpPr>
          <p:spPr>
            <a:xfrm>
              <a:off x="7265350" y="850225"/>
              <a:ext cx="14200" cy="14200"/>
            </a:xfrm>
            <a:custGeom>
              <a:avLst/>
              <a:gdLst/>
              <a:ahLst/>
              <a:cxnLst/>
              <a:rect l="l" t="t" r="r" b="b"/>
              <a:pathLst>
                <a:path w="568" h="568" extrusionOk="0">
                  <a:moveTo>
                    <a:pt x="568" y="0"/>
                  </a:moveTo>
                  <a:lnTo>
                    <a:pt x="201" y="34"/>
                  </a:lnTo>
                  <a:cubicBezTo>
                    <a:pt x="168" y="167"/>
                    <a:pt x="101" y="300"/>
                    <a:pt x="1" y="434"/>
                  </a:cubicBezTo>
                  <a:lnTo>
                    <a:pt x="368" y="434"/>
                  </a:lnTo>
                  <a:lnTo>
                    <a:pt x="368" y="567"/>
                  </a:lnTo>
                  <a:cubicBezTo>
                    <a:pt x="468" y="400"/>
                    <a:pt x="535" y="200"/>
                    <a:pt x="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73"/>
            <p:cNvSpPr/>
            <p:nvPr/>
          </p:nvSpPr>
          <p:spPr>
            <a:xfrm>
              <a:off x="4473375" y="750975"/>
              <a:ext cx="1767100" cy="45900"/>
            </a:xfrm>
            <a:custGeom>
              <a:avLst/>
              <a:gdLst/>
              <a:ahLst/>
              <a:cxnLst/>
              <a:rect l="l" t="t" r="r" b="b"/>
              <a:pathLst>
                <a:path w="70684" h="1836" extrusionOk="0">
                  <a:moveTo>
                    <a:pt x="0" y="1"/>
                  </a:moveTo>
                  <a:cubicBezTo>
                    <a:pt x="67" y="1"/>
                    <a:pt x="100" y="1"/>
                    <a:pt x="167" y="34"/>
                  </a:cubicBezTo>
                  <a:cubicBezTo>
                    <a:pt x="200" y="67"/>
                    <a:pt x="234" y="101"/>
                    <a:pt x="234" y="167"/>
                  </a:cubicBezTo>
                  <a:lnTo>
                    <a:pt x="234" y="368"/>
                  </a:lnTo>
                  <a:lnTo>
                    <a:pt x="20815" y="801"/>
                  </a:lnTo>
                  <a:lnTo>
                    <a:pt x="20815" y="634"/>
                  </a:lnTo>
                  <a:lnTo>
                    <a:pt x="21182" y="634"/>
                  </a:lnTo>
                  <a:lnTo>
                    <a:pt x="21182" y="801"/>
                  </a:lnTo>
                  <a:lnTo>
                    <a:pt x="22249" y="835"/>
                  </a:lnTo>
                  <a:lnTo>
                    <a:pt x="22249" y="634"/>
                  </a:lnTo>
                  <a:lnTo>
                    <a:pt x="22616" y="634"/>
                  </a:lnTo>
                  <a:lnTo>
                    <a:pt x="22616" y="835"/>
                  </a:lnTo>
                  <a:lnTo>
                    <a:pt x="28020" y="935"/>
                  </a:lnTo>
                  <a:lnTo>
                    <a:pt x="28020" y="735"/>
                  </a:lnTo>
                  <a:lnTo>
                    <a:pt x="28387" y="735"/>
                  </a:lnTo>
                  <a:lnTo>
                    <a:pt x="28387" y="935"/>
                  </a:lnTo>
                  <a:lnTo>
                    <a:pt x="29454" y="968"/>
                  </a:lnTo>
                  <a:lnTo>
                    <a:pt x="29454" y="835"/>
                  </a:lnTo>
                  <a:lnTo>
                    <a:pt x="29821" y="835"/>
                  </a:lnTo>
                  <a:lnTo>
                    <a:pt x="29821" y="968"/>
                  </a:lnTo>
                  <a:lnTo>
                    <a:pt x="43064" y="1268"/>
                  </a:lnTo>
                  <a:lnTo>
                    <a:pt x="43064" y="1168"/>
                  </a:lnTo>
                  <a:lnTo>
                    <a:pt x="43431" y="1168"/>
                  </a:lnTo>
                  <a:lnTo>
                    <a:pt x="43431" y="1268"/>
                  </a:lnTo>
                  <a:lnTo>
                    <a:pt x="54439" y="1502"/>
                  </a:lnTo>
                  <a:lnTo>
                    <a:pt x="54439" y="1402"/>
                  </a:lnTo>
                  <a:lnTo>
                    <a:pt x="54639" y="1402"/>
                  </a:lnTo>
                  <a:lnTo>
                    <a:pt x="54639" y="1502"/>
                  </a:lnTo>
                  <a:lnTo>
                    <a:pt x="67282" y="1769"/>
                  </a:lnTo>
                  <a:lnTo>
                    <a:pt x="67282" y="1669"/>
                  </a:lnTo>
                  <a:lnTo>
                    <a:pt x="67448" y="1669"/>
                  </a:lnTo>
                  <a:lnTo>
                    <a:pt x="67448" y="1769"/>
                  </a:lnTo>
                  <a:lnTo>
                    <a:pt x="68115" y="1769"/>
                  </a:lnTo>
                  <a:lnTo>
                    <a:pt x="68115" y="1568"/>
                  </a:lnTo>
                  <a:lnTo>
                    <a:pt x="68482" y="1568"/>
                  </a:lnTo>
                  <a:lnTo>
                    <a:pt x="68482" y="1802"/>
                  </a:lnTo>
                  <a:lnTo>
                    <a:pt x="70250" y="1835"/>
                  </a:lnTo>
                  <a:cubicBezTo>
                    <a:pt x="70384" y="1702"/>
                    <a:pt x="70517" y="1568"/>
                    <a:pt x="70684" y="1468"/>
                  </a:cubicBez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73"/>
            <p:cNvSpPr/>
            <p:nvPr/>
          </p:nvSpPr>
          <p:spPr>
            <a:xfrm>
              <a:off x="4472525" y="750975"/>
              <a:ext cx="25" cy="25"/>
            </a:xfrm>
            <a:custGeom>
              <a:avLst/>
              <a:gdLst/>
              <a:ahLst/>
              <a:cxnLst/>
              <a:rect l="l" t="t" r="r" b="b"/>
              <a:pathLst>
                <a:path w="1" h="1" extrusionOk="0">
                  <a:moveTo>
                    <a:pt x="1" y="1"/>
                  </a:moveTo>
                  <a:lnTo>
                    <a:pt x="1" y="1"/>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73"/>
            <p:cNvSpPr/>
            <p:nvPr/>
          </p:nvSpPr>
          <p:spPr>
            <a:xfrm>
              <a:off x="4475025" y="795175"/>
              <a:ext cx="1728775" cy="84250"/>
            </a:xfrm>
            <a:custGeom>
              <a:avLst/>
              <a:gdLst/>
              <a:ahLst/>
              <a:cxnLst/>
              <a:rect l="l" t="t" r="r" b="b"/>
              <a:pathLst>
                <a:path w="69151" h="3370" extrusionOk="0">
                  <a:moveTo>
                    <a:pt x="401" y="1"/>
                  </a:moveTo>
                  <a:lnTo>
                    <a:pt x="168" y="134"/>
                  </a:lnTo>
                  <a:cubicBezTo>
                    <a:pt x="168" y="234"/>
                    <a:pt x="101" y="301"/>
                    <a:pt x="34" y="334"/>
                  </a:cubicBezTo>
                  <a:lnTo>
                    <a:pt x="1" y="334"/>
                  </a:lnTo>
                  <a:lnTo>
                    <a:pt x="42998" y="2202"/>
                  </a:lnTo>
                  <a:lnTo>
                    <a:pt x="43365" y="2236"/>
                  </a:lnTo>
                  <a:lnTo>
                    <a:pt x="47201" y="2402"/>
                  </a:lnTo>
                  <a:cubicBezTo>
                    <a:pt x="47201" y="2369"/>
                    <a:pt x="47235" y="2336"/>
                    <a:pt x="47235" y="2302"/>
                  </a:cubicBezTo>
                  <a:lnTo>
                    <a:pt x="47401" y="2302"/>
                  </a:lnTo>
                  <a:cubicBezTo>
                    <a:pt x="47401" y="2336"/>
                    <a:pt x="47401" y="2369"/>
                    <a:pt x="47401" y="2402"/>
                  </a:cubicBezTo>
                  <a:lnTo>
                    <a:pt x="47802" y="2436"/>
                  </a:lnTo>
                  <a:lnTo>
                    <a:pt x="48169" y="2436"/>
                  </a:lnTo>
                  <a:lnTo>
                    <a:pt x="69150" y="3370"/>
                  </a:lnTo>
                  <a:lnTo>
                    <a:pt x="69150" y="3003"/>
                  </a:lnTo>
                  <a:lnTo>
                    <a:pt x="68450" y="2969"/>
                  </a:lnTo>
                  <a:lnTo>
                    <a:pt x="68483" y="3136"/>
                  </a:lnTo>
                  <a:lnTo>
                    <a:pt x="68116" y="3136"/>
                  </a:lnTo>
                  <a:lnTo>
                    <a:pt x="68116" y="2969"/>
                  </a:lnTo>
                  <a:lnTo>
                    <a:pt x="43999" y="1902"/>
                  </a:lnTo>
                  <a:lnTo>
                    <a:pt x="43799" y="1902"/>
                  </a:lnTo>
                  <a:lnTo>
                    <a:pt x="43398" y="1869"/>
                  </a:lnTo>
                  <a:lnTo>
                    <a:pt x="43398" y="2202"/>
                  </a:lnTo>
                  <a:lnTo>
                    <a:pt x="43032" y="2202"/>
                  </a:lnTo>
                  <a:lnTo>
                    <a:pt x="43032" y="1869"/>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73"/>
            <p:cNvSpPr/>
            <p:nvPr/>
          </p:nvSpPr>
          <p:spPr>
            <a:xfrm>
              <a:off x="43924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73"/>
            <p:cNvSpPr/>
            <p:nvPr/>
          </p:nvSpPr>
          <p:spPr>
            <a:xfrm>
              <a:off x="4993725" y="766825"/>
              <a:ext cx="225200" cy="45050"/>
            </a:xfrm>
            <a:custGeom>
              <a:avLst/>
              <a:gdLst/>
              <a:ahLst/>
              <a:cxnLst/>
              <a:rect l="l" t="t" r="r" b="b"/>
              <a:pathLst>
                <a:path w="9008" h="1802" extrusionOk="0">
                  <a:moveTo>
                    <a:pt x="1" y="0"/>
                  </a:moveTo>
                  <a:lnTo>
                    <a:pt x="1" y="167"/>
                  </a:lnTo>
                  <a:lnTo>
                    <a:pt x="1" y="1268"/>
                  </a:lnTo>
                  <a:lnTo>
                    <a:pt x="368" y="1301"/>
                  </a:lnTo>
                  <a:lnTo>
                    <a:pt x="368" y="1468"/>
                  </a:lnTo>
                  <a:lnTo>
                    <a:pt x="168" y="1468"/>
                  </a:lnTo>
                  <a:lnTo>
                    <a:pt x="8807" y="1802"/>
                  </a:lnTo>
                  <a:lnTo>
                    <a:pt x="8841" y="1802"/>
                  </a:lnTo>
                  <a:cubicBezTo>
                    <a:pt x="8874" y="1802"/>
                    <a:pt x="8907" y="1768"/>
                    <a:pt x="8941" y="1735"/>
                  </a:cubicBezTo>
                  <a:cubicBezTo>
                    <a:pt x="8974" y="1702"/>
                    <a:pt x="9007" y="1668"/>
                    <a:pt x="9007" y="1602"/>
                  </a:cubicBezTo>
                  <a:lnTo>
                    <a:pt x="9007" y="334"/>
                  </a:lnTo>
                  <a:lnTo>
                    <a:pt x="9007" y="201"/>
                  </a:lnTo>
                  <a:lnTo>
                    <a:pt x="8640" y="201"/>
                  </a:lnTo>
                  <a:lnTo>
                    <a:pt x="8640" y="334"/>
                  </a:lnTo>
                  <a:lnTo>
                    <a:pt x="8640" y="1435"/>
                  </a:lnTo>
                  <a:lnTo>
                    <a:pt x="368" y="1135"/>
                  </a:lnTo>
                  <a:lnTo>
                    <a:pt x="368" y="167"/>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73"/>
            <p:cNvSpPr/>
            <p:nvPr/>
          </p:nvSpPr>
          <p:spPr>
            <a:xfrm>
              <a:off x="5029600" y="766825"/>
              <a:ext cx="153475" cy="24200"/>
            </a:xfrm>
            <a:custGeom>
              <a:avLst/>
              <a:gdLst/>
              <a:ahLst/>
              <a:cxnLst/>
              <a:rect l="l" t="t" r="r" b="b"/>
              <a:pathLst>
                <a:path w="6139" h="968" extrusionOk="0">
                  <a:moveTo>
                    <a:pt x="0" y="0"/>
                  </a:moveTo>
                  <a:lnTo>
                    <a:pt x="0" y="167"/>
                  </a:lnTo>
                  <a:lnTo>
                    <a:pt x="0" y="634"/>
                  </a:lnTo>
                  <a:cubicBezTo>
                    <a:pt x="0" y="734"/>
                    <a:pt x="100" y="801"/>
                    <a:pt x="200" y="801"/>
                  </a:cubicBezTo>
                  <a:lnTo>
                    <a:pt x="5938" y="968"/>
                  </a:lnTo>
                  <a:cubicBezTo>
                    <a:pt x="6005" y="968"/>
                    <a:pt x="6038" y="968"/>
                    <a:pt x="6071" y="934"/>
                  </a:cubicBezTo>
                  <a:cubicBezTo>
                    <a:pt x="6105" y="901"/>
                    <a:pt x="6138" y="834"/>
                    <a:pt x="6138" y="801"/>
                  </a:cubicBezTo>
                  <a:lnTo>
                    <a:pt x="6138" y="301"/>
                  </a:lnTo>
                  <a:lnTo>
                    <a:pt x="6138" y="101"/>
                  </a:lnTo>
                  <a:lnTo>
                    <a:pt x="5771" y="101"/>
                  </a:lnTo>
                  <a:lnTo>
                    <a:pt x="5771" y="301"/>
                  </a:lnTo>
                  <a:lnTo>
                    <a:pt x="5771" y="601"/>
                  </a:lnTo>
                  <a:lnTo>
                    <a:pt x="367" y="467"/>
                  </a:lnTo>
                  <a:lnTo>
                    <a:pt x="367" y="201"/>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73"/>
            <p:cNvSpPr/>
            <p:nvPr/>
          </p:nvSpPr>
          <p:spPr>
            <a:xfrm>
              <a:off x="6176250" y="790175"/>
              <a:ext cx="10875" cy="83425"/>
            </a:xfrm>
            <a:custGeom>
              <a:avLst/>
              <a:gdLst/>
              <a:ahLst/>
              <a:cxnLst/>
              <a:rect l="l" t="t" r="r" b="b"/>
              <a:pathLst>
                <a:path w="435" h="3337" extrusionOk="0">
                  <a:moveTo>
                    <a:pt x="0" y="0"/>
                  </a:moveTo>
                  <a:lnTo>
                    <a:pt x="0" y="201"/>
                  </a:lnTo>
                  <a:lnTo>
                    <a:pt x="67" y="3169"/>
                  </a:lnTo>
                  <a:lnTo>
                    <a:pt x="67" y="3336"/>
                  </a:lnTo>
                  <a:lnTo>
                    <a:pt x="434" y="3336"/>
                  </a:lnTo>
                  <a:lnTo>
                    <a:pt x="434" y="3169"/>
                  </a:lnTo>
                  <a:lnTo>
                    <a:pt x="367" y="234"/>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73"/>
            <p:cNvSpPr/>
            <p:nvPr/>
          </p:nvSpPr>
          <p:spPr>
            <a:xfrm>
              <a:off x="5550800" y="780175"/>
              <a:ext cx="9200" cy="70075"/>
            </a:xfrm>
            <a:custGeom>
              <a:avLst/>
              <a:gdLst/>
              <a:ahLst/>
              <a:cxnLst/>
              <a:rect l="l" t="t" r="r" b="b"/>
              <a:pathLst>
                <a:path w="368" h="2803" extrusionOk="0">
                  <a:moveTo>
                    <a:pt x="1" y="0"/>
                  </a:moveTo>
                  <a:lnTo>
                    <a:pt x="1" y="100"/>
                  </a:lnTo>
                  <a:lnTo>
                    <a:pt x="1" y="2469"/>
                  </a:lnTo>
                  <a:lnTo>
                    <a:pt x="1" y="2802"/>
                  </a:lnTo>
                  <a:lnTo>
                    <a:pt x="367" y="2802"/>
                  </a:lnTo>
                  <a:lnTo>
                    <a:pt x="367" y="2469"/>
                  </a:lnTo>
                  <a:lnTo>
                    <a:pt x="367" y="100"/>
                  </a:lnTo>
                  <a:lnTo>
                    <a:pt x="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73"/>
            <p:cNvSpPr/>
            <p:nvPr/>
          </p:nvSpPr>
          <p:spPr>
            <a:xfrm>
              <a:off x="6627400" y="794350"/>
              <a:ext cx="1729600" cy="85075"/>
            </a:xfrm>
            <a:custGeom>
              <a:avLst/>
              <a:gdLst/>
              <a:ahLst/>
              <a:cxnLst/>
              <a:rect l="l" t="t" r="r" b="b"/>
              <a:pathLst>
                <a:path w="69184" h="3403" extrusionOk="0">
                  <a:moveTo>
                    <a:pt x="68783" y="0"/>
                  </a:moveTo>
                  <a:lnTo>
                    <a:pt x="26153" y="1902"/>
                  </a:lnTo>
                  <a:lnTo>
                    <a:pt x="26153" y="2232"/>
                  </a:lnTo>
                  <a:lnTo>
                    <a:pt x="26153" y="2232"/>
                  </a:lnTo>
                  <a:lnTo>
                    <a:pt x="69183" y="367"/>
                  </a:lnTo>
                  <a:lnTo>
                    <a:pt x="69150" y="367"/>
                  </a:lnTo>
                  <a:cubicBezTo>
                    <a:pt x="69050" y="334"/>
                    <a:pt x="69017" y="267"/>
                    <a:pt x="69017" y="167"/>
                  </a:cubicBezTo>
                  <a:lnTo>
                    <a:pt x="68783" y="0"/>
                  </a:lnTo>
                  <a:close/>
                  <a:moveTo>
                    <a:pt x="26153" y="2232"/>
                  </a:moveTo>
                  <a:lnTo>
                    <a:pt x="26086" y="2235"/>
                  </a:lnTo>
                  <a:lnTo>
                    <a:pt x="26153" y="2235"/>
                  </a:lnTo>
                  <a:lnTo>
                    <a:pt x="26153" y="2232"/>
                  </a:lnTo>
                  <a:close/>
                  <a:moveTo>
                    <a:pt x="25786" y="1902"/>
                  </a:moveTo>
                  <a:lnTo>
                    <a:pt x="25185" y="1935"/>
                  </a:lnTo>
                  <a:lnTo>
                    <a:pt x="25185" y="2135"/>
                  </a:lnTo>
                  <a:lnTo>
                    <a:pt x="24985" y="2135"/>
                  </a:lnTo>
                  <a:lnTo>
                    <a:pt x="24985" y="1935"/>
                  </a:lnTo>
                  <a:lnTo>
                    <a:pt x="1068" y="3002"/>
                  </a:lnTo>
                  <a:lnTo>
                    <a:pt x="1068" y="3169"/>
                  </a:lnTo>
                  <a:lnTo>
                    <a:pt x="701" y="3169"/>
                  </a:lnTo>
                  <a:lnTo>
                    <a:pt x="701" y="3002"/>
                  </a:lnTo>
                  <a:lnTo>
                    <a:pt x="1" y="3036"/>
                  </a:lnTo>
                  <a:lnTo>
                    <a:pt x="1" y="3403"/>
                  </a:lnTo>
                  <a:lnTo>
                    <a:pt x="20916" y="2469"/>
                  </a:lnTo>
                  <a:lnTo>
                    <a:pt x="21283" y="2469"/>
                  </a:lnTo>
                  <a:lnTo>
                    <a:pt x="21850" y="2435"/>
                  </a:lnTo>
                  <a:cubicBezTo>
                    <a:pt x="21850" y="2402"/>
                    <a:pt x="21850" y="2369"/>
                    <a:pt x="21850" y="2302"/>
                  </a:cubicBezTo>
                  <a:lnTo>
                    <a:pt x="22016" y="2302"/>
                  </a:lnTo>
                  <a:cubicBezTo>
                    <a:pt x="22016" y="2369"/>
                    <a:pt x="22050" y="2402"/>
                    <a:pt x="22050" y="2435"/>
                  </a:cubicBezTo>
                  <a:lnTo>
                    <a:pt x="25719" y="2269"/>
                  </a:lnTo>
                  <a:lnTo>
                    <a:pt x="26086" y="2235"/>
                  </a:lnTo>
                  <a:lnTo>
                    <a:pt x="25786" y="2235"/>
                  </a:lnTo>
                  <a:lnTo>
                    <a:pt x="25786" y="19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73"/>
            <p:cNvSpPr/>
            <p:nvPr/>
          </p:nvSpPr>
          <p:spPr>
            <a:xfrm>
              <a:off x="6590700" y="750975"/>
              <a:ext cx="1767125" cy="45900"/>
            </a:xfrm>
            <a:custGeom>
              <a:avLst/>
              <a:gdLst/>
              <a:ahLst/>
              <a:cxnLst/>
              <a:rect l="l" t="t" r="r" b="b"/>
              <a:pathLst>
                <a:path w="70685" h="1836" extrusionOk="0">
                  <a:moveTo>
                    <a:pt x="70651" y="1"/>
                  </a:moveTo>
                  <a:lnTo>
                    <a:pt x="1" y="1468"/>
                  </a:lnTo>
                  <a:cubicBezTo>
                    <a:pt x="168" y="1568"/>
                    <a:pt x="301" y="1702"/>
                    <a:pt x="435" y="1835"/>
                  </a:cubicBezTo>
                  <a:lnTo>
                    <a:pt x="2203" y="1802"/>
                  </a:lnTo>
                  <a:lnTo>
                    <a:pt x="2236" y="1535"/>
                  </a:lnTo>
                  <a:lnTo>
                    <a:pt x="2569" y="1568"/>
                  </a:lnTo>
                  <a:lnTo>
                    <a:pt x="2569" y="1769"/>
                  </a:lnTo>
                  <a:lnTo>
                    <a:pt x="3070" y="1769"/>
                  </a:lnTo>
                  <a:lnTo>
                    <a:pt x="3070" y="1635"/>
                  </a:lnTo>
                  <a:lnTo>
                    <a:pt x="3270" y="1635"/>
                  </a:lnTo>
                  <a:lnTo>
                    <a:pt x="3270" y="1769"/>
                  </a:lnTo>
                  <a:lnTo>
                    <a:pt x="15912" y="1502"/>
                  </a:lnTo>
                  <a:lnTo>
                    <a:pt x="15912" y="1368"/>
                  </a:lnTo>
                  <a:lnTo>
                    <a:pt x="16079" y="1368"/>
                  </a:lnTo>
                  <a:lnTo>
                    <a:pt x="16079" y="1502"/>
                  </a:lnTo>
                  <a:lnTo>
                    <a:pt x="27254" y="1268"/>
                  </a:lnTo>
                  <a:lnTo>
                    <a:pt x="27254" y="1168"/>
                  </a:lnTo>
                  <a:lnTo>
                    <a:pt x="27621" y="1168"/>
                  </a:lnTo>
                  <a:lnTo>
                    <a:pt x="27621" y="1235"/>
                  </a:lnTo>
                  <a:lnTo>
                    <a:pt x="40897" y="968"/>
                  </a:lnTo>
                  <a:lnTo>
                    <a:pt x="40897" y="835"/>
                  </a:lnTo>
                  <a:lnTo>
                    <a:pt x="41264" y="835"/>
                  </a:lnTo>
                  <a:lnTo>
                    <a:pt x="41264" y="968"/>
                  </a:lnTo>
                  <a:lnTo>
                    <a:pt x="42331" y="935"/>
                  </a:lnTo>
                  <a:lnTo>
                    <a:pt x="42331" y="735"/>
                  </a:lnTo>
                  <a:lnTo>
                    <a:pt x="42698" y="735"/>
                  </a:lnTo>
                  <a:lnTo>
                    <a:pt x="42698" y="935"/>
                  </a:lnTo>
                  <a:lnTo>
                    <a:pt x="48069" y="801"/>
                  </a:lnTo>
                  <a:lnTo>
                    <a:pt x="48069" y="601"/>
                  </a:lnTo>
                  <a:lnTo>
                    <a:pt x="48436" y="601"/>
                  </a:lnTo>
                  <a:lnTo>
                    <a:pt x="48436" y="801"/>
                  </a:lnTo>
                  <a:lnTo>
                    <a:pt x="49536" y="801"/>
                  </a:lnTo>
                  <a:lnTo>
                    <a:pt x="49536" y="601"/>
                  </a:lnTo>
                  <a:lnTo>
                    <a:pt x="49870" y="601"/>
                  </a:lnTo>
                  <a:lnTo>
                    <a:pt x="49870" y="768"/>
                  </a:lnTo>
                  <a:lnTo>
                    <a:pt x="70485" y="334"/>
                  </a:lnTo>
                  <a:lnTo>
                    <a:pt x="70485" y="167"/>
                  </a:lnTo>
                  <a:cubicBezTo>
                    <a:pt x="70485" y="101"/>
                    <a:pt x="70485" y="67"/>
                    <a:pt x="70551" y="34"/>
                  </a:cubicBezTo>
                  <a:cubicBezTo>
                    <a:pt x="70585" y="1"/>
                    <a:pt x="70618" y="1"/>
                    <a:pt x="7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73"/>
            <p:cNvSpPr/>
            <p:nvPr/>
          </p:nvSpPr>
          <p:spPr>
            <a:xfrm>
              <a:off x="7612275" y="766825"/>
              <a:ext cx="225175" cy="45050"/>
            </a:xfrm>
            <a:custGeom>
              <a:avLst/>
              <a:gdLst/>
              <a:ahLst/>
              <a:cxnLst/>
              <a:rect l="l" t="t" r="r" b="b"/>
              <a:pathLst>
                <a:path w="9007" h="1802" extrusionOk="0">
                  <a:moveTo>
                    <a:pt x="8640" y="0"/>
                  </a:moveTo>
                  <a:lnTo>
                    <a:pt x="8640" y="167"/>
                  </a:lnTo>
                  <a:lnTo>
                    <a:pt x="8640" y="1135"/>
                  </a:lnTo>
                  <a:lnTo>
                    <a:pt x="367" y="1435"/>
                  </a:lnTo>
                  <a:lnTo>
                    <a:pt x="367" y="334"/>
                  </a:lnTo>
                  <a:lnTo>
                    <a:pt x="367" y="201"/>
                  </a:lnTo>
                  <a:lnTo>
                    <a:pt x="0" y="201"/>
                  </a:lnTo>
                  <a:lnTo>
                    <a:pt x="0" y="334"/>
                  </a:lnTo>
                  <a:lnTo>
                    <a:pt x="0" y="1602"/>
                  </a:lnTo>
                  <a:cubicBezTo>
                    <a:pt x="34" y="1668"/>
                    <a:pt x="34" y="1702"/>
                    <a:pt x="67" y="1735"/>
                  </a:cubicBezTo>
                  <a:cubicBezTo>
                    <a:pt x="101" y="1768"/>
                    <a:pt x="167" y="1802"/>
                    <a:pt x="201" y="1802"/>
                  </a:cubicBezTo>
                  <a:lnTo>
                    <a:pt x="8840" y="1468"/>
                  </a:lnTo>
                  <a:lnTo>
                    <a:pt x="8607" y="1468"/>
                  </a:lnTo>
                  <a:lnTo>
                    <a:pt x="8573" y="1301"/>
                  </a:lnTo>
                  <a:lnTo>
                    <a:pt x="9007" y="1268"/>
                  </a:lnTo>
                  <a:lnTo>
                    <a:pt x="9007" y="134"/>
                  </a:lnTo>
                  <a:lnTo>
                    <a:pt x="9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73"/>
            <p:cNvSpPr/>
            <p:nvPr/>
          </p:nvSpPr>
          <p:spPr>
            <a:xfrm>
              <a:off x="7648125" y="766825"/>
              <a:ext cx="153475" cy="24200"/>
            </a:xfrm>
            <a:custGeom>
              <a:avLst/>
              <a:gdLst/>
              <a:ahLst/>
              <a:cxnLst/>
              <a:rect l="l" t="t" r="r" b="b"/>
              <a:pathLst>
                <a:path w="6139" h="968" extrusionOk="0">
                  <a:moveTo>
                    <a:pt x="5772" y="0"/>
                  </a:moveTo>
                  <a:lnTo>
                    <a:pt x="5772" y="201"/>
                  </a:lnTo>
                  <a:lnTo>
                    <a:pt x="5772" y="467"/>
                  </a:lnTo>
                  <a:lnTo>
                    <a:pt x="368" y="601"/>
                  </a:lnTo>
                  <a:lnTo>
                    <a:pt x="368" y="301"/>
                  </a:lnTo>
                  <a:lnTo>
                    <a:pt x="368" y="101"/>
                  </a:lnTo>
                  <a:lnTo>
                    <a:pt x="1" y="101"/>
                  </a:lnTo>
                  <a:lnTo>
                    <a:pt x="1" y="301"/>
                  </a:lnTo>
                  <a:lnTo>
                    <a:pt x="1" y="801"/>
                  </a:lnTo>
                  <a:cubicBezTo>
                    <a:pt x="34" y="834"/>
                    <a:pt x="34" y="868"/>
                    <a:pt x="68" y="934"/>
                  </a:cubicBezTo>
                  <a:cubicBezTo>
                    <a:pt x="101" y="968"/>
                    <a:pt x="168" y="968"/>
                    <a:pt x="201" y="968"/>
                  </a:cubicBezTo>
                  <a:lnTo>
                    <a:pt x="5972" y="801"/>
                  </a:lnTo>
                  <a:cubicBezTo>
                    <a:pt x="6072" y="801"/>
                    <a:pt x="6139" y="734"/>
                    <a:pt x="6139" y="634"/>
                  </a:cubicBezTo>
                  <a:lnTo>
                    <a:pt x="6139" y="167"/>
                  </a:lnTo>
                  <a:lnTo>
                    <a:pt x="61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73"/>
            <p:cNvSpPr/>
            <p:nvPr/>
          </p:nvSpPr>
          <p:spPr>
            <a:xfrm>
              <a:off x="6644925" y="790175"/>
              <a:ext cx="10025" cy="83425"/>
            </a:xfrm>
            <a:custGeom>
              <a:avLst/>
              <a:gdLst/>
              <a:ahLst/>
              <a:cxnLst/>
              <a:rect l="l" t="t" r="r" b="b"/>
              <a:pathLst>
                <a:path w="401" h="3337" extrusionOk="0">
                  <a:moveTo>
                    <a:pt x="34" y="0"/>
                  </a:moveTo>
                  <a:lnTo>
                    <a:pt x="34" y="234"/>
                  </a:lnTo>
                  <a:lnTo>
                    <a:pt x="0" y="3169"/>
                  </a:lnTo>
                  <a:lnTo>
                    <a:pt x="0" y="3336"/>
                  </a:lnTo>
                  <a:lnTo>
                    <a:pt x="367" y="3336"/>
                  </a:lnTo>
                  <a:lnTo>
                    <a:pt x="367" y="3169"/>
                  </a:lnTo>
                  <a:lnTo>
                    <a:pt x="400" y="201"/>
                  </a:lnTo>
                  <a:lnTo>
                    <a:pt x="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73"/>
            <p:cNvSpPr/>
            <p:nvPr/>
          </p:nvSpPr>
          <p:spPr>
            <a:xfrm>
              <a:off x="7272025" y="780175"/>
              <a:ext cx="9200" cy="70075"/>
            </a:xfrm>
            <a:custGeom>
              <a:avLst/>
              <a:gdLst/>
              <a:ahLst/>
              <a:cxnLst/>
              <a:rect l="l" t="t" r="r" b="b"/>
              <a:pathLst>
                <a:path w="368" h="2803" extrusionOk="0">
                  <a:moveTo>
                    <a:pt x="1" y="0"/>
                  </a:moveTo>
                  <a:lnTo>
                    <a:pt x="1" y="100"/>
                  </a:lnTo>
                  <a:lnTo>
                    <a:pt x="1" y="2469"/>
                  </a:lnTo>
                  <a:lnTo>
                    <a:pt x="1" y="2802"/>
                  </a:lnTo>
                  <a:lnTo>
                    <a:pt x="368" y="2802"/>
                  </a:lnTo>
                  <a:lnTo>
                    <a:pt x="368" y="2469"/>
                  </a:lnTo>
                  <a:lnTo>
                    <a:pt x="368" y="100"/>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73"/>
            <p:cNvSpPr/>
            <p:nvPr/>
          </p:nvSpPr>
          <p:spPr>
            <a:xfrm>
              <a:off x="6208775" y="1166275"/>
              <a:ext cx="413650" cy="146800"/>
            </a:xfrm>
            <a:custGeom>
              <a:avLst/>
              <a:gdLst/>
              <a:ahLst/>
              <a:cxnLst/>
              <a:rect l="l" t="t" r="r" b="b"/>
              <a:pathLst>
                <a:path w="16546" h="5872" extrusionOk="0">
                  <a:moveTo>
                    <a:pt x="0" y="1"/>
                  </a:moveTo>
                  <a:cubicBezTo>
                    <a:pt x="67" y="368"/>
                    <a:pt x="167" y="734"/>
                    <a:pt x="301" y="1101"/>
                  </a:cubicBezTo>
                  <a:cubicBezTo>
                    <a:pt x="301" y="1168"/>
                    <a:pt x="334" y="1235"/>
                    <a:pt x="367" y="1302"/>
                  </a:cubicBezTo>
                  <a:cubicBezTo>
                    <a:pt x="367" y="1335"/>
                    <a:pt x="401" y="1368"/>
                    <a:pt x="401" y="1402"/>
                  </a:cubicBezTo>
                  <a:cubicBezTo>
                    <a:pt x="467" y="1568"/>
                    <a:pt x="534" y="1702"/>
                    <a:pt x="601" y="1869"/>
                  </a:cubicBezTo>
                  <a:cubicBezTo>
                    <a:pt x="734" y="2169"/>
                    <a:pt x="868" y="2469"/>
                    <a:pt x="1034" y="2736"/>
                  </a:cubicBezTo>
                  <a:cubicBezTo>
                    <a:pt x="1201" y="2969"/>
                    <a:pt x="1335" y="3203"/>
                    <a:pt x="1501" y="3403"/>
                  </a:cubicBezTo>
                  <a:cubicBezTo>
                    <a:pt x="1568" y="3536"/>
                    <a:pt x="1635" y="3637"/>
                    <a:pt x="1735" y="3770"/>
                  </a:cubicBezTo>
                  <a:cubicBezTo>
                    <a:pt x="1968" y="4037"/>
                    <a:pt x="2235" y="4304"/>
                    <a:pt x="2502" y="4537"/>
                  </a:cubicBezTo>
                  <a:cubicBezTo>
                    <a:pt x="2602" y="4604"/>
                    <a:pt x="2702" y="4704"/>
                    <a:pt x="2802" y="4771"/>
                  </a:cubicBezTo>
                  <a:cubicBezTo>
                    <a:pt x="2869" y="4804"/>
                    <a:pt x="2902" y="4837"/>
                    <a:pt x="2969" y="4904"/>
                  </a:cubicBezTo>
                  <a:lnTo>
                    <a:pt x="3069" y="4837"/>
                  </a:lnTo>
                  <a:lnTo>
                    <a:pt x="3136" y="4904"/>
                  </a:lnTo>
                  <a:lnTo>
                    <a:pt x="3036" y="4971"/>
                  </a:lnTo>
                  <a:cubicBezTo>
                    <a:pt x="3103" y="5004"/>
                    <a:pt x="3136" y="5038"/>
                    <a:pt x="3203" y="5071"/>
                  </a:cubicBezTo>
                  <a:cubicBezTo>
                    <a:pt x="3336" y="5138"/>
                    <a:pt x="3436" y="5204"/>
                    <a:pt x="3570" y="5271"/>
                  </a:cubicBezTo>
                  <a:cubicBezTo>
                    <a:pt x="4103" y="5538"/>
                    <a:pt x="4704" y="5738"/>
                    <a:pt x="5304" y="5805"/>
                  </a:cubicBezTo>
                  <a:cubicBezTo>
                    <a:pt x="5438" y="5838"/>
                    <a:pt x="5571" y="5838"/>
                    <a:pt x="5671" y="5838"/>
                  </a:cubicBezTo>
                  <a:cubicBezTo>
                    <a:pt x="5805" y="5871"/>
                    <a:pt x="5938" y="5871"/>
                    <a:pt x="6105" y="5871"/>
                  </a:cubicBezTo>
                  <a:lnTo>
                    <a:pt x="10841" y="5871"/>
                  </a:lnTo>
                  <a:cubicBezTo>
                    <a:pt x="10975" y="5838"/>
                    <a:pt x="11108" y="5838"/>
                    <a:pt x="11208" y="5838"/>
                  </a:cubicBezTo>
                  <a:cubicBezTo>
                    <a:pt x="11842" y="5738"/>
                    <a:pt x="12443" y="5571"/>
                    <a:pt x="12976" y="5271"/>
                  </a:cubicBezTo>
                  <a:cubicBezTo>
                    <a:pt x="13110" y="5204"/>
                    <a:pt x="13210" y="5138"/>
                    <a:pt x="13343" y="5071"/>
                  </a:cubicBezTo>
                  <a:cubicBezTo>
                    <a:pt x="13377" y="5038"/>
                    <a:pt x="13410" y="5038"/>
                    <a:pt x="13443" y="5004"/>
                  </a:cubicBezTo>
                  <a:lnTo>
                    <a:pt x="13310" y="4937"/>
                  </a:lnTo>
                  <a:lnTo>
                    <a:pt x="13377" y="4837"/>
                  </a:lnTo>
                  <a:lnTo>
                    <a:pt x="13543" y="4937"/>
                  </a:lnTo>
                  <a:cubicBezTo>
                    <a:pt x="13610" y="4904"/>
                    <a:pt x="13677" y="4837"/>
                    <a:pt x="13744" y="4771"/>
                  </a:cubicBezTo>
                  <a:cubicBezTo>
                    <a:pt x="13844" y="4704"/>
                    <a:pt x="13944" y="4637"/>
                    <a:pt x="14044" y="4537"/>
                  </a:cubicBezTo>
                  <a:cubicBezTo>
                    <a:pt x="14311" y="4304"/>
                    <a:pt x="14544" y="4070"/>
                    <a:pt x="14778" y="3770"/>
                  </a:cubicBezTo>
                  <a:cubicBezTo>
                    <a:pt x="14878" y="3637"/>
                    <a:pt x="14978" y="3503"/>
                    <a:pt x="15078" y="3336"/>
                  </a:cubicBezTo>
                  <a:cubicBezTo>
                    <a:pt x="15245" y="3136"/>
                    <a:pt x="15378" y="2903"/>
                    <a:pt x="15511" y="2669"/>
                  </a:cubicBezTo>
                  <a:cubicBezTo>
                    <a:pt x="15678" y="2402"/>
                    <a:pt x="15845" y="2102"/>
                    <a:pt x="15945" y="1802"/>
                  </a:cubicBezTo>
                  <a:cubicBezTo>
                    <a:pt x="16012" y="1668"/>
                    <a:pt x="16079" y="1535"/>
                    <a:pt x="16112" y="1402"/>
                  </a:cubicBezTo>
                  <a:cubicBezTo>
                    <a:pt x="16145" y="1368"/>
                    <a:pt x="16145" y="1302"/>
                    <a:pt x="16179" y="1268"/>
                  </a:cubicBezTo>
                  <a:cubicBezTo>
                    <a:pt x="16345" y="868"/>
                    <a:pt x="16445" y="434"/>
                    <a:pt x="16546" y="1"/>
                  </a:cubicBezTo>
                  <a:lnTo>
                    <a:pt x="16179" y="1"/>
                  </a:lnTo>
                  <a:cubicBezTo>
                    <a:pt x="16079" y="434"/>
                    <a:pt x="15945" y="868"/>
                    <a:pt x="15778" y="1268"/>
                  </a:cubicBezTo>
                  <a:cubicBezTo>
                    <a:pt x="15478" y="2102"/>
                    <a:pt x="15044" y="2869"/>
                    <a:pt x="14477" y="3536"/>
                  </a:cubicBezTo>
                  <a:cubicBezTo>
                    <a:pt x="13577" y="4771"/>
                    <a:pt x="12109" y="5505"/>
                    <a:pt x="10575" y="5505"/>
                  </a:cubicBezTo>
                  <a:lnTo>
                    <a:pt x="6105" y="5505"/>
                  </a:lnTo>
                  <a:cubicBezTo>
                    <a:pt x="4504" y="5505"/>
                    <a:pt x="3036" y="4804"/>
                    <a:pt x="2035" y="3536"/>
                  </a:cubicBezTo>
                  <a:cubicBezTo>
                    <a:pt x="1501" y="2836"/>
                    <a:pt x="1068" y="2102"/>
                    <a:pt x="734" y="1268"/>
                  </a:cubicBezTo>
                  <a:cubicBezTo>
                    <a:pt x="701" y="1168"/>
                    <a:pt x="668" y="1068"/>
                    <a:pt x="634" y="968"/>
                  </a:cubicBezTo>
                  <a:cubicBezTo>
                    <a:pt x="534" y="668"/>
                    <a:pt x="434" y="334"/>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73"/>
            <p:cNvSpPr/>
            <p:nvPr/>
          </p:nvSpPr>
          <p:spPr>
            <a:xfrm>
              <a:off x="6203775" y="772650"/>
              <a:ext cx="423650" cy="307750"/>
            </a:xfrm>
            <a:custGeom>
              <a:avLst/>
              <a:gdLst/>
              <a:ahLst/>
              <a:cxnLst/>
              <a:rect l="l" t="t" r="r" b="b"/>
              <a:pathLst>
                <a:path w="16946" h="12310" extrusionOk="0">
                  <a:moveTo>
                    <a:pt x="3403" y="1"/>
                  </a:moveTo>
                  <a:cubicBezTo>
                    <a:pt x="2702" y="1"/>
                    <a:pt x="2035" y="234"/>
                    <a:pt x="1468" y="601"/>
                  </a:cubicBezTo>
                  <a:cubicBezTo>
                    <a:pt x="1301" y="701"/>
                    <a:pt x="1168" y="835"/>
                    <a:pt x="1034" y="968"/>
                  </a:cubicBezTo>
                  <a:cubicBezTo>
                    <a:pt x="401" y="1569"/>
                    <a:pt x="0" y="2436"/>
                    <a:pt x="0" y="3403"/>
                  </a:cubicBezTo>
                  <a:lnTo>
                    <a:pt x="0" y="3904"/>
                  </a:lnTo>
                  <a:lnTo>
                    <a:pt x="0" y="4271"/>
                  </a:lnTo>
                  <a:lnTo>
                    <a:pt x="0" y="6105"/>
                  </a:lnTo>
                  <a:lnTo>
                    <a:pt x="0" y="6472"/>
                  </a:lnTo>
                  <a:lnTo>
                    <a:pt x="0" y="7039"/>
                  </a:lnTo>
                  <a:lnTo>
                    <a:pt x="0" y="7139"/>
                  </a:lnTo>
                  <a:lnTo>
                    <a:pt x="0" y="8307"/>
                  </a:lnTo>
                  <a:lnTo>
                    <a:pt x="0" y="8674"/>
                  </a:lnTo>
                  <a:lnTo>
                    <a:pt x="0" y="12310"/>
                  </a:lnTo>
                  <a:lnTo>
                    <a:pt x="367" y="12310"/>
                  </a:lnTo>
                  <a:lnTo>
                    <a:pt x="367" y="10308"/>
                  </a:lnTo>
                  <a:lnTo>
                    <a:pt x="300" y="10342"/>
                  </a:lnTo>
                  <a:lnTo>
                    <a:pt x="267" y="10242"/>
                  </a:lnTo>
                  <a:lnTo>
                    <a:pt x="367" y="10208"/>
                  </a:lnTo>
                  <a:lnTo>
                    <a:pt x="367" y="9775"/>
                  </a:lnTo>
                  <a:lnTo>
                    <a:pt x="267" y="9841"/>
                  </a:lnTo>
                  <a:lnTo>
                    <a:pt x="100" y="9508"/>
                  </a:lnTo>
                  <a:cubicBezTo>
                    <a:pt x="167" y="9474"/>
                    <a:pt x="267" y="9408"/>
                    <a:pt x="367" y="9374"/>
                  </a:cubicBezTo>
                  <a:lnTo>
                    <a:pt x="367" y="3403"/>
                  </a:lnTo>
                  <a:cubicBezTo>
                    <a:pt x="367" y="1736"/>
                    <a:pt x="1735" y="368"/>
                    <a:pt x="3403" y="368"/>
                  </a:cubicBezTo>
                  <a:lnTo>
                    <a:pt x="7973" y="368"/>
                  </a:lnTo>
                  <a:lnTo>
                    <a:pt x="7973" y="168"/>
                  </a:lnTo>
                  <a:lnTo>
                    <a:pt x="8340" y="168"/>
                  </a:lnTo>
                  <a:lnTo>
                    <a:pt x="8340" y="368"/>
                  </a:lnTo>
                  <a:lnTo>
                    <a:pt x="8640" y="368"/>
                  </a:lnTo>
                  <a:lnTo>
                    <a:pt x="8640" y="168"/>
                  </a:lnTo>
                  <a:lnTo>
                    <a:pt x="8973" y="168"/>
                  </a:lnTo>
                  <a:lnTo>
                    <a:pt x="8973" y="368"/>
                  </a:lnTo>
                  <a:lnTo>
                    <a:pt x="13543" y="368"/>
                  </a:lnTo>
                  <a:cubicBezTo>
                    <a:pt x="15211" y="368"/>
                    <a:pt x="16612" y="1736"/>
                    <a:pt x="16612" y="3403"/>
                  </a:cubicBezTo>
                  <a:lnTo>
                    <a:pt x="16612" y="9374"/>
                  </a:lnTo>
                  <a:cubicBezTo>
                    <a:pt x="16679" y="9441"/>
                    <a:pt x="16779" y="9474"/>
                    <a:pt x="16879" y="9541"/>
                  </a:cubicBezTo>
                  <a:lnTo>
                    <a:pt x="16679" y="9841"/>
                  </a:lnTo>
                  <a:lnTo>
                    <a:pt x="16612" y="9808"/>
                  </a:lnTo>
                  <a:lnTo>
                    <a:pt x="16612" y="10208"/>
                  </a:lnTo>
                  <a:lnTo>
                    <a:pt x="16712" y="10275"/>
                  </a:lnTo>
                  <a:lnTo>
                    <a:pt x="16645" y="10342"/>
                  </a:lnTo>
                  <a:lnTo>
                    <a:pt x="16612" y="10308"/>
                  </a:lnTo>
                  <a:lnTo>
                    <a:pt x="16612" y="12310"/>
                  </a:lnTo>
                  <a:lnTo>
                    <a:pt x="16946" y="12310"/>
                  </a:lnTo>
                  <a:lnTo>
                    <a:pt x="16946" y="8707"/>
                  </a:lnTo>
                  <a:lnTo>
                    <a:pt x="16946" y="8340"/>
                  </a:lnTo>
                  <a:lnTo>
                    <a:pt x="16946" y="7139"/>
                  </a:lnTo>
                  <a:lnTo>
                    <a:pt x="16946" y="7039"/>
                  </a:lnTo>
                  <a:lnTo>
                    <a:pt x="16946" y="6472"/>
                  </a:lnTo>
                  <a:lnTo>
                    <a:pt x="16946" y="6105"/>
                  </a:lnTo>
                  <a:lnTo>
                    <a:pt x="16946" y="4271"/>
                  </a:lnTo>
                  <a:lnTo>
                    <a:pt x="16946" y="3904"/>
                  </a:lnTo>
                  <a:lnTo>
                    <a:pt x="16946" y="3403"/>
                  </a:lnTo>
                  <a:cubicBezTo>
                    <a:pt x="16946" y="2436"/>
                    <a:pt x="16545" y="1569"/>
                    <a:pt x="15912" y="968"/>
                  </a:cubicBezTo>
                  <a:cubicBezTo>
                    <a:pt x="15778" y="835"/>
                    <a:pt x="15645" y="701"/>
                    <a:pt x="15478" y="601"/>
                  </a:cubicBezTo>
                  <a:cubicBezTo>
                    <a:pt x="14944" y="234"/>
                    <a:pt x="14277" y="1"/>
                    <a:pt x="13543" y="1"/>
                  </a:cubicBezTo>
                  <a:lnTo>
                    <a:pt x="8540" y="1"/>
                  </a:lnTo>
                  <a:lnTo>
                    <a:pt x="8540" y="201"/>
                  </a:lnTo>
                  <a:lnTo>
                    <a:pt x="8473" y="201"/>
                  </a:lnTo>
                  <a:lnTo>
                    <a:pt x="84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73"/>
            <p:cNvSpPr/>
            <p:nvPr/>
          </p:nvSpPr>
          <p:spPr>
            <a:xfrm>
              <a:off x="6206275" y="776825"/>
              <a:ext cx="206000" cy="241875"/>
            </a:xfrm>
            <a:custGeom>
              <a:avLst/>
              <a:gdLst/>
              <a:ahLst/>
              <a:cxnLst/>
              <a:rect l="l" t="t" r="r" b="b"/>
              <a:pathLst>
                <a:path w="8240" h="9675" extrusionOk="0">
                  <a:moveTo>
                    <a:pt x="7873" y="1"/>
                  </a:moveTo>
                  <a:lnTo>
                    <a:pt x="7873" y="201"/>
                  </a:lnTo>
                  <a:lnTo>
                    <a:pt x="7873" y="5071"/>
                  </a:lnTo>
                  <a:lnTo>
                    <a:pt x="8039" y="5071"/>
                  </a:lnTo>
                  <a:lnTo>
                    <a:pt x="8073" y="5238"/>
                  </a:lnTo>
                  <a:cubicBezTo>
                    <a:pt x="8006" y="5238"/>
                    <a:pt x="7939" y="5238"/>
                    <a:pt x="7873" y="5271"/>
                  </a:cubicBezTo>
                  <a:lnTo>
                    <a:pt x="7873" y="6706"/>
                  </a:lnTo>
                  <a:cubicBezTo>
                    <a:pt x="7873" y="7072"/>
                    <a:pt x="7572" y="7406"/>
                    <a:pt x="7172" y="7406"/>
                  </a:cubicBezTo>
                  <a:cubicBezTo>
                    <a:pt x="6638" y="7439"/>
                    <a:pt x="6138" y="7506"/>
                    <a:pt x="5604" y="7573"/>
                  </a:cubicBezTo>
                  <a:cubicBezTo>
                    <a:pt x="5604" y="7606"/>
                    <a:pt x="5604" y="7673"/>
                    <a:pt x="5604" y="7706"/>
                  </a:cubicBezTo>
                  <a:lnTo>
                    <a:pt x="5404" y="7673"/>
                  </a:lnTo>
                  <a:cubicBezTo>
                    <a:pt x="5438" y="7640"/>
                    <a:pt x="5438" y="7606"/>
                    <a:pt x="5438" y="7606"/>
                  </a:cubicBezTo>
                  <a:lnTo>
                    <a:pt x="5438" y="7606"/>
                  </a:lnTo>
                  <a:cubicBezTo>
                    <a:pt x="5104" y="7640"/>
                    <a:pt x="4737" y="7706"/>
                    <a:pt x="4403" y="7773"/>
                  </a:cubicBezTo>
                  <a:cubicBezTo>
                    <a:pt x="2836" y="8073"/>
                    <a:pt x="1435" y="8574"/>
                    <a:pt x="267" y="9207"/>
                  </a:cubicBezTo>
                  <a:cubicBezTo>
                    <a:pt x="167" y="9241"/>
                    <a:pt x="100" y="9307"/>
                    <a:pt x="0" y="9341"/>
                  </a:cubicBezTo>
                  <a:lnTo>
                    <a:pt x="200" y="9674"/>
                  </a:lnTo>
                  <a:lnTo>
                    <a:pt x="267" y="9608"/>
                  </a:lnTo>
                  <a:cubicBezTo>
                    <a:pt x="1401" y="8940"/>
                    <a:pt x="2869" y="8440"/>
                    <a:pt x="4504" y="8107"/>
                  </a:cubicBezTo>
                  <a:cubicBezTo>
                    <a:pt x="5337" y="7940"/>
                    <a:pt x="6238" y="7840"/>
                    <a:pt x="7205" y="7773"/>
                  </a:cubicBezTo>
                  <a:cubicBezTo>
                    <a:pt x="7773" y="7773"/>
                    <a:pt x="8240" y="7273"/>
                    <a:pt x="8240" y="6706"/>
                  </a:cubicBezTo>
                  <a:lnTo>
                    <a:pt x="8240" y="201"/>
                  </a:lnTo>
                  <a:lnTo>
                    <a:pt x="8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73"/>
            <p:cNvSpPr/>
            <p:nvPr/>
          </p:nvSpPr>
          <p:spPr>
            <a:xfrm>
              <a:off x="6419750" y="776825"/>
              <a:ext cx="206000" cy="241875"/>
            </a:xfrm>
            <a:custGeom>
              <a:avLst/>
              <a:gdLst/>
              <a:ahLst/>
              <a:cxnLst/>
              <a:rect l="l" t="t" r="r" b="b"/>
              <a:pathLst>
                <a:path w="8240" h="9675" extrusionOk="0">
                  <a:moveTo>
                    <a:pt x="1" y="1"/>
                  </a:moveTo>
                  <a:lnTo>
                    <a:pt x="1" y="201"/>
                  </a:lnTo>
                  <a:lnTo>
                    <a:pt x="1" y="6706"/>
                  </a:lnTo>
                  <a:cubicBezTo>
                    <a:pt x="1" y="7273"/>
                    <a:pt x="434" y="7773"/>
                    <a:pt x="1035" y="7773"/>
                  </a:cubicBezTo>
                  <a:cubicBezTo>
                    <a:pt x="1969" y="7840"/>
                    <a:pt x="2903" y="7940"/>
                    <a:pt x="3737" y="8140"/>
                  </a:cubicBezTo>
                  <a:cubicBezTo>
                    <a:pt x="5371" y="8440"/>
                    <a:pt x="6806" y="8974"/>
                    <a:pt x="7973" y="9608"/>
                  </a:cubicBezTo>
                  <a:lnTo>
                    <a:pt x="8040" y="9674"/>
                  </a:lnTo>
                  <a:lnTo>
                    <a:pt x="8240" y="9374"/>
                  </a:lnTo>
                  <a:cubicBezTo>
                    <a:pt x="8140" y="9307"/>
                    <a:pt x="8040" y="9274"/>
                    <a:pt x="7973" y="9207"/>
                  </a:cubicBezTo>
                  <a:cubicBezTo>
                    <a:pt x="6806" y="8574"/>
                    <a:pt x="5405" y="8073"/>
                    <a:pt x="3803" y="7773"/>
                  </a:cubicBezTo>
                  <a:cubicBezTo>
                    <a:pt x="3503" y="7706"/>
                    <a:pt x="3136" y="7640"/>
                    <a:pt x="2803" y="7606"/>
                  </a:cubicBezTo>
                  <a:cubicBezTo>
                    <a:pt x="2803" y="7640"/>
                    <a:pt x="2803" y="7673"/>
                    <a:pt x="2803" y="7706"/>
                  </a:cubicBezTo>
                  <a:lnTo>
                    <a:pt x="2636" y="7740"/>
                  </a:lnTo>
                  <a:cubicBezTo>
                    <a:pt x="2636" y="7673"/>
                    <a:pt x="2603" y="7640"/>
                    <a:pt x="2603" y="7573"/>
                  </a:cubicBezTo>
                  <a:cubicBezTo>
                    <a:pt x="2102" y="7506"/>
                    <a:pt x="1569" y="7439"/>
                    <a:pt x="1035" y="7439"/>
                  </a:cubicBezTo>
                  <a:cubicBezTo>
                    <a:pt x="668" y="7406"/>
                    <a:pt x="368" y="7072"/>
                    <a:pt x="368" y="6706"/>
                  </a:cubicBezTo>
                  <a:lnTo>
                    <a:pt x="368" y="5271"/>
                  </a:lnTo>
                  <a:cubicBezTo>
                    <a:pt x="334" y="5271"/>
                    <a:pt x="268" y="5271"/>
                    <a:pt x="234" y="5238"/>
                  </a:cubicBezTo>
                  <a:lnTo>
                    <a:pt x="268" y="5071"/>
                  </a:lnTo>
                  <a:cubicBezTo>
                    <a:pt x="301" y="5071"/>
                    <a:pt x="334" y="5071"/>
                    <a:pt x="368" y="5104"/>
                  </a:cubicBezTo>
                  <a:lnTo>
                    <a:pt x="368" y="201"/>
                  </a:lnTo>
                  <a:lnTo>
                    <a:pt x="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73"/>
            <p:cNvSpPr/>
            <p:nvPr/>
          </p:nvSpPr>
          <p:spPr>
            <a:xfrm>
              <a:off x="6267150" y="1212975"/>
              <a:ext cx="45875" cy="45900"/>
            </a:xfrm>
            <a:custGeom>
              <a:avLst/>
              <a:gdLst/>
              <a:ahLst/>
              <a:cxnLst/>
              <a:rect l="l" t="t" r="r" b="b"/>
              <a:pathLst>
                <a:path w="1835" h="1836" extrusionOk="0">
                  <a:moveTo>
                    <a:pt x="934" y="1"/>
                  </a:moveTo>
                  <a:lnTo>
                    <a:pt x="167" y="734"/>
                  </a:lnTo>
                  <a:cubicBezTo>
                    <a:pt x="67" y="868"/>
                    <a:pt x="0" y="1035"/>
                    <a:pt x="0" y="1201"/>
                  </a:cubicBezTo>
                  <a:cubicBezTo>
                    <a:pt x="0" y="1368"/>
                    <a:pt x="67" y="1535"/>
                    <a:pt x="167" y="1635"/>
                  </a:cubicBezTo>
                  <a:cubicBezTo>
                    <a:pt x="301" y="1769"/>
                    <a:pt x="467" y="1835"/>
                    <a:pt x="634" y="1835"/>
                  </a:cubicBezTo>
                  <a:cubicBezTo>
                    <a:pt x="801" y="1835"/>
                    <a:pt x="934" y="1769"/>
                    <a:pt x="1068" y="1635"/>
                  </a:cubicBezTo>
                  <a:lnTo>
                    <a:pt x="1835" y="868"/>
                  </a:lnTo>
                  <a:cubicBezTo>
                    <a:pt x="1735" y="801"/>
                    <a:pt x="1668" y="701"/>
                    <a:pt x="1568" y="634"/>
                  </a:cubicBezTo>
                  <a:lnTo>
                    <a:pt x="801" y="1368"/>
                  </a:lnTo>
                  <a:cubicBezTo>
                    <a:pt x="751" y="1418"/>
                    <a:pt x="684" y="1443"/>
                    <a:pt x="617" y="1443"/>
                  </a:cubicBezTo>
                  <a:cubicBezTo>
                    <a:pt x="551" y="1443"/>
                    <a:pt x="484" y="1418"/>
                    <a:pt x="434" y="1368"/>
                  </a:cubicBezTo>
                  <a:cubicBezTo>
                    <a:pt x="401" y="1335"/>
                    <a:pt x="367" y="1268"/>
                    <a:pt x="367" y="1201"/>
                  </a:cubicBezTo>
                  <a:cubicBezTo>
                    <a:pt x="367" y="1135"/>
                    <a:pt x="401" y="1068"/>
                    <a:pt x="434" y="1001"/>
                  </a:cubicBezTo>
                  <a:lnTo>
                    <a:pt x="1168" y="267"/>
                  </a:lnTo>
                  <a:cubicBezTo>
                    <a:pt x="1101" y="167"/>
                    <a:pt x="1001" y="101"/>
                    <a:pt x="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73"/>
            <p:cNvSpPr/>
            <p:nvPr/>
          </p:nvSpPr>
          <p:spPr>
            <a:xfrm>
              <a:off x="6518150" y="1212975"/>
              <a:ext cx="46725" cy="45900"/>
            </a:xfrm>
            <a:custGeom>
              <a:avLst/>
              <a:gdLst/>
              <a:ahLst/>
              <a:cxnLst/>
              <a:rect l="l" t="t" r="r" b="b"/>
              <a:pathLst>
                <a:path w="1869" h="1836" extrusionOk="0">
                  <a:moveTo>
                    <a:pt x="935" y="1"/>
                  </a:moveTo>
                  <a:cubicBezTo>
                    <a:pt x="835" y="101"/>
                    <a:pt x="768" y="201"/>
                    <a:pt x="668" y="267"/>
                  </a:cubicBezTo>
                  <a:lnTo>
                    <a:pt x="1435" y="1035"/>
                  </a:lnTo>
                  <a:cubicBezTo>
                    <a:pt x="1469" y="1068"/>
                    <a:pt x="1502" y="1135"/>
                    <a:pt x="1502" y="1201"/>
                  </a:cubicBezTo>
                  <a:cubicBezTo>
                    <a:pt x="1502" y="1268"/>
                    <a:pt x="1469" y="1335"/>
                    <a:pt x="1435" y="1402"/>
                  </a:cubicBezTo>
                  <a:cubicBezTo>
                    <a:pt x="1369" y="1435"/>
                    <a:pt x="1302" y="1468"/>
                    <a:pt x="1235" y="1468"/>
                  </a:cubicBezTo>
                  <a:cubicBezTo>
                    <a:pt x="1168" y="1468"/>
                    <a:pt x="1102" y="1435"/>
                    <a:pt x="1035" y="1402"/>
                  </a:cubicBezTo>
                  <a:lnTo>
                    <a:pt x="301" y="634"/>
                  </a:lnTo>
                  <a:cubicBezTo>
                    <a:pt x="201" y="734"/>
                    <a:pt x="101" y="801"/>
                    <a:pt x="1" y="868"/>
                  </a:cubicBezTo>
                  <a:lnTo>
                    <a:pt x="801" y="1668"/>
                  </a:lnTo>
                  <a:cubicBezTo>
                    <a:pt x="902" y="1769"/>
                    <a:pt x="1068" y="1835"/>
                    <a:pt x="1235" y="1835"/>
                  </a:cubicBezTo>
                  <a:cubicBezTo>
                    <a:pt x="1402" y="1835"/>
                    <a:pt x="1569" y="1769"/>
                    <a:pt x="1669" y="1635"/>
                  </a:cubicBezTo>
                  <a:cubicBezTo>
                    <a:pt x="1802" y="1535"/>
                    <a:pt x="1869" y="1368"/>
                    <a:pt x="1869" y="1201"/>
                  </a:cubicBezTo>
                  <a:cubicBezTo>
                    <a:pt x="1869" y="1035"/>
                    <a:pt x="1802" y="868"/>
                    <a:pt x="1669" y="768"/>
                  </a:cubicBezTo>
                  <a:lnTo>
                    <a:pt x="9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73"/>
            <p:cNvSpPr/>
            <p:nvPr/>
          </p:nvSpPr>
          <p:spPr>
            <a:xfrm>
              <a:off x="6252975" y="1011175"/>
              <a:ext cx="325250" cy="70900"/>
            </a:xfrm>
            <a:custGeom>
              <a:avLst/>
              <a:gdLst/>
              <a:ahLst/>
              <a:cxnLst/>
              <a:rect l="l" t="t" r="r" b="b"/>
              <a:pathLst>
                <a:path w="13010" h="2836" extrusionOk="0">
                  <a:moveTo>
                    <a:pt x="3336" y="0"/>
                  </a:moveTo>
                  <a:cubicBezTo>
                    <a:pt x="2269" y="0"/>
                    <a:pt x="1301" y="500"/>
                    <a:pt x="701" y="1301"/>
                  </a:cubicBezTo>
                  <a:lnTo>
                    <a:pt x="634" y="1368"/>
                  </a:lnTo>
                  <a:cubicBezTo>
                    <a:pt x="334" y="1801"/>
                    <a:pt x="100" y="2302"/>
                    <a:pt x="0" y="2835"/>
                  </a:cubicBezTo>
                  <a:lnTo>
                    <a:pt x="367" y="2835"/>
                  </a:lnTo>
                  <a:cubicBezTo>
                    <a:pt x="634" y="1434"/>
                    <a:pt x="1868" y="367"/>
                    <a:pt x="3336" y="367"/>
                  </a:cubicBezTo>
                  <a:lnTo>
                    <a:pt x="9674" y="367"/>
                  </a:lnTo>
                  <a:cubicBezTo>
                    <a:pt x="11142" y="367"/>
                    <a:pt x="12409" y="1434"/>
                    <a:pt x="12643" y="2835"/>
                  </a:cubicBezTo>
                  <a:lnTo>
                    <a:pt x="13010" y="2835"/>
                  </a:lnTo>
                  <a:cubicBezTo>
                    <a:pt x="12910" y="2302"/>
                    <a:pt x="12709" y="1801"/>
                    <a:pt x="12376" y="1368"/>
                  </a:cubicBezTo>
                  <a:lnTo>
                    <a:pt x="12342" y="1301"/>
                  </a:lnTo>
                  <a:cubicBezTo>
                    <a:pt x="11709" y="500"/>
                    <a:pt x="10741" y="0"/>
                    <a:pt x="9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73"/>
            <p:cNvSpPr/>
            <p:nvPr/>
          </p:nvSpPr>
          <p:spPr>
            <a:xfrm>
              <a:off x="6261300" y="1163775"/>
              <a:ext cx="308575" cy="102600"/>
            </a:xfrm>
            <a:custGeom>
              <a:avLst/>
              <a:gdLst/>
              <a:ahLst/>
              <a:cxnLst/>
              <a:rect l="l" t="t" r="r" b="b"/>
              <a:pathLst>
                <a:path w="12343" h="4104" extrusionOk="0">
                  <a:moveTo>
                    <a:pt x="401" y="1"/>
                  </a:moveTo>
                  <a:lnTo>
                    <a:pt x="1" y="34"/>
                  </a:lnTo>
                  <a:cubicBezTo>
                    <a:pt x="268" y="734"/>
                    <a:pt x="668" y="1402"/>
                    <a:pt x="1168" y="1969"/>
                  </a:cubicBezTo>
                  <a:cubicBezTo>
                    <a:pt x="1235" y="2069"/>
                    <a:pt x="1302" y="2169"/>
                    <a:pt x="1402" y="2235"/>
                  </a:cubicBezTo>
                  <a:cubicBezTo>
                    <a:pt x="1535" y="2369"/>
                    <a:pt x="1669" y="2502"/>
                    <a:pt x="1802" y="2602"/>
                  </a:cubicBezTo>
                  <a:cubicBezTo>
                    <a:pt x="1869" y="2669"/>
                    <a:pt x="1969" y="2769"/>
                    <a:pt x="2069" y="2836"/>
                  </a:cubicBezTo>
                  <a:cubicBezTo>
                    <a:pt x="3103" y="3636"/>
                    <a:pt x="4404" y="4103"/>
                    <a:pt x="5838" y="4103"/>
                  </a:cubicBezTo>
                  <a:lnTo>
                    <a:pt x="6506" y="4103"/>
                  </a:lnTo>
                  <a:cubicBezTo>
                    <a:pt x="7940" y="4103"/>
                    <a:pt x="9207" y="3636"/>
                    <a:pt x="10275" y="2836"/>
                  </a:cubicBezTo>
                  <a:cubicBezTo>
                    <a:pt x="10375" y="2769"/>
                    <a:pt x="10442" y="2669"/>
                    <a:pt x="10542" y="2602"/>
                  </a:cubicBezTo>
                  <a:cubicBezTo>
                    <a:pt x="10675" y="2502"/>
                    <a:pt x="10809" y="2369"/>
                    <a:pt x="10942" y="2235"/>
                  </a:cubicBezTo>
                  <a:cubicBezTo>
                    <a:pt x="11009" y="2169"/>
                    <a:pt x="11109" y="2069"/>
                    <a:pt x="11176" y="1969"/>
                  </a:cubicBezTo>
                  <a:cubicBezTo>
                    <a:pt x="11676" y="1402"/>
                    <a:pt x="12076" y="734"/>
                    <a:pt x="12343" y="34"/>
                  </a:cubicBezTo>
                  <a:lnTo>
                    <a:pt x="11943" y="1"/>
                  </a:lnTo>
                  <a:cubicBezTo>
                    <a:pt x="11109" y="2202"/>
                    <a:pt x="9007" y="3737"/>
                    <a:pt x="6539" y="3737"/>
                  </a:cubicBezTo>
                  <a:lnTo>
                    <a:pt x="6239" y="3737"/>
                  </a:lnTo>
                  <a:lnTo>
                    <a:pt x="6239" y="3903"/>
                  </a:lnTo>
                  <a:lnTo>
                    <a:pt x="6139" y="3903"/>
                  </a:lnTo>
                  <a:lnTo>
                    <a:pt x="6139" y="3737"/>
                  </a:lnTo>
                  <a:lnTo>
                    <a:pt x="5838" y="3737"/>
                  </a:lnTo>
                  <a:cubicBezTo>
                    <a:pt x="3337" y="3737"/>
                    <a:pt x="1235" y="2202"/>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73"/>
            <p:cNvSpPr/>
            <p:nvPr/>
          </p:nvSpPr>
          <p:spPr>
            <a:xfrm>
              <a:off x="6300500" y="1037850"/>
              <a:ext cx="231025" cy="48400"/>
            </a:xfrm>
            <a:custGeom>
              <a:avLst/>
              <a:gdLst/>
              <a:ahLst/>
              <a:cxnLst/>
              <a:rect l="l" t="t" r="r" b="b"/>
              <a:pathLst>
                <a:path w="9241" h="1936" extrusionOk="0">
                  <a:moveTo>
                    <a:pt x="2102" y="1"/>
                  </a:moveTo>
                  <a:cubicBezTo>
                    <a:pt x="1001" y="1"/>
                    <a:pt x="134" y="834"/>
                    <a:pt x="1" y="1869"/>
                  </a:cubicBezTo>
                  <a:cubicBezTo>
                    <a:pt x="34" y="1902"/>
                    <a:pt x="101" y="1902"/>
                    <a:pt x="167" y="1935"/>
                  </a:cubicBezTo>
                  <a:cubicBezTo>
                    <a:pt x="268" y="968"/>
                    <a:pt x="1101" y="201"/>
                    <a:pt x="2102" y="201"/>
                  </a:cubicBezTo>
                  <a:lnTo>
                    <a:pt x="7106" y="201"/>
                  </a:lnTo>
                  <a:cubicBezTo>
                    <a:pt x="8140" y="201"/>
                    <a:pt x="8940" y="968"/>
                    <a:pt x="9040" y="1935"/>
                  </a:cubicBezTo>
                  <a:cubicBezTo>
                    <a:pt x="9107" y="1902"/>
                    <a:pt x="9174" y="1902"/>
                    <a:pt x="9241" y="1869"/>
                  </a:cubicBezTo>
                  <a:cubicBezTo>
                    <a:pt x="9107" y="834"/>
                    <a:pt x="8207" y="1"/>
                    <a:pt x="7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73"/>
            <p:cNvSpPr/>
            <p:nvPr/>
          </p:nvSpPr>
          <p:spPr>
            <a:xfrm>
              <a:off x="6308850" y="1156275"/>
              <a:ext cx="213500" cy="50050"/>
            </a:xfrm>
            <a:custGeom>
              <a:avLst/>
              <a:gdLst/>
              <a:ahLst/>
              <a:cxnLst/>
              <a:rect l="l" t="t" r="r" b="b"/>
              <a:pathLst>
                <a:path w="8540" h="2002" extrusionOk="0">
                  <a:moveTo>
                    <a:pt x="167" y="0"/>
                  </a:moveTo>
                  <a:cubicBezTo>
                    <a:pt x="134" y="34"/>
                    <a:pt x="67" y="67"/>
                    <a:pt x="0" y="100"/>
                  </a:cubicBezTo>
                  <a:cubicBezTo>
                    <a:pt x="567" y="1235"/>
                    <a:pt x="1768" y="2002"/>
                    <a:pt x="3136" y="2002"/>
                  </a:cubicBezTo>
                  <a:lnTo>
                    <a:pt x="4237" y="2002"/>
                  </a:lnTo>
                  <a:lnTo>
                    <a:pt x="4237" y="1902"/>
                  </a:lnTo>
                  <a:lnTo>
                    <a:pt x="4337" y="1902"/>
                  </a:lnTo>
                  <a:lnTo>
                    <a:pt x="4337" y="2002"/>
                  </a:lnTo>
                  <a:lnTo>
                    <a:pt x="5437" y="2002"/>
                  </a:lnTo>
                  <a:cubicBezTo>
                    <a:pt x="6805" y="2002"/>
                    <a:pt x="7973" y="1235"/>
                    <a:pt x="8540" y="100"/>
                  </a:cubicBezTo>
                  <a:cubicBezTo>
                    <a:pt x="8506" y="67"/>
                    <a:pt x="8440" y="34"/>
                    <a:pt x="8406" y="0"/>
                  </a:cubicBezTo>
                  <a:cubicBezTo>
                    <a:pt x="7839" y="1068"/>
                    <a:pt x="6738" y="1835"/>
                    <a:pt x="5437" y="1835"/>
                  </a:cubicBezTo>
                  <a:lnTo>
                    <a:pt x="3136" y="1835"/>
                  </a:lnTo>
                  <a:cubicBezTo>
                    <a:pt x="1835" y="1835"/>
                    <a:pt x="701" y="1068"/>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73"/>
            <p:cNvSpPr/>
            <p:nvPr/>
          </p:nvSpPr>
          <p:spPr>
            <a:xfrm>
              <a:off x="6386400" y="419900"/>
              <a:ext cx="58400" cy="57575"/>
            </a:xfrm>
            <a:custGeom>
              <a:avLst/>
              <a:gdLst/>
              <a:ahLst/>
              <a:cxnLst/>
              <a:rect l="l" t="t" r="r" b="b"/>
              <a:pathLst>
                <a:path w="2336" h="2303" extrusionOk="0">
                  <a:moveTo>
                    <a:pt x="1168" y="368"/>
                  </a:moveTo>
                  <a:cubicBezTo>
                    <a:pt x="1602" y="368"/>
                    <a:pt x="1969" y="735"/>
                    <a:pt x="1969" y="1168"/>
                  </a:cubicBezTo>
                  <a:cubicBezTo>
                    <a:pt x="1969" y="1602"/>
                    <a:pt x="1602" y="1936"/>
                    <a:pt x="1168" y="1936"/>
                  </a:cubicBezTo>
                  <a:cubicBezTo>
                    <a:pt x="734" y="1936"/>
                    <a:pt x="367" y="1602"/>
                    <a:pt x="367" y="1168"/>
                  </a:cubicBezTo>
                  <a:cubicBezTo>
                    <a:pt x="367" y="735"/>
                    <a:pt x="734" y="368"/>
                    <a:pt x="1168" y="368"/>
                  </a:cubicBezTo>
                  <a:close/>
                  <a:moveTo>
                    <a:pt x="1168" y="1"/>
                  </a:moveTo>
                  <a:cubicBezTo>
                    <a:pt x="534" y="1"/>
                    <a:pt x="0" y="535"/>
                    <a:pt x="0" y="1168"/>
                  </a:cubicBezTo>
                  <a:cubicBezTo>
                    <a:pt x="0" y="1635"/>
                    <a:pt x="301" y="2036"/>
                    <a:pt x="734" y="2236"/>
                  </a:cubicBezTo>
                  <a:cubicBezTo>
                    <a:pt x="834" y="2269"/>
                    <a:pt x="968" y="2303"/>
                    <a:pt x="1101" y="2303"/>
                  </a:cubicBezTo>
                  <a:lnTo>
                    <a:pt x="1168" y="2303"/>
                  </a:lnTo>
                  <a:lnTo>
                    <a:pt x="1168" y="2169"/>
                  </a:lnTo>
                  <a:lnTo>
                    <a:pt x="1235" y="2169"/>
                  </a:lnTo>
                  <a:lnTo>
                    <a:pt x="1235" y="2303"/>
                  </a:lnTo>
                  <a:lnTo>
                    <a:pt x="1268" y="2303"/>
                  </a:lnTo>
                  <a:cubicBezTo>
                    <a:pt x="1368" y="2303"/>
                    <a:pt x="1502" y="2269"/>
                    <a:pt x="1602" y="2236"/>
                  </a:cubicBezTo>
                  <a:cubicBezTo>
                    <a:pt x="2035" y="2036"/>
                    <a:pt x="2335" y="1635"/>
                    <a:pt x="2335" y="1168"/>
                  </a:cubicBezTo>
                  <a:cubicBezTo>
                    <a:pt x="2335" y="535"/>
                    <a:pt x="1802"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73"/>
            <p:cNvSpPr/>
            <p:nvPr/>
          </p:nvSpPr>
          <p:spPr>
            <a:xfrm>
              <a:off x="6484800" y="1104575"/>
              <a:ext cx="21700" cy="9200"/>
            </a:xfrm>
            <a:custGeom>
              <a:avLst/>
              <a:gdLst/>
              <a:ahLst/>
              <a:cxnLst/>
              <a:rect l="l" t="t" r="r" b="b"/>
              <a:pathLst>
                <a:path w="868" h="368" extrusionOk="0">
                  <a:moveTo>
                    <a:pt x="1" y="0"/>
                  </a:moveTo>
                  <a:cubicBezTo>
                    <a:pt x="34" y="100"/>
                    <a:pt x="67" y="234"/>
                    <a:pt x="101" y="367"/>
                  </a:cubicBezTo>
                  <a:lnTo>
                    <a:pt x="734" y="367"/>
                  </a:lnTo>
                  <a:cubicBezTo>
                    <a:pt x="768" y="234"/>
                    <a:pt x="801" y="10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73"/>
            <p:cNvSpPr/>
            <p:nvPr/>
          </p:nvSpPr>
          <p:spPr>
            <a:xfrm>
              <a:off x="6486475" y="1126250"/>
              <a:ext cx="16700" cy="9200"/>
            </a:xfrm>
            <a:custGeom>
              <a:avLst/>
              <a:gdLst/>
              <a:ahLst/>
              <a:cxnLst/>
              <a:rect l="l" t="t" r="r" b="b"/>
              <a:pathLst>
                <a:path w="668" h="368" extrusionOk="0">
                  <a:moveTo>
                    <a:pt x="34" y="0"/>
                  </a:moveTo>
                  <a:cubicBezTo>
                    <a:pt x="34" y="134"/>
                    <a:pt x="34" y="267"/>
                    <a:pt x="0" y="367"/>
                  </a:cubicBezTo>
                  <a:lnTo>
                    <a:pt x="667" y="367"/>
                  </a:lnTo>
                  <a:cubicBezTo>
                    <a:pt x="634" y="267"/>
                    <a:pt x="634" y="134"/>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73"/>
            <p:cNvSpPr/>
            <p:nvPr/>
          </p:nvSpPr>
          <p:spPr>
            <a:xfrm>
              <a:off x="6328025" y="1126250"/>
              <a:ext cx="16700" cy="9200"/>
            </a:xfrm>
            <a:custGeom>
              <a:avLst/>
              <a:gdLst/>
              <a:ahLst/>
              <a:cxnLst/>
              <a:rect l="l" t="t" r="r" b="b"/>
              <a:pathLst>
                <a:path w="668" h="368" extrusionOk="0">
                  <a:moveTo>
                    <a:pt x="67" y="0"/>
                  </a:moveTo>
                  <a:cubicBezTo>
                    <a:pt x="67" y="134"/>
                    <a:pt x="34" y="267"/>
                    <a:pt x="0" y="367"/>
                  </a:cubicBezTo>
                  <a:lnTo>
                    <a:pt x="668" y="367"/>
                  </a:lnTo>
                  <a:cubicBezTo>
                    <a:pt x="668" y="267"/>
                    <a:pt x="634" y="1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73"/>
            <p:cNvSpPr/>
            <p:nvPr/>
          </p:nvSpPr>
          <p:spPr>
            <a:xfrm>
              <a:off x="6325525" y="1104575"/>
              <a:ext cx="20875" cy="9200"/>
            </a:xfrm>
            <a:custGeom>
              <a:avLst/>
              <a:gdLst/>
              <a:ahLst/>
              <a:cxnLst/>
              <a:rect l="l" t="t" r="r" b="b"/>
              <a:pathLst>
                <a:path w="835" h="368" extrusionOk="0">
                  <a:moveTo>
                    <a:pt x="0" y="0"/>
                  </a:moveTo>
                  <a:cubicBezTo>
                    <a:pt x="34" y="100"/>
                    <a:pt x="100" y="234"/>
                    <a:pt x="134" y="367"/>
                  </a:cubicBezTo>
                  <a:lnTo>
                    <a:pt x="768" y="367"/>
                  </a:lnTo>
                  <a:cubicBezTo>
                    <a:pt x="768" y="234"/>
                    <a:pt x="801" y="100"/>
                    <a:pt x="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73"/>
            <p:cNvSpPr/>
            <p:nvPr/>
          </p:nvSpPr>
          <p:spPr>
            <a:xfrm>
              <a:off x="6343875" y="1051200"/>
              <a:ext cx="143450" cy="144300"/>
            </a:xfrm>
            <a:custGeom>
              <a:avLst/>
              <a:gdLst/>
              <a:ahLst/>
              <a:cxnLst/>
              <a:rect l="l" t="t" r="r" b="b"/>
              <a:pathLst>
                <a:path w="5738" h="5772" extrusionOk="0">
                  <a:moveTo>
                    <a:pt x="2869" y="367"/>
                  </a:moveTo>
                  <a:cubicBezTo>
                    <a:pt x="4270" y="367"/>
                    <a:pt x="5404" y="1501"/>
                    <a:pt x="5404" y="2902"/>
                  </a:cubicBezTo>
                  <a:cubicBezTo>
                    <a:pt x="5404" y="3570"/>
                    <a:pt x="5104" y="4170"/>
                    <a:pt x="4670" y="4637"/>
                  </a:cubicBezTo>
                  <a:lnTo>
                    <a:pt x="4804" y="4737"/>
                  </a:lnTo>
                  <a:lnTo>
                    <a:pt x="4737" y="4804"/>
                  </a:lnTo>
                  <a:lnTo>
                    <a:pt x="4637" y="4704"/>
                  </a:lnTo>
                  <a:cubicBezTo>
                    <a:pt x="4170" y="5137"/>
                    <a:pt x="3569" y="5404"/>
                    <a:pt x="2869" y="5404"/>
                  </a:cubicBezTo>
                  <a:cubicBezTo>
                    <a:pt x="2202" y="5404"/>
                    <a:pt x="1601" y="5137"/>
                    <a:pt x="1134" y="4704"/>
                  </a:cubicBezTo>
                  <a:lnTo>
                    <a:pt x="1034" y="4804"/>
                  </a:lnTo>
                  <a:lnTo>
                    <a:pt x="968" y="4737"/>
                  </a:lnTo>
                  <a:lnTo>
                    <a:pt x="1068" y="4637"/>
                  </a:lnTo>
                  <a:cubicBezTo>
                    <a:pt x="634" y="4170"/>
                    <a:pt x="367" y="3570"/>
                    <a:pt x="367" y="2869"/>
                  </a:cubicBezTo>
                  <a:cubicBezTo>
                    <a:pt x="367" y="1501"/>
                    <a:pt x="1501" y="367"/>
                    <a:pt x="2869" y="367"/>
                  </a:cubicBezTo>
                  <a:close/>
                  <a:moveTo>
                    <a:pt x="2869" y="0"/>
                  </a:moveTo>
                  <a:cubicBezTo>
                    <a:pt x="1568" y="0"/>
                    <a:pt x="434" y="901"/>
                    <a:pt x="100" y="2135"/>
                  </a:cubicBezTo>
                  <a:cubicBezTo>
                    <a:pt x="67" y="2235"/>
                    <a:pt x="34" y="2369"/>
                    <a:pt x="34" y="2502"/>
                  </a:cubicBezTo>
                  <a:cubicBezTo>
                    <a:pt x="0" y="2602"/>
                    <a:pt x="0" y="2736"/>
                    <a:pt x="0" y="2869"/>
                  </a:cubicBezTo>
                  <a:cubicBezTo>
                    <a:pt x="0" y="2936"/>
                    <a:pt x="0" y="2969"/>
                    <a:pt x="0" y="3002"/>
                  </a:cubicBezTo>
                  <a:cubicBezTo>
                    <a:pt x="0" y="3136"/>
                    <a:pt x="34" y="3269"/>
                    <a:pt x="34" y="3369"/>
                  </a:cubicBezTo>
                  <a:cubicBezTo>
                    <a:pt x="267" y="4737"/>
                    <a:pt x="1468" y="5771"/>
                    <a:pt x="2869" y="5771"/>
                  </a:cubicBezTo>
                  <a:cubicBezTo>
                    <a:pt x="4303" y="5771"/>
                    <a:pt x="5471" y="4737"/>
                    <a:pt x="5704" y="3369"/>
                  </a:cubicBezTo>
                  <a:cubicBezTo>
                    <a:pt x="5738" y="3236"/>
                    <a:pt x="5738" y="3136"/>
                    <a:pt x="5738" y="3002"/>
                  </a:cubicBezTo>
                  <a:cubicBezTo>
                    <a:pt x="5738" y="2969"/>
                    <a:pt x="5738" y="2936"/>
                    <a:pt x="5738" y="2869"/>
                  </a:cubicBezTo>
                  <a:cubicBezTo>
                    <a:pt x="5738" y="2736"/>
                    <a:pt x="5738" y="2602"/>
                    <a:pt x="5704" y="2502"/>
                  </a:cubicBezTo>
                  <a:cubicBezTo>
                    <a:pt x="5704" y="2369"/>
                    <a:pt x="5671" y="2235"/>
                    <a:pt x="5638" y="2135"/>
                  </a:cubicBezTo>
                  <a:cubicBezTo>
                    <a:pt x="5304" y="901"/>
                    <a:pt x="4203" y="0"/>
                    <a:pt x="2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73"/>
            <p:cNvSpPr/>
            <p:nvPr/>
          </p:nvSpPr>
          <p:spPr>
            <a:xfrm>
              <a:off x="5876025" y="1070375"/>
              <a:ext cx="453700" cy="105925"/>
            </a:xfrm>
            <a:custGeom>
              <a:avLst/>
              <a:gdLst/>
              <a:ahLst/>
              <a:cxnLst/>
              <a:rect l="l" t="t" r="r" b="b"/>
              <a:pathLst>
                <a:path w="18148" h="4237" extrusionOk="0">
                  <a:moveTo>
                    <a:pt x="5505" y="367"/>
                  </a:moveTo>
                  <a:lnTo>
                    <a:pt x="5505" y="467"/>
                  </a:lnTo>
                  <a:lnTo>
                    <a:pt x="16613" y="901"/>
                  </a:lnTo>
                  <a:cubicBezTo>
                    <a:pt x="17247" y="901"/>
                    <a:pt x="17747" y="1402"/>
                    <a:pt x="17780" y="2035"/>
                  </a:cubicBezTo>
                  <a:lnTo>
                    <a:pt x="17947" y="2035"/>
                  </a:lnTo>
                  <a:lnTo>
                    <a:pt x="17947" y="2202"/>
                  </a:lnTo>
                  <a:lnTo>
                    <a:pt x="17780" y="2202"/>
                  </a:lnTo>
                  <a:cubicBezTo>
                    <a:pt x="17747" y="2836"/>
                    <a:pt x="17247" y="3336"/>
                    <a:pt x="16613" y="3370"/>
                  </a:cubicBezTo>
                  <a:lnTo>
                    <a:pt x="2303" y="3903"/>
                  </a:lnTo>
                  <a:lnTo>
                    <a:pt x="2236" y="3903"/>
                  </a:lnTo>
                  <a:cubicBezTo>
                    <a:pt x="1936" y="3903"/>
                    <a:pt x="1635" y="3803"/>
                    <a:pt x="1369" y="3670"/>
                  </a:cubicBezTo>
                  <a:lnTo>
                    <a:pt x="902" y="3703"/>
                  </a:lnTo>
                  <a:lnTo>
                    <a:pt x="902" y="3503"/>
                  </a:lnTo>
                  <a:lnTo>
                    <a:pt x="1102" y="3503"/>
                  </a:lnTo>
                  <a:lnTo>
                    <a:pt x="1068" y="3470"/>
                  </a:lnTo>
                  <a:cubicBezTo>
                    <a:pt x="601" y="3103"/>
                    <a:pt x="368" y="2602"/>
                    <a:pt x="401" y="2035"/>
                  </a:cubicBezTo>
                  <a:cubicBezTo>
                    <a:pt x="401" y="1468"/>
                    <a:pt x="701" y="968"/>
                    <a:pt x="1168" y="668"/>
                  </a:cubicBezTo>
                  <a:cubicBezTo>
                    <a:pt x="1435" y="467"/>
                    <a:pt x="1769" y="367"/>
                    <a:pt x="2136" y="367"/>
                  </a:cubicBezTo>
                  <a:lnTo>
                    <a:pt x="5305" y="467"/>
                  </a:lnTo>
                  <a:lnTo>
                    <a:pt x="5305" y="367"/>
                  </a:lnTo>
                  <a:close/>
                  <a:moveTo>
                    <a:pt x="2136" y="0"/>
                  </a:moveTo>
                  <a:cubicBezTo>
                    <a:pt x="1735" y="0"/>
                    <a:pt x="1302" y="134"/>
                    <a:pt x="968" y="367"/>
                  </a:cubicBezTo>
                  <a:cubicBezTo>
                    <a:pt x="401" y="734"/>
                    <a:pt x="68" y="1335"/>
                    <a:pt x="34" y="2002"/>
                  </a:cubicBezTo>
                  <a:cubicBezTo>
                    <a:pt x="1" y="2702"/>
                    <a:pt x="301" y="3336"/>
                    <a:pt x="835" y="3737"/>
                  </a:cubicBezTo>
                  <a:lnTo>
                    <a:pt x="902" y="3803"/>
                  </a:lnTo>
                  <a:cubicBezTo>
                    <a:pt x="1302" y="4103"/>
                    <a:pt x="1769" y="4237"/>
                    <a:pt x="2236" y="4237"/>
                  </a:cubicBezTo>
                  <a:lnTo>
                    <a:pt x="9141" y="4003"/>
                  </a:lnTo>
                  <a:lnTo>
                    <a:pt x="9808" y="3970"/>
                  </a:lnTo>
                  <a:lnTo>
                    <a:pt x="10375" y="3937"/>
                  </a:lnTo>
                  <a:lnTo>
                    <a:pt x="10842" y="3937"/>
                  </a:lnTo>
                  <a:lnTo>
                    <a:pt x="11509" y="3903"/>
                  </a:lnTo>
                  <a:lnTo>
                    <a:pt x="13310" y="3837"/>
                  </a:lnTo>
                  <a:lnTo>
                    <a:pt x="13677" y="3837"/>
                  </a:lnTo>
                  <a:lnTo>
                    <a:pt x="15412" y="3770"/>
                  </a:lnTo>
                  <a:lnTo>
                    <a:pt x="15812" y="3737"/>
                  </a:lnTo>
                  <a:lnTo>
                    <a:pt x="16613" y="3703"/>
                  </a:lnTo>
                  <a:cubicBezTo>
                    <a:pt x="16880" y="3703"/>
                    <a:pt x="17113" y="3636"/>
                    <a:pt x="17313" y="3536"/>
                  </a:cubicBezTo>
                  <a:cubicBezTo>
                    <a:pt x="17380" y="3503"/>
                    <a:pt x="17413" y="3470"/>
                    <a:pt x="17480" y="3436"/>
                  </a:cubicBezTo>
                  <a:cubicBezTo>
                    <a:pt x="17747" y="3236"/>
                    <a:pt x="17980" y="2936"/>
                    <a:pt x="18080" y="2602"/>
                  </a:cubicBezTo>
                  <a:cubicBezTo>
                    <a:pt x="18114" y="2469"/>
                    <a:pt x="18147" y="2369"/>
                    <a:pt x="18147" y="2235"/>
                  </a:cubicBezTo>
                  <a:cubicBezTo>
                    <a:pt x="18147" y="2202"/>
                    <a:pt x="18147" y="2169"/>
                    <a:pt x="18147" y="2102"/>
                  </a:cubicBezTo>
                  <a:cubicBezTo>
                    <a:pt x="18147" y="1969"/>
                    <a:pt x="18147" y="1835"/>
                    <a:pt x="18114" y="1702"/>
                  </a:cubicBezTo>
                  <a:cubicBezTo>
                    <a:pt x="18080" y="1602"/>
                    <a:pt x="18014" y="1468"/>
                    <a:pt x="17947" y="1368"/>
                  </a:cubicBezTo>
                  <a:cubicBezTo>
                    <a:pt x="17780" y="1035"/>
                    <a:pt x="17480" y="768"/>
                    <a:pt x="17146" y="634"/>
                  </a:cubicBezTo>
                  <a:cubicBezTo>
                    <a:pt x="17080" y="601"/>
                    <a:pt x="17013" y="601"/>
                    <a:pt x="16980" y="568"/>
                  </a:cubicBezTo>
                  <a:cubicBezTo>
                    <a:pt x="16846" y="534"/>
                    <a:pt x="16746" y="534"/>
                    <a:pt x="16613" y="534"/>
                  </a:cubicBezTo>
                  <a:lnTo>
                    <a:pt x="15445" y="467"/>
                  </a:lnTo>
                  <a:lnTo>
                    <a:pt x="15078" y="467"/>
                  </a:lnTo>
                  <a:lnTo>
                    <a:pt x="13477" y="401"/>
                  </a:lnTo>
                  <a:lnTo>
                    <a:pt x="13110" y="401"/>
                  </a:lnTo>
                  <a:lnTo>
                    <a:pt x="4871" y="101"/>
                  </a:lnTo>
                  <a:lnTo>
                    <a:pt x="4070" y="67"/>
                  </a:lnTo>
                  <a:lnTo>
                    <a:pt x="3737" y="34"/>
                  </a:lnTo>
                  <a:lnTo>
                    <a:pt x="2936" y="34"/>
                  </a:ln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73"/>
            <p:cNvSpPr/>
            <p:nvPr/>
          </p:nvSpPr>
          <p:spPr>
            <a:xfrm>
              <a:off x="6008625" y="1079550"/>
              <a:ext cx="316075" cy="45900"/>
            </a:xfrm>
            <a:custGeom>
              <a:avLst/>
              <a:gdLst/>
              <a:ahLst/>
              <a:cxnLst/>
              <a:rect l="l" t="t" r="r" b="b"/>
              <a:pathLst>
                <a:path w="12643" h="1836" extrusionOk="0">
                  <a:moveTo>
                    <a:pt x="1" y="0"/>
                  </a:moveTo>
                  <a:lnTo>
                    <a:pt x="1" y="100"/>
                  </a:lnTo>
                  <a:lnTo>
                    <a:pt x="1" y="1835"/>
                  </a:lnTo>
                  <a:lnTo>
                    <a:pt x="4204" y="1835"/>
                  </a:lnTo>
                  <a:lnTo>
                    <a:pt x="4204" y="1768"/>
                  </a:lnTo>
                  <a:lnTo>
                    <a:pt x="4370" y="1768"/>
                  </a:lnTo>
                  <a:lnTo>
                    <a:pt x="4370" y="1835"/>
                  </a:lnTo>
                  <a:lnTo>
                    <a:pt x="12643" y="1835"/>
                  </a:lnTo>
                  <a:lnTo>
                    <a:pt x="12643" y="1668"/>
                  </a:lnTo>
                  <a:lnTo>
                    <a:pt x="12476" y="1668"/>
                  </a:lnTo>
                  <a:lnTo>
                    <a:pt x="201" y="1635"/>
                  </a:lnTo>
                  <a:lnTo>
                    <a:pt x="201" y="1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73"/>
            <p:cNvSpPr/>
            <p:nvPr/>
          </p:nvSpPr>
          <p:spPr>
            <a:xfrm>
              <a:off x="5898550" y="1123750"/>
              <a:ext cx="219350" cy="39225"/>
            </a:xfrm>
            <a:custGeom>
              <a:avLst/>
              <a:gdLst/>
              <a:ahLst/>
              <a:cxnLst/>
              <a:rect l="l" t="t" r="r" b="b"/>
              <a:pathLst>
                <a:path w="8774" h="1569" extrusionOk="0">
                  <a:moveTo>
                    <a:pt x="8607" y="0"/>
                  </a:moveTo>
                  <a:lnTo>
                    <a:pt x="8607" y="67"/>
                  </a:lnTo>
                  <a:lnTo>
                    <a:pt x="8607" y="1001"/>
                  </a:lnTo>
                  <a:lnTo>
                    <a:pt x="234" y="1368"/>
                  </a:lnTo>
                  <a:lnTo>
                    <a:pt x="1" y="1368"/>
                  </a:lnTo>
                  <a:lnTo>
                    <a:pt x="1" y="1568"/>
                  </a:lnTo>
                  <a:lnTo>
                    <a:pt x="468" y="1535"/>
                  </a:lnTo>
                  <a:lnTo>
                    <a:pt x="8773" y="1201"/>
                  </a:lnTo>
                  <a:lnTo>
                    <a:pt x="8773" y="67"/>
                  </a:lnTo>
                  <a:lnTo>
                    <a:pt x="8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73"/>
            <p:cNvSpPr/>
            <p:nvPr/>
          </p:nvSpPr>
          <p:spPr>
            <a:xfrm>
              <a:off x="6501475" y="1070375"/>
              <a:ext cx="453675" cy="105925"/>
            </a:xfrm>
            <a:custGeom>
              <a:avLst/>
              <a:gdLst/>
              <a:ahLst/>
              <a:cxnLst/>
              <a:rect l="l" t="t" r="r" b="b"/>
              <a:pathLst>
                <a:path w="18147" h="4237" extrusionOk="0">
                  <a:moveTo>
                    <a:pt x="16012" y="367"/>
                  </a:moveTo>
                  <a:cubicBezTo>
                    <a:pt x="16379" y="367"/>
                    <a:pt x="16713" y="467"/>
                    <a:pt x="17013" y="634"/>
                  </a:cubicBezTo>
                  <a:cubicBezTo>
                    <a:pt x="17480" y="968"/>
                    <a:pt x="17747" y="1468"/>
                    <a:pt x="17780" y="2035"/>
                  </a:cubicBezTo>
                  <a:cubicBezTo>
                    <a:pt x="17780" y="2569"/>
                    <a:pt x="17547" y="3103"/>
                    <a:pt x="17113" y="3436"/>
                  </a:cubicBezTo>
                  <a:lnTo>
                    <a:pt x="17046" y="3503"/>
                  </a:lnTo>
                  <a:lnTo>
                    <a:pt x="17213" y="3503"/>
                  </a:lnTo>
                  <a:lnTo>
                    <a:pt x="17213" y="3670"/>
                  </a:lnTo>
                  <a:lnTo>
                    <a:pt x="16779" y="3670"/>
                  </a:lnTo>
                  <a:cubicBezTo>
                    <a:pt x="16513" y="3803"/>
                    <a:pt x="16246" y="3870"/>
                    <a:pt x="15945" y="3870"/>
                  </a:cubicBezTo>
                  <a:lnTo>
                    <a:pt x="1535" y="3370"/>
                  </a:lnTo>
                  <a:cubicBezTo>
                    <a:pt x="901" y="3336"/>
                    <a:pt x="401" y="2836"/>
                    <a:pt x="368" y="2202"/>
                  </a:cubicBezTo>
                  <a:lnTo>
                    <a:pt x="168" y="2202"/>
                  </a:lnTo>
                  <a:lnTo>
                    <a:pt x="168" y="2035"/>
                  </a:lnTo>
                  <a:lnTo>
                    <a:pt x="368" y="2035"/>
                  </a:lnTo>
                  <a:cubicBezTo>
                    <a:pt x="401" y="1402"/>
                    <a:pt x="901" y="901"/>
                    <a:pt x="1535" y="901"/>
                  </a:cubicBezTo>
                  <a:lnTo>
                    <a:pt x="12610" y="467"/>
                  </a:lnTo>
                  <a:lnTo>
                    <a:pt x="12610" y="367"/>
                  </a:lnTo>
                  <a:lnTo>
                    <a:pt x="12810" y="367"/>
                  </a:lnTo>
                  <a:lnTo>
                    <a:pt x="12810" y="467"/>
                  </a:lnTo>
                  <a:lnTo>
                    <a:pt x="15945" y="367"/>
                  </a:lnTo>
                  <a:close/>
                  <a:moveTo>
                    <a:pt x="15912" y="0"/>
                  </a:moveTo>
                  <a:lnTo>
                    <a:pt x="15145" y="34"/>
                  </a:lnTo>
                  <a:lnTo>
                    <a:pt x="14378" y="34"/>
                  </a:lnTo>
                  <a:lnTo>
                    <a:pt x="13977" y="67"/>
                  </a:lnTo>
                  <a:lnTo>
                    <a:pt x="13210" y="101"/>
                  </a:lnTo>
                  <a:lnTo>
                    <a:pt x="5071" y="401"/>
                  </a:lnTo>
                  <a:lnTo>
                    <a:pt x="4704" y="401"/>
                  </a:lnTo>
                  <a:lnTo>
                    <a:pt x="3070" y="467"/>
                  </a:lnTo>
                  <a:lnTo>
                    <a:pt x="2703" y="467"/>
                  </a:lnTo>
                  <a:lnTo>
                    <a:pt x="1535" y="501"/>
                  </a:lnTo>
                  <a:cubicBezTo>
                    <a:pt x="1435" y="534"/>
                    <a:pt x="1302" y="534"/>
                    <a:pt x="1202" y="568"/>
                  </a:cubicBezTo>
                  <a:cubicBezTo>
                    <a:pt x="1135" y="601"/>
                    <a:pt x="1068" y="601"/>
                    <a:pt x="1001" y="634"/>
                  </a:cubicBezTo>
                  <a:cubicBezTo>
                    <a:pt x="668" y="768"/>
                    <a:pt x="368" y="1035"/>
                    <a:pt x="201" y="1335"/>
                  </a:cubicBezTo>
                  <a:cubicBezTo>
                    <a:pt x="134" y="1468"/>
                    <a:pt x="101" y="1568"/>
                    <a:pt x="67" y="1702"/>
                  </a:cubicBezTo>
                  <a:cubicBezTo>
                    <a:pt x="34" y="1835"/>
                    <a:pt x="1" y="1969"/>
                    <a:pt x="1" y="2102"/>
                  </a:cubicBezTo>
                  <a:cubicBezTo>
                    <a:pt x="1" y="2169"/>
                    <a:pt x="1" y="2202"/>
                    <a:pt x="1" y="2235"/>
                  </a:cubicBezTo>
                  <a:cubicBezTo>
                    <a:pt x="34" y="2369"/>
                    <a:pt x="34" y="2469"/>
                    <a:pt x="101" y="2602"/>
                  </a:cubicBezTo>
                  <a:cubicBezTo>
                    <a:pt x="201" y="2936"/>
                    <a:pt x="401" y="3236"/>
                    <a:pt x="701" y="3436"/>
                  </a:cubicBezTo>
                  <a:cubicBezTo>
                    <a:pt x="735" y="3470"/>
                    <a:pt x="801" y="3503"/>
                    <a:pt x="835" y="3503"/>
                  </a:cubicBezTo>
                  <a:cubicBezTo>
                    <a:pt x="1068" y="3636"/>
                    <a:pt x="1302" y="3703"/>
                    <a:pt x="1535" y="3703"/>
                  </a:cubicBezTo>
                  <a:lnTo>
                    <a:pt x="2369" y="3737"/>
                  </a:lnTo>
                  <a:lnTo>
                    <a:pt x="2736" y="3770"/>
                  </a:lnTo>
                  <a:lnTo>
                    <a:pt x="4471" y="3803"/>
                  </a:lnTo>
                  <a:lnTo>
                    <a:pt x="4838" y="3837"/>
                  </a:lnTo>
                  <a:lnTo>
                    <a:pt x="6572" y="3903"/>
                  </a:lnTo>
                  <a:lnTo>
                    <a:pt x="7239" y="3937"/>
                  </a:lnTo>
                  <a:lnTo>
                    <a:pt x="7740" y="3937"/>
                  </a:lnTo>
                  <a:lnTo>
                    <a:pt x="8273" y="3970"/>
                  </a:lnTo>
                  <a:lnTo>
                    <a:pt x="8940" y="4003"/>
                  </a:lnTo>
                  <a:lnTo>
                    <a:pt x="15879" y="4237"/>
                  </a:lnTo>
                  <a:lnTo>
                    <a:pt x="15945" y="4237"/>
                  </a:lnTo>
                  <a:cubicBezTo>
                    <a:pt x="16412" y="4237"/>
                    <a:pt x="16879" y="4070"/>
                    <a:pt x="17246" y="3803"/>
                  </a:cubicBezTo>
                  <a:lnTo>
                    <a:pt x="17313" y="3737"/>
                  </a:lnTo>
                  <a:cubicBezTo>
                    <a:pt x="17880" y="3303"/>
                    <a:pt x="18147" y="2669"/>
                    <a:pt x="18147" y="2002"/>
                  </a:cubicBezTo>
                  <a:cubicBezTo>
                    <a:pt x="18114" y="1335"/>
                    <a:pt x="17780" y="734"/>
                    <a:pt x="17213" y="334"/>
                  </a:cubicBezTo>
                  <a:cubicBezTo>
                    <a:pt x="16846" y="101"/>
                    <a:pt x="16446" y="0"/>
                    <a:pt x="16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73"/>
            <p:cNvSpPr/>
            <p:nvPr/>
          </p:nvSpPr>
          <p:spPr>
            <a:xfrm>
              <a:off x="6505650" y="1079550"/>
              <a:ext cx="316075" cy="45900"/>
            </a:xfrm>
            <a:custGeom>
              <a:avLst/>
              <a:gdLst/>
              <a:ahLst/>
              <a:cxnLst/>
              <a:rect l="l" t="t" r="r" b="b"/>
              <a:pathLst>
                <a:path w="12643" h="1836" extrusionOk="0">
                  <a:moveTo>
                    <a:pt x="12443" y="0"/>
                  </a:moveTo>
                  <a:lnTo>
                    <a:pt x="12443" y="100"/>
                  </a:lnTo>
                  <a:lnTo>
                    <a:pt x="12443" y="1635"/>
                  </a:lnTo>
                  <a:lnTo>
                    <a:pt x="201" y="1668"/>
                  </a:lnTo>
                  <a:lnTo>
                    <a:pt x="1" y="1668"/>
                  </a:lnTo>
                  <a:lnTo>
                    <a:pt x="1" y="1835"/>
                  </a:lnTo>
                  <a:lnTo>
                    <a:pt x="8273" y="1835"/>
                  </a:lnTo>
                  <a:lnTo>
                    <a:pt x="8273" y="1768"/>
                  </a:lnTo>
                  <a:lnTo>
                    <a:pt x="8440" y="1768"/>
                  </a:lnTo>
                  <a:lnTo>
                    <a:pt x="8440" y="1835"/>
                  </a:lnTo>
                  <a:lnTo>
                    <a:pt x="12643" y="1835"/>
                  </a:lnTo>
                  <a:lnTo>
                    <a:pt x="12643" y="100"/>
                  </a:lnTo>
                  <a:lnTo>
                    <a:pt x="12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73"/>
            <p:cNvSpPr/>
            <p:nvPr/>
          </p:nvSpPr>
          <p:spPr>
            <a:xfrm>
              <a:off x="6712475" y="1123750"/>
              <a:ext cx="219325" cy="39225"/>
            </a:xfrm>
            <a:custGeom>
              <a:avLst/>
              <a:gdLst/>
              <a:ahLst/>
              <a:cxnLst/>
              <a:rect l="l" t="t" r="r" b="b"/>
              <a:pathLst>
                <a:path w="8773" h="1569" extrusionOk="0">
                  <a:moveTo>
                    <a:pt x="0" y="0"/>
                  </a:moveTo>
                  <a:lnTo>
                    <a:pt x="0" y="67"/>
                  </a:lnTo>
                  <a:lnTo>
                    <a:pt x="0" y="1201"/>
                  </a:lnTo>
                  <a:lnTo>
                    <a:pt x="8339" y="1535"/>
                  </a:lnTo>
                  <a:lnTo>
                    <a:pt x="8773" y="1568"/>
                  </a:lnTo>
                  <a:lnTo>
                    <a:pt x="8773" y="1368"/>
                  </a:lnTo>
                  <a:lnTo>
                    <a:pt x="8606" y="1368"/>
                  </a:lnTo>
                  <a:lnTo>
                    <a:pt x="167" y="1001"/>
                  </a:lnTo>
                  <a:lnTo>
                    <a:pt x="167" y="67"/>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73"/>
            <p:cNvSpPr/>
            <p:nvPr/>
          </p:nvSpPr>
          <p:spPr>
            <a:xfrm>
              <a:off x="6415575" y="1122925"/>
              <a:ext cx="47575" cy="48375"/>
            </a:xfrm>
            <a:custGeom>
              <a:avLst/>
              <a:gdLst/>
              <a:ahLst/>
              <a:cxnLst/>
              <a:rect l="l" t="t" r="r" b="b"/>
              <a:pathLst>
                <a:path w="1903" h="1935" extrusionOk="0">
                  <a:moveTo>
                    <a:pt x="34" y="0"/>
                  </a:moveTo>
                  <a:lnTo>
                    <a:pt x="1" y="33"/>
                  </a:lnTo>
                  <a:lnTo>
                    <a:pt x="34" y="67"/>
                  </a:lnTo>
                  <a:lnTo>
                    <a:pt x="1" y="67"/>
                  </a:lnTo>
                  <a:lnTo>
                    <a:pt x="1736" y="1835"/>
                  </a:lnTo>
                  <a:lnTo>
                    <a:pt x="1869" y="1935"/>
                  </a:lnTo>
                  <a:lnTo>
                    <a:pt x="1902" y="1868"/>
                  </a:lnTo>
                  <a:lnTo>
                    <a:pt x="1802" y="1768"/>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73"/>
            <p:cNvSpPr/>
            <p:nvPr/>
          </p:nvSpPr>
          <p:spPr>
            <a:xfrm>
              <a:off x="6368050" y="1122925"/>
              <a:ext cx="48400" cy="48375"/>
            </a:xfrm>
            <a:custGeom>
              <a:avLst/>
              <a:gdLst/>
              <a:ahLst/>
              <a:cxnLst/>
              <a:rect l="l" t="t" r="r" b="b"/>
              <a:pathLst>
                <a:path w="1936" h="1935" extrusionOk="0">
                  <a:moveTo>
                    <a:pt x="1869" y="0"/>
                  </a:moveTo>
                  <a:lnTo>
                    <a:pt x="101" y="1768"/>
                  </a:lnTo>
                  <a:lnTo>
                    <a:pt x="1" y="1868"/>
                  </a:lnTo>
                  <a:lnTo>
                    <a:pt x="67" y="1935"/>
                  </a:lnTo>
                  <a:lnTo>
                    <a:pt x="167" y="1835"/>
                  </a:lnTo>
                  <a:lnTo>
                    <a:pt x="1902" y="67"/>
                  </a:lnTo>
                  <a:lnTo>
                    <a:pt x="1935" y="67"/>
                  </a:lnTo>
                  <a:lnTo>
                    <a:pt x="1902" y="33"/>
                  </a:lnTo>
                  <a:lnTo>
                    <a:pt x="1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73"/>
            <p:cNvSpPr/>
            <p:nvPr/>
          </p:nvSpPr>
          <p:spPr>
            <a:xfrm>
              <a:off x="6341375" y="903600"/>
              <a:ext cx="66725" cy="65900"/>
            </a:xfrm>
            <a:custGeom>
              <a:avLst/>
              <a:gdLst/>
              <a:ahLst/>
              <a:cxnLst/>
              <a:rect l="l" t="t" r="r" b="b"/>
              <a:pathLst>
                <a:path w="2669" h="2636" extrusionOk="0">
                  <a:moveTo>
                    <a:pt x="2635" y="0"/>
                  </a:moveTo>
                  <a:cubicBezTo>
                    <a:pt x="2569" y="0"/>
                    <a:pt x="2502" y="0"/>
                    <a:pt x="2469" y="33"/>
                  </a:cubicBezTo>
                  <a:cubicBezTo>
                    <a:pt x="1201" y="234"/>
                    <a:pt x="200" y="1268"/>
                    <a:pt x="34" y="2535"/>
                  </a:cubicBezTo>
                  <a:cubicBezTo>
                    <a:pt x="34" y="2569"/>
                    <a:pt x="0" y="2602"/>
                    <a:pt x="0" y="2635"/>
                  </a:cubicBezTo>
                  <a:lnTo>
                    <a:pt x="200" y="2635"/>
                  </a:lnTo>
                  <a:cubicBezTo>
                    <a:pt x="200" y="2602"/>
                    <a:pt x="200" y="2535"/>
                    <a:pt x="200" y="2502"/>
                  </a:cubicBezTo>
                  <a:cubicBezTo>
                    <a:pt x="400" y="1334"/>
                    <a:pt x="1301" y="400"/>
                    <a:pt x="2469" y="200"/>
                  </a:cubicBezTo>
                  <a:cubicBezTo>
                    <a:pt x="2535" y="200"/>
                    <a:pt x="2602" y="167"/>
                    <a:pt x="2669" y="167"/>
                  </a:cubicBezTo>
                  <a:lnTo>
                    <a:pt x="2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73"/>
            <p:cNvSpPr/>
            <p:nvPr/>
          </p:nvSpPr>
          <p:spPr>
            <a:xfrm>
              <a:off x="6425600" y="903600"/>
              <a:ext cx="64225" cy="66725"/>
            </a:xfrm>
            <a:custGeom>
              <a:avLst/>
              <a:gdLst/>
              <a:ahLst/>
              <a:cxnLst/>
              <a:rect l="l" t="t" r="r" b="b"/>
              <a:pathLst>
                <a:path w="2569" h="2669" extrusionOk="0">
                  <a:moveTo>
                    <a:pt x="34" y="0"/>
                  </a:moveTo>
                  <a:lnTo>
                    <a:pt x="0" y="167"/>
                  </a:lnTo>
                  <a:cubicBezTo>
                    <a:pt x="34" y="167"/>
                    <a:pt x="67" y="200"/>
                    <a:pt x="134" y="200"/>
                  </a:cubicBezTo>
                  <a:cubicBezTo>
                    <a:pt x="1268" y="434"/>
                    <a:pt x="2168" y="1334"/>
                    <a:pt x="2369" y="2502"/>
                  </a:cubicBezTo>
                  <a:cubicBezTo>
                    <a:pt x="2369" y="2535"/>
                    <a:pt x="2402" y="2602"/>
                    <a:pt x="2402" y="2669"/>
                  </a:cubicBezTo>
                  <a:lnTo>
                    <a:pt x="2569" y="2635"/>
                  </a:lnTo>
                  <a:cubicBezTo>
                    <a:pt x="2569" y="2602"/>
                    <a:pt x="2569" y="2569"/>
                    <a:pt x="2569" y="2535"/>
                  </a:cubicBezTo>
                  <a:cubicBezTo>
                    <a:pt x="2369" y="1234"/>
                    <a:pt x="1401" y="2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73"/>
            <p:cNvSpPr/>
            <p:nvPr/>
          </p:nvSpPr>
          <p:spPr>
            <a:xfrm>
              <a:off x="6667425" y="792675"/>
              <a:ext cx="589625" cy="55900"/>
            </a:xfrm>
            <a:custGeom>
              <a:avLst/>
              <a:gdLst/>
              <a:ahLst/>
              <a:cxnLst/>
              <a:rect l="l" t="t" r="r" b="b"/>
              <a:pathLst>
                <a:path w="23585" h="2236" extrusionOk="0">
                  <a:moveTo>
                    <a:pt x="1" y="1"/>
                  </a:moveTo>
                  <a:lnTo>
                    <a:pt x="1" y="101"/>
                  </a:lnTo>
                  <a:lnTo>
                    <a:pt x="1" y="2102"/>
                  </a:lnTo>
                  <a:lnTo>
                    <a:pt x="23384" y="1035"/>
                  </a:lnTo>
                  <a:lnTo>
                    <a:pt x="23384" y="2002"/>
                  </a:lnTo>
                  <a:lnTo>
                    <a:pt x="23384" y="2235"/>
                  </a:lnTo>
                  <a:lnTo>
                    <a:pt x="23584" y="2235"/>
                  </a:lnTo>
                  <a:lnTo>
                    <a:pt x="23584" y="2002"/>
                  </a:lnTo>
                  <a:lnTo>
                    <a:pt x="23584" y="834"/>
                  </a:lnTo>
                  <a:lnTo>
                    <a:pt x="13010" y="1301"/>
                  </a:lnTo>
                  <a:lnTo>
                    <a:pt x="13010" y="1435"/>
                  </a:lnTo>
                  <a:lnTo>
                    <a:pt x="12843" y="1435"/>
                  </a:lnTo>
                  <a:lnTo>
                    <a:pt x="12843" y="1335"/>
                  </a:lnTo>
                  <a:lnTo>
                    <a:pt x="168" y="1902"/>
                  </a:lnTo>
                  <a:lnTo>
                    <a:pt x="168" y="101"/>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73"/>
            <p:cNvSpPr/>
            <p:nvPr/>
          </p:nvSpPr>
          <p:spPr>
            <a:xfrm>
              <a:off x="6988500" y="786000"/>
              <a:ext cx="4200" cy="42550"/>
            </a:xfrm>
            <a:custGeom>
              <a:avLst/>
              <a:gdLst/>
              <a:ahLst/>
              <a:cxnLst/>
              <a:rect l="l" t="t" r="r" b="b"/>
              <a:pathLst>
                <a:path w="168" h="1702" extrusionOk="0">
                  <a:moveTo>
                    <a:pt x="0" y="1"/>
                  </a:moveTo>
                  <a:lnTo>
                    <a:pt x="0" y="101"/>
                  </a:lnTo>
                  <a:lnTo>
                    <a:pt x="0" y="1602"/>
                  </a:lnTo>
                  <a:lnTo>
                    <a:pt x="0" y="1702"/>
                  </a:lnTo>
                  <a:lnTo>
                    <a:pt x="167" y="1702"/>
                  </a:lnTo>
                  <a:lnTo>
                    <a:pt x="167" y="1568"/>
                  </a:lnTo>
                  <a:lnTo>
                    <a:pt x="167" y="101"/>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73"/>
            <p:cNvSpPr/>
            <p:nvPr/>
          </p:nvSpPr>
          <p:spPr>
            <a:xfrm>
              <a:off x="5569975" y="792675"/>
              <a:ext cx="589625" cy="52575"/>
            </a:xfrm>
            <a:custGeom>
              <a:avLst/>
              <a:gdLst/>
              <a:ahLst/>
              <a:cxnLst/>
              <a:rect l="l" t="t" r="r" b="b"/>
              <a:pathLst>
                <a:path w="23585" h="2103" extrusionOk="0">
                  <a:moveTo>
                    <a:pt x="23418" y="1"/>
                  </a:moveTo>
                  <a:lnTo>
                    <a:pt x="23418" y="101"/>
                  </a:lnTo>
                  <a:lnTo>
                    <a:pt x="23418" y="1902"/>
                  </a:lnTo>
                  <a:lnTo>
                    <a:pt x="10775" y="1335"/>
                  </a:lnTo>
                  <a:lnTo>
                    <a:pt x="10775" y="1435"/>
                  </a:lnTo>
                  <a:lnTo>
                    <a:pt x="10575" y="1435"/>
                  </a:lnTo>
                  <a:lnTo>
                    <a:pt x="10575" y="1301"/>
                  </a:lnTo>
                  <a:lnTo>
                    <a:pt x="101" y="834"/>
                  </a:lnTo>
                  <a:lnTo>
                    <a:pt x="1" y="834"/>
                  </a:lnTo>
                  <a:lnTo>
                    <a:pt x="1" y="2002"/>
                  </a:lnTo>
                  <a:lnTo>
                    <a:pt x="201" y="2002"/>
                  </a:lnTo>
                  <a:lnTo>
                    <a:pt x="201" y="1035"/>
                  </a:lnTo>
                  <a:lnTo>
                    <a:pt x="23484" y="2069"/>
                  </a:lnTo>
                  <a:lnTo>
                    <a:pt x="23584" y="2102"/>
                  </a:lnTo>
                  <a:lnTo>
                    <a:pt x="23584" y="101"/>
                  </a:lnTo>
                  <a:lnTo>
                    <a:pt x="2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73"/>
            <p:cNvSpPr/>
            <p:nvPr/>
          </p:nvSpPr>
          <p:spPr>
            <a:xfrm>
              <a:off x="5834325" y="786000"/>
              <a:ext cx="5050" cy="42550"/>
            </a:xfrm>
            <a:custGeom>
              <a:avLst/>
              <a:gdLst/>
              <a:ahLst/>
              <a:cxnLst/>
              <a:rect l="l" t="t" r="r" b="b"/>
              <a:pathLst>
                <a:path w="202" h="1702" extrusionOk="0">
                  <a:moveTo>
                    <a:pt x="1" y="1"/>
                  </a:moveTo>
                  <a:lnTo>
                    <a:pt x="1" y="101"/>
                  </a:lnTo>
                  <a:lnTo>
                    <a:pt x="1" y="1568"/>
                  </a:lnTo>
                  <a:lnTo>
                    <a:pt x="1" y="1702"/>
                  </a:lnTo>
                  <a:lnTo>
                    <a:pt x="201" y="1702"/>
                  </a:lnTo>
                  <a:lnTo>
                    <a:pt x="201" y="1602"/>
                  </a:lnTo>
                  <a:lnTo>
                    <a:pt x="201" y="101"/>
                  </a:lnTo>
                  <a:lnTo>
                    <a:pt x="2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73"/>
            <p:cNvSpPr/>
            <p:nvPr/>
          </p:nvSpPr>
          <p:spPr>
            <a:xfrm>
              <a:off x="7826600" y="775175"/>
              <a:ext cx="532075" cy="28375"/>
            </a:xfrm>
            <a:custGeom>
              <a:avLst/>
              <a:gdLst/>
              <a:ahLst/>
              <a:cxnLst/>
              <a:rect l="l" t="t" r="r" b="b"/>
              <a:pathLst>
                <a:path w="21283" h="1135" extrusionOk="0">
                  <a:moveTo>
                    <a:pt x="20015" y="0"/>
                  </a:moveTo>
                  <a:lnTo>
                    <a:pt x="434" y="934"/>
                  </a:lnTo>
                  <a:lnTo>
                    <a:pt x="0" y="967"/>
                  </a:lnTo>
                  <a:lnTo>
                    <a:pt x="34" y="1134"/>
                  </a:lnTo>
                  <a:lnTo>
                    <a:pt x="367" y="1134"/>
                  </a:lnTo>
                  <a:lnTo>
                    <a:pt x="19981" y="200"/>
                  </a:lnTo>
                  <a:lnTo>
                    <a:pt x="20815" y="767"/>
                  </a:lnTo>
                  <a:lnTo>
                    <a:pt x="21049" y="934"/>
                  </a:lnTo>
                  <a:lnTo>
                    <a:pt x="21182" y="1034"/>
                  </a:lnTo>
                  <a:lnTo>
                    <a:pt x="21282" y="867"/>
                  </a:lnTo>
                  <a:lnTo>
                    <a:pt x="21049" y="701"/>
                  </a:lnTo>
                  <a:lnTo>
                    <a:pt x="2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73"/>
            <p:cNvSpPr/>
            <p:nvPr/>
          </p:nvSpPr>
          <p:spPr>
            <a:xfrm>
              <a:off x="4473375" y="778500"/>
              <a:ext cx="529550" cy="25050"/>
            </a:xfrm>
            <a:custGeom>
              <a:avLst/>
              <a:gdLst/>
              <a:ahLst/>
              <a:cxnLst/>
              <a:rect l="l" t="t" r="r" b="b"/>
              <a:pathLst>
                <a:path w="21182" h="1002" extrusionOk="0">
                  <a:moveTo>
                    <a:pt x="1201" y="0"/>
                  </a:moveTo>
                  <a:lnTo>
                    <a:pt x="234" y="601"/>
                  </a:lnTo>
                  <a:lnTo>
                    <a:pt x="0" y="734"/>
                  </a:lnTo>
                  <a:lnTo>
                    <a:pt x="100" y="901"/>
                  </a:lnTo>
                  <a:lnTo>
                    <a:pt x="234" y="801"/>
                  </a:lnTo>
                  <a:lnTo>
                    <a:pt x="467" y="634"/>
                  </a:lnTo>
                  <a:lnTo>
                    <a:pt x="1234" y="167"/>
                  </a:lnTo>
                  <a:lnTo>
                    <a:pt x="20915" y="1001"/>
                  </a:lnTo>
                  <a:lnTo>
                    <a:pt x="21182" y="1001"/>
                  </a:lnTo>
                  <a:lnTo>
                    <a:pt x="21182" y="834"/>
                  </a:lnTo>
                  <a:lnTo>
                    <a:pt x="20815" y="801"/>
                  </a:lnTo>
                  <a:lnTo>
                    <a:pt x="1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73"/>
            <p:cNvSpPr/>
            <p:nvPr/>
          </p:nvSpPr>
          <p:spPr>
            <a:xfrm>
              <a:off x="6415575" y="474125"/>
              <a:ext cx="1700" cy="303575"/>
            </a:xfrm>
            <a:custGeom>
              <a:avLst/>
              <a:gdLst/>
              <a:ahLst/>
              <a:cxnLst/>
              <a:rect l="l" t="t" r="r" b="b"/>
              <a:pathLst>
                <a:path w="68" h="12143" extrusionOk="0">
                  <a:moveTo>
                    <a:pt x="1" y="0"/>
                  </a:moveTo>
                  <a:lnTo>
                    <a:pt x="1" y="134"/>
                  </a:lnTo>
                  <a:lnTo>
                    <a:pt x="1" y="11942"/>
                  </a:lnTo>
                  <a:lnTo>
                    <a:pt x="1" y="12142"/>
                  </a:lnTo>
                  <a:lnTo>
                    <a:pt x="68" y="12142"/>
                  </a:lnTo>
                  <a:lnTo>
                    <a:pt x="68" y="11942"/>
                  </a:lnTo>
                  <a:lnTo>
                    <a:pt x="68" y="134"/>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73"/>
            <p:cNvSpPr/>
            <p:nvPr/>
          </p:nvSpPr>
          <p:spPr>
            <a:xfrm>
              <a:off x="6414750" y="1203800"/>
              <a:ext cx="2525" cy="57575"/>
            </a:xfrm>
            <a:custGeom>
              <a:avLst/>
              <a:gdLst/>
              <a:ahLst/>
              <a:cxnLst/>
              <a:rect l="l" t="t" r="r" b="b"/>
              <a:pathLst>
                <a:path w="101" h="2303" extrusionOk="0">
                  <a:moveTo>
                    <a:pt x="1" y="1"/>
                  </a:moveTo>
                  <a:lnTo>
                    <a:pt x="1" y="101"/>
                  </a:lnTo>
                  <a:lnTo>
                    <a:pt x="1" y="2136"/>
                  </a:lnTo>
                  <a:lnTo>
                    <a:pt x="1" y="2302"/>
                  </a:lnTo>
                  <a:lnTo>
                    <a:pt x="101" y="2302"/>
                  </a:lnTo>
                  <a:lnTo>
                    <a:pt x="101" y="2136"/>
                  </a:lnTo>
                  <a:lnTo>
                    <a:pt x="101" y="101"/>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73"/>
            <p:cNvSpPr/>
            <p:nvPr/>
          </p:nvSpPr>
          <p:spPr>
            <a:xfrm>
              <a:off x="6210450" y="1017225"/>
              <a:ext cx="60050" cy="28150"/>
            </a:xfrm>
            <a:custGeom>
              <a:avLst/>
              <a:gdLst/>
              <a:ahLst/>
              <a:cxnLst/>
              <a:rect l="l" t="t" r="r" b="b"/>
              <a:pathLst>
                <a:path w="2402" h="1126" extrusionOk="0">
                  <a:moveTo>
                    <a:pt x="958" y="0"/>
                  </a:moveTo>
                  <a:cubicBezTo>
                    <a:pt x="869" y="0"/>
                    <a:pt x="780" y="19"/>
                    <a:pt x="701" y="58"/>
                  </a:cubicBezTo>
                  <a:lnTo>
                    <a:pt x="100" y="425"/>
                  </a:lnTo>
                  <a:lnTo>
                    <a:pt x="0" y="492"/>
                  </a:lnTo>
                  <a:lnTo>
                    <a:pt x="33" y="559"/>
                  </a:lnTo>
                  <a:lnTo>
                    <a:pt x="100" y="525"/>
                  </a:lnTo>
                  <a:lnTo>
                    <a:pt x="734" y="158"/>
                  </a:lnTo>
                  <a:cubicBezTo>
                    <a:pt x="827" y="112"/>
                    <a:pt x="920" y="87"/>
                    <a:pt x="1009" y="87"/>
                  </a:cubicBezTo>
                  <a:cubicBezTo>
                    <a:pt x="1113" y="87"/>
                    <a:pt x="1212" y="120"/>
                    <a:pt x="1301" y="192"/>
                  </a:cubicBezTo>
                  <a:lnTo>
                    <a:pt x="2335" y="1126"/>
                  </a:lnTo>
                  <a:lnTo>
                    <a:pt x="2402" y="1059"/>
                  </a:lnTo>
                  <a:lnTo>
                    <a:pt x="1334" y="125"/>
                  </a:lnTo>
                  <a:cubicBezTo>
                    <a:pt x="1233" y="44"/>
                    <a:pt x="1096" y="0"/>
                    <a:pt x="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73"/>
            <p:cNvSpPr/>
            <p:nvPr/>
          </p:nvSpPr>
          <p:spPr>
            <a:xfrm>
              <a:off x="6561525" y="1017225"/>
              <a:ext cx="59225" cy="28150"/>
            </a:xfrm>
            <a:custGeom>
              <a:avLst/>
              <a:gdLst/>
              <a:ahLst/>
              <a:cxnLst/>
              <a:rect l="l" t="t" r="r" b="b"/>
              <a:pathLst>
                <a:path w="2369" h="1126" extrusionOk="0">
                  <a:moveTo>
                    <a:pt x="1411" y="0"/>
                  </a:moveTo>
                  <a:cubicBezTo>
                    <a:pt x="1273" y="0"/>
                    <a:pt x="1136" y="44"/>
                    <a:pt x="1035" y="125"/>
                  </a:cubicBezTo>
                  <a:lnTo>
                    <a:pt x="0" y="1059"/>
                  </a:lnTo>
                  <a:lnTo>
                    <a:pt x="34" y="1126"/>
                  </a:lnTo>
                  <a:lnTo>
                    <a:pt x="67" y="1126"/>
                  </a:lnTo>
                  <a:lnTo>
                    <a:pt x="1101" y="192"/>
                  </a:lnTo>
                  <a:cubicBezTo>
                    <a:pt x="1173" y="120"/>
                    <a:pt x="1273" y="87"/>
                    <a:pt x="1376" y="87"/>
                  </a:cubicBezTo>
                  <a:cubicBezTo>
                    <a:pt x="1466" y="87"/>
                    <a:pt x="1558" y="112"/>
                    <a:pt x="1635" y="158"/>
                  </a:cubicBezTo>
                  <a:lnTo>
                    <a:pt x="2269" y="525"/>
                  </a:lnTo>
                  <a:lnTo>
                    <a:pt x="2335" y="559"/>
                  </a:lnTo>
                  <a:lnTo>
                    <a:pt x="2369" y="459"/>
                  </a:lnTo>
                  <a:lnTo>
                    <a:pt x="2269" y="425"/>
                  </a:lnTo>
                  <a:lnTo>
                    <a:pt x="1668" y="58"/>
                  </a:lnTo>
                  <a:cubicBezTo>
                    <a:pt x="1589" y="19"/>
                    <a:pt x="1500"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73"/>
            <p:cNvSpPr/>
            <p:nvPr/>
          </p:nvSpPr>
          <p:spPr>
            <a:xfrm>
              <a:off x="7173625" y="852725"/>
              <a:ext cx="100925" cy="12525"/>
            </a:xfrm>
            <a:custGeom>
              <a:avLst/>
              <a:gdLst/>
              <a:ahLst/>
              <a:cxnLst/>
              <a:rect l="l" t="t" r="r" b="b"/>
              <a:pathLst>
                <a:path w="4037" h="501" extrusionOk="0">
                  <a:moveTo>
                    <a:pt x="1" y="0"/>
                  </a:moveTo>
                  <a:cubicBezTo>
                    <a:pt x="1" y="34"/>
                    <a:pt x="1" y="67"/>
                    <a:pt x="1" y="100"/>
                  </a:cubicBezTo>
                  <a:cubicBezTo>
                    <a:pt x="67" y="334"/>
                    <a:pt x="267" y="501"/>
                    <a:pt x="534" y="501"/>
                  </a:cubicBezTo>
                  <a:lnTo>
                    <a:pt x="4037" y="501"/>
                  </a:lnTo>
                  <a:lnTo>
                    <a:pt x="4037" y="467"/>
                  </a:lnTo>
                  <a:lnTo>
                    <a:pt x="4037" y="334"/>
                  </a:lnTo>
                  <a:lnTo>
                    <a:pt x="534" y="334"/>
                  </a:lnTo>
                  <a:cubicBezTo>
                    <a:pt x="368" y="334"/>
                    <a:pt x="234" y="234"/>
                    <a:pt x="201" y="100"/>
                  </a:cubicBezTo>
                  <a:cubicBezTo>
                    <a:pt x="201" y="67"/>
                    <a:pt x="167" y="34"/>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73"/>
            <p:cNvSpPr/>
            <p:nvPr/>
          </p:nvSpPr>
          <p:spPr>
            <a:xfrm>
              <a:off x="5559150" y="852725"/>
              <a:ext cx="100925" cy="13350"/>
            </a:xfrm>
            <a:custGeom>
              <a:avLst/>
              <a:gdLst/>
              <a:ahLst/>
              <a:cxnLst/>
              <a:rect l="l" t="t" r="r" b="b"/>
              <a:pathLst>
                <a:path w="4037" h="534" extrusionOk="0">
                  <a:moveTo>
                    <a:pt x="3870" y="0"/>
                  </a:moveTo>
                  <a:cubicBezTo>
                    <a:pt x="3870" y="34"/>
                    <a:pt x="3870" y="67"/>
                    <a:pt x="3836" y="100"/>
                  </a:cubicBezTo>
                  <a:cubicBezTo>
                    <a:pt x="3803" y="234"/>
                    <a:pt x="3669" y="334"/>
                    <a:pt x="3536" y="334"/>
                  </a:cubicBezTo>
                  <a:lnTo>
                    <a:pt x="0" y="334"/>
                  </a:lnTo>
                  <a:lnTo>
                    <a:pt x="0" y="501"/>
                  </a:lnTo>
                  <a:lnTo>
                    <a:pt x="100" y="501"/>
                  </a:lnTo>
                  <a:lnTo>
                    <a:pt x="100" y="534"/>
                  </a:lnTo>
                  <a:lnTo>
                    <a:pt x="3503" y="534"/>
                  </a:lnTo>
                  <a:lnTo>
                    <a:pt x="3503" y="501"/>
                  </a:lnTo>
                  <a:cubicBezTo>
                    <a:pt x="3769" y="501"/>
                    <a:pt x="3970" y="334"/>
                    <a:pt x="4036" y="100"/>
                  </a:cubicBezTo>
                  <a:cubicBezTo>
                    <a:pt x="4036" y="67"/>
                    <a:pt x="4036" y="34"/>
                    <a:pt x="4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73"/>
            <p:cNvSpPr/>
            <p:nvPr/>
          </p:nvSpPr>
          <p:spPr>
            <a:xfrm>
              <a:off x="6373900" y="1521525"/>
              <a:ext cx="85075" cy="42550"/>
            </a:xfrm>
            <a:custGeom>
              <a:avLst/>
              <a:gdLst/>
              <a:ahLst/>
              <a:cxnLst/>
              <a:rect l="l" t="t" r="r" b="b"/>
              <a:pathLst>
                <a:path w="3403" h="1702" extrusionOk="0">
                  <a:moveTo>
                    <a:pt x="767" y="1"/>
                  </a:moveTo>
                  <a:lnTo>
                    <a:pt x="200" y="1202"/>
                  </a:lnTo>
                  <a:lnTo>
                    <a:pt x="0" y="1569"/>
                  </a:lnTo>
                  <a:lnTo>
                    <a:pt x="167" y="1635"/>
                  </a:lnTo>
                  <a:lnTo>
                    <a:pt x="234" y="1468"/>
                  </a:lnTo>
                  <a:lnTo>
                    <a:pt x="867" y="201"/>
                  </a:lnTo>
                  <a:lnTo>
                    <a:pt x="2535" y="201"/>
                  </a:lnTo>
                  <a:lnTo>
                    <a:pt x="3136" y="1468"/>
                  </a:lnTo>
                  <a:lnTo>
                    <a:pt x="3236" y="1702"/>
                  </a:lnTo>
                  <a:lnTo>
                    <a:pt x="3403" y="1635"/>
                  </a:lnTo>
                  <a:lnTo>
                    <a:pt x="3169" y="1135"/>
                  </a:lnTo>
                  <a:lnTo>
                    <a:pt x="2669" y="1"/>
                  </a:lnTo>
                  <a:lnTo>
                    <a:pt x="1801" y="1"/>
                  </a:lnTo>
                  <a:lnTo>
                    <a:pt x="1801" y="101"/>
                  </a:lnTo>
                  <a:lnTo>
                    <a:pt x="1635" y="101"/>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73"/>
            <p:cNvSpPr/>
            <p:nvPr/>
          </p:nvSpPr>
          <p:spPr>
            <a:xfrm>
              <a:off x="6414750" y="1432300"/>
              <a:ext cx="4200" cy="91750"/>
            </a:xfrm>
            <a:custGeom>
              <a:avLst/>
              <a:gdLst/>
              <a:ahLst/>
              <a:cxnLst/>
              <a:rect l="l" t="t" r="r" b="b"/>
              <a:pathLst>
                <a:path w="168" h="3670" extrusionOk="0">
                  <a:moveTo>
                    <a:pt x="1" y="1"/>
                  </a:moveTo>
                  <a:lnTo>
                    <a:pt x="1" y="101"/>
                  </a:lnTo>
                  <a:lnTo>
                    <a:pt x="1" y="3570"/>
                  </a:lnTo>
                  <a:lnTo>
                    <a:pt x="1" y="3670"/>
                  </a:lnTo>
                  <a:lnTo>
                    <a:pt x="167" y="3670"/>
                  </a:lnTo>
                  <a:lnTo>
                    <a:pt x="167" y="3570"/>
                  </a:lnTo>
                  <a:lnTo>
                    <a:pt x="167" y="134"/>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73"/>
            <p:cNvSpPr/>
            <p:nvPr/>
          </p:nvSpPr>
          <p:spPr>
            <a:xfrm>
              <a:off x="6824200" y="1453975"/>
              <a:ext cx="85100" cy="42575"/>
            </a:xfrm>
            <a:custGeom>
              <a:avLst/>
              <a:gdLst/>
              <a:ahLst/>
              <a:cxnLst/>
              <a:rect l="l" t="t" r="r" b="b"/>
              <a:pathLst>
                <a:path w="3404" h="1703" extrusionOk="0">
                  <a:moveTo>
                    <a:pt x="768" y="1"/>
                  </a:moveTo>
                  <a:lnTo>
                    <a:pt x="201" y="1202"/>
                  </a:lnTo>
                  <a:lnTo>
                    <a:pt x="1" y="1569"/>
                  </a:lnTo>
                  <a:lnTo>
                    <a:pt x="168" y="1635"/>
                  </a:lnTo>
                  <a:lnTo>
                    <a:pt x="234" y="1535"/>
                  </a:lnTo>
                  <a:lnTo>
                    <a:pt x="868" y="201"/>
                  </a:lnTo>
                  <a:lnTo>
                    <a:pt x="2536" y="201"/>
                  </a:lnTo>
                  <a:lnTo>
                    <a:pt x="3137" y="1535"/>
                  </a:lnTo>
                  <a:lnTo>
                    <a:pt x="3237" y="1702"/>
                  </a:lnTo>
                  <a:lnTo>
                    <a:pt x="3403" y="1635"/>
                  </a:lnTo>
                  <a:lnTo>
                    <a:pt x="3170" y="1168"/>
                  </a:lnTo>
                  <a:lnTo>
                    <a:pt x="2670" y="1"/>
                  </a:lnTo>
                  <a:lnTo>
                    <a:pt x="1836" y="1"/>
                  </a:lnTo>
                  <a:lnTo>
                    <a:pt x="1836"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73"/>
            <p:cNvSpPr/>
            <p:nvPr/>
          </p:nvSpPr>
          <p:spPr>
            <a:xfrm>
              <a:off x="6865075" y="1363925"/>
              <a:ext cx="5025" cy="91750"/>
            </a:xfrm>
            <a:custGeom>
              <a:avLst/>
              <a:gdLst/>
              <a:ahLst/>
              <a:cxnLst/>
              <a:rect l="l" t="t" r="r" b="b"/>
              <a:pathLst>
                <a:path w="201" h="3670" extrusionOk="0">
                  <a:moveTo>
                    <a:pt x="0" y="0"/>
                  </a:moveTo>
                  <a:lnTo>
                    <a:pt x="0" y="200"/>
                  </a:lnTo>
                  <a:lnTo>
                    <a:pt x="0" y="3603"/>
                  </a:lnTo>
                  <a:lnTo>
                    <a:pt x="0" y="3670"/>
                  </a:lnTo>
                  <a:lnTo>
                    <a:pt x="201" y="3670"/>
                  </a:lnTo>
                  <a:lnTo>
                    <a:pt x="201" y="3603"/>
                  </a:lnTo>
                  <a:lnTo>
                    <a:pt x="201" y="200"/>
                  </a:lnTo>
                  <a:lnTo>
                    <a:pt x="2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73"/>
            <p:cNvSpPr/>
            <p:nvPr/>
          </p:nvSpPr>
          <p:spPr>
            <a:xfrm>
              <a:off x="5922725" y="1453975"/>
              <a:ext cx="84250" cy="42575"/>
            </a:xfrm>
            <a:custGeom>
              <a:avLst/>
              <a:gdLst/>
              <a:ahLst/>
              <a:cxnLst/>
              <a:rect l="l" t="t" r="r" b="b"/>
              <a:pathLst>
                <a:path w="3370" h="1703" extrusionOk="0">
                  <a:moveTo>
                    <a:pt x="768" y="1"/>
                  </a:moveTo>
                  <a:lnTo>
                    <a:pt x="201" y="1135"/>
                  </a:lnTo>
                  <a:lnTo>
                    <a:pt x="1" y="1569"/>
                  </a:lnTo>
                  <a:lnTo>
                    <a:pt x="168" y="1635"/>
                  </a:lnTo>
                  <a:lnTo>
                    <a:pt x="234" y="1502"/>
                  </a:lnTo>
                  <a:lnTo>
                    <a:pt x="868" y="201"/>
                  </a:lnTo>
                  <a:lnTo>
                    <a:pt x="2536" y="201"/>
                  </a:lnTo>
                  <a:lnTo>
                    <a:pt x="3136" y="1535"/>
                  </a:lnTo>
                  <a:lnTo>
                    <a:pt x="3237" y="1702"/>
                  </a:lnTo>
                  <a:lnTo>
                    <a:pt x="3370" y="1635"/>
                  </a:lnTo>
                  <a:lnTo>
                    <a:pt x="3203" y="1202"/>
                  </a:lnTo>
                  <a:lnTo>
                    <a:pt x="2669" y="1"/>
                  </a:lnTo>
                  <a:lnTo>
                    <a:pt x="1802" y="1"/>
                  </a:lnTo>
                  <a:lnTo>
                    <a:pt x="1802" y="68"/>
                  </a:lnTo>
                  <a:lnTo>
                    <a:pt x="1635" y="68"/>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73"/>
            <p:cNvSpPr/>
            <p:nvPr/>
          </p:nvSpPr>
          <p:spPr>
            <a:xfrm>
              <a:off x="5963600" y="1363925"/>
              <a:ext cx="4200" cy="91750"/>
            </a:xfrm>
            <a:custGeom>
              <a:avLst/>
              <a:gdLst/>
              <a:ahLst/>
              <a:cxnLst/>
              <a:rect l="l" t="t" r="r" b="b"/>
              <a:pathLst>
                <a:path w="168" h="3670" extrusionOk="0">
                  <a:moveTo>
                    <a:pt x="0" y="0"/>
                  </a:moveTo>
                  <a:lnTo>
                    <a:pt x="0" y="200"/>
                  </a:lnTo>
                  <a:lnTo>
                    <a:pt x="0" y="3603"/>
                  </a:lnTo>
                  <a:lnTo>
                    <a:pt x="0" y="3670"/>
                  </a:lnTo>
                  <a:lnTo>
                    <a:pt x="167" y="3670"/>
                  </a:lnTo>
                  <a:lnTo>
                    <a:pt x="167" y="3603"/>
                  </a:lnTo>
                  <a:lnTo>
                    <a:pt x="167" y="200"/>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73"/>
            <p:cNvSpPr/>
            <p:nvPr/>
          </p:nvSpPr>
          <p:spPr>
            <a:xfrm>
              <a:off x="6025300" y="1287200"/>
              <a:ext cx="261875" cy="169300"/>
            </a:xfrm>
            <a:custGeom>
              <a:avLst/>
              <a:gdLst/>
              <a:ahLst/>
              <a:cxnLst/>
              <a:rect l="l" t="t" r="r" b="b"/>
              <a:pathLst>
                <a:path w="10475" h="6772" extrusionOk="0">
                  <a:moveTo>
                    <a:pt x="10442" y="0"/>
                  </a:moveTo>
                  <a:lnTo>
                    <a:pt x="10308" y="67"/>
                  </a:lnTo>
                  <a:lnTo>
                    <a:pt x="34" y="6305"/>
                  </a:lnTo>
                  <a:lnTo>
                    <a:pt x="1" y="6305"/>
                  </a:lnTo>
                  <a:lnTo>
                    <a:pt x="1" y="6605"/>
                  </a:lnTo>
                  <a:lnTo>
                    <a:pt x="1" y="6772"/>
                  </a:lnTo>
                  <a:lnTo>
                    <a:pt x="101" y="6772"/>
                  </a:lnTo>
                  <a:lnTo>
                    <a:pt x="101" y="6538"/>
                  </a:lnTo>
                  <a:lnTo>
                    <a:pt x="101" y="6372"/>
                  </a:lnTo>
                  <a:lnTo>
                    <a:pt x="10408" y="100"/>
                  </a:lnTo>
                  <a:lnTo>
                    <a:pt x="10475" y="67"/>
                  </a:lnTo>
                  <a:lnTo>
                    <a:pt x="10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73"/>
            <p:cNvSpPr/>
            <p:nvPr/>
          </p:nvSpPr>
          <p:spPr>
            <a:xfrm>
              <a:off x="6542350" y="1287200"/>
              <a:ext cx="264375" cy="171800"/>
            </a:xfrm>
            <a:custGeom>
              <a:avLst/>
              <a:gdLst/>
              <a:ahLst/>
              <a:cxnLst/>
              <a:rect l="l" t="t" r="r" b="b"/>
              <a:pathLst>
                <a:path w="10575" h="6872" extrusionOk="0">
                  <a:moveTo>
                    <a:pt x="34" y="0"/>
                  </a:moveTo>
                  <a:lnTo>
                    <a:pt x="0" y="67"/>
                  </a:lnTo>
                  <a:lnTo>
                    <a:pt x="134" y="167"/>
                  </a:lnTo>
                  <a:lnTo>
                    <a:pt x="10474" y="6372"/>
                  </a:lnTo>
                  <a:lnTo>
                    <a:pt x="10474" y="6572"/>
                  </a:lnTo>
                  <a:lnTo>
                    <a:pt x="10474" y="6872"/>
                  </a:lnTo>
                  <a:lnTo>
                    <a:pt x="10574" y="6872"/>
                  </a:lnTo>
                  <a:lnTo>
                    <a:pt x="10574" y="6605"/>
                  </a:lnTo>
                  <a:lnTo>
                    <a:pt x="10574" y="6305"/>
                  </a:lnTo>
                  <a:lnTo>
                    <a:pt x="200" y="1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73"/>
            <p:cNvSpPr/>
            <p:nvPr/>
          </p:nvSpPr>
          <p:spPr>
            <a:xfrm flipH="1">
              <a:off x="8351975" y="750975"/>
              <a:ext cx="86750" cy="65075"/>
            </a:xfrm>
            <a:custGeom>
              <a:avLst/>
              <a:gdLst/>
              <a:ahLst/>
              <a:cxnLst/>
              <a:rect l="l" t="t" r="r" b="b"/>
              <a:pathLst>
                <a:path w="3470" h="2603" extrusionOk="0">
                  <a:moveTo>
                    <a:pt x="3103" y="401"/>
                  </a:moveTo>
                  <a:lnTo>
                    <a:pt x="3103" y="1769"/>
                  </a:lnTo>
                  <a:lnTo>
                    <a:pt x="1235" y="2202"/>
                  </a:lnTo>
                  <a:cubicBezTo>
                    <a:pt x="1168" y="2236"/>
                    <a:pt x="1135" y="2236"/>
                    <a:pt x="1068" y="2236"/>
                  </a:cubicBezTo>
                  <a:cubicBezTo>
                    <a:pt x="668" y="2236"/>
                    <a:pt x="367" y="1935"/>
                    <a:pt x="367" y="1535"/>
                  </a:cubicBezTo>
                  <a:cubicBezTo>
                    <a:pt x="367" y="1202"/>
                    <a:pt x="601" y="935"/>
                    <a:pt x="934" y="868"/>
                  </a:cubicBezTo>
                  <a:lnTo>
                    <a:pt x="3103" y="401"/>
                  </a:lnTo>
                  <a:close/>
                  <a:moveTo>
                    <a:pt x="3203" y="1"/>
                  </a:moveTo>
                  <a:lnTo>
                    <a:pt x="868" y="501"/>
                  </a:lnTo>
                  <a:cubicBezTo>
                    <a:pt x="367" y="601"/>
                    <a:pt x="0" y="1035"/>
                    <a:pt x="0" y="1535"/>
                  </a:cubicBezTo>
                  <a:cubicBezTo>
                    <a:pt x="0" y="2136"/>
                    <a:pt x="501" y="2603"/>
                    <a:pt x="1068" y="2603"/>
                  </a:cubicBezTo>
                  <a:cubicBezTo>
                    <a:pt x="1135" y="2603"/>
                    <a:pt x="1235" y="2603"/>
                    <a:pt x="1335" y="2569"/>
                  </a:cubicBezTo>
                  <a:lnTo>
                    <a:pt x="3303" y="2102"/>
                  </a:lnTo>
                  <a:lnTo>
                    <a:pt x="3336" y="2102"/>
                  </a:lnTo>
                  <a:cubicBezTo>
                    <a:pt x="3403" y="2069"/>
                    <a:pt x="3470" y="2002"/>
                    <a:pt x="3470" y="1902"/>
                  </a:cubicBezTo>
                  <a:lnTo>
                    <a:pt x="3470" y="1902"/>
                  </a:lnTo>
                  <a:lnTo>
                    <a:pt x="3336" y="2002"/>
                  </a:lnTo>
                  <a:lnTo>
                    <a:pt x="3236" y="1835"/>
                  </a:lnTo>
                  <a:lnTo>
                    <a:pt x="3470" y="1702"/>
                  </a:lnTo>
                  <a:lnTo>
                    <a:pt x="3470" y="368"/>
                  </a:lnTo>
                  <a:lnTo>
                    <a:pt x="3470" y="167"/>
                  </a:lnTo>
                  <a:cubicBezTo>
                    <a:pt x="3470" y="101"/>
                    <a:pt x="3436" y="67"/>
                    <a:pt x="3403" y="34"/>
                  </a:cubicBezTo>
                  <a:cubicBezTo>
                    <a:pt x="3370" y="1"/>
                    <a:pt x="3303"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81"/>
        <p:cNvGrpSpPr/>
        <p:nvPr/>
      </p:nvGrpSpPr>
      <p:grpSpPr>
        <a:xfrm>
          <a:off x="0" y="0"/>
          <a:ext cx="0" cy="0"/>
          <a:chOff x="0" y="0"/>
          <a:chExt cx="0" cy="0"/>
        </a:xfrm>
      </p:grpSpPr>
      <p:sp>
        <p:nvSpPr>
          <p:cNvPr id="3282" name="Google Shape;3282;p74"/>
          <p:cNvSpPr txBox="1">
            <a:spLocks noGrp="1"/>
          </p:cNvSpPr>
          <p:nvPr>
            <p:ph type="body" idx="1"/>
          </p:nvPr>
        </p:nvSpPr>
        <p:spPr>
          <a:xfrm>
            <a:off x="4472900" y="1488225"/>
            <a:ext cx="3990000" cy="210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Dynamically balanced control surfaces help pilots by using air pressure to assist movement. Part of the surface extends in front of its hinge to catch the wind, reducing the effort needed to move it. </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This makes the controls feel lighter and easier to handle.</a:t>
            </a:r>
            <a:endParaRPr sz="1600"/>
          </a:p>
          <a:p>
            <a:pPr marL="0" lvl="0" indent="0" algn="l" rtl="0">
              <a:spcBef>
                <a:spcPts val="0"/>
              </a:spcBef>
              <a:spcAft>
                <a:spcPts val="0"/>
              </a:spcAft>
              <a:buNone/>
            </a:pPr>
            <a:endParaRPr sz="1500"/>
          </a:p>
        </p:txBody>
      </p:sp>
      <p:grpSp>
        <p:nvGrpSpPr>
          <p:cNvPr id="3283" name="Google Shape;3283;p74"/>
          <p:cNvGrpSpPr/>
          <p:nvPr/>
        </p:nvGrpSpPr>
        <p:grpSpPr>
          <a:xfrm>
            <a:off x="296200" y="539375"/>
            <a:ext cx="4220653" cy="4388326"/>
            <a:chOff x="296200" y="539375"/>
            <a:chExt cx="4220653" cy="4388326"/>
          </a:xfrm>
        </p:grpSpPr>
        <p:sp>
          <p:nvSpPr>
            <p:cNvPr id="3284" name="Google Shape;3284;p74"/>
            <p:cNvSpPr/>
            <p:nvPr/>
          </p:nvSpPr>
          <p:spPr>
            <a:xfrm>
              <a:off x="539400" y="539375"/>
              <a:ext cx="3461100" cy="4111200"/>
            </a:xfrm>
            <a:prstGeom prst="snip1Rect">
              <a:avLst>
                <a:gd name="adj" fmla="val 16667"/>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grpSp>
          <p:nvGrpSpPr>
            <p:cNvPr id="3285" name="Google Shape;3285;p74"/>
            <p:cNvGrpSpPr/>
            <p:nvPr/>
          </p:nvGrpSpPr>
          <p:grpSpPr>
            <a:xfrm rot="-2700000" flipH="1">
              <a:off x="666098" y="1573351"/>
              <a:ext cx="3480858" cy="2488047"/>
              <a:chOff x="3609425" y="1808600"/>
              <a:chExt cx="3237325" cy="2313975"/>
            </a:xfrm>
          </p:grpSpPr>
          <p:sp>
            <p:nvSpPr>
              <p:cNvPr id="3286" name="Google Shape;3286;p74"/>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74"/>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74"/>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74"/>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74"/>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74"/>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74"/>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74"/>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74"/>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74"/>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74"/>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74"/>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74"/>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74"/>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74"/>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74"/>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74"/>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74"/>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74"/>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74"/>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74"/>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74"/>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74"/>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74"/>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74"/>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74"/>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74"/>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74"/>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74"/>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74"/>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74"/>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74"/>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74"/>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74"/>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74"/>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74"/>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74"/>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74"/>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74"/>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74"/>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74"/>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74"/>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74"/>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74"/>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74"/>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74"/>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74"/>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74"/>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74"/>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74"/>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74"/>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74"/>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74"/>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74"/>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74"/>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74"/>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74"/>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74"/>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74"/>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74"/>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74"/>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74"/>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74"/>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74"/>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74"/>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74"/>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74"/>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74"/>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74"/>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74"/>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74"/>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74"/>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74"/>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74"/>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74"/>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74"/>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74"/>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74"/>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74"/>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74"/>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74"/>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74"/>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74"/>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74"/>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74"/>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74"/>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74"/>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74"/>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74"/>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74"/>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74"/>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74"/>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74"/>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74"/>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74"/>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74"/>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74"/>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74"/>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74"/>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74"/>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74"/>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74"/>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74"/>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74"/>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74"/>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74"/>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74"/>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74"/>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74"/>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74"/>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74"/>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74"/>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74"/>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02"/>
        <p:cNvGrpSpPr/>
        <p:nvPr/>
      </p:nvGrpSpPr>
      <p:grpSpPr>
        <a:xfrm>
          <a:off x="0" y="0"/>
          <a:ext cx="0" cy="0"/>
          <a:chOff x="0" y="0"/>
          <a:chExt cx="0" cy="0"/>
        </a:xfrm>
      </p:grpSpPr>
      <p:sp>
        <p:nvSpPr>
          <p:cNvPr id="3403" name="Google Shape;3403;p75"/>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9 </a:t>
            </a:r>
            <a:endParaRPr sz="3200"/>
          </a:p>
          <a:p>
            <a:pPr marL="0" lvl="0" indent="0" algn="l" rtl="0">
              <a:spcBef>
                <a:spcPts val="0"/>
              </a:spcBef>
              <a:spcAft>
                <a:spcPts val="0"/>
              </a:spcAft>
              <a:buNone/>
            </a:pPr>
            <a:r>
              <a:rPr lang="en" sz="3200"/>
              <a:t>CONFIRMATION</a:t>
            </a:r>
            <a:endParaRPr sz="3200"/>
          </a:p>
        </p:txBody>
      </p:sp>
      <p:sp>
        <p:nvSpPr>
          <p:cNvPr id="3404" name="Google Shape;3404;p75"/>
          <p:cNvSpPr txBox="1"/>
          <p:nvPr/>
        </p:nvSpPr>
        <p:spPr>
          <a:xfrm>
            <a:off x="1228275" y="1911875"/>
            <a:ext cx="65592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Q1. Why are control surfaces dynamically balanced?</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Q2. What do dynamically balanced controls use to help the pilot?</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Q3. How does dynamic balance get the wind to help move the control surfaces?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08"/>
        <p:cNvGrpSpPr/>
        <p:nvPr/>
      </p:nvGrpSpPr>
      <p:grpSpPr>
        <a:xfrm>
          <a:off x="0" y="0"/>
          <a:ext cx="0" cy="0"/>
          <a:chOff x="0" y="0"/>
          <a:chExt cx="0" cy="0"/>
        </a:xfrm>
      </p:grpSpPr>
      <p:sp>
        <p:nvSpPr>
          <p:cNvPr id="3409" name="Google Shape;3409;p76"/>
          <p:cNvSpPr txBox="1">
            <a:spLocks noGrp="1"/>
          </p:cNvSpPr>
          <p:nvPr>
            <p:ph type="title"/>
          </p:nvPr>
        </p:nvSpPr>
        <p:spPr>
          <a:xfrm>
            <a:off x="713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TEACHING POINT 9 </a:t>
            </a:r>
            <a:endParaRPr sz="3200"/>
          </a:p>
          <a:p>
            <a:pPr marL="0" lvl="0" indent="0" algn="l" rtl="0">
              <a:spcBef>
                <a:spcPts val="0"/>
              </a:spcBef>
              <a:spcAft>
                <a:spcPts val="0"/>
              </a:spcAft>
              <a:buNone/>
            </a:pPr>
            <a:r>
              <a:rPr lang="en" sz="3200"/>
              <a:t>CONFIRMATION</a:t>
            </a:r>
            <a:endParaRPr sz="3200"/>
          </a:p>
        </p:txBody>
      </p:sp>
      <p:sp>
        <p:nvSpPr>
          <p:cNvPr id="3410" name="Google Shape;3410;p76"/>
          <p:cNvSpPr txBox="1"/>
          <p:nvPr/>
        </p:nvSpPr>
        <p:spPr>
          <a:xfrm>
            <a:off x="1221850" y="1712325"/>
            <a:ext cx="6559200" cy="323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A1. Control surfaces are dynamically balanced to make them easier to operate.</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A2. Dynamically balanced controls use the force of the wind to help operate the control surfaces.</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r>
              <a:rPr lang="en" sz="1800">
                <a:solidFill>
                  <a:schemeClr val="dk1"/>
                </a:solidFill>
                <a:latin typeface="Space Grotesk"/>
                <a:ea typeface="Space Grotesk"/>
                <a:cs typeface="Space Grotesk"/>
                <a:sym typeface="Space Grotesk"/>
              </a:rPr>
              <a:t>A3. The moving air helps operate the control surface because part of the control surface is designed to project out into the wind in front of its own hinge to catch the passing air.</a:t>
            </a:r>
            <a:endParaRPr sz="1800">
              <a:solidFill>
                <a:schemeClr val="dk1"/>
              </a:solidFill>
              <a:latin typeface="Space Grotesk"/>
              <a:ea typeface="Space Grotesk"/>
              <a:cs typeface="Space Grotesk"/>
              <a:sym typeface="Space Grotesk"/>
            </a:endParaRPr>
          </a:p>
          <a:p>
            <a:pPr marL="0" lvl="0" indent="0" algn="l" rtl="0">
              <a:spcBef>
                <a:spcPts val="0"/>
              </a:spcBef>
              <a:spcAft>
                <a:spcPts val="0"/>
              </a:spcAft>
              <a:buNone/>
            </a:pP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14"/>
        <p:cNvGrpSpPr/>
        <p:nvPr/>
      </p:nvGrpSpPr>
      <p:grpSpPr>
        <a:xfrm>
          <a:off x="0" y="0"/>
          <a:ext cx="0" cy="0"/>
          <a:chOff x="0" y="0"/>
          <a:chExt cx="0" cy="0"/>
        </a:xfrm>
      </p:grpSpPr>
      <p:sp>
        <p:nvSpPr>
          <p:cNvPr id="3415" name="Google Shape;3415;p77"/>
          <p:cNvSpPr txBox="1">
            <a:spLocks noGrp="1"/>
          </p:cNvSpPr>
          <p:nvPr>
            <p:ph type="title"/>
          </p:nvPr>
        </p:nvSpPr>
        <p:spPr>
          <a:xfrm>
            <a:off x="921700" y="2895500"/>
            <a:ext cx="5193300" cy="13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700"/>
              <a:t>Label the Control Surfaces in a Drawing of an Aircraft</a:t>
            </a:r>
            <a:endParaRPr sz="2700"/>
          </a:p>
        </p:txBody>
      </p:sp>
      <p:sp>
        <p:nvSpPr>
          <p:cNvPr id="3416" name="Google Shape;3416;p77"/>
          <p:cNvSpPr txBox="1">
            <a:spLocks noGrp="1"/>
          </p:cNvSpPr>
          <p:nvPr>
            <p:ph type="title" idx="2"/>
          </p:nvPr>
        </p:nvSpPr>
        <p:spPr>
          <a:xfrm>
            <a:off x="1018275" y="1165000"/>
            <a:ext cx="1594800" cy="91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TP11</a:t>
            </a:r>
            <a:endParaRPr/>
          </a:p>
        </p:txBody>
      </p:sp>
      <p:grpSp>
        <p:nvGrpSpPr>
          <p:cNvPr id="3417" name="Google Shape;3417;p77"/>
          <p:cNvGrpSpPr/>
          <p:nvPr/>
        </p:nvGrpSpPr>
        <p:grpSpPr>
          <a:xfrm>
            <a:off x="4256255" y="850228"/>
            <a:ext cx="3480772" cy="2487986"/>
            <a:chOff x="4243380" y="953228"/>
            <a:chExt cx="3480772" cy="2487986"/>
          </a:xfrm>
        </p:grpSpPr>
        <p:grpSp>
          <p:nvGrpSpPr>
            <p:cNvPr id="3418" name="Google Shape;3418;p77"/>
            <p:cNvGrpSpPr/>
            <p:nvPr/>
          </p:nvGrpSpPr>
          <p:grpSpPr>
            <a:xfrm flipH="1">
              <a:off x="4243380" y="953228"/>
              <a:ext cx="3480772" cy="2487986"/>
              <a:chOff x="3609425" y="1808600"/>
              <a:chExt cx="3237325" cy="2313975"/>
            </a:xfrm>
          </p:grpSpPr>
          <p:sp>
            <p:nvSpPr>
              <p:cNvPr id="3419" name="Google Shape;3419;p77"/>
              <p:cNvSpPr/>
              <p:nvPr/>
            </p:nvSpPr>
            <p:spPr>
              <a:xfrm>
                <a:off x="5070450" y="1917650"/>
                <a:ext cx="114275" cy="401975"/>
              </a:xfrm>
              <a:custGeom>
                <a:avLst/>
                <a:gdLst/>
                <a:ahLst/>
                <a:cxnLst/>
                <a:rect l="l" t="t" r="r" b="b"/>
                <a:pathLst>
                  <a:path w="4571" h="16079" extrusionOk="0">
                    <a:moveTo>
                      <a:pt x="3270" y="0"/>
                    </a:moveTo>
                    <a:cubicBezTo>
                      <a:pt x="2069" y="0"/>
                      <a:pt x="1035" y="901"/>
                      <a:pt x="901" y="2069"/>
                    </a:cubicBezTo>
                    <a:cubicBezTo>
                      <a:pt x="868" y="2135"/>
                      <a:pt x="868" y="2169"/>
                      <a:pt x="868" y="2235"/>
                    </a:cubicBezTo>
                    <a:lnTo>
                      <a:pt x="268" y="11108"/>
                    </a:lnTo>
                    <a:cubicBezTo>
                      <a:pt x="168" y="12776"/>
                      <a:pt x="68" y="14411"/>
                      <a:pt x="1" y="16079"/>
                    </a:cubicBezTo>
                    <a:lnTo>
                      <a:pt x="101" y="16079"/>
                    </a:lnTo>
                    <a:cubicBezTo>
                      <a:pt x="134" y="15745"/>
                      <a:pt x="234" y="15445"/>
                      <a:pt x="334" y="15111"/>
                    </a:cubicBezTo>
                    <a:cubicBezTo>
                      <a:pt x="401" y="13810"/>
                      <a:pt x="468" y="12476"/>
                      <a:pt x="535" y="11142"/>
                    </a:cubicBezTo>
                    <a:lnTo>
                      <a:pt x="601" y="10375"/>
                    </a:lnTo>
                    <a:cubicBezTo>
                      <a:pt x="568" y="10375"/>
                      <a:pt x="535" y="10375"/>
                      <a:pt x="535" y="10408"/>
                    </a:cubicBezTo>
                    <a:lnTo>
                      <a:pt x="468" y="10141"/>
                    </a:lnTo>
                    <a:lnTo>
                      <a:pt x="635" y="10074"/>
                    </a:lnTo>
                    <a:lnTo>
                      <a:pt x="735" y="8240"/>
                    </a:lnTo>
                    <a:lnTo>
                      <a:pt x="668" y="8273"/>
                    </a:lnTo>
                    <a:lnTo>
                      <a:pt x="635" y="8140"/>
                    </a:lnTo>
                    <a:lnTo>
                      <a:pt x="768" y="8106"/>
                    </a:lnTo>
                    <a:lnTo>
                      <a:pt x="1135" y="2235"/>
                    </a:lnTo>
                    <a:cubicBezTo>
                      <a:pt x="1135" y="2235"/>
                      <a:pt x="1168" y="2202"/>
                      <a:pt x="1168" y="2202"/>
                    </a:cubicBezTo>
                    <a:cubicBezTo>
                      <a:pt x="1135" y="2202"/>
                      <a:pt x="1102" y="2202"/>
                      <a:pt x="1068" y="2235"/>
                    </a:cubicBezTo>
                    <a:lnTo>
                      <a:pt x="1002" y="1969"/>
                    </a:lnTo>
                    <a:cubicBezTo>
                      <a:pt x="1068" y="1935"/>
                      <a:pt x="1135" y="1935"/>
                      <a:pt x="1202" y="1902"/>
                    </a:cubicBezTo>
                    <a:cubicBezTo>
                      <a:pt x="1402" y="968"/>
                      <a:pt x="2269" y="267"/>
                      <a:pt x="3270" y="267"/>
                    </a:cubicBezTo>
                    <a:lnTo>
                      <a:pt x="4571" y="267"/>
                    </a:lnTo>
                    <a:lnTo>
                      <a:pt x="45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77"/>
              <p:cNvSpPr/>
              <p:nvPr/>
            </p:nvSpPr>
            <p:spPr>
              <a:xfrm>
                <a:off x="5073800" y="2349625"/>
                <a:ext cx="3350" cy="12525"/>
              </a:xfrm>
              <a:custGeom>
                <a:avLst/>
                <a:gdLst/>
                <a:ahLst/>
                <a:cxnLst/>
                <a:rect l="l" t="t" r="r" b="b"/>
                <a:pathLst>
                  <a:path w="134" h="501" extrusionOk="0">
                    <a:moveTo>
                      <a:pt x="0" y="0"/>
                    </a:moveTo>
                    <a:cubicBezTo>
                      <a:pt x="0" y="167"/>
                      <a:pt x="0" y="301"/>
                      <a:pt x="0" y="434"/>
                    </a:cubicBezTo>
                    <a:cubicBezTo>
                      <a:pt x="34" y="467"/>
                      <a:pt x="67" y="467"/>
                      <a:pt x="100" y="501"/>
                    </a:cubicBezTo>
                    <a:cubicBezTo>
                      <a:pt x="100" y="334"/>
                      <a:pt x="100" y="167"/>
                      <a:pt x="134" y="34"/>
                    </a:cubicBezTo>
                    <a:cubicBezTo>
                      <a:pt x="100" y="0"/>
                      <a:pt x="67"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77"/>
              <p:cNvSpPr/>
              <p:nvPr/>
            </p:nvSpPr>
            <p:spPr>
              <a:xfrm>
                <a:off x="5243075" y="3814850"/>
                <a:ext cx="5025" cy="34200"/>
              </a:xfrm>
              <a:custGeom>
                <a:avLst/>
                <a:gdLst/>
                <a:ahLst/>
                <a:cxnLst/>
                <a:rect l="l" t="t" r="r" b="b"/>
                <a:pathLst>
                  <a:path w="201" h="1368" extrusionOk="0">
                    <a:moveTo>
                      <a:pt x="34" y="0"/>
                    </a:moveTo>
                    <a:lnTo>
                      <a:pt x="1" y="1368"/>
                    </a:lnTo>
                    <a:cubicBezTo>
                      <a:pt x="34" y="1268"/>
                      <a:pt x="67" y="1168"/>
                      <a:pt x="101" y="1068"/>
                    </a:cubicBezTo>
                    <a:lnTo>
                      <a:pt x="201" y="300"/>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77"/>
              <p:cNvSpPr/>
              <p:nvPr/>
            </p:nvSpPr>
            <p:spPr>
              <a:xfrm>
                <a:off x="5273100" y="2860825"/>
                <a:ext cx="98425" cy="715525"/>
              </a:xfrm>
              <a:custGeom>
                <a:avLst/>
                <a:gdLst/>
                <a:ahLst/>
                <a:cxnLst/>
                <a:rect l="l" t="t" r="r" b="b"/>
                <a:pathLst>
                  <a:path w="3937" h="28621" extrusionOk="0">
                    <a:moveTo>
                      <a:pt x="3670" y="0"/>
                    </a:moveTo>
                    <a:cubicBezTo>
                      <a:pt x="3536" y="1401"/>
                      <a:pt x="3370" y="2836"/>
                      <a:pt x="3203" y="4237"/>
                    </a:cubicBezTo>
                    <a:lnTo>
                      <a:pt x="3303" y="4237"/>
                    </a:lnTo>
                    <a:lnTo>
                      <a:pt x="3370" y="4504"/>
                    </a:lnTo>
                    <a:cubicBezTo>
                      <a:pt x="3303" y="4504"/>
                      <a:pt x="3236" y="4537"/>
                      <a:pt x="3170" y="4537"/>
                    </a:cubicBezTo>
                    <a:cubicBezTo>
                      <a:pt x="3103" y="5037"/>
                      <a:pt x="3036" y="5538"/>
                      <a:pt x="2969" y="6005"/>
                    </a:cubicBezTo>
                    <a:lnTo>
                      <a:pt x="1902" y="14010"/>
                    </a:lnTo>
                    <a:cubicBezTo>
                      <a:pt x="1935" y="13977"/>
                      <a:pt x="2002" y="13977"/>
                      <a:pt x="2035" y="13977"/>
                    </a:cubicBezTo>
                    <a:lnTo>
                      <a:pt x="2102" y="14244"/>
                    </a:lnTo>
                    <a:cubicBezTo>
                      <a:pt x="2035" y="14277"/>
                      <a:pt x="1935" y="14277"/>
                      <a:pt x="1869" y="14311"/>
                    </a:cubicBezTo>
                    <a:lnTo>
                      <a:pt x="1" y="28554"/>
                    </a:lnTo>
                    <a:lnTo>
                      <a:pt x="267" y="28621"/>
                    </a:lnTo>
                    <a:lnTo>
                      <a:pt x="3236" y="6071"/>
                    </a:lnTo>
                    <a:cubicBezTo>
                      <a:pt x="3503" y="4037"/>
                      <a:pt x="3737" y="2002"/>
                      <a:pt x="3937" y="34"/>
                    </a:cubicBezTo>
                    <a:lnTo>
                      <a:pt x="3770" y="34"/>
                    </a:lnTo>
                    <a:cubicBezTo>
                      <a:pt x="3737" y="34"/>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77"/>
              <p:cNvSpPr/>
              <p:nvPr/>
            </p:nvSpPr>
            <p:spPr>
              <a:xfrm>
                <a:off x="5274775" y="1916825"/>
                <a:ext cx="114275" cy="402800"/>
              </a:xfrm>
              <a:custGeom>
                <a:avLst/>
                <a:gdLst/>
                <a:ahLst/>
                <a:cxnLst/>
                <a:rect l="l" t="t" r="r" b="b"/>
                <a:pathLst>
                  <a:path w="4571" h="16112" extrusionOk="0">
                    <a:moveTo>
                      <a:pt x="0" y="0"/>
                    </a:moveTo>
                    <a:lnTo>
                      <a:pt x="0" y="300"/>
                    </a:lnTo>
                    <a:lnTo>
                      <a:pt x="1368" y="300"/>
                    </a:lnTo>
                    <a:cubicBezTo>
                      <a:pt x="2402" y="300"/>
                      <a:pt x="3303" y="1068"/>
                      <a:pt x="3469" y="2102"/>
                    </a:cubicBezTo>
                    <a:cubicBezTo>
                      <a:pt x="3536" y="2135"/>
                      <a:pt x="3603" y="2135"/>
                      <a:pt x="3670" y="2168"/>
                    </a:cubicBezTo>
                    <a:lnTo>
                      <a:pt x="3570" y="2435"/>
                    </a:lnTo>
                    <a:cubicBezTo>
                      <a:pt x="3536" y="2402"/>
                      <a:pt x="3503" y="2402"/>
                      <a:pt x="3469" y="2402"/>
                    </a:cubicBezTo>
                    <a:lnTo>
                      <a:pt x="3836" y="8139"/>
                    </a:lnTo>
                    <a:lnTo>
                      <a:pt x="4003" y="8173"/>
                    </a:lnTo>
                    <a:lnTo>
                      <a:pt x="3970" y="8306"/>
                    </a:lnTo>
                    <a:lnTo>
                      <a:pt x="3870" y="8273"/>
                    </a:lnTo>
                    <a:lnTo>
                      <a:pt x="4003" y="10307"/>
                    </a:lnTo>
                    <a:cubicBezTo>
                      <a:pt x="4070" y="10307"/>
                      <a:pt x="4137" y="10341"/>
                      <a:pt x="4203" y="10341"/>
                    </a:cubicBezTo>
                    <a:lnTo>
                      <a:pt x="4103" y="10608"/>
                    </a:lnTo>
                    <a:cubicBezTo>
                      <a:pt x="4070" y="10608"/>
                      <a:pt x="4037" y="10608"/>
                      <a:pt x="4003" y="10574"/>
                    </a:cubicBezTo>
                    <a:lnTo>
                      <a:pt x="4003" y="10574"/>
                    </a:lnTo>
                    <a:lnTo>
                      <a:pt x="4070" y="11475"/>
                    </a:lnTo>
                    <a:cubicBezTo>
                      <a:pt x="4137" y="12743"/>
                      <a:pt x="4203" y="14043"/>
                      <a:pt x="4270" y="15278"/>
                    </a:cubicBezTo>
                    <a:cubicBezTo>
                      <a:pt x="4370" y="15545"/>
                      <a:pt x="4437" y="15811"/>
                      <a:pt x="4470" y="16112"/>
                    </a:cubicBezTo>
                    <a:lnTo>
                      <a:pt x="4570" y="16112"/>
                    </a:lnTo>
                    <a:cubicBezTo>
                      <a:pt x="4504" y="14611"/>
                      <a:pt x="4437" y="13043"/>
                      <a:pt x="4337" y="11442"/>
                    </a:cubicBezTo>
                    <a:lnTo>
                      <a:pt x="3736" y="2268"/>
                    </a:lnTo>
                    <a:cubicBezTo>
                      <a:pt x="3670" y="1001"/>
                      <a:pt x="2602" y="0"/>
                      <a:pt x="1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77"/>
              <p:cNvSpPr/>
              <p:nvPr/>
            </p:nvSpPr>
            <p:spPr>
              <a:xfrm>
                <a:off x="5083800" y="2860825"/>
                <a:ext cx="92600" cy="723050"/>
              </a:xfrm>
              <a:custGeom>
                <a:avLst/>
                <a:gdLst/>
                <a:ahLst/>
                <a:cxnLst/>
                <a:rect l="l" t="t" r="r" b="b"/>
                <a:pathLst>
                  <a:path w="3704" h="28922" extrusionOk="0">
                    <a:moveTo>
                      <a:pt x="267" y="0"/>
                    </a:moveTo>
                    <a:cubicBezTo>
                      <a:pt x="267" y="0"/>
                      <a:pt x="234" y="34"/>
                      <a:pt x="201" y="34"/>
                    </a:cubicBezTo>
                    <a:lnTo>
                      <a:pt x="1" y="34"/>
                    </a:lnTo>
                    <a:cubicBezTo>
                      <a:pt x="134" y="1435"/>
                      <a:pt x="267" y="2903"/>
                      <a:pt x="434" y="4370"/>
                    </a:cubicBezTo>
                    <a:lnTo>
                      <a:pt x="3403" y="28621"/>
                    </a:lnTo>
                    <a:lnTo>
                      <a:pt x="3663" y="28588"/>
                    </a:lnTo>
                    <a:lnTo>
                      <a:pt x="3663" y="28588"/>
                    </a:lnTo>
                    <a:lnTo>
                      <a:pt x="1935" y="14411"/>
                    </a:lnTo>
                    <a:cubicBezTo>
                      <a:pt x="1869" y="14411"/>
                      <a:pt x="1802" y="14377"/>
                      <a:pt x="1768" y="14377"/>
                    </a:cubicBezTo>
                    <a:lnTo>
                      <a:pt x="1802" y="14111"/>
                    </a:lnTo>
                    <a:lnTo>
                      <a:pt x="1902" y="14111"/>
                    </a:lnTo>
                    <a:lnTo>
                      <a:pt x="768" y="4637"/>
                    </a:lnTo>
                    <a:cubicBezTo>
                      <a:pt x="668" y="4637"/>
                      <a:pt x="568" y="4637"/>
                      <a:pt x="468" y="4604"/>
                    </a:cubicBezTo>
                    <a:lnTo>
                      <a:pt x="534" y="4337"/>
                    </a:lnTo>
                    <a:cubicBezTo>
                      <a:pt x="601" y="4337"/>
                      <a:pt x="668" y="4370"/>
                      <a:pt x="734" y="4370"/>
                    </a:cubicBezTo>
                    <a:lnTo>
                      <a:pt x="734" y="4337"/>
                    </a:lnTo>
                    <a:cubicBezTo>
                      <a:pt x="568" y="2869"/>
                      <a:pt x="401" y="1401"/>
                      <a:pt x="267" y="0"/>
                    </a:cubicBezTo>
                    <a:close/>
                    <a:moveTo>
                      <a:pt x="3670" y="28588"/>
                    </a:moveTo>
                    <a:lnTo>
                      <a:pt x="3663" y="28588"/>
                    </a:lnTo>
                    <a:lnTo>
                      <a:pt x="3663" y="28588"/>
                    </a:lnTo>
                    <a:lnTo>
                      <a:pt x="3703" y="28921"/>
                    </a:lnTo>
                    <a:lnTo>
                      <a:pt x="3670" y="285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77"/>
              <p:cNvSpPr/>
              <p:nvPr/>
            </p:nvSpPr>
            <p:spPr>
              <a:xfrm>
                <a:off x="5198875" y="3819000"/>
                <a:ext cx="4200" cy="30050"/>
              </a:xfrm>
              <a:custGeom>
                <a:avLst/>
                <a:gdLst/>
                <a:ahLst/>
                <a:cxnLst/>
                <a:rect l="l" t="t" r="r" b="b"/>
                <a:pathLst>
                  <a:path w="168" h="1202" extrusionOk="0">
                    <a:moveTo>
                      <a:pt x="134" y="1"/>
                    </a:moveTo>
                    <a:lnTo>
                      <a:pt x="1" y="301"/>
                    </a:lnTo>
                    <a:lnTo>
                      <a:pt x="68" y="868"/>
                    </a:lnTo>
                    <a:cubicBezTo>
                      <a:pt x="68" y="1002"/>
                      <a:pt x="134" y="1102"/>
                      <a:pt x="168" y="1202"/>
                    </a:cubicBez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77"/>
              <p:cNvSpPr/>
              <p:nvPr/>
            </p:nvSpPr>
            <p:spPr>
              <a:xfrm>
                <a:off x="5072125" y="2363800"/>
                <a:ext cx="9200" cy="369450"/>
              </a:xfrm>
              <a:custGeom>
                <a:avLst/>
                <a:gdLst/>
                <a:ahLst/>
                <a:cxnLst/>
                <a:rect l="l" t="t" r="r" b="b"/>
                <a:pathLst>
                  <a:path w="368" h="14778" extrusionOk="0">
                    <a:moveTo>
                      <a:pt x="67" y="1"/>
                    </a:moveTo>
                    <a:cubicBezTo>
                      <a:pt x="34" y="468"/>
                      <a:pt x="34" y="935"/>
                      <a:pt x="34" y="1368"/>
                    </a:cubicBezTo>
                    <a:cubicBezTo>
                      <a:pt x="1" y="2202"/>
                      <a:pt x="1" y="3103"/>
                      <a:pt x="1" y="3937"/>
                    </a:cubicBezTo>
                    <a:cubicBezTo>
                      <a:pt x="1" y="7139"/>
                      <a:pt x="101" y="10375"/>
                      <a:pt x="301" y="13544"/>
                    </a:cubicBezTo>
                    <a:cubicBezTo>
                      <a:pt x="301" y="13944"/>
                      <a:pt x="334" y="14377"/>
                      <a:pt x="367" y="14778"/>
                    </a:cubicBezTo>
                    <a:cubicBezTo>
                      <a:pt x="201" y="11742"/>
                      <a:pt x="101" y="8673"/>
                      <a:pt x="101" y="5671"/>
                    </a:cubicBezTo>
                    <a:lnTo>
                      <a:pt x="101" y="4237"/>
                    </a:lnTo>
                    <a:cubicBezTo>
                      <a:pt x="101" y="2869"/>
                      <a:pt x="134" y="1468"/>
                      <a:pt x="167" y="67"/>
                    </a:cubicBezTo>
                    <a:cubicBezTo>
                      <a:pt x="134" y="34"/>
                      <a:pt x="101" y="34"/>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77"/>
              <p:cNvSpPr/>
              <p:nvPr/>
            </p:nvSpPr>
            <p:spPr>
              <a:xfrm>
                <a:off x="5245575" y="3707275"/>
                <a:ext cx="10050" cy="80075"/>
              </a:xfrm>
              <a:custGeom>
                <a:avLst/>
                <a:gdLst/>
                <a:ahLst/>
                <a:cxnLst/>
                <a:rect l="l" t="t" r="r" b="b"/>
                <a:pathLst>
                  <a:path w="402" h="3203" extrusionOk="0">
                    <a:moveTo>
                      <a:pt x="1" y="3202"/>
                    </a:moveTo>
                    <a:lnTo>
                      <a:pt x="401" y="0"/>
                    </a:lnTo>
                    <a:lnTo>
                      <a:pt x="1" y="3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77"/>
              <p:cNvSpPr/>
              <p:nvPr/>
            </p:nvSpPr>
            <p:spPr>
              <a:xfrm>
                <a:off x="5184700" y="1908475"/>
                <a:ext cx="90100" cy="35050"/>
              </a:xfrm>
              <a:custGeom>
                <a:avLst/>
                <a:gdLst/>
                <a:ahLst/>
                <a:cxnLst/>
                <a:rect l="l" t="t" r="r" b="b"/>
                <a:pathLst>
                  <a:path w="3604" h="1402" extrusionOk="0">
                    <a:moveTo>
                      <a:pt x="1" y="0"/>
                    </a:moveTo>
                    <a:lnTo>
                      <a:pt x="1" y="367"/>
                    </a:lnTo>
                    <a:lnTo>
                      <a:pt x="1" y="634"/>
                    </a:lnTo>
                    <a:lnTo>
                      <a:pt x="1" y="1402"/>
                    </a:lnTo>
                    <a:lnTo>
                      <a:pt x="3603" y="1402"/>
                    </a:lnTo>
                    <a:lnTo>
                      <a:pt x="3603" y="634"/>
                    </a:lnTo>
                    <a:lnTo>
                      <a:pt x="3603" y="367"/>
                    </a:lnTo>
                    <a:lnTo>
                      <a:pt x="3603" y="0"/>
                    </a:lnTo>
                    <a:lnTo>
                      <a:pt x="3336" y="0"/>
                    </a:lnTo>
                    <a:lnTo>
                      <a:pt x="3336" y="1135"/>
                    </a:lnTo>
                    <a:lnTo>
                      <a:pt x="268" y="1135"/>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77"/>
              <p:cNvSpPr/>
              <p:nvPr/>
            </p:nvSpPr>
            <p:spPr>
              <a:xfrm>
                <a:off x="5170525" y="1870125"/>
                <a:ext cx="119275" cy="38375"/>
              </a:xfrm>
              <a:custGeom>
                <a:avLst/>
                <a:gdLst/>
                <a:ahLst/>
                <a:cxnLst/>
                <a:rect l="l" t="t" r="r" b="b"/>
                <a:pathLst>
                  <a:path w="4771" h="1535" extrusionOk="0">
                    <a:moveTo>
                      <a:pt x="735" y="0"/>
                    </a:moveTo>
                    <a:lnTo>
                      <a:pt x="67" y="1101"/>
                    </a:lnTo>
                    <a:cubicBezTo>
                      <a:pt x="1" y="1168"/>
                      <a:pt x="1" y="1301"/>
                      <a:pt x="67" y="1401"/>
                    </a:cubicBezTo>
                    <a:cubicBezTo>
                      <a:pt x="101" y="1468"/>
                      <a:pt x="201" y="1534"/>
                      <a:pt x="301" y="1534"/>
                    </a:cubicBezTo>
                    <a:lnTo>
                      <a:pt x="4471" y="1534"/>
                    </a:lnTo>
                    <a:cubicBezTo>
                      <a:pt x="4571" y="1534"/>
                      <a:pt x="4671" y="1468"/>
                      <a:pt x="4704" y="1401"/>
                    </a:cubicBezTo>
                    <a:cubicBezTo>
                      <a:pt x="4771" y="1301"/>
                      <a:pt x="4771" y="1201"/>
                      <a:pt x="4704" y="1101"/>
                    </a:cubicBezTo>
                    <a:lnTo>
                      <a:pt x="4070" y="0"/>
                    </a:lnTo>
                    <a:lnTo>
                      <a:pt x="3737" y="0"/>
                    </a:lnTo>
                    <a:lnTo>
                      <a:pt x="4471" y="1268"/>
                    </a:lnTo>
                    <a:lnTo>
                      <a:pt x="301" y="1234"/>
                    </a:lnTo>
                    <a:lnTo>
                      <a:pt x="1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77"/>
              <p:cNvSpPr/>
              <p:nvPr/>
            </p:nvSpPr>
            <p:spPr>
              <a:xfrm>
                <a:off x="5203050" y="1808600"/>
                <a:ext cx="55075" cy="38200"/>
              </a:xfrm>
              <a:custGeom>
                <a:avLst/>
                <a:gdLst/>
                <a:ahLst/>
                <a:cxnLst/>
                <a:rect l="l" t="t" r="r" b="b"/>
                <a:pathLst>
                  <a:path w="2203" h="1528" extrusionOk="0">
                    <a:moveTo>
                      <a:pt x="1118" y="1"/>
                    </a:moveTo>
                    <a:cubicBezTo>
                      <a:pt x="1018" y="1"/>
                      <a:pt x="918" y="43"/>
                      <a:pt x="868" y="126"/>
                    </a:cubicBezTo>
                    <a:lnTo>
                      <a:pt x="1" y="1527"/>
                    </a:lnTo>
                    <a:lnTo>
                      <a:pt x="334" y="1527"/>
                    </a:lnTo>
                    <a:lnTo>
                      <a:pt x="1135" y="259"/>
                    </a:lnTo>
                    <a:lnTo>
                      <a:pt x="1869" y="1527"/>
                    </a:lnTo>
                    <a:lnTo>
                      <a:pt x="2202" y="1527"/>
                    </a:lnTo>
                    <a:lnTo>
                      <a:pt x="1368" y="126"/>
                    </a:lnTo>
                    <a:cubicBezTo>
                      <a:pt x="1318" y="43"/>
                      <a:pt x="1218"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77"/>
              <p:cNvSpPr/>
              <p:nvPr/>
            </p:nvSpPr>
            <p:spPr>
              <a:xfrm>
                <a:off x="5238900" y="1846775"/>
                <a:ext cx="61750" cy="23375"/>
              </a:xfrm>
              <a:custGeom>
                <a:avLst/>
                <a:gdLst/>
                <a:ahLst/>
                <a:cxnLst/>
                <a:rect l="l" t="t" r="r" b="b"/>
                <a:pathLst>
                  <a:path w="2470" h="935" extrusionOk="0">
                    <a:moveTo>
                      <a:pt x="1" y="0"/>
                    </a:moveTo>
                    <a:lnTo>
                      <a:pt x="335" y="934"/>
                    </a:lnTo>
                    <a:lnTo>
                      <a:pt x="2002" y="934"/>
                    </a:lnTo>
                    <a:cubicBezTo>
                      <a:pt x="2236" y="934"/>
                      <a:pt x="2403" y="801"/>
                      <a:pt x="2469" y="634"/>
                    </a:cubicBezTo>
                    <a:lnTo>
                      <a:pt x="2102" y="634"/>
                    </a:lnTo>
                    <a:cubicBezTo>
                      <a:pt x="2069" y="634"/>
                      <a:pt x="2069" y="667"/>
                      <a:pt x="2002" y="667"/>
                    </a:cubicBezTo>
                    <a:lnTo>
                      <a:pt x="535" y="667"/>
                    </a:lnTo>
                    <a:lnTo>
                      <a:pt x="401" y="267"/>
                    </a:lnTo>
                    <a:lnTo>
                      <a:pt x="2002" y="267"/>
                    </a:lnTo>
                    <a:cubicBezTo>
                      <a:pt x="2036" y="267"/>
                      <a:pt x="2069" y="267"/>
                      <a:pt x="2102" y="300"/>
                    </a:cubicBezTo>
                    <a:lnTo>
                      <a:pt x="2469" y="300"/>
                    </a:lnTo>
                    <a:cubicBezTo>
                      <a:pt x="2403" y="100"/>
                      <a:pt x="2236" y="0"/>
                      <a:pt x="2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77"/>
              <p:cNvSpPr/>
              <p:nvPr/>
            </p:nvSpPr>
            <p:spPr>
              <a:xfrm>
                <a:off x="5159700" y="1846775"/>
                <a:ext cx="61725" cy="23375"/>
              </a:xfrm>
              <a:custGeom>
                <a:avLst/>
                <a:gdLst/>
                <a:ahLst/>
                <a:cxnLst/>
                <a:rect l="l" t="t" r="r" b="b"/>
                <a:pathLst>
                  <a:path w="2469" h="935" extrusionOk="0">
                    <a:moveTo>
                      <a:pt x="434" y="0"/>
                    </a:moveTo>
                    <a:cubicBezTo>
                      <a:pt x="234" y="0"/>
                      <a:pt x="67" y="133"/>
                      <a:pt x="0" y="300"/>
                    </a:cubicBezTo>
                    <a:lnTo>
                      <a:pt x="334" y="300"/>
                    </a:lnTo>
                    <a:cubicBezTo>
                      <a:pt x="367" y="267"/>
                      <a:pt x="400" y="267"/>
                      <a:pt x="434" y="267"/>
                    </a:cubicBezTo>
                    <a:lnTo>
                      <a:pt x="2068" y="267"/>
                    </a:lnTo>
                    <a:lnTo>
                      <a:pt x="1935" y="667"/>
                    </a:lnTo>
                    <a:lnTo>
                      <a:pt x="434" y="667"/>
                    </a:lnTo>
                    <a:cubicBezTo>
                      <a:pt x="400" y="667"/>
                      <a:pt x="367" y="634"/>
                      <a:pt x="334" y="634"/>
                    </a:cubicBezTo>
                    <a:lnTo>
                      <a:pt x="0" y="634"/>
                    </a:lnTo>
                    <a:cubicBezTo>
                      <a:pt x="67" y="801"/>
                      <a:pt x="234" y="934"/>
                      <a:pt x="434" y="934"/>
                    </a:cubicBezTo>
                    <a:lnTo>
                      <a:pt x="2135" y="934"/>
                    </a:lnTo>
                    <a:lnTo>
                      <a:pt x="2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77"/>
              <p:cNvSpPr/>
              <p:nvPr/>
            </p:nvSpPr>
            <p:spPr>
              <a:xfrm>
                <a:off x="5283950" y="1854275"/>
                <a:ext cx="272725" cy="8350"/>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77"/>
              <p:cNvSpPr/>
              <p:nvPr/>
            </p:nvSpPr>
            <p:spPr>
              <a:xfrm>
                <a:off x="4902850" y="1854275"/>
                <a:ext cx="272700" cy="8350"/>
              </a:xfrm>
              <a:custGeom>
                <a:avLst/>
                <a:gdLst/>
                <a:ahLst/>
                <a:cxnLst/>
                <a:rect l="l" t="t" r="r" b="b"/>
                <a:pathLst>
                  <a:path w="10908" h="334" extrusionOk="0">
                    <a:moveTo>
                      <a:pt x="10774" y="134"/>
                    </a:moveTo>
                    <a:lnTo>
                      <a:pt x="10774" y="200"/>
                    </a:lnTo>
                    <a:lnTo>
                      <a:pt x="133" y="200"/>
                    </a:lnTo>
                    <a:lnTo>
                      <a:pt x="133"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77"/>
              <p:cNvSpPr/>
              <p:nvPr/>
            </p:nvSpPr>
            <p:spPr>
              <a:xfrm>
                <a:off x="5221400" y="2351300"/>
                <a:ext cx="1700" cy="7525"/>
              </a:xfrm>
              <a:custGeom>
                <a:avLst/>
                <a:gdLst/>
                <a:ahLst/>
                <a:cxnLst/>
                <a:rect l="l" t="t" r="r" b="b"/>
                <a:pathLst>
                  <a:path w="68" h="301" extrusionOk="0">
                    <a:moveTo>
                      <a:pt x="0" y="0"/>
                    </a:moveTo>
                    <a:lnTo>
                      <a:pt x="0" y="300"/>
                    </a:lnTo>
                    <a:lnTo>
                      <a:pt x="67" y="300"/>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77"/>
              <p:cNvSpPr/>
              <p:nvPr/>
            </p:nvSpPr>
            <p:spPr>
              <a:xfrm>
                <a:off x="5230575" y="2349625"/>
                <a:ext cx="75900" cy="2525"/>
              </a:xfrm>
              <a:custGeom>
                <a:avLst/>
                <a:gdLst/>
                <a:ahLst/>
                <a:cxnLst/>
                <a:rect l="l" t="t" r="r" b="b"/>
                <a:pathLst>
                  <a:path w="3036" h="101" extrusionOk="0">
                    <a:moveTo>
                      <a:pt x="3036" y="0"/>
                    </a:moveTo>
                    <a:lnTo>
                      <a:pt x="3036" y="0"/>
                    </a:lnTo>
                    <a:cubicBezTo>
                      <a:pt x="2069" y="34"/>
                      <a:pt x="1034" y="67"/>
                      <a:pt x="0" y="67"/>
                    </a:cubicBezTo>
                    <a:lnTo>
                      <a:pt x="0" y="101"/>
                    </a:lnTo>
                    <a:cubicBezTo>
                      <a:pt x="1034" y="101"/>
                      <a:pt x="2069" y="67"/>
                      <a:pt x="3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77"/>
              <p:cNvSpPr/>
              <p:nvPr/>
            </p:nvSpPr>
            <p:spPr>
              <a:xfrm>
                <a:off x="5142425" y="2348800"/>
                <a:ext cx="72325" cy="3350"/>
              </a:xfrm>
              <a:custGeom>
                <a:avLst/>
                <a:gdLst/>
                <a:ahLst/>
                <a:cxnLst/>
                <a:rect l="l" t="t" r="r" b="b"/>
                <a:pathLst>
                  <a:path w="2893" h="134" extrusionOk="0">
                    <a:moveTo>
                      <a:pt x="1" y="1"/>
                    </a:moveTo>
                    <a:cubicBezTo>
                      <a:pt x="964" y="67"/>
                      <a:pt x="1895" y="100"/>
                      <a:pt x="2893" y="134"/>
                    </a:cubicBezTo>
                    <a:lnTo>
                      <a:pt x="2893" y="100"/>
                    </a:lnTo>
                    <a:cubicBezTo>
                      <a:pt x="1895" y="100"/>
                      <a:pt x="964" y="6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77"/>
              <p:cNvSpPr/>
              <p:nvPr/>
            </p:nvSpPr>
            <p:spPr>
              <a:xfrm>
                <a:off x="5308125" y="2342950"/>
                <a:ext cx="73425" cy="13375"/>
              </a:xfrm>
              <a:custGeom>
                <a:avLst/>
                <a:gdLst/>
                <a:ahLst/>
                <a:cxnLst/>
                <a:rect l="l" t="t" r="r" b="b"/>
                <a:pathLst>
                  <a:path w="2937" h="535" extrusionOk="0">
                    <a:moveTo>
                      <a:pt x="2936" y="1"/>
                    </a:moveTo>
                    <a:cubicBezTo>
                      <a:pt x="2869" y="1"/>
                      <a:pt x="2803" y="1"/>
                      <a:pt x="2736" y="34"/>
                    </a:cubicBezTo>
                    <a:cubicBezTo>
                      <a:pt x="2736" y="67"/>
                      <a:pt x="2736" y="134"/>
                      <a:pt x="2703" y="167"/>
                    </a:cubicBezTo>
                    <a:lnTo>
                      <a:pt x="2703" y="267"/>
                    </a:lnTo>
                    <a:lnTo>
                      <a:pt x="2602" y="301"/>
                    </a:lnTo>
                    <a:cubicBezTo>
                      <a:pt x="1769" y="401"/>
                      <a:pt x="901" y="468"/>
                      <a:pt x="1" y="534"/>
                    </a:cubicBezTo>
                    <a:cubicBezTo>
                      <a:pt x="1001" y="468"/>
                      <a:pt x="2002" y="401"/>
                      <a:pt x="2936" y="267"/>
                    </a:cubicBezTo>
                    <a:cubicBezTo>
                      <a:pt x="2936" y="179"/>
                      <a:pt x="2936" y="90"/>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77"/>
              <p:cNvSpPr/>
              <p:nvPr/>
            </p:nvSpPr>
            <p:spPr>
              <a:xfrm>
                <a:off x="5072950" y="2202025"/>
                <a:ext cx="313600" cy="154300"/>
              </a:xfrm>
              <a:custGeom>
                <a:avLst/>
                <a:gdLst/>
                <a:ahLst/>
                <a:cxnLst/>
                <a:rect l="l" t="t" r="r" b="b"/>
                <a:pathLst>
                  <a:path w="12544" h="6172" extrusionOk="0">
                    <a:moveTo>
                      <a:pt x="5938" y="0"/>
                    </a:moveTo>
                    <a:cubicBezTo>
                      <a:pt x="3337" y="0"/>
                      <a:pt x="1035" y="1601"/>
                      <a:pt x="234" y="3736"/>
                    </a:cubicBezTo>
                    <a:cubicBezTo>
                      <a:pt x="134" y="4070"/>
                      <a:pt x="34" y="4370"/>
                      <a:pt x="1" y="4704"/>
                    </a:cubicBezTo>
                    <a:cubicBezTo>
                      <a:pt x="1" y="4737"/>
                      <a:pt x="1" y="4737"/>
                      <a:pt x="34" y="4737"/>
                    </a:cubicBezTo>
                    <a:cubicBezTo>
                      <a:pt x="68" y="4770"/>
                      <a:pt x="68" y="4804"/>
                      <a:pt x="68" y="4837"/>
                    </a:cubicBezTo>
                    <a:cubicBezTo>
                      <a:pt x="68" y="5204"/>
                      <a:pt x="34" y="5571"/>
                      <a:pt x="34" y="5904"/>
                    </a:cubicBezTo>
                    <a:lnTo>
                      <a:pt x="134" y="5904"/>
                    </a:lnTo>
                    <a:cubicBezTo>
                      <a:pt x="1068" y="6038"/>
                      <a:pt x="2002" y="6105"/>
                      <a:pt x="2970" y="6171"/>
                    </a:cubicBezTo>
                    <a:cubicBezTo>
                      <a:pt x="2136" y="6105"/>
                      <a:pt x="1335" y="6038"/>
                      <a:pt x="535" y="5938"/>
                    </a:cubicBezTo>
                    <a:lnTo>
                      <a:pt x="435" y="5938"/>
                    </a:lnTo>
                    <a:lnTo>
                      <a:pt x="435" y="5838"/>
                    </a:lnTo>
                    <a:cubicBezTo>
                      <a:pt x="435" y="5771"/>
                      <a:pt x="435" y="5738"/>
                      <a:pt x="401" y="5671"/>
                    </a:cubicBezTo>
                    <a:cubicBezTo>
                      <a:pt x="334" y="5671"/>
                      <a:pt x="268" y="5671"/>
                      <a:pt x="201" y="5638"/>
                    </a:cubicBezTo>
                    <a:cubicBezTo>
                      <a:pt x="201" y="5571"/>
                      <a:pt x="201" y="5471"/>
                      <a:pt x="201" y="5371"/>
                    </a:cubicBezTo>
                    <a:cubicBezTo>
                      <a:pt x="201" y="2635"/>
                      <a:pt x="2836" y="300"/>
                      <a:pt x="5938" y="300"/>
                    </a:cubicBezTo>
                    <a:cubicBezTo>
                      <a:pt x="9241" y="300"/>
                      <a:pt x="12076" y="2435"/>
                      <a:pt x="12310" y="5037"/>
                    </a:cubicBezTo>
                    <a:cubicBezTo>
                      <a:pt x="12310" y="4970"/>
                      <a:pt x="12310" y="4904"/>
                      <a:pt x="12310" y="4837"/>
                    </a:cubicBezTo>
                    <a:cubicBezTo>
                      <a:pt x="12310" y="4804"/>
                      <a:pt x="12343" y="4770"/>
                      <a:pt x="12343" y="4737"/>
                    </a:cubicBezTo>
                    <a:cubicBezTo>
                      <a:pt x="12376" y="4704"/>
                      <a:pt x="12410" y="4704"/>
                      <a:pt x="12443" y="4704"/>
                    </a:cubicBezTo>
                    <a:lnTo>
                      <a:pt x="12543" y="4704"/>
                    </a:lnTo>
                    <a:cubicBezTo>
                      <a:pt x="12510" y="4403"/>
                      <a:pt x="12443" y="4137"/>
                      <a:pt x="12343" y="3870"/>
                    </a:cubicBezTo>
                    <a:cubicBezTo>
                      <a:pt x="11509" y="1668"/>
                      <a:pt x="8907" y="0"/>
                      <a:pt x="59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77"/>
              <p:cNvSpPr/>
              <p:nvPr/>
            </p:nvSpPr>
            <p:spPr>
              <a:xfrm>
                <a:off x="5082975" y="2214525"/>
                <a:ext cx="138450" cy="144300"/>
              </a:xfrm>
              <a:custGeom>
                <a:avLst/>
                <a:gdLst/>
                <a:ahLst/>
                <a:cxnLst/>
                <a:rect l="l" t="t" r="r" b="b"/>
                <a:pathLst>
                  <a:path w="5538" h="5772" extrusionOk="0">
                    <a:moveTo>
                      <a:pt x="5271" y="267"/>
                    </a:moveTo>
                    <a:lnTo>
                      <a:pt x="5271" y="5471"/>
                    </a:lnTo>
                    <a:lnTo>
                      <a:pt x="5271" y="5505"/>
                    </a:lnTo>
                    <a:cubicBezTo>
                      <a:pt x="4270" y="5471"/>
                      <a:pt x="3336" y="5438"/>
                      <a:pt x="2369" y="5371"/>
                    </a:cubicBezTo>
                    <a:cubicBezTo>
                      <a:pt x="1668" y="5338"/>
                      <a:pt x="968" y="5271"/>
                      <a:pt x="300" y="5204"/>
                    </a:cubicBezTo>
                    <a:cubicBezTo>
                      <a:pt x="300" y="5104"/>
                      <a:pt x="300" y="5038"/>
                      <a:pt x="300" y="4971"/>
                    </a:cubicBezTo>
                    <a:cubicBezTo>
                      <a:pt x="300" y="2569"/>
                      <a:pt x="2602" y="434"/>
                      <a:pt x="5271" y="267"/>
                    </a:cubicBezTo>
                    <a:close/>
                    <a:moveTo>
                      <a:pt x="5404" y="1"/>
                    </a:moveTo>
                    <a:cubicBezTo>
                      <a:pt x="2535" y="67"/>
                      <a:pt x="0" y="2402"/>
                      <a:pt x="0" y="4971"/>
                    </a:cubicBezTo>
                    <a:cubicBezTo>
                      <a:pt x="0" y="5038"/>
                      <a:pt x="34" y="5104"/>
                      <a:pt x="34" y="5171"/>
                    </a:cubicBezTo>
                    <a:cubicBezTo>
                      <a:pt x="34" y="5238"/>
                      <a:pt x="34" y="5271"/>
                      <a:pt x="34" y="5338"/>
                    </a:cubicBezTo>
                    <a:lnTo>
                      <a:pt x="34" y="5438"/>
                    </a:lnTo>
                    <a:lnTo>
                      <a:pt x="134" y="5438"/>
                    </a:lnTo>
                    <a:cubicBezTo>
                      <a:pt x="934" y="5538"/>
                      <a:pt x="1735" y="5605"/>
                      <a:pt x="2569" y="5671"/>
                    </a:cubicBezTo>
                    <a:cubicBezTo>
                      <a:pt x="3503" y="5738"/>
                      <a:pt x="4437" y="5771"/>
                      <a:pt x="5404" y="5771"/>
                    </a:cubicBezTo>
                    <a:lnTo>
                      <a:pt x="5537" y="5771"/>
                    </a:lnTo>
                    <a:lnTo>
                      <a:pt x="5537" y="5471"/>
                    </a:lnTo>
                    <a:lnTo>
                      <a:pt x="55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77"/>
              <p:cNvSpPr/>
              <p:nvPr/>
            </p:nvSpPr>
            <p:spPr>
              <a:xfrm>
                <a:off x="5223075" y="2214525"/>
                <a:ext cx="153450" cy="144300"/>
              </a:xfrm>
              <a:custGeom>
                <a:avLst/>
                <a:gdLst/>
                <a:ahLst/>
                <a:cxnLst/>
                <a:rect l="l" t="t" r="r" b="b"/>
                <a:pathLst>
                  <a:path w="6138" h="5772" extrusionOk="0">
                    <a:moveTo>
                      <a:pt x="300" y="267"/>
                    </a:moveTo>
                    <a:cubicBezTo>
                      <a:pt x="3336" y="434"/>
                      <a:pt x="5871" y="2536"/>
                      <a:pt x="5871" y="4971"/>
                    </a:cubicBezTo>
                    <a:cubicBezTo>
                      <a:pt x="5871" y="5038"/>
                      <a:pt x="5871" y="5104"/>
                      <a:pt x="5871" y="5171"/>
                    </a:cubicBezTo>
                    <a:cubicBezTo>
                      <a:pt x="5037" y="5271"/>
                      <a:pt x="4203" y="5338"/>
                      <a:pt x="3336" y="5404"/>
                    </a:cubicBezTo>
                    <a:cubicBezTo>
                      <a:pt x="2369" y="5471"/>
                      <a:pt x="1334" y="5505"/>
                      <a:pt x="300" y="5505"/>
                    </a:cubicBezTo>
                    <a:lnTo>
                      <a:pt x="300" y="5471"/>
                    </a:lnTo>
                    <a:lnTo>
                      <a:pt x="300" y="267"/>
                    </a:lnTo>
                    <a:close/>
                    <a:moveTo>
                      <a:pt x="0" y="1"/>
                    </a:moveTo>
                    <a:lnTo>
                      <a:pt x="0" y="5471"/>
                    </a:lnTo>
                    <a:lnTo>
                      <a:pt x="0" y="5771"/>
                    </a:lnTo>
                    <a:lnTo>
                      <a:pt x="200" y="5771"/>
                    </a:lnTo>
                    <a:cubicBezTo>
                      <a:pt x="1301" y="5771"/>
                      <a:pt x="2369" y="5738"/>
                      <a:pt x="3403" y="5671"/>
                    </a:cubicBezTo>
                    <a:cubicBezTo>
                      <a:pt x="4303" y="5605"/>
                      <a:pt x="5171" y="5538"/>
                      <a:pt x="6004" y="5438"/>
                    </a:cubicBezTo>
                    <a:lnTo>
                      <a:pt x="6105" y="5404"/>
                    </a:lnTo>
                    <a:lnTo>
                      <a:pt x="6105" y="5304"/>
                    </a:lnTo>
                    <a:cubicBezTo>
                      <a:pt x="6105" y="5271"/>
                      <a:pt x="6138" y="5204"/>
                      <a:pt x="6138" y="5171"/>
                    </a:cubicBezTo>
                    <a:cubicBezTo>
                      <a:pt x="6138" y="5071"/>
                      <a:pt x="6138" y="5004"/>
                      <a:pt x="6138" y="4971"/>
                    </a:cubicBezTo>
                    <a:cubicBezTo>
                      <a:pt x="6138" y="2369"/>
                      <a:pt x="3403" y="101"/>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77"/>
              <p:cNvSpPr/>
              <p:nvPr/>
            </p:nvSpPr>
            <p:spPr>
              <a:xfrm>
                <a:off x="5128000" y="3213575"/>
                <a:ext cx="83425" cy="16700"/>
              </a:xfrm>
              <a:custGeom>
                <a:avLst/>
                <a:gdLst/>
                <a:ahLst/>
                <a:cxnLst/>
                <a:rect l="l" t="t" r="r" b="b"/>
                <a:pathLst>
                  <a:path w="3337" h="668" extrusionOk="0">
                    <a:moveTo>
                      <a:pt x="34" y="1"/>
                    </a:moveTo>
                    <a:lnTo>
                      <a:pt x="0" y="267"/>
                    </a:lnTo>
                    <a:cubicBezTo>
                      <a:pt x="34" y="267"/>
                      <a:pt x="101" y="301"/>
                      <a:pt x="167" y="301"/>
                    </a:cubicBezTo>
                    <a:cubicBezTo>
                      <a:pt x="1135" y="501"/>
                      <a:pt x="2202" y="634"/>
                      <a:pt x="3336" y="668"/>
                    </a:cubicBezTo>
                    <a:lnTo>
                      <a:pt x="3336" y="367"/>
                    </a:lnTo>
                    <a:cubicBezTo>
                      <a:pt x="2202" y="334"/>
                      <a:pt x="1101" y="2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77"/>
              <p:cNvSpPr/>
              <p:nvPr/>
            </p:nvSpPr>
            <p:spPr>
              <a:xfrm>
                <a:off x="5238075" y="3210250"/>
                <a:ext cx="87600" cy="19200"/>
              </a:xfrm>
              <a:custGeom>
                <a:avLst/>
                <a:gdLst/>
                <a:ahLst/>
                <a:cxnLst/>
                <a:rect l="l" t="t" r="r" b="b"/>
                <a:pathLst>
                  <a:path w="3504" h="768" extrusionOk="0">
                    <a:moveTo>
                      <a:pt x="3436" y="0"/>
                    </a:moveTo>
                    <a:cubicBezTo>
                      <a:pt x="3403" y="33"/>
                      <a:pt x="3336" y="33"/>
                      <a:pt x="3303" y="33"/>
                    </a:cubicBezTo>
                    <a:cubicBezTo>
                      <a:pt x="2336" y="300"/>
                      <a:pt x="1201" y="467"/>
                      <a:pt x="1" y="500"/>
                    </a:cubicBezTo>
                    <a:lnTo>
                      <a:pt x="1" y="767"/>
                    </a:lnTo>
                    <a:cubicBezTo>
                      <a:pt x="1168" y="734"/>
                      <a:pt x="2302" y="567"/>
                      <a:pt x="3270" y="334"/>
                    </a:cubicBezTo>
                    <a:cubicBezTo>
                      <a:pt x="3336" y="300"/>
                      <a:pt x="3436" y="300"/>
                      <a:pt x="3503" y="267"/>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77"/>
              <p:cNvSpPr/>
              <p:nvPr/>
            </p:nvSpPr>
            <p:spPr>
              <a:xfrm>
                <a:off x="5202225" y="3029275"/>
                <a:ext cx="44225" cy="597125"/>
              </a:xfrm>
              <a:custGeom>
                <a:avLst/>
                <a:gdLst/>
                <a:ahLst/>
                <a:cxnLst/>
                <a:rect l="l" t="t" r="r" b="b"/>
                <a:pathLst>
                  <a:path w="1769" h="23885" extrusionOk="0">
                    <a:moveTo>
                      <a:pt x="901" y="1"/>
                    </a:moveTo>
                    <a:cubicBezTo>
                      <a:pt x="924" y="1"/>
                      <a:pt x="946" y="2"/>
                      <a:pt x="968" y="6"/>
                    </a:cubicBezTo>
                    <a:lnTo>
                      <a:pt x="968" y="6"/>
                    </a:lnTo>
                    <a:lnTo>
                      <a:pt x="968" y="1"/>
                    </a:lnTo>
                    <a:close/>
                    <a:moveTo>
                      <a:pt x="834" y="1"/>
                    </a:moveTo>
                    <a:lnTo>
                      <a:pt x="834" y="6"/>
                    </a:lnTo>
                    <a:lnTo>
                      <a:pt x="834" y="6"/>
                    </a:lnTo>
                    <a:cubicBezTo>
                      <a:pt x="856" y="2"/>
                      <a:pt x="878" y="1"/>
                      <a:pt x="901" y="1"/>
                    </a:cubicBezTo>
                    <a:close/>
                    <a:moveTo>
                      <a:pt x="968" y="6"/>
                    </a:moveTo>
                    <a:lnTo>
                      <a:pt x="968" y="267"/>
                    </a:lnTo>
                    <a:cubicBezTo>
                      <a:pt x="1001" y="301"/>
                      <a:pt x="1001" y="334"/>
                      <a:pt x="1001" y="368"/>
                    </a:cubicBezTo>
                    <a:lnTo>
                      <a:pt x="1468" y="23584"/>
                    </a:lnTo>
                    <a:cubicBezTo>
                      <a:pt x="1568" y="23651"/>
                      <a:pt x="1668" y="23751"/>
                      <a:pt x="1768" y="23851"/>
                    </a:cubicBezTo>
                    <a:lnTo>
                      <a:pt x="1435" y="8006"/>
                    </a:lnTo>
                    <a:lnTo>
                      <a:pt x="1435" y="7739"/>
                    </a:lnTo>
                    <a:lnTo>
                      <a:pt x="1301" y="334"/>
                    </a:lnTo>
                    <a:cubicBezTo>
                      <a:pt x="1272" y="157"/>
                      <a:pt x="1137" y="32"/>
                      <a:pt x="968" y="6"/>
                    </a:cubicBezTo>
                    <a:close/>
                    <a:moveTo>
                      <a:pt x="834" y="6"/>
                    </a:moveTo>
                    <a:lnTo>
                      <a:pt x="834" y="6"/>
                    </a:lnTo>
                    <a:cubicBezTo>
                      <a:pt x="671" y="32"/>
                      <a:pt x="563" y="157"/>
                      <a:pt x="534" y="334"/>
                    </a:cubicBezTo>
                    <a:lnTo>
                      <a:pt x="367" y="7739"/>
                    </a:lnTo>
                    <a:lnTo>
                      <a:pt x="367" y="8006"/>
                    </a:lnTo>
                    <a:lnTo>
                      <a:pt x="0" y="23884"/>
                    </a:lnTo>
                    <a:cubicBezTo>
                      <a:pt x="67" y="23784"/>
                      <a:pt x="167" y="23684"/>
                      <a:pt x="267" y="23584"/>
                    </a:cubicBezTo>
                    <a:lnTo>
                      <a:pt x="834" y="368"/>
                    </a:lnTo>
                    <a:cubicBezTo>
                      <a:pt x="834" y="334"/>
                      <a:pt x="834" y="334"/>
                      <a:pt x="834" y="334"/>
                    </a:cubicBezTo>
                    <a:lnTo>
                      <a:pt x="834"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77"/>
              <p:cNvSpPr/>
              <p:nvPr/>
            </p:nvSpPr>
            <p:spPr>
              <a:xfrm>
                <a:off x="5095475" y="1953500"/>
                <a:ext cx="271050" cy="24225"/>
              </a:xfrm>
              <a:custGeom>
                <a:avLst/>
                <a:gdLst/>
                <a:ahLst/>
                <a:cxnLst/>
                <a:rect l="l" t="t" r="r" b="b"/>
                <a:pathLst>
                  <a:path w="10842" h="969" extrusionOk="0">
                    <a:moveTo>
                      <a:pt x="5071" y="1"/>
                    </a:moveTo>
                    <a:cubicBezTo>
                      <a:pt x="3370" y="1"/>
                      <a:pt x="1668" y="168"/>
                      <a:pt x="201" y="468"/>
                    </a:cubicBezTo>
                    <a:cubicBezTo>
                      <a:pt x="134" y="501"/>
                      <a:pt x="67" y="501"/>
                      <a:pt x="1" y="535"/>
                    </a:cubicBezTo>
                    <a:lnTo>
                      <a:pt x="67" y="801"/>
                    </a:lnTo>
                    <a:cubicBezTo>
                      <a:pt x="101" y="801"/>
                      <a:pt x="134" y="768"/>
                      <a:pt x="167" y="768"/>
                    </a:cubicBezTo>
                    <a:cubicBezTo>
                      <a:pt x="1001" y="568"/>
                      <a:pt x="1935" y="434"/>
                      <a:pt x="2903" y="368"/>
                    </a:cubicBezTo>
                    <a:lnTo>
                      <a:pt x="2903" y="334"/>
                    </a:lnTo>
                    <a:lnTo>
                      <a:pt x="3003" y="334"/>
                    </a:lnTo>
                    <a:cubicBezTo>
                      <a:pt x="3670" y="301"/>
                      <a:pt x="4370" y="268"/>
                      <a:pt x="5071" y="268"/>
                    </a:cubicBezTo>
                    <a:lnTo>
                      <a:pt x="5238" y="268"/>
                    </a:lnTo>
                    <a:lnTo>
                      <a:pt x="5238" y="168"/>
                    </a:lnTo>
                    <a:lnTo>
                      <a:pt x="5371" y="168"/>
                    </a:lnTo>
                    <a:lnTo>
                      <a:pt x="5371" y="268"/>
                    </a:lnTo>
                    <a:cubicBezTo>
                      <a:pt x="6172" y="268"/>
                      <a:pt x="6972" y="334"/>
                      <a:pt x="7773" y="401"/>
                    </a:cubicBezTo>
                    <a:lnTo>
                      <a:pt x="7773" y="334"/>
                    </a:lnTo>
                    <a:lnTo>
                      <a:pt x="7906" y="334"/>
                    </a:lnTo>
                    <a:lnTo>
                      <a:pt x="7906" y="434"/>
                    </a:lnTo>
                    <a:cubicBezTo>
                      <a:pt x="8874" y="535"/>
                      <a:pt x="9808" y="701"/>
                      <a:pt x="10675" y="935"/>
                    </a:cubicBezTo>
                    <a:cubicBezTo>
                      <a:pt x="10675" y="935"/>
                      <a:pt x="10708" y="968"/>
                      <a:pt x="10742" y="968"/>
                    </a:cubicBezTo>
                    <a:lnTo>
                      <a:pt x="10842" y="701"/>
                    </a:lnTo>
                    <a:cubicBezTo>
                      <a:pt x="10775" y="668"/>
                      <a:pt x="10708" y="668"/>
                      <a:pt x="10641" y="635"/>
                    </a:cubicBezTo>
                    <a:cubicBezTo>
                      <a:pt x="9007" y="201"/>
                      <a:pt x="7072"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77"/>
              <p:cNvSpPr/>
              <p:nvPr/>
            </p:nvSpPr>
            <p:spPr>
              <a:xfrm>
                <a:off x="5082125" y="2155325"/>
                <a:ext cx="297750" cy="26700"/>
              </a:xfrm>
              <a:custGeom>
                <a:avLst/>
                <a:gdLst/>
                <a:ahLst/>
                <a:cxnLst/>
                <a:rect l="l" t="t" r="r" b="b"/>
                <a:pathLst>
                  <a:path w="11910" h="1068" extrusionOk="0">
                    <a:moveTo>
                      <a:pt x="5571" y="0"/>
                    </a:moveTo>
                    <a:cubicBezTo>
                      <a:pt x="3670" y="0"/>
                      <a:pt x="1802" y="200"/>
                      <a:pt x="168" y="567"/>
                    </a:cubicBezTo>
                    <a:lnTo>
                      <a:pt x="1" y="634"/>
                    </a:lnTo>
                    <a:lnTo>
                      <a:pt x="34" y="901"/>
                    </a:lnTo>
                    <a:cubicBezTo>
                      <a:pt x="68" y="868"/>
                      <a:pt x="101" y="868"/>
                      <a:pt x="134" y="868"/>
                    </a:cubicBezTo>
                    <a:cubicBezTo>
                      <a:pt x="1769" y="501"/>
                      <a:pt x="3637" y="300"/>
                      <a:pt x="5571" y="300"/>
                    </a:cubicBezTo>
                    <a:cubicBezTo>
                      <a:pt x="7806" y="300"/>
                      <a:pt x="9908" y="534"/>
                      <a:pt x="11709" y="1034"/>
                    </a:cubicBezTo>
                    <a:cubicBezTo>
                      <a:pt x="11743" y="1068"/>
                      <a:pt x="11776" y="1068"/>
                      <a:pt x="11843" y="1068"/>
                    </a:cubicBezTo>
                    <a:lnTo>
                      <a:pt x="11909" y="801"/>
                    </a:lnTo>
                    <a:lnTo>
                      <a:pt x="11709" y="767"/>
                    </a:lnTo>
                    <a:cubicBezTo>
                      <a:pt x="9975" y="300"/>
                      <a:pt x="7973" y="34"/>
                      <a:pt x="5905" y="0"/>
                    </a:cubicBezTo>
                    <a:lnTo>
                      <a:pt x="5905" y="134"/>
                    </a:lnTo>
                    <a:lnTo>
                      <a:pt x="5772" y="134"/>
                    </a:lnTo>
                    <a:lnTo>
                      <a:pt x="5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77"/>
              <p:cNvSpPr/>
              <p:nvPr/>
            </p:nvSpPr>
            <p:spPr>
              <a:xfrm>
                <a:off x="5095475" y="2966725"/>
                <a:ext cx="261875" cy="18375"/>
              </a:xfrm>
              <a:custGeom>
                <a:avLst/>
                <a:gdLst/>
                <a:ahLst/>
                <a:cxnLst/>
                <a:rect l="l" t="t" r="r" b="b"/>
                <a:pathLst>
                  <a:path w="10475" h="735" extrusionOk="0">
                    <a:moveTo>
                      <a:pt x="10308" y="1"/>
                    </a:moveTo>
                    <a:cubicBezTo>
                      <a:pt x="8707" y="301"/>
                      <a:pt x="6872" y="434"/>
                      <a:pt x="4904" y="434"/>
                    </a:cubicBezTo>
                    <a:cubicBezTo>
                      <a:pt x="3270" y="434"/>
                      <a:pt x="1668" y="334"/>
                      <a:pt x="267" y="134"/>
                    </a:cubicBezTo>
                    <a:cubicBezTo>
                      <a:pt x="201" y="134"/>
                      <a:pt x="134" y="101"/>
                      <a:pt x="67" y="101"/>
                    </a:cubicBezTo>
                    <a:lnTo>
                      <a:pt x="1" y="368"/>
                    </a:lnTo>
                    <a:cubicBezTo>
                      <a:pt x="101" y="401"/>
                      <a:pt x="201" y="401"/>
                      <a:pt x="267" y="401"/>
                    </a:cubicBezTo>
                    <a:cubicBezTo>
                      <a:pt x="1702" y="635"/>
                      <a:pt x="3270" y="735"/>
                      <a:pt x="4904" y="735"/>
                    </a:cubicBezTo>
                    <a:cubicBezTo>
                      <a:pt x="6839" y="735"/>
                      <a:pt x="8673" y="568"/>
                      <a:pt x="10275" y="301"/>
                    </a:cubicBezTo>
                    <a:cubicBezTo>
                      <a:pt x="10341" y="301"/>
                      <a:pt x="10408" y="268"/>
                      <a:pt x="10475" y="268"/>
                    </a:cubicBezTo>
                    <a:lnTo>
                      <a:pt x="10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77"/>
              <p:cNvSpPr/>
              <p:nvPr/>
            </p:nvSpPr>
            <p:spPr>
              <a:xfrm>
                <a:off x="5099650" y="2772425"/>
                <a:ext cx="113425" cy="182650"/>
              </a:xfrm>
              <a:custGeom>
                <a:avLst/>
                <a:gdLst/>
                <a:ahLst/>
                <a:cxnLst/>
                <a:rect l="l" t="t" r="r" b="b"/>
                <a:pathLst>
                  <a:path w="4537" h="7306" extrusionOk="0">
                    <a:moveTo>
                      <a:pt x="1435" y="367"/>
                    </a:moveTo>
                    <a:cubicBezTo>
                      <a:pt x="1968" y="768"/>
                      <a:pt x="2936" y="1335"/>
                      <a:pt x="4270" y="1468"/>
                    </a:cubicBezTo>
                    <a:lnTo>
                      <a:pt x="4270" y="7006"/>
                    </a:lnTo>
                    <a:cubicBezTo>
                      <a:pt x="1735" y="6605"/>
                      <a:pt x="567" y="4170"/>
                      <a:pt x="301" y="3570"/>
                    </a:cubicBezTo>
                    <a:lnTo>
                      <a:pt x="1435" y="367"/>
                    </a:lnTo>
                    <a:close/>
                    <a:moveTo>
                      <a:pt x="1335" y="1"/>
                    </a:moveTo>
                    <a:cubicBezTo>
                      <a:pt x="1268" y="1"/>
                      <a:pt x="1235" y="34"/>
                      <a:pt x="1235" y="101"/>
                    </a:cubicBezTo>
                    <a:lnTo>
                      <a:pt x="34" y="3536"/>
                    </a:lnTo>
                    <a:cubicBezTo>
                      <a:pt x="0" y="3570"/>
                      <a:pt x="34" y="3603"/>
                      <a:pt x="34" y="3637"/>
                    </a:cubicBezTo>
                    <a:cubicBezTo>
                      <a:pt x="234" y="4170"/>
                      <a:pt x="1501" y="6939"/>
                      <a:pt x="4337" y="7306"/>
                    </a:cubicBezTo>
                    <a:lnTo>
                      <a:pt x="4370" y="7306"/>
                    </a:lnTo>
                    <a:cubicBezTo>
                      <a:pt x="4470" y="7306"/>
                      <a:pt x="4537" y="7206"/>
                      <a:pt x="4537" y="7106"/>
                    </a:cubicBezTo>
                    <a:lnTo>
                      <a:pt x="4537" y="1368"/>
                    </a:lnTo>
                    <a:cubicBezTo>
                      <a:pt x="4537" y="1268"/>
                      <a:pt x="4470" y="1201"/>
                      <a:pt x="4370" y="1201"/>
                    </a:cubicBezTo>
                    <a:cubicBezTo>
                      <a:pt x="2936" y="1068"/>
                      <a:pt x="1935" y="401"/>
                      <a:pt x="1468" y="34"/>
                    </a:cubicBezTo>
                    <a:cubicBezTo>
                      <a:pt x="1435" y="1"/>
                      <a:pt x="1368" y="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77"/>
              <p:cNvSpPr/>
              <p:nvPr/>
            </p:nvSpPr>
            <p:spPr>
              <a:xfrm>
                <a:off x="5233075" y="2770750"/>
                <a:ext cx="122600" cy="184325"/>
              </a:xfrm>
              <a:custGeom>
                <a:avLst/>
                <a:gdLst/>
                <a:ahLst/>
                <a:cxnLst/>
                <a:rect l="l" t="t" r="r" b="b"/>
                <a:pathLst>
                  <a:path w="4904" h="7373" extrusionOk="0">
                    <a:moveTo>
                      <a:pt x="3503" y="334"/>
                    </a:moveTo>
                    <a:cubicBezTo>
                      <a:pt x="3837" y="1135"/>
                      <a:pt x="4504" y="2736"/>
                      <a:pt x="4637" y="3570"/>
                    </a:cubicBezTo>
                    <a:cubicBezTo>
                      <a:pt x="4404" y="4037"/>
                      <a:pt x="2969" y="6739"/>
                      <a:pt x="267" y="7073"/>
                    </a:cubicBezTo>
                    <a:lnTo>
                      <a:pt x="267" y="1535"/>
                    </a:lnTo>
                    <a:cubicBezTo>
                      <a:pt x="1335" y="1402"/>
                      <a:pt x="2402" y="1002"/>
                      <a:pt x="3503" y="334"/>
                    </a:cubicBezTo>
                    <a:close/>
                    <a:moveTo>
                      <a:pt x="3603" y="1"/>
                    </a:moveTo>
                    <a:cubicBezTo>
                      <a:pt x="3570" y="1"/>
                      <a:pt x="3503" y="1"/>
                      <a:pt x="3470" y="34"/>
                    </a:cubicBezTo>
                    <a:cubicBezTo>
                      <a:pt x="2369" y="735"/>
                      <a:pt x="1235" y="1168"/>
                      <a:pt x="134" y="1268"/>
                    </a:cubicBezTo>
                    <a:cubicBezTo>
                      <a:pt x="67" y="1268"/>
                      <a:pt x="0" y="1335"/>
                      <a:pt x="0" y="1435"/>
                    </a:cubicBezTo>
                    <a:lnTo>
                      <a:pt x="0" y="7206"/>
                    </a:lnTo>
                    <a:cubicBezTo>
                      <a:pt x="0" y="7306"/>
                      <a:pt x="67" y="7373"/>
                      <a:pt x="167" y="7373"/>
                    </a:cubicBezTo>
                    <a:lnTo>
                      <a:pt x="201" y="7373"/>
                    </a:lnTo>
                    <a:cubicBezTo>
                      <a:pt x="3169" y="7073"/>
                      <a:pt x="4637" y="4237"/>
                      <a:pt x="4904" y="3670"/>
                    </a:cubicBezTo>
                    <a:cubicBezTo>
                      <a:pt x="4904" y="3637"/>
                      <a:pt x="4904" y="3603"/>
                      <a:pt x="4904" y="3570"/>
                    </a:cubicBezTo>
                    <a:cubicBezTo>
                      <a:pt x="4771" y="2636"/>
                      <a:pt x="4003" y="835"/>
                      <a:pt x="3670" y="68"/>
                    </a:cubicBezTo>
                    <a:cubicBezTo>
                      <a:pt x="3670" y="34"/>
                      <a:pt x="3636" y="1"/>
                      <a:pt x="3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77"/>
              <p:cNvSpPr/>
              <p:nvPr/>
            </p:nvSpPr>
            <p:spPr>
              <a:xfrm>
                <a:off x="5126325" y="2752400"/>
                <a:ext cx="203500" cy="35900"/>
              </a:xfrm>
              <a:custGeom>
                <a:avLst/>
                <a:gdLst/>
                <a:ahLst/>
                <a:cxnLst/>
                <a:rect l="l" t="t" r="r" b="b"/>
                <a:pathLst>
                  <a:path w="8140" h="1436" extrusionOk="0">
                    <a:moveTo>
                      <a:pt x="67" y="1"/>
                    </a:moveTo>
                    <a:cubicBezTo>
                      <a:pt x="101" y="34"/>
                      <a:pt x="101" y="68"/>
                      <a:pt x="67" y="101"/>
                    </a:cubicBezTo>
                    <a:cubicBezTo>
                      <a:pt x="67" y="134"/>
                      <a:pt x="34" y="168"/>
                      <a:pt x="1" y="268"/>
                    </a:cubicBezTo>
                    <a:cubicBezTo>
                      <a:pt x="468" y="568"/>
                      <a:pt x="1969" y="1435"/>
                      <a:pt x="4070" y="1435"/>
                    </a:cubicBezTo>
                    <a:cubicBezTo>
                      <a:pt x="5271" y="1435"/>
                      <a:pt x="6639" y="1135"/>
                      <a:pt x="8140" y="268"/>
                    </a:cubicBezTo>
                    <a:cubicBezTo>
                      <a:pt x="8073" y="168"/>
                      <a:pt x="8040" y="101"/>
                      <a:pt x="8040" y="101"/>
                    </a:cubicBezTo>
                    <a:cubicBezTo>
                      <a:pt x="8040" y="101"/>
                      <a:pt x="8040" y="68"/>
                      <a:pt x="8040" y="34"/>
                    </a:cubicBezTo>
                    <a:lnTo>
                      <a:pt x="8006" y="1"/>
                    </a:lnTo>
                    <a:cubicBezTo>
                      <a:pt x="7973" y="34"/>
                      <a:pt x="7940" y="34"/>
                      <a:pt x="7940" y="68"/>
                    </a:cubicBezTo>
                    <a:cubicBezTo>
                      <a:pt x="6534" y="894"/>
                      <a:pt x="5210" y="1173"/>
                      <a:pt x="4062" y="1173"/>
                    </a:cubicBezTo>
                    <a:cubicBezTo>
                      <a:pt x="2107" y="1173"/>
                      <a:pt x="663" y="362"/>
                      <a:pt x="201" y="68"/>
                    </a:cubicBezTo>
                    <a:cubicBezTo>
                      <a:pt x="168" y="34"/>
                      <a:pt x="134"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77"/>
              <p:cNvSpPr/>
              <p:nvPr/>
            </p:nvSpPr>
            <p:spPr>
              <a:xfrm>
                <a:off x="5289775" y="1961850"/>
                <a:ext cx="85100" cy="162650"/>
              </a:xfrm>
              <a:custGeom>
                <a:avLst/>
                <a:gdLst/>
                <a:ahLst/>
                <a:cxnLst/>
                <a:rect l="l" t="t" r="r" b="b"/>
                <a:pathLst>
                  <a:path w="3404" h="6506" extrusionOk="0">
                    <a:moveTo>
                      <a:pt x="1" y="0"/>
                    </a:moveTo>
                    <a:lnTo>
                      <a:pt x="1" y="67"/>
                    </a:lnTo>
                    <a:lnTo>
                      <a:pt x="1" y="4670"/>
                    </a:lnTo>
                    <a:cubicBezTo>
                      <a:pt x="1" y="5438"/>
                      <a:pt x="534" y="6071"/>
                      <a:pt x="1268" y="6171"/>
                    </a:cubicBezTo>
                    <a:lnTo>
                      <a:pt x="3270" y="6472"/>
                    </a:lnTo>
                    <a:lnTo>
                      <a:pt x="3403" y="6505"/>
                    </a:lnTo>
                    <a:lnTo>
                      <a:pt x="3403" y="6372"/>
                    </a:lnTo>
                    <a:lnTo>
                      <a:pt x="3270" y="6338"/>
                    </a:lnTo>
                    <a:lnTo>
                      <a:pt x="1302" y="6038"/>
                    </a:lnTo>
                    <a:cubicBezTo>
                      <a:pt x="635" y="5938"/>
                      <a:pt x="134" y="5371"/>
                      <a:pt x="134" y="4670"/>
                    </a:cubicBezTo>
                    <a:lnTo>
                      <a:pt x="134" y="67"/>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77"/>
              <p:cNvSpPr/>
              <p:nvPr/>
            </p:nvSpPr>
            <p:spPr>
              <a:xfrm>
                <a:off x="5086300" y="1961850"/>
                <a:ext cx="85925" cy="162650"/>
              </a:xfrm>
              <a:custGeom>
                <a:avLst/>
                <a:gdLst/>
                <a:ahLst/>
                <a:cxnLst/>
                <a:rect l="l" t="t" r="r" b="b"/>
                <a:pathLst>
                  <a:path w="3437" h="6506" extrusionOk="0">
                    <a:moveTo>
                      <a:pt x="3270" y="0"/>
                    </a:moveTo>
                    <a:lnTo>
                      <a:pt x="3270" y="34"/>
                    </a:lnTo>
                    <a:lnTo>
                      <a:pt x="3270" y="4670"/>
                    </a:lnTo>
                    <a:cubicBezTo>
                      <a:pt x="3270" y="5371"/>
                      <a:pt x="2803" y="5938"/>
                      <a:pt x="2102" y="6038"/>
                    </a:cubicBezTo>
                    <a:lnTo>
                      <a:pt x="134" y="6338"/>
                    </a:lnTo>
                    <a:lnTo>
                      <a:pt x="1" y="6372"/>
                    </a:lnTo>
                    <a:lnTo>
                      <a:pt x="34" y="6505"/>
                    </a:lnTo>
                    <a:lnTo>
                      <a:pt x="101" y="6505"/>
                    </a:lnTo>
                    <a:lnTo>
                      <a:pt x="2135" y="6171"/>
                    </a:lnTo>
                    <a:cubicBezTo>
                      <a:pt x="2869" y="6071"/>
                      <a:pt x="3436" y="5438"/>
                      <a:pt x="3436" y="4670"/>
                    </a:cubicBezTo>
                    <a:lnTo>
                      <a:pt x="3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77"/>
              <p:cNvSpPr/>
              <p:nvPr/>
            </p:nvSpPr>
            <p:spPr>
              <a:xfrm>
                <a:off x="5073800" y="2360475"/>
                <a:ext cx="308575" cy="374450"/>
              </a:xfrm>
              <a:custGeom>
                <a:avLst/>
                <a:gdLst/>
                <a:ahLst/>
                <a:cxnLst/>
                <a:rect l="l" t="t" r="r" b="b"/>
                <a:pathLst>
                  <a:path w="12343" h="14978" extrusionOk="0">
                    <a:moveTo>
                      <a:pt x="0" y="0"/>
                    </a:moveTo>
                    <a:cubicBezTo>
                      <a:pt x="0" y="33"/>
                      <a:pt x="0" y="100"/>
                      <a:pt x="0" y="134"/>
                    </a:cubicBezTo>
                    <a:cubicBezTo>
                      <a:pt x="34" y="167"/>
                      <a:pt x="67" y="167"/>
                      <a:pt x="100" y="200"/>
                    </a:cubicBezTo>
                    <a:cubicBezTo>
                      <a:pt x="401" y="300"/>
                      <a:pt x="901" y="367"/>
                      <a:pt x="1568" y="434"/>
                    </a:cubicBezTo>
                    <a:cubicBezTo>
                      <a:pt x="3169" y="601"/>
                      <a:pt x="4370" y="1935"/>
                      <a:pt x="4370" y="3536"/>
                    </a:cubicBezTo>
                    <a:lnTo>
                      <a:pt x="4370" y="14144"/>
                    </a:lnTo>
                    <a:lnTo>
                      <a:pt x="4403" y="14110"/>
                    </a:lnTo>
                    <a:lnTo>
                      <a:pt x="4470" y="14210"/>
                    </a:lnTo>
                    <a:lnTo>
                      <a:pt x="4437" y="14244"/>
                    </a:lnTo>
                    <a:lnTo>
                      <a:pt x="4470" y="14277"/>
                    </a:lnTo>
                    <a:cubicBezTo>
                      <a:pt x="4937" y="14744"/>
                      <a:pt x="5571" y="14977"/>
                      <a:pt x="6205" y="14977"/>
                    </a:cubicBezTo>
                    <a:cubicBezTo>
                      <a:pt x="6805" y="14977"/>
                      <a:pt x="7406" y="14777"/>
                      <a:pt x="7906" y="14310"/>
                    </a:cubicBezTo>
                    <a:lnTo>
                      <a:pt x="7839" y="14277"/>
                    </a:lnTo>
                    <a:lnTo>
                      <a:pt x="7906" y="14177"/>
                    </a:lnTo>
                    <a:lnTo>
                      <a:pt x="7939" y="14177"/>
                    </a:lnTo>
                    <a:lnTo>
                      <a:pt x="7939" y="3603"/>
                    </a:lnTo>
                    <a:cubicBezTo>
                      <a:pt x="7939" y="2002"/>
                      <a:pt x="9140" y="667"/>
                      <a:pt x="10741" y="500"/>
                    </a:cubicBezTo>
                    <a:cubicBezTo>
                      <a:pt x="11475" y="434"/>
                      <a:pt x="12009" y="334"/>
                      <a:pt x="12342" y="234"/>
                    </a:cubicBezTo>
                    <a:cubicBezTo>
                      <a:pt x="12342" y="200"/>
                      <a:pt x="12342" y="134"/>
                      <a:pt x="12342" y="100"/>
                    </a:cubicBezTo>
                    <a:cubicBezTo>
                      <a:pt x="12042" y="200"/>
                      <a:pt x="11508" y="300"/>
                      <a:pt x="10741" y="367"/>
                    </a:cubicBezTo>
                    <a:cubicBezTo>
                      <a:pt x="9073" y="567"/>
                      <a:pt x="7806" y="1935"/>
                      <a:pt x="7806" y="3603"/>
                    </a:cubicBezTo>
                    <a:lnTo>
                      <a:pt x="7806" y="14210"/>
                    </a:lnTo>
                    <a:cubicBezTo>
                      <a:pt x="7360" y="14640"/>
                      <a:pt x="6775" y="14857"/>
                      <a:pt x="6188" y="14857"/>
                    </a:cubicBezTo>
                    <a:cubicBezTo>
                      <a:pt x="5590" y="14857"/>
                      <a:pt x="4991" y="14631"/>
                      <a:pt x="4537" y="14177"/>
                    </a:cubicBezTo>
                    <a:lnTo>
                      <a:pt x="4503" y="14144"/>
                    </a:lnTo>
                    <a:lnTo>
                      <a:pt x="4503" y="3536"/>
                    </a:lnTo>
                    <a:cubicBezTo>
                      <a:pt x="4503" y="1868"/>
                      <a:pt x="3236" y="500"/>
                      <a:pt x="1568" y="300"/>
                    </a:cubicBezTo>
                    <a:cubicBezTo>
                      <a:pt x="868" y="234"/>
                      <a:pt x="401" y="167"/>
                      <a:pt x="100" y="33"/>
                    </a:cubicBezTo>
                    <a:cubicBezTo>
                      <a:pt x="67" y="33"/>
                      <a:pt x="34"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77"/>
              <p:cNvSpPr/>
              <p:nvPr/>
            </p:nvSpPr>
            <p:spPr>
              <a:xfrm>
                <a:off x="5226400" y="1957675"/>
                <a:ext cx="3375" cy="200175"/>
              </a:xfrm>
              <a:custGeom>
                <a:avLst/>
                <a:gdLst/>
                <a:ahLst/>
                <a:cxnLst/>
                <a:rect l="l" t="t" r="r" b="b"/>
                <a:pathLst>
                  <a:path w="135" h="8007" extrusionOk="0">
                    <a:moveTo>
                      <a:pt x="1" y="1"/>
                    </a:moveTo>
                    <a:lnTo>
                      <a:pt x="1" y="101"/>
                    </a:lnTo>
                    <a:lnTo>
                      <a:pt x="1" y="7906"/>
                    </a:lnTo>
                    <a:lnTo>
                      <a:pt x="1" y="8006"/>
                    </a:lnTo>
                    <a:lnTo>
                      <a:pt x="134" y="8006"/>
                    </a:lnTo>
                    <a:lnTo>
                      <a:pt x="134" y="7906"/>
                    </a:lnTo>
                    <a:lnTo>
                      <a:pt x="134" y="101"/>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77"/>
              <p:cNvSpPr/>
              <p:nvPr/>
            </p:nvSpPr>
            <p:spPr>
              <a:xfrm>
                <a:off x="5269775" y="2714875"/>
                <a:ext cx="60050" cy="38400"/>
              </a:xfrm>
              <a:custGeom>
                <a:avLst/>
                <a:gdLst/>
                <a:ahLst/>
                <a:cxnLst/>
                <a:rect l="l" t="t" r="r" b="b"/>
                <a:pathLst>
                  <a:path w="2402" h="1536" extrusionOk="0">
                    <a:moveTo>
                      <a:pt x="67" y="1"/>
                    </a:moveTo>
                    <a:lnTo>
                      <a:pt x="0" y="134"/>
                    </a:lnTo>
                    <a:lnTo>
                      <a:pt x="67" y="134"/>
                    </a:lnTo>
                    <a:lnTo>
                      <a:pt x="2268" y="1502"/>
                    </a:lnTo>
                    <a:lnTo>
                      <a:pt x="2302" y="1535"/>
                    </a:lnTo>
                    <a:cubicBezTo>
                      <a:pt x="2302" y="1535"/>
                      <a:pt x="2335" y="1502"/>
                      <a:pt x="2335" y="1502"/>
                    </a:cubicBezTo>
                    <a:cubicBezTo>
                      <a:pt x="2335" y="1469"/>
                      <a:pt x="2369" y="1435"/>
                      <a:pt x="2402" y="1435"/>
                    </a:cubicBezTo>
                    <a:lnTo>
                      <a:pt x="1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77"/>
              <p:cNvSpPr/>
              <p:nvPr/>
            </p:nvSpPr>
            <p:spPr>
              <a:xfrm>
                <a:off x="5124675" y="2713225"/>
                <a:ext cx="60900" cy="39200"/>
              </a:xfrm>
              <a:custGeom>
                <a:avLst/>
                <a:gdLst/>
                <a:ahLst/>
                <a:cxnLst/>
                <a:rect l="l" t="t" r="r" b="b"/>
                <a:pathLst>
                  <a:path w="2436" h="1568" extrusionOk="0">
                    <a:moveTo>
                      <a:pt x="2368" y="0"/>
                    </a:moveTo>
                    <a:lnTo>
                      <a:pt x="2335" y="34"/>
                    </a:lnTo>
                    <a:lnTo>
                      <a:pt x="0" y="1501"/>
                    </a:lnTo>
                    <a:cubicBezTo>
                      <a:pt x="67" y="1501"/>
                      <a:pt x="100" y="1501"/>
                      <a:pt x="133" y="1535"/>
                    </a:cubicBezTo>
                    <a:cubicBezTo>
                      <a:pt x="133" y="1568"/>
                      <a:pt x="133" y="1568"/>
                      <a:pt x="133" y="1568"/>
                    </a:cubicBezTo>
                    <a:lnTo>
                      <a:pt x="167" y="1568"/>
                    </a:lnTo>
                    <a:lnTo>
                      <a:pt x="2402" y="167"/>
                    </a:lnTo>
                    <a:lnTo>
                      <a:pt x="2435" y="134"/>
                    </a:lnTo>
                    <a:lnTo>
                      <a:pt x="2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77"/>
              <p:cNvSpPr/>
              <p:nvPr/>
            </p:nvSpPr>
            <p:spPr>
              <a:xfrm>
                <a:off x="5197225" y="3614700"/>
                <a:ext cx="54225" cy="507875"/>
              </a:xfrm>
              <a:custGeom>
                <a:avLst/>
                <a:gdLst/>
                <a:ahLst/>
                <a:cxnLst/>
                <a:rect l="l" t="t" r="r" b="b"/>
                <a:pathLst>
                  <a:path w="2169" h="20315" extrusionOk="0">
                    <a:moveTo>
                      <a:pt x="1101" y="267"/>
                    </a:moveTo>
                    <a:cubicBezTo>
                      <a:pt x="1468" y="267"/>
                      <a:pt x="1801" y="534"/>
                      <a:pt x="1868" y="901"/>
                    </a:cubicBezTo>
                    <a:lnTo>
                      <a:pt x="1968" y="701"/>
                    </a:lnTo>
                    <a:lnTo>
                      <a:pt x="2102" y="734"/>
                    </a:lnTo>
                    <a:lnTo>
                      <a:pt x="1868" y="1268"/>
                    </a:lnTo>
                    <a:lnTo>
                      <a:pt x="1101" y="19881"/>
                    </a:lnTo>
                    <a:cubicBezTo>
                      <a:pt x="1101" y="19948"/>
                      <a:pt x="1034" y="20015"/>
                      <a:pt x="967" y="20015"/>
                    </a:cubicBezTo>
                    <a:lnTo>
                      <a:pt x="967" y="20181"/>
                    </a:lnTo>
                    <a:lnTo>
                      <a:pt x="834" y="20181"/>
                    </a:lnTo>
                    <a:lnTo>
                      <a:pt x="834" y="19981"/>
                    </a:lnTo>
                    <a:cubicBezTo>
                      <a:pt x="834" y="19948"/>
                      <a:pt x="801" y="19915"/>
                      <a:pt x="801" y="19881"/>
                    </a:cubicBezTo>
                    <a:lnTo>
                      <a:pt x="300" y="1201"/>
                    </a:lnTo>
                    <a:lnTo>
                      <a:pt x="100" y="734"/>
                    </a:lnTo>
                    <a:lnTo>
                      <a:pt x="200" y="667"/>
                    </a:lnTo>
                    <a:lnTo>
                      <a:pt x="300" y="901"/>
                    </a:lnTo>
                    <a:cubicBezTo>
                      <a:pt x="367" y="534"/>
                      <a:pt x="701" y="267"/>
                      <a:pt x="1101" y="267"/>
                    </a:cubicBezTo>
                    <a:close/>
                    <a:moveTo>
                      <a:pt x="1034" y="0"/>
                    </a:moveTo>
                    <a:cubicBezTo>
                      <a:pt x="801" y="0"/>
                      <a:pt x="634" y="67"/>
                      <a:pt x="467" y="167"/>
                    </a:cubicBezTo>
                    <a:cubicBezTo>
                      <a:pt x="367" y="267"/>
                      <a:pt x="267" y="367"/>
                      <a:pt x="200" y="467"/>
                    </a:cubicBezTo>
                    <a:cubicBezTo>
                      <a:pt x="67" y="634"/>
                      <a:pt x="0" y="834"/>
                      <a:pt x="0" y="1068"/>
                    </a:cubicBezTo>
                    <a:lnTo>
                      <a:pt x="167" y="6338"/>
                    </a:lnTo>
                    <a:lnTo>
                      <a:pt x="334" y="7839"/>
                    </a:lnTo>
                    <a:lnTo>
                      <a:pt x="200" y="8173"/>
                    </a:lnTo>
                    <a:lnTo>
                      <a:pt x="234" y="9374"/>
                    </a:lnTo>
                    <a:lnTo>
                      <a:pt x="534" y="19915"/>
                    </a:lnTo>
                    <a:cubicBezTo>
                      <a:pt x="534" y="20148"/>
                      <a:pt x="734" y="20315"/>
                      <a:pt x="967" y="20315"/>
                    </a:cubicBezTo>
                    <a:cubicBezTo>
                      <a:pt x="1168" y="20315"/>
                      <a:pt x="1368" y="20148"/>
                      <a:pt x="1368" y="19915"/>
                    </a:cubicBezTo>
                    <a:lnTo>
                      <a:pt x="1835" y="9374"/>
                    </a:lnTo>
                    <a:lnTo>
                      <a:pt x="1868" y="8006"/>
                    </a:lnTo>
                    <a:lnTo>
                      <a:pt x="1801" y="7839"/>
                    </a:lnTo>
                    <a:lnTo>
                      <a:pt x="1801" y="7806"/>
                    </a:lnTo>
                    <a:lnTo>
                      <a:pt x="1935" y="6905"/>
                    </a:lnTo>
                    <a:lnTo>
                      <a:pt x="2168" y="1068"/>
                    </a:lnTo>
                    <a:cubicBezTo>
                      <a:pt x="2168" y="834"/>
                      <a:pt x="2102" y="601"/>
                      <a:pt x="1968" y="434"/>
                    </a:cubicBezTo>
                    <a:cubicBezTo>
                      <a:pt x="1868" y="334"/>
                      <a:pt x="1768" y="234"/>
                      <a:pt x="1668" y="167"/>
                    </a:cubicBezTo>
                    <a:cubicBezTo>
                      <a:pt x="1535" y="67"/>
                      <a:pt x="1334" y="0"/>
                      <a:pt x="1168" y="0"/>
                    </a:cubicBezTo>
                    <a:lnTo>
                      <a:pt x="1168" y="134"/>
                    </a:lnTo>
                    <a:lnTo>
                      <a:pt x="1034" y="13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77"/>
              <p:cNvSpPr/>
              <p:nvPr/>
            </p:nvSpPr>
            <p:spPr>
              <a:xfrm>
                <a:off x="5218075" y="3632200"/>
                <a:ext cx="31700" cy="487050"/>
              </a:xfrm>
              <a:custGeom>
                <a:avLst/>
                <a:gdLst/>
                <a:ahLst/>
                <a:cxnLst/>
                <a:rect l="l" t="t" r="r" b="b"/>
                <a:pathLst>
                  <a:path w="1268" h="19482" extrusionOk="0">
                    <a:moveTo>
                      <a:pt x="1134" y="1"/>
                    </a:moveTo>
                    <a:lnTo>
                      <a:pt x="1034" y="234"/>
                    </a:lnTo>
                    <a:lnTo>
                      <a:pt x="267" y="2102"/>
                    </a:lnTo>
                    <a:lnTo>
                      <a:pt x="334" y="2269"/>
                    </a:lnTo>
                    <a:lnTo>
                      <a:pt x="200" y="2303"/>
                    </a:lnTo>
                    <a:lnTo>
                      <a:pt x="0" y="19281"/>
                    </a:lnTo>
                    <a:lnTo>
                      <a:pt x="0" y="19481"/>
                    </a:lnTo>
                    <a:lnTo>
                      <a:pt x="133" y="19481"/>
                    </a:lnTo>
                    <a:lnTo>
                      <a:pt x="167" y="19315"/>
                    </a:lnTo>
                    <a:lnTo>
                      <a:pt x="334" y="2303"/>
                    </a:lnTo>
                    <a:lnTo>
                      <a:pt x="1067" y="568"/>
                    </a:lnTo>
                    <a:lnTo>
                      <a:pt x="1268" y="68"/>
                    </a:lnTo>
                    <a:lnTo>
                      <a:pt x="1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77"/>
              <p:cNvSpPr/>
              <p:nvPr/>
            </p:nvSpPr>
            <p:spPr>
              <a:xfrm>
                <a:off x="5199725" y="3631375"/>
                <a:ext cx="26700" cy="58400"/>
              </a:xfrm>
              <a:custGeom>
                <a:avLst/>
                <a:gdLst/>
                <a:ahLst/>
                <a:cxnLst/>
                <a:rect l="l" t="t" r="r" b="b"/>
                <a:pathLst>
                  <a:path w="1068" h="2336" extrusionOk="0">
                    <a:moveTo>
                      <a:pt x="100" y="0"/>
                    </a:moveTo>
                    <a:lnTo>
                      <a:pt x="0" y="67"/>
                    </a:lnTo>
                    <a:lnTo>
                      <a:pt x="200" y="534"/>
                    </a:lnTo>
                    <a:lnTo>
                      <a:pt x="934" y="2336"/>
                    </a:lnTo>
                    <a:lnTo>
                      <a:pt x="1068" y="2302"/>
                    </a:lnTo>
                    <a:lnTo>
                      <a:pt x="1001" y="2135"/>
                    </a:lnTo>
                    <a:lnTo>
                      <a:pt x="200" y="234"/>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77"/>
              <p:cNvSpPr/>
              <p:nvPr/>
            </p:nvSpPr>
            <p:spPr>
              <a:xfrm>
                <a:off x="5223075" y="3029275"/>
                <a:ext cx="3350" cy="588775"/>
              </a:xfrm>
              <a:custGeom>
                <a:avLst/>
                <a:gdLst/>
                <a:ahLst/>
                <a:cxnLst/>
                <a:rect l="l" t="t" r="r" b="b"/>
                <a:pathLst>
                  <a:path w="134" h="23551" extrusionOk="0">
                    <a:moveTo>
                      <a:pt x="0" y="1"/>
                    </a:moveTo>
                    <a:lnTo>
                      <a:pt x="0" y="334"/>
                    </a:lnTo>
                    <a:lnTo>
                      <a:pt x="0" y="23417"/>
                    </a:lnTo>
                    <a:lnTo>
                      <a:pt x="0" y="23551"/>
                    </a:lnTo>
                    <a:lnTo>
                      <a:pt x="134" y="23551"/>
                    </a:lnTo>
                    <a:lnTo>
                      <a:pt x="134" y="23417"/>
                    </a:lnTo>
                    <a:lnTo>
                      <a:pt x="134" y="267"/>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77"/>
              <p:cNvSpPr/>
              <p:nvPr/>
            </p:nvSpPr>
            <p:spPr>
              <a:xfrm>
                <a:off x="5327300" y="2319600"/>
                <a:ext cx="1456075" cy="542075"/>
              </a:xfrm>
              <a:custGeom>
                <a:avLst/>
                <a:gdLst/>
                <a:ahLst/>
                <a:cxnLst/>
                <a:rect l="l" t="t" r="r" b="b"/>
                <a:pathLst>
                  <a:path w="58243" h="21683" extrusionOk="0">
                    <a:moveTo>
                      <a:pt x="2269" y="1"/>
                    </a:moveTo>
                    <a:cubicBezTo>
                      <a:pt x="2236" y="1"/>
                      <a:pt x="2202" y="1"/>
                      <a:pt x="2169" y="34"/>
                    </a:cubicBezTo>
                    <a:cubicBezTo>
                      <a:pt x="2136" y="67"/>
                      <a:pt x="2136" y="101"/>
                      <a:pt x="2136" y="134"/>
                    </a:cubicBezTo>
                    <a:cubicBezTo>
                      <a:pt x="2136" y="201"/>
                      <a:pt x="2136" y="267"/>
                      <a:pt x="2136" y="334"/>
                    </a:cubicBezTo>
                    <a:cubicBezTo>
                      <a:pt x="2136" y="468"/>
                      <a:pt x="2169" y="634"/>
                      <a:pt x="2169" y="801"/>
                    </a:cubicBezTo>
                    <a:cubicBezTo>
                      <a:pt x="2169" y="935"/>
                      <a:pt x="2169" y="1068"/>
                      <a:pt x="2169" y="1201"/>
                    </a:cubicBezTo>
                    <a:cubicBezTo>
                      <a:pt x="2169" y="1368"/>
                      <a:pt x="2169" y="1568"/>
                      <a:pt x="2169" y="1735"/>
                    </a:cubicBezTo>
                    <a:cubicBezTo>
                      <a:pt x="2169" y="1802"/>
                      <a:pt x="2202" y="1835"/>
                      <a:pt x="2202" y="1902"/>
                    </a:cubicBezTo>
                    <a:cubicBezTo>
                      <a:pt x="2202" y="2302"/>
                      <a:pt x="2202" y="2736"/>
                      <a:pt x="2202" y="3136"/>
                    </a:cubicBezTo>
                    <a:cubicBezTo>
                      <a:pt x="2236" y="3970"/>
                      <a:pt x="2236" y="4837"/>
                      <a:pt x="2236" y="5705"/>
                    </a:cubicBezTo>
                    <a:cubicBezTo>
                      <a:pt x="2236" y="8907"/>
                      <a:pt x="2136" y="12143"/>
                      <a:pt x="1936" y="15278"/>
                    </a:cubicBezTo>
                    <a:cubicBezTo>
                      <a:pt x="1902" y="15945"/>
                      <a:pt x="1869" y="16579"/>
                      <a:pt x="1835" y="17213"/>
                    </a:cubicBezTo>
                    <a:lnTo>
                      <a:pt x="134" y="17213"/>
                    </a:lnTo>
                    <a:cubicBezTo>
                      <a:pt x="101" y="17213"/>
                      <a:pt x="101" y="17246"/>
                      <a:pt x="68" y="17246"/>
                    </a:cubicBezTo>
                    <a:cubicBezTo>
                      <a:pt x="34" y="17246"/>
                      <a:pt x="34" y="17280"/>
                      <a:pt x="1" y="17280"/>
                    </a:cubicBezTo>
                    <a:cubicBezTo>
                      <a:pt x="1" y="17313"/>
                      <a:pt x="1" y="17313"/>
                      <a:pt x="1" y="17346"/>
                    </a:cubicBezTo>
                    <a:cubicBezTo>
                      <a:pt x="1" y="17380"/>
                      <a:pt x="1" y="17413"/>
                      <a:pt x="1" y="17413"/>
                    </a:cubicBezTo>
                    <a:cubicBezTo>
                      <a:pt x="1" y="17413"/>
                      <a:pt x="34" y="17480"/>
                      <a:pt x="68" y="17580"/>
                    </a:cubicBezTo>
                    <a:cubicBezTo>
                      <a:pt x="334" y="18114"/>
                      <a:pt x="1235" y="20148"/>
                      <a:pt x="1469" y="21549"/>
                    </a:cubicBezTo>
                    <a:cubicBezTo>
                      <a:pt x="1469" y="21583"/>
                      <a:pt x="1469" y="21616"/>
                      <a:pt x="1502" y="21616"/>
                    </a:cubicBezTo>
                    <a:cubicBezTo>
                      <a:pt x="1535" y="21649"/>
                      <a:pt x="1569" y="21683"/>
                      <a:pt x="1602" y="21683"/>
                    </a:cubicBezTo>
                    <a:lnTo>
                      <a:pt x="23151" y="21683"/>
                    </a:lnTo>
                    <a:lnTo>
                      <a:pt x="22951" y="21416"/>
                    </a:lnTo>
                    <a:lnTo>
                      <a:pt x="2569" y="21416"/>
                    </a:lnTo>
                    <a:lnTo>
                      <a:pt x="2569" y="21449"/>
                    </a:lnTo>
                    <a:lnTo>
                      <a:pt x="2436" y="21516"/>
                    </a:lnTo>
                    <a:lnTo>
                      <a:pt x="2403" y="21416"/>
                    </a:lnTo>
                    <a:lnTo>
                      <a:pt x="1735" y="21416"/>
                    </a:lnTo>
                    <a:cubicBezTo>
                      <a:pt x="1469" y="19982"/>
                      <a:pt x="635" y="18114"/>
                      <a:pt x="368" y="17513"/>
                    </a:cubicBezTo>
                    <a:lnTo>
                      <a:pt x="1969" y="17513"/>
                    </a:lnTo>
                    <a:lnTo>
                      <a:pt x="1969" y="17246"/>
                    </a:lnTo>
                    <a:lnTo>
                      <a:pt x="2102" y="17246"/>
                    </a:lnTo>
                    <a:cubicBezTo>
                      <a:pt x="2136" y="16646"/>
                      <a:pt x="2202" y="16045"/>
                      <a:pt x="2236" y="15445"/>
                    </a:cubicBezTo>
                    <a:lnTo>
                      <a:pt x="2102" y="15445"/>
                    </a:lnTo>
                    <a:lnTo>
                      <a:pt x="2102" y="15178"/>
                    </a:lnTo>
                    <a:lnTo>
                      <a:pt x="2236" y="15178"/>
                    </a:lnTo>
                    <a:cubicBezTo>
                      <a:pt x="2403" y="12443"/>
                      <a:pt x="2503" y="9641"/>
                      <a:pt x="2503" y="6906"/>
                    </a:cubicBezTo>
                    <a:lnTo>
                      <a:pt x="2302" y="6906"/>
                    </a:lnTo>
                    <a:lnTo>
                      <a:pt x="2302" y="6739"/>
                    </a:lnTo>
                    <a:lnTo>
                      <a:pt x="2503" y="6739"/>
                    </a:lnTo>
                    <a:cubicBezTo>
                      <a:pt x="2503" y="6405"/>
                      <a:pt x="2536" y="6072"/>
                      <a:pt x="2536" y="5705"/>
                    </a:cubicBezTo>
                    <a:cubicBezTo>
                      <a:pt x="2536" y="4904"/>
                      <a:pt x="2503" y="4070"/>
                      <a:pt x="2503" y="3270"/>
                    </a:cubicBezTo>
                    <a:lnTo>
                      <a:pt x="2369" y="3270"/>
                    </a:lnTo>
                    <a:lnTo>
                      <a:pt x="2369" y="2969"/>
                    </a:lnTo>
                    <a:lnTo>
                      <a:pt x="2503" y="2969"/>
                    </a:lnTo>
                    <a:cubicBezTo>
                      <a:pt x="2469" y="2135"/>
                      <a:pt x="2469" y="1268"/>
                      <a:pt x="2436" y="267"/>
                    </a:cubicBezTo>
                    <a:lnTo>
                      <a:pt x="2936" y="267"/>
                    </a:lnTo>
                    <a:lnTo>
                      <a:pt x="2936" y="167"/>
                    </a:lnTo>
                    <a:lnTo>
                      <a:pt x="3103" y="167"/>
                    </a:lnTo>
                    <a:lnTo>
                      <a:pt x="3103" y="267"/>
                    </a:lnTo>
                    <a:lnTo>
                      <a:pt x="21950" y="267"/>
                    </a:lnTo>
                    <a:lnTo>
                      <a:pt x="21950" y="201"/>
                    </a:lnTo>
                    <a:lnTo>
                      <a:pt x="22083" y="201"/>
                    </a:lnTo>
                    <a:lnTo>
                      <a:pt x="22083" y="267"/>
                    </a:lnTo>
                    <a:lnTo>
                      <a:pt x="23418" y="267"/>
                    </a:lnTo>
                    <a:lnTo>
                      <a:pt x="23418" y="134"/>
                    </a:lnTo>
                    <a:lnTo>
                      <a:pt x="23684" y="134"/>
                    </a:lnTo>
                    <a:lnTo>
                      <a:pt x="23684" y="301"/>
                    </a:lnTo>
                    <a:lnTo>
                      <a:pt x="35927" y="1068"/>
                    </a:lnTo>
                    <a:lnTo>
                      <a:pt x="35927" y="1035"/>
                    </a:lnTo>
                    <a:lnTo>
                      <a:pt x="36193" y="1035"/>
                    </a:lnTo>
                    <a:lnTo>
                      <a:pt x="36193" y="1101"/>
                    </a:lnTo>
                    <a:lnTo>
                      <a:pt x="36760" y="1135"/>
                    </a:lnTo>
                    <a:lnTo>
                      <a:pt x="36760" y="1035"/>
                    </a:lnTo>
                    <a:lnTo>
                      <a:pt x="37027" y="1035"/>
                    </a:lnTo>
                    <a:lnTo>
                      <a:pt x="37027" y="1168"/>
                    </a:lnTo>
                    <a:lnTo>
                      <a:pt x="39696" y="1335"/>
                    </a:lnTo>
                    <a:lnTo>
                      <a:pt x="39696" y="1201"/>
                    </a:lnTo>
                    <a:lnTo>
                      <a:pt x="39696" y="1168"/>
                    </a:lnTo>
                    <a:lnTo>
                      <a:pt x="39963" y="1168"/>
                    </a:lnTo>
                    <a:lnTo>
                      <a:pt x="39963" y="1201"/>
                    </a:lnTo>
                    <a:lnTo>
                      <a:pt x="39963" y="1335"/>
                    </a:lnTo>
                    <a:lnTo>
                      <a:pt x="40530" y="1368"/>
                    </a:lnTo>
                    <a:lnTo>
                      <a:pt x="40530" y="1235"/>
                    </a:lnTo>
                    <a:lnTo>
                      <a:pt x="40797" y="1235"/>
                    </a:lnTo>
                    <a:lnTo>
                      <a:pt x="40797" y="1402"/>
                    </a:lnTo>
                    <a:lnTo>
                      <a:pt x="58242" y="2536"/>
                    </a:lnTo>
                    <a:lnTo>
                      <a:pt x="58242" y="2402"/>
                    </a:lnTo>
                    <a:lnTo>
                      <a:pt x="58242" y="2302"/>
                    </a:lnTo>
                    <a:lnTo>
                      <a:pt x="58242" y="2269"/>
                    </a:lnTo>
                    <a:lnTo>
                      <a:pt x="23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77"/>
              <p:cNvSpPr/>
              <p:nvPr/>
            </p:nvSpPr>
            <p:spPr>
              <a:xfrm>
                <a:off x="5905225" y="2854975"/>
                <a:ext cx="1700" cy="875"/>
              </a:xfrm>
              <a:custGeom>
                <a:avLst/>
                <a:gdLst/>
                <a:ahLst/>
                <a:cxnLst/>
                <a:rect l="l" t="t" r="r" b="b"/>
                <a:pathLst>
                  <a:path w="68" h="35" extrusionOk="0">
                    <a:moveTo>
                      <a:pt x="0" y="1"/>
                    </a:moveTo>
                    <a:lnTo>
                      <a:pt x="34" y="34"/>
                    </a:ln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77"/>
              <p:cNvSpPr/>
              <p:nvPr/>
            </p:nvSpPr>
            <p:spPr>
              <a:xfrm>
                <a:off x="5906900" y="2732400"/>
                <a:ext cx="876475" cy="129275"/>
              </a:xfrm>
              <a:custGeom>
                <a:avLst/>
                <a:gdLst/>
                <a:ahLst/>
                <a:cxnLst/>
                <a:rect l="l" t="t" r="r" b="b"/>
                <a:pathLst>
                  <a:path w="35059" h="5171" extrusionOk="0">
                    <a:moveTo>
                      <a:pt x="35058" y="0"/>
                    </a:moveTo>
                    <a:lnTo>
                      <a:pt x="334" y="4837"/>
                    </a:lnTo>
                    <a:lnTo>
                      <a:pt x="167" y="4871"/>
                    </a:lnTo>
                    <a:lnTo>
                      <a:pt x="0" y="5171"/>
                    </a:lnTo>
                    <a:lnTo>
                      <a:pt x="67" y="5171"/>
                    </a:lnTo>
                    <a:lnTo>
                      <a:pt x="35058" y="267"/>
                    </a:lnTo>
                    <a:lnTo>
                      <a:pt x="35058" y="134"/>
                    </a:lnTo>
                    <a:lnTo>
                      <a:pt x="35058" y="100"/>
                    </a:lnTo>
                    <a:lnTo>
                      <a:pt x="35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77"/>
              <p:cNvSpPr/>
              <p:nvPr/>
            </p:nvSpPr>
            <p:spPr>
              <a:xfrm>
                <a:off x="5912725" y="2406325"/>
                <a:ext cx="6700" cy="292750"/>
              </a:xfrm>
              <a:custGeom>
                <a:avLst/>
                <a:gdLst/>
                <a:ahLst/>
                <a:cxnLst/>
                <a:rect l="l" t="t" r="r" b="b"/>
                <a:pathLst>
                  <a:path w="268" h="11710" extrusionOk="0">
                    <a:moveTo>
                      <a:pt x="1" y="1"/>
                    </a:moveTo>
                    <a:lnTo>
                      <a:pt x="1" y="9074"/>
                    </a:lnTo>
                    <a:lnTo>
                      <a:pt x="101" y="9074"/>
                    </a:lnTo>
                    <a:lnTo>
                      <a:pt x="101" y="9207"/>
                    </a:lnTo>
                    <a:lnTo>
                      <a:pt x="1" y="9207"/>
                    </a:lnTo>
                    <a:lnTo>
                      <a:pt x="1" y="11709"/>
                    </a:lnTo>
                    <a:lnTo>
                      <a:pt x="34" y="11709"/>
                    </a:lnTo>
                    <a:lnTo>
                      <a:pt x="101" y="11676"/>
                    </a:lnTo>
                    <a:lnTo>
                      <a:pt x="267" y="11676"/>
                    </a:lnTo>
                    <a:lnTo>
                      <a:pt x="267" y="4371"/>
                    </a:lnTo>
                    <a:lnTo>
                      <a:pt x="167" y="4371"/>
                    </a:lnTo>
                    <a:lnTo>
                      <a:pt x="167" y="4204"/>
                    </a:lnTo>
                    <a:lnTo>
                      <a:pt x="267" y="420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77"/>
              <p:cNvSpPr/>
              <p:nvPr/>
            </p:nvSpPr>
            <p:spPr>
              <a:xfrm>
                <a:off x="5912725" y="2322950"/>
                <a:ext cx="6700" cy="76725"/>
              </a:xfrm>
              <a:custGeom>
                <a:avLst/>
                <a:gdLst/>
                <a:ahLst/>
                <a:cxnLst/>
                <a:rect l="l" t="t" r="r" b="b"/>
                <a:pathLst>
                  <a:path w="268" h="3069" extrusionOk="0">
                    <a:moveTo>
                      <a:pt x="1" y="0"/>
                    </a:moveTo>
                    <a:lnTo>
                      <a:pt x="1" y="133"/>
                    </a:lnTo>
                    <a:lnTo>
                      <a:pt x="1" y="3036"/>
                    </a:lnTo>
                    <a:lnTo>
                      <a:pt x="267" y="3069"/>
                    </a:lnTo>
                    <a:lnTo>
                      <a:pt x="267" y="167"/>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77"/>
              <p:cNvSpPr/>
              <p:nvPr/>
            </p:nvSpPr>
            <p:spPr>
              <a:xfrm>
                <a:off x="5912725" y="2704875"/>
                <a:ext cx="6700" cy="52575"/>
              </a:xfrm>
              <a:custGeom>
                <a:avLst/>
                <a:gdLst/>
                <a:ahLst/>
                <a:cxnLst/>
                <a:rect l="l" t="t" r="r" b="b"/>
                <a:pathLst>
                  <a:path w="268" h="2103" extrusionOk="0">
                    <a:moveTo>
                      <a:pt x="267" y="1"/>
                    </a:moveTo>
                    <a:lnTo>
                      <a:pt x="34" y="34"/>
                    </a:lnTo>
                    <a:lnTo>
                      <a:pt x="1" y="34"/>
                    </a:lnTo>
                    <a:lnTo>
                      <a:pt x="1" y="2102"/>
                    </a:lnTo>
                    <a:lnTo>
                      <a:pt x="267" y="2102"/>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77"/>
              <p:cNvSpPr/>
              <p:nvPr/>
            </p:nvSpPr>
            <p:spPr>
              <a:xfrm>
                <a:off x="5386525" y="2393825"/>
                <a:ext cx="1400175" cy="20875"/>
              </a:xfrm>
              <a:custGeom>
                <a:avLst/>
                <a:gdLst/>
                <a:ahLst/>
                <a:cxnLst/>
                <a:rect l="l" t="t" r="r" b="b"/>
                <a:pathLst>
                  <a:path w="56007" h="835" extrusionOk="0">
                    <a:moveTo>
                      <a:pt x="0" y="0"/>
                    </a:moveTo>
                    <a:lnTo>
                      <a:pt x="0" y="301"/>
                    </a:lnTo>
                    <a:lnTo>
                      <a:pt x="134" y="301"/>
                    </a:lnTo>
                    <a:lnTo>
                      <a:pt x="6405" y="367"/>
                    </a:lnTo>
                    <a:lnTo>
                      <a:pt x="6405" y="234"/>
                    </a:lnTo>
                    <a:lnTo>
                      <a:pt x="6538" y="234"/>
                    </a:lnTo>
                    <a:lnTo>
                      <a:pt x="6538" y="367"/>
                    </a:lnTo>
                    <a:lnTo>
                      <a:pt x="21049" y="501"/>
                    </a:lnTo>
                    <a:lnTo>
                      <a:pt x="21315" y="501"/>
                    </a:lnTo>
                    <a:lnTo>
                      <a:pt x="55873" y="834"/>
                    </a:lnTo>
                    <a:lnTo>
                      <a:pt x="56007" y="834"/>
                    </a:lnTo>
                    <a:lnTo>
                      <a:pt x="56007" y="534"/>
                    </a:lnTo>
                    <a:lnTo>
                      <a:pt x="55873" y="534"/>
                    </a:lnTo>
                    <a:lnTo>
                      <a:pt x="21315" y="234"/>
                    </a:lnTo>
                    <a:lnTo>
                      <a:pt x="21049" y="20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77"/>
              <p:cNvSpPr/>
              <p:nvPr/>
            </p:nvSpPr>
            <p:spPr>
              <a:xfrm>
                <a:off x="5379850" y="2597300"/>
                <a:ext cx="1355150" cy="108425"/>
              </a:xfrm>
              <a:custGeom>
                <a:avLst/>
                <a:gdLst/>
                <a:ahLst/>
                <a:cxnLst/>
                <a:rect l="l" t="t" r="r" b="b"/>
                <a:pathLst>
                  <a:path w="54206" h="4337" extrusionOk="0">
                    <a:moveTo>
                      <a:pt x="54206" y="1"/>
                    </a:moveTo>
                    <a:lnTo>
                      <a:pt x="28454" y="3169"/>
                    </a:lnTo>
                    <a:lnTo>
                      <a:pt x="28487" y="3203"/>
                    </a:lnTo>
                    <a:lnTo>
                      <a:pt x="28387" y="3303"/>
                    </a:lnTo>
                    <a:lnTo>
                      <a:pt x="28321" y="3203"/>
                    </a:lnTo>
                    <a:lnTo>
                      <a:pt x="21582" y="4037"/>
                    </a:lnTo>
                    <a:lnTo>
                      <a:pt x="21416" y="4037"/>
                    </a:lnTo>
                    <a:lnTo>
                      <a:pt x="21349" y="4070"/>
                    </a:lnTo>
                    <a:lnTo>
                      <a:pt x="0" y="4070"/>
                    </a:lnTo>
                    <a:lnTo>
                      <a:pt x="0" y="4337"/>
                    </a:lnTo>
                    <a:lnTo>
                      <a:pt x="21349" y="4337"/>
                    </a:lnTo>
                    <a:lnTo>
                      <a:pt x="21582" y="4304"/>
                    </a:lnTo>
                    <a:lnTo>
                      <a:pt x="54206" y="267"/>
                    </a:lnTo>
                    <a:lnTo>
                      <a:pt x="5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77"/>
              <p:cNvSpPr/>
              <p:nvPr/>
            </p:nvSpPr>
            <p:spPr>
              <a:xfrm>
                <a:off x="6225450" y="2345450"/>
                <a:ext cx="121775" cy="43400"/>
              </a:xfrm>
              <a:custGeom>
                <a:avLst/>
                <a:gdLst/>
                <a:ahLst/>
                <a:cxnLst/>
                <a:rect l="l" t="t" r="r" b="b"/>
                <a:pathLst>
                  <a:path w="4871" h="1736" extrusionOk="0">
                    <a:moveTo>
                      <a:pt x="1" y="1"/>
                    </a:moveTo>
                    <a:lnTo>
                      <a:pt x="1" y="67"/>
                    </a:lnTo>
                    <a:lnTo>
                      <a:pt x="1" y="1101"/>
                    </a:lnTo>
                    <a:cubicBezTo>
                      <a:pt x="1" y="1335"/>
                      <a:pt x="167" y="1502"/>
                      <a:pt x="401" y="1535"/>
                    </a:cubicBezTo>
                    <a:lnTo>
                      <a:pt x="4437" y="1735"/>
                    </a:lnTo>
                    <a:cubicBezTo>
                      <a:pt x="4537" y="1735"/>
                      <a:pt x="4671" y="1702"/>
                      <a:pt x="4737" y="1635"/>
                    </a:cubicBezTo>
                    <a:cubicBezTo>
                      <a:pt x="4837" y="1535"/>
                      <a:pt x="4871" y="1435"/>
                      <a:pt x="4871" y="1302"/>
                    </a:cubicBezTo>
                    <a:lnTo>
                      <a:pt x="4871" y="368"/>
                    </a:lnTo>
                    <a:lnTo>
                      <a:pt x="4871" y="201"/>
                    </a:lnTo>
                    <a:lnTo>
                      <a:pt x="4604" y="201"/>
                    </a:lnTo>
                    <a:lnTo>
                      <a:pt x="4604" y="368"/>
                    </a:lnTo>
                    <a:lnTo>
                      <a:pt x="4604" y="1302"/>
                    </a:lnTo>
                    <a:cubicBezTo>
                      <a:pt x="4604" y="1335"/>
                      <a:pt x="4570" y="1402"/>
                      <a:pt x="4537" y="1435"/>
                    </a:cubicBezTo>
                    <a:cubicBezTo>
                      <a:pt x="4504" y="1435"/>
                      <a:pt x="4470" y="1468"/>
                      <a:pt x="4437" y="1468"/>
                    </a:cubicBezTo>
                    <a:lnTo>
                      <a:pt x="401" y="1268"/>
                    </a:lnTo>
                    <a:cubicBezTo>
                      <a:pt x="334" y="1235"/>
                      <a:pt x="267" y="1168"/>
                      <a:pt x="267" y="1101"/>
                    </a:cubicBezTo>
                    <a:lnTo>
                      <a:pt x="267" y="6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77"/>
              <p:cNvSpPr/>
              <p:nvPr/>
            </p:nvSpPr>
            <p:spPr>
              <a:xfrm>
                <a:off x="6319675" y="2348800"/>
                <a:ext cx="6700" cy="850"/>
              </a:xfrm>
              <a:custGeom>
                <a:avLst/>
                <a:gdLst/>
                <a:ahLst/>
                <a:cxnLst/>
                <a:rect l="l" t="t" r="r" b="b"/>
                <a:pathLst>
                  <a:path w="268" h="34" extrusionOk="0">
                    <a:moveTo>
                      <a:pt x="1" y="0"/>
                    </a:moveTo>
                    <a:lnTo>
                      <a:pt x="1" y="33"/>
                    </a:lnTo>
                    <a:lnTo>
                      <a:pt x="268" y="33"/>
                    </a:ln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77"/>
              <p:cNvSpPr/>
              <p:nvPr/>
            </p:nvSpPr>
            <p:spPr>
              <a:xfrm>
                <a:off x="6246300" y="2345450"/>
                <a:ext cx="80075" cy="29225"/>
              </a:xfrm>
              <a:custGeom>
                <a:avLst/>
                <a:gdLst/>
                <a:ahLst/>
                <a:cxnLst/>
                <a:rect l="l" t="t" r="r" b="b"/>
                <a:pathLst>
                  <a:path w="3203" h="1169" extrusionOk="0">
                    <a:moveTo>
                      <a:pt x="0" y="1"/>
                    </a:moveTo>
                    <a:lnTo>
                      <a:pt x="0" y="101"/>
                    </a:lnTo>
                    <a:lnTo>
                      <a:pt x="0" y="701"/>
                    </a:lnTo>
                    <a:cubicBezTo>
                      <a:pt x="0" y="868"/>
                      <a:pt x="134" y="1001"/>
                      <a:pt x="301" y="1035"/>
                    </a:cubicBezTo>
                    <a:lnTo>
                      <a:pt x="2869" y="1168"/>
                    </a:lnTo>
                    <a:lnTo>
                      <a:pt x="2903" y="1168"/>
                    </a:lnTo>
                    <a:cubicBezTo>
                      <a:pt x="2969" y="1168"/>
                      <a:pt x="3036" y="1135"/>
                      <a:pt x="3103" y="1068"/>
                    </a:cubicBezTo>
                    <a:cubicBezTo>
                      <a:pt x="3169" y="1001"/>
                      <a:pt x="3203" y="935"/>
                      <a:pt x="3203" y="835"/>
                    </a:cubicBezTo>
                    <a:lnTo>
                      <a:pt x="3203" y="301"/>
                    </a:lnTo>
                    <a:lnTo>
                      <a:pt x="3203" y="167"/>
                    </a:lnTo>
                    <a:lnTo>
                      <a:pt x="2936" y="167"/>
                    </a:lnTo>
                    <a:lnTo>
                      <a:pt x="2936" y="301"/>
                    </a:lnTo>
                    <a:lnTo>
                      <a:pt x="2936" y="835"/>
                    </a:lnTo>
                    <a:cubicBezTo>
                      <a:pt x="2936" y="868"/>
                      <a:pt x="2936" y="868"/>
                      <a:pt x="2936" y="868"/>
                    </a:cubicBezTo>
                    <a:cubicBezTo>
                      <a:pt x="2903" y="868"/>
                      <a:pt x="2903" y="901"/>
                      <a:pt x="2869" y="901"/>
                    </a:cubicBezTo>
                    <a:lnTo>
                      <a:pt x="301" y="768"/>
                    </a:lnTo>
                    <a:cubicBezTo>
                      <a:pt x="301" y="768"/>
                      <a:pt x="267" y="735"/>
                      <a:pt x="267" y="701"/>
                    </a:cubicBezTo>
                    <a:lnTo>
                      <a:pt x="267" y="134"/>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77"/>
              <p:cNvSpPr/>
              <p:nvPr/>
            </p:nvSpPr>
            <p:spPr>
              <a:xfrm>
                <a:off x="5384850" y="2399650"/>
                <a:ext cx="165150" cy="92600"/>
              </a:xfrm>
              <a:custGeom>
                <a:avLst/>
                <a:gdLst/>
                <a:ahLst/>
                <a:cxnLst/>
                <a:rect l="l" t="t" r="r" b="b"/>
                <a:pathLst>
                  <a:path w="6606" h="3704" extrusionOk="0">
                    <a:moveTo>
                      <a:pt x="6472" y="1"/>
                    </a:moveTo>
                    <a:lnTo>
                      <a:pt x="6472" y="134"/>
                    </a:lnTo>
                    <a:lnTo>
                      <a:pt x="6472" y="3503"/>
                    </a:lnTo>
                    <a:lnTo>
                      <a:pt x="201" y="3537"/>
                    </a:lnTo>
                    <a:lnTo>
                      <a:pt x="0" y="3537"/>
                    </a:lnTo>
                    <a:lnTo>
                      <a:pt x="0" y="3704"/>
                    </a:lnTo>
                    <a:lnTo>
                      <a:pt x="201" y="3670"/>
                    </a:lnTo>
                    <a:lnTo>
                      <a:pt x="6505" y="3670"/>
                    </a:lnTo>
                    <a:lnTo>
                      <a:pt x="6472" y="3603"/>
                    </a:lnTo>
                    <a:lnTo>
                      <a:pt x="6605" y="3570"/>
                    </a:lnTo>
                    <a:lnTo>
                      <a:pt x="6605" y="134"/>
                    </a:lnTo>
                    <a:lnTo>
                      <a:pt x="6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77"/>
              <p:cNvSpPr/>
              <p:nvPr/>
            </p:nvSpPr>
            <p:spPr>
              <a:xfrm>
                <a:off x="5916900" y="2511400"/>
                <a:ext cx="175150" cy="168475"/>
              </a:xfrm>
              <a:custGeom>
                <a:avLst/>
                <a:gdLst/>
                <a:ahLst/>
                <a:cxnLst/>
                <a:rect l="l" t="t" r="r" b="b"/>
                <a:pathLst>
                  <a:path w="7006" h="6739" extrusionOk="0">
                    <a:moveTo>
                      <a:pt x="0" y="1"/>
                    </a:moveTo>
                    <a:lnTo>
                      <a:pt x="0" y="168"/>
                    </a:lnTo>
                    <a:lnTo>
                      <a:pt x="2736" y="168"/>
                    </a:lnTo>
                    <a:lnTo>
                      <a:pt x="6839" y="6639"/>
                    </a:lnTo>
                    <a:lnTo>
                      <a:pt x="6905" y="6739"/>
                    </a:lnTo>
                    <a:lnTo>
                      <a:pt x="7005" y="6639"/>
                    </a:lnTo>
                    <a:lnTo>
                      <a:pt x="6972" y="6605"/>
                    </a:lnTo>
                    <a:lnTo>
                      <a:pt x="2836" y="34"/>
                    </a:lnTo>
                    <a:lnTo>
                      <a:pt x="2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77"/>
              <p:cNvSpPr/>
              <p:nvPr/>
            </p:nvSpPr>
            <p:spPr>
              <a:xfrm>
                <a:off x="5376500" y="2653175"/>
                <a:ext cx="1360175" cy="111775"/>
              </a:xfrm>
              <a:custGeom>
                <a:avLst/>
                <a:gdLst/>
                <a:ahLst/>
                <a:cxnLst/>
                <a:rect l="l" t="t" r="r" b="b"/>
                <a:pathLst>
                  <a:path w="54407" h="4471" extrusionOk="0">
                    <a:moveTo>
                      <a:pt x="54340" y="0"/>
                    </a:moveTo>
                    <a:cubicBezTo>
                      <a:pt x="52639" y="234"/>
                      <a:pt x="23651" y="3903"/>
                      <a:pt x="21716" y="4170"/>
                    </a:cubicBezTo>
                    <a:lnTo>
                      <a:pt x="21450" y="4170"/>
                    </a:lnTo>
                    <a:lnTo>
                      <a:pt x="134" y="3870"/>
                    </a:lnTo>
                    <a:lnTo>
                      <a:pt x="1" y="3870"/>
                    </a:lnTo>
                    <a:lnTo>
                      <a:pt x="1" y="4170"/>
                    </a:lnTo>
                    <a:lnTo>
                      <a:pt x="21616" y="4470"/>
                    </a:lnTo>
                    <a:cubicBezTo>
                      <a:pt x="21616" y="4470"/>
                      <a:pt x="52205" y="568"/>
                      <a:pt x="54340" y="301"/>
                    </a:cubicBezTo>
                    <a:cubicBezTo>
                      <a:pt x="54373" y="267"/>
                      <a:pt x="54373" y="267"/>
                      <a:pt x="54406" y="267"/>
                    </a:cubicBezTo>
                    <a:lnTo>
                      <a:pt x="543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77"/>
              <p:cNvSpPr/>
              <p:nvPr/>
            </p:nvSpPr>
            <p:spPr>
              <a:xfrm>
                <a:off x="5401525" y="2323775"/>
                <a:ext cx="478700" cy="42550"/>
              </a:xfrm>
              <a:custGeom>
                <a:avLst/>
                <a:gdLst/>
                <a:ahLst/>
                <a:cxnLst/>
                <a:rect l="l" t="t" r="r" b="b"/>
                <a:pathLst>
                  <a:path w="19148" h="1702" extrusionOk="0">
                    <a:moveTo>
                      <a:pt x="1" y="0"/>
                    </a:moveTo>
                    <a:lnTo>
                      <a:pt x="1" y="100"/>
                    </a:lnTo>
                    <a:lnTo>
                      <a:pt x="1" y="1401"/>
                    </a:lnTo>
                    <a:lnTo>
                      <a:pt x="19048" y="1702"/>
                    </a:lnTo>
                    <a:lnTo>
                      <a:pt x="19148" y="1702"/>
                    </a:lnTo>
                    <a:lnTo>
                      <a:pt x="19148" y="100"/>
                    </a:lnTo>
                    <a:lnTo>
                      <a:pt x="19148" y="34"/>
                    </a:lnTo>
                    <a:lnTo>
                      <a:pt x="18981" y="34"/>
                    </a:lnTo>
                    <a:lnTo>
                      <a:pt x="18981" y="100"/>
                    </a:lnTo>
                    <a:lnTo>
                      <a:pt x="18981" y="1568"/>
                    </a:lnTo>
                    <a:lnTo>
                      <a:pt x="134" y="1268"/>
                    </a:lnTo>
                    <a:lnTo>
                      <a:pt x="134" y="100"/>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77"/>
              <p:cNvSpPr/>
              <p:nvPr/>
            </p:nvSpPr>
            <p:spPr>
              <a:xfrm>
                <a:off x="5365675" y="2686525"/>
                <a:ext cx="1371000" cy="175150"/>
              </a:xfrm>
              <a:custGeom>
                <a:avLst/>
                <a:gdLst/>
                <a:ahLst/>
                <a:cxnLst/>
                <a:rect l="l" t="t" r="r" b="b"/>
                <a:pathLst>
                  <a:path w="54840" h="7006" extrusionOk="0">
                    <a:moveTo>
                      <a:pt x="54773" y="1"/>
                    </a:moveTo>
                    <a:lnTo>
                      <a:pt x="23184" y="4304"/>
                    </a:lnTo>
                    <a:lnTo>
                      <a:pt x="21649" y="6739"/>
                    </a:lnTo>
                    <a:lnTo>
                      <a:pt x="21616" y="6772"/>
                    </a:lnTo>
                    <a:lnTo>
                      <a:pt x="21582" y="6739"/>
                    </a:lnTo>
                    <a:lnTo>
                      <a:pt x="19981" y="4437"/>
                    </a:lnTo>
                    <a:lnTo>
                      <a:pt x="100" y="4371"/>
                    </a:lnTo>
                    <a:lnTo>
                      <a:pt x="0" y="4371"/>
                    </a:lnTo>
                    <a:lnTo>
                      <a:pt x="868" y="6739"/>
                    </a:lnTo>
                    <a:lnTo>
                      <a:pt x="901" y="6839"/>
                    </a:lnTo>
                    <a:lnTo>
                      <a:pt x="1034" y="6772"/>
                    </a:lnTo>
                    <a:lnTo>
                      <a:pt x="1034" y="6739"/>
                    </a:lnTo>
                    <a:lnTo>
                      <a:pt x="200" y="4537"/>
                    </a:lnTo>
                    <a:lnTo>
                      <a:pt x="200" y="4537"/>
                    </a:lnTo>
                    <a:lnTo>
                      <a:pt x="19881" y="4571"/>
                    </a:lnTo>
                    <a:lnTo>
                      <a:pt x="21416" y="6739"/>
                    </a:lnTo>
                    <a:lnTo>
                      <a:pt x="21616" y="7006"/>
                    </a:lnTo>
                    <a:lnTo>
                      <a:pt x="21816" y="6706"/>
                    </a:lnTo>
                    <a:lnTo>
                      <a:pt x="23284" y="4404"/>
                    </a:lnTo>
                    <a:lnTo>
                      <a:pt x="54773" y="134"/>
                    </a:lnTo>
                    <a:lnTo>
                      <a:pt x="54839" y="134"/>
                    </a:lnTo>
                    <a:lnTo>
                      <a:pt x="54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77"/>
              <p:cNvSpPr/>
              <p:nvPr/>
            </p:nvSpPr>
            <p:spPr>
              <a:xfrm>
                <a:off x="5546625" y="2488900"/>
                <a:ext cx="368625" cy="147625"/>
              </a:xfrm>
              <a:custGeom>
                <a:avLst/>
                <a:gdLst/>
                <a:ahLst/>
                <a:cxnLst/>
                <a:rect l="l" t="t" r="r" b="b"/>
                <a:pathLst>
                  <a:path w="14745" h="5905" extrusionOk="0">
                    <a:moveTo>
                      <a:pt x="134" y="0"/>
                    </a:moveTo>
                    <a:lnTo>
                      <a:pt x="1" y="33"/>
                    </a:lnTo>
                    <a:lnTo>
                      <a:pt x="34" y="100"/>
                    </a:lnTo>
                    <a:lnTo>
                      <a:pt x="2669" y="5704"/>
                    </a:lnTo>
                    <a:lnTo>
                      <a:pt x="14645" y="5904"/>
                    </a:lnTo>
                    <a:lnTo>
                      <a:pt x="14745" y="5904"/>
                    </a:lnTo>
                    <a:lnTo>
                      <a:pt x="14745" y="5771"/>
                    </a:lnTo>
                    <a:lnTo>
                      <a:pt x="14645" y="5771"/>
                    </a:lnTo>
                    <a:lnTo>
                      <a:pt x="2769" y="5571"/>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77"/>
              <p:cNvSpPr/>
              <p:nvPr/>
            </p:nvSpPr>
            <p:spPr>
              <a:xfrm>
                <a:off x="3671950" y="2319600"/>
                <a:ext cx="1456900" cy="542075"/>
              </a:xfrm>
              <a:custGeom>
                <a:avLst/>
                <a:gdLst/>
                <a:ahLst/>
                <a:cxnLst/>
                <a:rect l="l" t="t" r="r" b="b"/>
                <a:pathLst>
                  <a:path w="58276" h="21683" extrusionOk="0">
                    <a:moveTo>
                      <a:pt x="34692" y="1"/>
                    </a:moveTo>
                    <a:lnTo>
                      <a:pt x="1" y="2269"/>
                    </a:lnTo>
                    <a:lnTo>
                      <a:pt x="1" y="2302"/>
                    </a:lnTo>
                    <a:lnTo>
                      <a:pt x="1" y="2402"/>
                    </a:lnTo>
                    <a:lnTo>
                      <a:pt x="1" y="2536"/>
                    </a:lnTo>
                    <a:lnTo>
                      <a:pt x="17447" y="1402"/>
                    </a:lnTo>
                    <a:lnTo>
                      <a:pt x="17447" y="1235"/>
                    </a:lnTo>
                    <a:lnTo>
                      <a:pt x="17747" y="1235"/>
                    </a:lnTo>
                    <a:lnTo>
                      <a:pt x="17747" y="1402"/>
                    </a:lnTo>
                    <a:lnTo>
                      <a:pt x="18281" y="1335"/>
                    </a:lnTo>
                    <a:lnTo>
                      <a:pt x="18281" y="1201"/>
                    </a:lnTo>
                    <a:lnTo>
                      <a:pt x="18281" y="1168"/>
                    </a:lnTo>
                    <a:lnTo>
                      <a:pt x="18547" y="1168"/>
                    </a:lnTo>
                    <a:lnTo>
                      <a:pt x="18547" y="1201"/>
                    </a:lnTo>
                    <a:lnTo>
                      <a:pt x="18547" y="1335"/>
                    </a:lnTo>
                    <a:lnTo>
                      <a:pt x="21216" y="1168"/>
                    </a:lnTo>
                    <a:lnTo>
                      <a:pt x="21216" y="1035"/>
                    </a:lnTo>
                    <a:lnTo>
                      <a:pt x="21516" y="1035"/>
                    </a:lnTo>
                    <a:lnTo>
                      <a:pt x="21516" y="1135"/>
                    </a:lnTo>
                    <a:lnTo>
                      <a:pt x="22050" y="1101"/>
                    </a:lnTo>
                    <a:lnTo>
                      <a:pt x="22050" y="1035"/>
                    </a:lnTo>
                    <a:lnTo>
                      <a:pt x="22317" y="1035"/>
                    </a:lnTo>
                    <a:lnTo>
                      <a:pt x="22317" y="1101"/>
                    </a:lnTo>
                    <a:lnTo>
                      <a:pt x="34559" y="301"/>
                    </a:lnTo>
                    <a:lnTo>
                      <a:pt x="34559" y="134"/>
                    </a:lnTo>
                    <a:lnTo>
                      <a:pt x="34826" y="134"/>
                    </a:lnTo>
                    <a:lnTo>
                      <a:pt x="34826" y="267"/>
                    </a:lnTo>
                    <a:lnTo>
                      <a:pt x="36160" y="267"/>
                    </a:lnTo>
                    <a:lnTo>
                      <a:pt x="36160" y="234"/>
                    </a:lnTo>
                    <a:lnTo>
                      <a:pt x="36293" y="234"/>
                    </a:lnTo>
                    <a:lnTo>
                      <a:pt x="36293" y="267"/>
                    </a:lnTo>
                    <a:lnTo>
                      <a:pt x="55174" y="267"/>
                    </a:lnTo>
                    <a:lnTo>
                      <a:pt x="55174" y="201"/>
                    </a:lnTo>
                    <a:lnTo>
                      <a:pt x="55307" y="201"/>
                    </a:lnTo>
                    <a:lnTo>
                      <a:pt x="55307" y="267"/>
                    </a:lnTo>
                    <a:lnTo>
                      <a:pt x="55807" y="267"/>
                    </a:lnTo>
                    <a:cubicBezTo>
                      <a:pt x="55774" y="1268"/>
                      <a:pt x="55774" y="2135"/>
                      <a:pt x="55741" y="3003"/>
                    </a:cubicBezTo>
                    <a:lnTo>
                      <a:pt x="55874" y="3003"/>
                    </a:lnTo>
                    <a:lnTo>
                      <a:pt x="55874" y="3270"/>
                    </a:lnTo>
                    <a:lnTo>
                      <a:pt x="55741" y="3270"/>
                    </a:lnTo>
                    <a:cubicBezTo>
                      <a:pt x="55741" y="4070"/>
                      <a:pt x="55741" y="4904"/>
                      <a:pt x="55741" y="5705"/>
                    </a:cubicBezTo>
                    <a:cubicBezTo>
                      <a:pt x="55741" y="6038"/>
                      <a:pt x="55741" y="6405"/>
                      <a:pt x="55741" y="6739"/>
                    </a:cubicBezTo>
                    <a:lnTo>
                      <a:pt x="55941" y="6739"/>
                    </a:lnTo>
                    <a:lnTo>
                      <a:pt x="55941" y="6906"/>
                    </a:lnTo>
                    <a:lnTo>
                      <a:pt x="55741" y="6906"/>
                    </a:lnTo>
                    <a:cubicBezTo>
                      <a:pt x="55741" y="9674"/>
                      <a:pt x="55841" y="12443"/>
                      <a:pt x="56008" y="15178"/>
                    </a:cubicBezTo>
                    <a:lnTo>
                      <a:pt x="56141" y="15178"/>
                    </a:lnTo>
                    <a:lnTo>
                      <a:pt x="56141" y="15445"/>
                    </a:lnTo>
                    <a:lnTo>
                      <a:pt x="56008" y="15445"/>
                    </a:lnTo>
                    <a:cubicBezTo>
                      <a:pt x="56041" y="16045"/>
                      <a:pt x="56108" y="16646"/>
                      <a:pt x="56141" y="17246"/>
                    </a:cubicBezTo>
                    <a:lnTo>
                      <a:pt x="56274" y="17246"/>
                    </a:lnTo>
                    <a:lnTo>
                      <a:pt x="56274" y="17513"/>
                    </a:lnTo>
                    <a:lnTo>
                      <a:pt x="57909" y="17513"/>
                    </a:lnTo>
                    <a:cubicBezTo>
                      <a:pt x="57609" y="18114"/>
                      <a:pt x="56775" y="19982"/>
                      <a:pt x="56541" y="21416"/>
                    </a:cubicBezTo>
                    <a:lnTo>
                      <a:pt x="55841" y="21416"/>
                    </a:lnTo>
                    <a:lnTo>
                      <a:pt x="55807" y="21516"/>
                    </a:lnTo>
                    <a:lnTo>
                      <a:pt x="55674" y="21449"/>
                    </a:lnTo>
                    <a:lnTo>
                      <a:pt x="55707" y="21416"/>
                    </a:lnTo>
                    <a:lnTo>
                      <a:pt x="35293" y="21416"/>
                    </a:lnTo>
                    <a:lnTo>
                      <a:pt x="35093" y="21683"/>
                    </a:lnTo>
                    <a:lnTo>
                      <a:pt x="56641" y="21683"/>
                    </a:lnTo>
                    <a:cubicBezTo>
                      <a:pt x="56708" y="21683"/>
                      <a:pt x="56741" y="21649"/>
                      <a:pt x="56741" y="21649"/>
                    </a:cubicBezTo>
                    <a:cubicBezTo>
                      <a:pt x="56775" y="21616"/>
                      <a:pt x="56775" y="21583"/>
                      <a:pt x="56808" y="21549"/>
                    </a:cubicBezTo>
                    <a:cubicBezTo>
                      <a:pt x="57042" y="20148"/>
                      <a:pt x="57942" y="18147"/>
                      <a:pt x="58176" y="17580"/>
                    </a:cubicBezTo>
                    <a:cubicBezTo>
                      <a:pt x="58209" y="17480"/>
                      <a:pt x="58242" y="17446"/>
                      <a:pt x="58242" y="17446"/>
                    </a:cubicBezTo>
                    <a:cubicBezTo>
                      <a:pt x="58276" y="17380"/>
                      <a:pt x="58276" y="17346"/>
                      <a:pt x="58242" y="17313"/>
                    </a:cubicBezTo>
                    <a:cubicBezTo>
                      <a:pt x="58242" y="17313"/>
                      <a:pt x="58242" y="17313"/>
                      <a:pt x="58242" y="17280"/>
                    </a:cubicBezTo>
                    <a:cubicBezTo>
                      <a:pt x="58209" y="17246"/>
                      <a:pt x="58176" y="17246"/>
                      <a:pt x="58109" y="17246"/>
                    </a:cubicBezTo>
                    <a:lnTo>
                      <a:pt x="56441" y="17246"/>
                    </a:lnTo>
                    <a:cubicBezTo>
                      <a:pt x="56408" y="17013"/>
                      <a:pt x="56408" y="16779"/>
                      <a:pt x="56374" y="16546"/>
                    </a:cubicBezTo>
                    <a:cubicBezTo>
                      <a:pt x="56341" y="16145"/>
                      <a:pt x="56308" y="15712"/>
                      <a:pt x="56308" y="15312"/>
                    </a:cubicBezTo>
                    <a:cubicBezTo>
                      <a:pt x="56108" y="12143"/>
                      <a:pt x="56008" y="8907"/>
                      <a:pt x="56008" y="5705"/>
                    </a:cubicBezTo>
                    <a:cubicBezTo>
                      <a:pt x="56008" y="4871"/>
                      <a:pt x="56008" y="4003"/>
                      <a:pt x="56041" y="3136"/>
                    </a:cubicBezTo>
                    <a:cubicBezTo>
                      <a:pt x="56041" y="2703"/>
                      <a:pt x="56041" y="2236"/>
                      <a:pt x="56074" y="1802"/>
                    </a:cubicBezTo>
                    <a:cubicBezTo>
                      <a:pt x="56074" y="1735"/>
                      <a:pt x="56074" y="1702"/>
                      <a:pt x="56074" y="1635"/>
                    </a:cubicBezTo>
                    <a:cubicBezTo>
                      <a:pt x="56074" y="1502"/>
                      <a:pt x="56074" y="1368"/>
                      <a:pt x="56074" y="1201"/>
                    </a:cubicBezTo>
                    <a:cubicBezTo>
                      <a:pt x="56074" y="868"/>
                      <a:pt x="56108" y="501"/>
                      <a:pt x="56108" y="134"/>
                    </a:cubicBezTo>
                    <a:cubicBezTo>
                      <a:pt x="56108" y="101"/>
                      <a:pt x="56108" y="67"/>
                      <a:pt x="56074" y="34"/>
                    </a:cubicBezTo>
                    <a:cubicBezTo>
                      <a:pt x="56074" y="34"/>
                      <a:pt x="56041" y="34"/>
                      <a:pt x="56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77"/>
              <p:cNvSpPr/>
              <p:nvPr/>
            </p:nvSpPr>
            <p:spPr>
              <a:xfrm>
                <a:off x="3671950" y="2732400"/>
                <a:ext cx="877325" cy="129275"/>
              </a:xfrm>
              <a:custGeom>
                <a:avLst/>
                <a:gdLst/>
                <a:ahLst/>
                <a:cxnLst/>
                <a:rect l="l" t="t" r="r" b="b"/>
                <a:pathLst>
                  <a:path w="35093" h="5171" extrusionOk="0">
                    <a:moveTo>
                      <a:pt x="1" y="0"/>
                    </a:moveTo>
                    <a:lnTo>
                      <a:pt x="1" y="100"/>
                    </a:lnTo>
                    <a:lnTo>
                      <a:pt x="1" y="134"/>
                    </a:lnTo>
                    <a:lnTo>
                      <a:pt x="1" y="267"/>
                    </a:lnTo>
                    <a:lnTo>
                      <a:pt x="34692" y="5104"/>
                    </a:lnTo>
                    <a:lnTo>
                      <a:pt x="35026" y="5171"/>
                    </a:lnTo>
                    <a:lnTo>
                      <a:pt x="35093" y="5171"/>
                    </a:lnTo>
                    <a:lnTo>
                      <a:pt x="34892" y="487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77"/>
              <p:cNvSpPr/>
              <p:nvPr/>
            </p:nvSpPr>
            <p:spPr>
              <a:xfrm>
                <a:off x="4549250" y="2854975"/>
                <a:ext cx="850" cy="875"/>
              </a:xfrm>
              <a:custGeom>
                <a:avLst/>
                <a:gdLst/>
                <a:ahLst/>
                <a:cxnLst/>
                <a:rect l="l" t="t" r="r" b="b"/>
                <a:pathLst>
                  <a:path w="34" h="35" extrusionOk="0">
                    <a:moveTo>
                      <a:pt x="1" y="1"/>
                    </a:moveTo>
                    <a:lnTo>
                      <a:pt x="1" y="34"/>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77"/>
              <p:cNvSpPr/>
              <p:nvPr/>
            </p:nvSpPr>
            <p:spPr>
              <a:xfrm>
                <a:off x="5606675" y="2457200"/>
                <a:ext cx="77575" cy="76750"/>
              </a:xfrm>
              <a:custGeom>
                <a:avLst/>
                <a:gdLst/>
                <a:ahLst/>
                <a:cxnLst/>
                <a:rect l="l" t="t" r="r" b="b"/>
                <a:pathLst>
                  <a:path w="3103" h="3070" extrusionOk="0">
                    <a:moveTo>
                      <a:pt x="1535" y="267"/>
                    </a:moveTo>
                    <a:cubicBezTo>
                      <a:pt x="2235" y="267"/>
                      <a:pt x="2802" y="834"/>
                      <a:pt x="2802" y="1535"/>
                    </a:cubicBezTo>
                    <a:cubicBezTo>
                      <a:pt x="2802" y="2235"/>
                      <a:pt x="2235" y="2803"/>
                      <a:pt x="1535" y="2803"/>
                    </a:cubicBezTo>
                    <a:cubicBezTo>
                      <a:pt x="834" y="2803"/>
                      <a:pt x="267" y="2235"/>
                      <a:pt x="267" y="1535"/>
                    </a:cubicBezTo>
                    <a:cubicBezTo>
                      <a:pt x="267" y="834"/>
                      <a:pt x="834" y="267"/>
                      <a:pt x="1535" y="267"/>
                    </a:cubicBezTo>
                    <a:close/>
                    <a:moveTo>
                      <a:pt x="1535" y="1"/>
                    </a:moveTo>
                    <a:cubicBezTo>
                      <a:pt x="701" y="1"/>
                      <a:pt x="0" y="668"/>
                      <a:pt x="0" y="1535"/>
                    </a:cubicBezTo>
                    <a:cubicBezTo>
                      <a:pt x="0" y="2402"/>
                      <a:pt x="701" y="3069"/>
                      <a:pt x="1535" y="3069"/>
                    </a:cubicBezTo>
                    <a:cubicBezTo>
                      <a:pt x="2402" y="3069"/>
                      <a:pt x="3103" y="2402"/>
                      <a:pt x="3103" y="1535"/>
                    </a:cubicBezTo>
                    <a:cubicBezTo>
                      <a:pt x="3103" y="701"/>
                      <a:pt x="2402"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77"/>
              <p:cNvSpPr/>
              <p:nvPr/>
            </p:nvSpPr>
            <p:spPr>
              <a:xfrm>
                <a:off x="4771900" y="2457200"/>
                <a:ext cx="77600" cy="76750"/>
              </a:xfrm>
              <a:custGeom>
                <a:avLst/>
                <a:gdLst/>
                <a:ahLst/>
                <a:cxnLst/>
                <a:rect l="l" t="t" r="r" b="b"/>
                <a:pathLst>
                  <a:path w="3104" h="3070" extrusionOk="0">
                    <a:moveTo>
                      <a:pt x="1535" y="267"/>
                    </a:moveTo>
                    <a:cubicBezTo>
                      <a:pt x="2236" y="267"/>
                      <a:pt x="2803" y="834"/>
                      <a:pt x="2803" y="1535"/>
                    </a:cubicBezTo>
                    <a:cubicBezTo>
                      <a:pt x="2803" y="2235"/>
                      <a:pt x="2236" y="2803"/>
                      <a:pt x="1535" y="2803"/>
                    </a:cubicBezTo>
                    <a:cubicBezTo>
                      <a:pt x="835" y="2803"/>
                      <a:pt x="268" y="2235"/>
                      <a:pt x="268" y="1535"/>
                    </a:cubicBezTo>
                    <a:cubicBezTo>
                      <a:pt x="268" y="834"/>
                      <a:pt x="835" y="267"/>
                      <a:pt x="1535" y="267"/>
                    </a:cubicBezTo>
                    <a:close/>
                    <a:moveTo>
                      <a:pt x="1535" y="1"/>
                    </a:moveTo>
                    <a:cubicBezTo>
                      <a:pt x="701" y="1"/>
                      <a:pt x="1" y="668"/>
                      <a:pt x="1" y="1535"/>
                    </a:cubicBezTo>
                    <a:cubicBezTo>
                      <a:pt x="1" y="2402"/>
                      <a:pt x="701" y="3069"/>
                      <a:pt x="1535" y="3069"/>
                    </a:cubicBezTo>
                    <a:cubicBezTo>
                      <a:pt x="2403" y="3069"/>
                      <a:pt x="3103" y="2402"/>
                      <a:pt x="3103" y="1535"/>
                    </a:cubicBezTo>
                    <a:cubicBezTo>
                      <a:pt x="3103" y="701"/>
                      <a:pt x="2403" y="1"/>
                      <a:pt x="15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77"/>
              <p:cNvSpPr/>
              <p:nvPr/>
            </p:nvSpPr>
            <p:spPr>
              <a:xfrm>
                <a:off x="4536750" y="2704875"/>
                <a:ext cx="6700" cy="52575"/>
              </a:xfrm>
              <a:custGeom>
                <a:avLst/>
                <a:gdLst/>
                <a:ahLst/>
                <a:cxnLst/>
                <a:rect l="l" t="t" r="r" b="b"/>
                <a:pathLst>
                  <a:path w="268" h="2103" extrusionOk="0">
                    <a:moveTo>
                      <a:pt x="0" y="1"/>
                    </a:moveTo>
                    <a:lnTo>
                      <a:pt x="0" y="2102"/>
                    </a:lnTo>
                    <a:lnTo>
                      <a:pt x="267" y="2102"/>
                    </a:lnTo>
                    <a:lnTo>
                      <a:pt x="267" y="34"/>
                    </a:lnTo>
                    <a:lnTo>
                      <a:pt x="234" y="34"/>
                    </a:lnTo>
                    <a:lnTo>
                      <a:pt x="1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77"/>
              <p:cNvSpPr/>
              <p:nvPr/>
            </p:nvSpPr>
            <p:spPr>
              <a:xfrm>
                <a:off x="4535900" y="2322950"/>
                <a:ext cx="7550" cy="76725"/>
              </a:xfrm>
              <a:custGeom>
                <a:avLst/>
                <a:gdLst/>
                <a:ahLst/>
                <a:cxnLst/>
                <a:rect l="l" t="t" r="r" b="b"/>
                <a:pathLst>
                  <a:path w="302" h="3069" extrusionOk="0">
                    <a:moveTo>
                      <a:pt x="1" y="0"/>
                    </a:moveTo>
                    <a:lnTo>
                      <a:pt x="1" y="167"/>
                    </a:lnTo>
                    <a:lnTo>
                      <a:pt x="1" y="3069"/>
                    </a:lnTo>
                    <a:lnTo>
                      <a:pt x="301" y="3036"/>
                    </a:lnTo>
                    <a:lnTo>
                      <a:pt x="301" y="133"/>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77"/>
              <p:cNvSpPr/>
              <p:nvPr/>
            </p:nvSpPr>
            <p:spPr>
              <a:xfrm>
                <a:off x="4535900" y="2406325"/>
                <a:ext cx="7550" cy="292750"/>
              </a:xfrm>
              <a:custGeom>
                <a:avLst/>
                <a:gdLst/>
                <a:ahLst/>
                <a:cxnLst/>
                <a:rect l="l" t="t" r="r" b="b"/>
                <a:pathLst>
                  <a:path w="302" h="11710" extrusionOk="0">
                    <a:moveTo>
                      <a:pt x="1" y="1"/>
                    </a:moveTo>
                    <a:lnTo>
                      <a:pt x="1" y="4204"/>
                    </a:lnTo>
                    <a:lnTo>
                      <a:pt x="134" y="4204"/>
                    </a:lnTo>
                    <a:lnTo>
                      <a:pt x="134" y="4371"/>
                    </a:lnTo>
                    <a:lnTo>
                      <a:pt x="1" y="4371"/>
                    </a:lnTo>
                    <a:lnTo>
                      <a:pt x="1" y="11676"/>
                    </a:lnTo>
                    <a:lnTo>
                      <a:pt x="268" y="11709"/>
                    </a:lnTo>
                    <a:lnTo>
                      <a:pt x="301" y="11709"/>
                    </a:lnTo>
                    <a:lnTo>
                      <a:pt x="301" y="9207"/>
                    </a:lnTo>
                    <a:lnTo>
                      <a:pt x="201" y="9207"/>
                    </a:lnTo>
                    <a:lnTo>
                      <a:pt x="201" y="9074"/>
                    </a:lnTo>
                    <a:lnTo>
                      <a:pt x="301" y="9074"/>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77"/>
              <p:cNvSpPr/>
              <p:nvPr/>
            </p:nvSpPr>
            <p:spPr>
              <a:xfrm>
                <a:off x="3665300" y="2734900"/>
                <a:ext cx="6675" cy="850"/>
              </a:xfrm>
              <a:custGeom>
                <a:avLst/>
                <a:gdLst/>
                <a:ahLst/>
                <a:cxnLst/>
                <a:rect l="l" t="t" r="r" b="b"/>
                <a:pathLst>
                  <a:path w="267" h="34" extrusionOk="0">
                    <a:moveTo>
                      <a:pt x="267" y="0"/>
                    </a:moveTo>
                    <a:lnTo>
                      <a:pt x="0" y="34"/>
                    </a:lnTo>
                    <a:lnTo>
                      <a:pt x="267" y="3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77"/>
              <p:cNvSpPr/>
              <p:nvPr/>
            </p:nvSpPr>
            <p:spPr>
              <a:xfrm>
                <a:off x="3665300" y="2377150"/>
                <a:ext cx="6675" cy="2525"/>
              </a:xfrm>
              <a:custGeom>
                <a:avLst/>
                <a:gdLst/>
                <a:ahLst/>
                <a:cxnLst/>
                <a:rect l="l" t="t" r="r" b="b"/>
                <a:pathLst>
                  <a:path w="267" h="101" extrusionOk="0">
                    <a:moveTo>
                      <a:pt x="0" y="0"/>
                    </a:moveTo>
                    <a:lnTo>
                      <a:pt x="0" y="100"/>
                    </a:lnTo>
                    <a:lnTo>
                      <a:pt x="267" y="100"/>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77"/>
              <p:cNvSpPr/>
              <p:nvPr/>
            </p:nvSpPr>
            <p:spPr>
              <a:xfrm>
                <a:off x="3668625" y="2393825"/>
                <a:ext cx="1401025" cy="20875"/>
              </a:xfrm>
              <a:custGeom>
                <a:avLst/>
                <a:gdLst/>
                <a:ahLst/>
                <a:cxnLst/>
                <a:rect l="l" t="t" r="r" b="b"/>
                <a:pathLst>
                  <a:path w="56041" h="835" extrusionOk="0">
                    <a:moveTo>
                      <a:pt x="55907" y="0"/>
                    </a:moveTo>
                    <a:lnTo>
                      <a:pt x="34992" y="201"/>
                    </a:lnTo>
                    <a:lnTo>
                      <a:pt x="34692" y="234"/>
                    </a:lnTo>
                    <a:lnTo>
                      <a:pt x="134" y="534"/>
                    </a:lnTo>
                    <a:lnTo>
                      <a:pt x="0" y="534"/>
                    </a:lnTo>
                    <a:lnTo>
                      <a:pt x="0" y="834"/>
                    </a:lnTo>
                    <a:lnTo>
                      <a:pt x="134" y="834"/>
                    </a:lnTo>
                    <a:lnTo>
                      <a:pt x="34692" y="501"/>
                    </a:lnTo>
                    <a:lnTo>
                      <a:pt x="34992" y="501"/>
                    </a:lnTo>
                    <a:lnTo>
                      <a:pt x="49469" y="367"/>
                    </a:lnTo>
                    <a:lnTo>
                      <a:pt x="49469" y="234"/>
                    </a:lnTo>
                    <a:lnTo>
                      <a:pt x="49603" y="234"/>
                    </a:lnTo>
                    <a:lnTo>
                      <a:pt x="49603" y="367"/>
                    </a:lnTo>
                    <a:lnTo>
                      <a:pt x="55874" y="301"/>
                    </a:lnTo>
                    <a:lnTo>
                      <a:pt x="56040" y="301"/>
                    </a:lnTo>
                    <a:lnTo>
                      <a:pt x="56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77"/>
              <p:cNvSpPr/>
              <p:nvPr/>
            </p:nvSpPr>
            <p:spPr>
              <a:xfrm>
                <a:off x="3666950" y="2645675"/>
                <a:ext cx="2525" cy="7525"/>
              </a:xfrm>
              <a:custGeom>
                <a:avLst/>
                <a:gdLst/>
                <a:ahLst/>
                <a:cxnLst/>
                <a:rect l="l" t="t" r="r" b="b"/>
                <a:pathLst>
                  <a:path w="101" h="301" extrusionOk="0">
                    <a:moveTo>
                      <a:pt x="34" y="0"/>
                    </a:moveTo>
                    <a:lnTo>
                      <a:pt x="1" y="267"/>
                    </a:lnTo>
                    <a:lnTo>
                      <a:pt x="67" y="300"/>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77"/>
              <p:cNvSpPr/>
              <p:nvPr/>
            </p:nvSpPr>
            <p:spPr>
              <a:xfrm>
                <a:off x="3721150" y="2597300"/>
                <a:ext cx="1355175" cy="108425"/>
              </a:xfrm>
              <a:custGeom>
                <a:avLst/>
                <a:gdLst/>
                <a:ahLst/>
                <a:cxnLst/>
                <a:rect l="l" t="t" r="r" b="b"/>
                <a:pathLst>
                  <a:path w="54207" h="4337" extrusionOk="0">
                    <a:moveTo>
                      <a:pt x="1" y="1"/>
                    </a:moveTo>
                    <a:lnTo>
                      <a:pt x="1" y="267"/>
                    </a:lnTo>
                    <a:lnTo>
                      <a:pt x="32591" y="4304"/>
                    </a:lnTo>
                    <a:lnTo>
                      <a:pt x="32724" y="4337"/>
                    </a:lnTo>
                    <a:lnTo>
                      <a:pt x="54206" y="4337"/>
                    </a:lnTo>
                    <a:lnTo>
                      <a:pt x="54206" y="4070"/>
                    </a:lnTo>
                    <a:lnTo>
                      <a:pt x="32858" y="4070"/>
                    </a:lnTo>
                    <a:lnTo>
                      <a:pt x="32591" y="4037"/>
                    </a:lnTo>
                    <a:lnTo>
                      <a:pt x="25853" y="3203"/>
                    </a:lnTo>
                    <a:lnTo>
                      <a:pt x="25819" y="3303"/>
                    </a:lnTo>
                    <a:lnTo>
                      <a:pt x="25686" y="3203"/>
                    </a:lnTo>
                    <a:lnTo>
                      <a:pt x="25719" y="316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77"/>
              <p:cNvSpPr/>
              <p:nvPr/>
            </p:nvSpPr>
            <p:spPr>
              <a:xfrm>
                <a:off x="4108100" y="2345450"/>
                <a:ext cx="121775" cy="43400"/>
              </a:xfrm>
              <a:custGeom>
                <a:avLst/>
                <a:gdLst/>
                <a:ahLst/>
                <a:cxnLst/>
                <a:rect l="l" t="t" r="r" b="b"/>
                <a:pathLst>
                  <a:path w="4871" h="1736" extrusionOk="0">
                    <a:moveTo>
                      <a:pt x="4604" y="1"/>
                    </a:moveTo>
                    <a:lnTo>
                      <a:pt x="4604" y="67"/>
                    </a:lnTo>
                    <a:lnTo>
                      <a:pt x="4604" y="1101"/>
                    </a:lnTo>
                    <a:cubicBezTo>
                      <a:pt x="4604" y="1168"/>
                      <a:pt x="4537" y="1235"/>
                      <a:pt x="4471" y="1235"/>
                    </a:cubicBezTo>
                    <a:lnTo>
                      <a:pt x="434" y="1435"/>
                    </a:lnTo>
                    <a:cubicBezTo>
                      <a:pt x="425" y="1445"/>
                      <a:pt x="415" y="1449"/>
                      <a:pt x="405" y="1449"/>
                    </a:cubicBezTo>
                    <a:cubicBezTo>
                      <a:pt x="381" y="1449"/>
                      <a:pt x="358" y="1425"/>
                      <a:pt x="334" y="1402"/>
                    </a:cubicBezTo>
                    <a:cubicBezTo>
                      <a:pt x="301" y="1368"/>
                      <a:pt x="268" y="1335"/>
                      <a:pt x="268" y="1302"/>
                    </a:cubicBezTo>
                    <a:lnTo>
                      <a:pt x="268" y="334"/>
                    </a:lnTo>
                    <a:lnTo>
                      <a:pt x="268" y="201"/>
                    </a:lnTo>
                    <a:lnTo>
                      <a:pt x="1" y="201"/>
                    </a:lnTo>
                    <a:lnTo>
                      <a:pt x="1" y="368"/>
                    </a:lnTo>
                    <a:lnTo>
                      <a:pt x="1" y="1302"/>
                    </a:lnTo>
                    <a:cubicBezTo>
                      <a:pt x="1" y="1435"/>
                      <a:pt x="67" y="1535"/>
                      <a:pt x="134" y="1602"/>
                    </a:cubicBezTo>
                    <a:cubicBezTo>
                      <a:pt x="234" y="1702"/>
                      <a:pt x="334" y="1735"/>
                      <a:pt x="434" y="1735"/>
                    </a:cubicBezTo>
                    <a:lnTo>
                      <a:pt x="468" y="1735"/>
                    </a:lnTo>
                    <a:lnTo>
                      <a:pt x="4471" y="1535"/>
                    </a:lnTo>
                    <a:cubicBezTo>
                      <a:pt x="4704" y="1502"/>
                      <a:pt x="4871" y="1335"/>
                      <a:pt x="4871" y="1101"/>
                    </a:cubicBezTo>
                    <a:lnTo>
                      <a:pt x="4871" y="34"/>
                    </a:lnTo>
                    <a:lnTo>
                      <a:pt x="48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77"/>
              <p:cNvSpPr/>
              <p:nvPr/>
            </p:nvSpPr>
            <p:spPr>
              <a:xfrm>
                <a:off x="4128950" y="2348800"/>
                <a:ext cx="6700" cy="850"/>
              </a:xfrm>
              <a:custGeom>
                <a:avLst/>
                <a:gdLst/>
                <a:ahLst/>
                <a:cxnLst/>
                <a:rect l="l" t="t" r="r" b="b"/>
                <a:pathLst>
                  <a:path w="268" h="34" extrusionOk="0">
                    <a:moveTo>
                      <a:pt x="1" y="0"/>
                    </a:moveTo>
                    <a:lnTo>
                      <a:pt x="1" y="33"/>
                    </a:lnTo>
                    <a:lnTo>
                      <a:pt x="267" y="33"/>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77"/>
              <p:cNvSpPr/>
              <p:nvPr/>
            </p:nvSpPr>
            <p:spPr>
              <a:xfrm>
                <a:off x="4128950" y="2345450"/>
                <a:ext cx="80925" cy="29225"/>
              </a:xfrm>
              <a:custGeom>
                <a:avLst/>
                <a:gdLst/>
                <a:ahLst/>
                <a:cxnLst/>
                <a:rect l="l" t="t" r="r" b="b"/>
                <a:pathLst>
                  <a:path w="3237" h="1169" extrusionOk="0">
                    <a:moveTo>
                      <a:pt x="2936" y="1"/>
                    </a:moveTo>
                    <a:lnTo>
                      <a:pt x="2936" y="134"/>
                    </a:lnTo>
                    <a:lnTo>
                      <a:pt x="2936" y="701"/>
                    </a:lnTo>
                    <a:cubicBezTo>
                      <a:pt x="2936" y="735"/>
                      <a:pt x="2936" y="735"/>
                      <a:pt x="2903" y="735"/>
                    </a:cubicBezTo>
                    <a:lnTo>
                      <a:pt x="334" y="868"/>
                    </a:lnTo>
                    <a:lnTo>
                      <a:pt x="301" y="868"/>
                    </a:lnTo>
                    <a:cubicBezTo>
                      <a:pt x="301" y="868"/>
                      <a:pt x="267" y="868"/>
                      <a:pt x="267" y="835"/>
                    </a:cubicBezTo>
                    <a:lnTo>
                      <a:pt x="267" y="301"/>
                    </a:lnTo>
                    <a:lnTo>
                      <a:pt x="267" y="167"/>
                    </a:lnTo>
                    <a:lnTo>
                      <a:pt x="1" y="167"/>
                    </a:lnTo>
                    <a:lnTo>
                      <a:pt x="1" y="301"/>
                    </a:lnTo>
                    <a:lnTo>
                      <a:pt x="1" y="835"/>
                    </a:lnTo>
                    <a:cubicBezTo>
                      <a:pt x="1" y="935"/>
                      <a:pt x="34" y="1001"/>
                      <a:pt x="101" y="1068"/>
                    </a:cubicBezTo>
                    <a:cubicBezTo>
                      <a:pt x="167" y="1135"/>
                      <a:pt x="234" y="1168"/>
                      <a:pt x="334" y="1168"/>
                    </a:cubicBezTo>
                    <a:lnTo>
                      <a:pt x="2903" y="1035"/>
                    </a:lnTo>
                    <a:cubicBezTo>
                      <a:pt x="3103" y="1001"/>
                      <a:pt x="3236" y="868"/>
                      <a:pt x="3236" y="701"/>
                    </a:cubicBezTo>
                    <a:lnTo>
                      <a:pt x="3236" y="101"/>
                    </a:lnTo>
                    <a:lnTo>
                      <a:pt x="3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77"/>
              <p:cNvSpPr/>
              <p:nvPr/>
            </p:nvSpPr>
            <p:spPr>
              <a:xfrm>
                <a:off x="4905350" y="2399650"/>
                <a:ext cx="165975" cy="92600"/>
              </a:xfrm>
              <a:custGeom>
                <a:avLst/>
                <a:gdLst/>
                <a:ahLst/>
                <a:cxnLst/>
                <a:rect l="l" t="t" r="r" b="b"/>
                <a:pathLst>
                  <a:path w="6639" h="3704" extrusionOk="0">
                    <a:moveTo>
                      <a:pt x="0" y="1"/>
                    </a:moveTo>
                    <a:lnTo>
                      <a:pt x="0" y="134"/>
                    </a:lnTo>
                    <a:lnTo>
                      <a:pt x="0" y="3570"/>
                    </a:lnTo>
                    <a:lnTo>
                      <a:pt x="134" y="3603"/>
                    </a:lnTo>
                    <a:lnTo>
                      <a:pt x="134" y="3670"/>
                    </a:lnTo>
                    <a:lnTo>
                      <a:pt x="6405" y="3670"/>
                    </a:lnTo>
                    <a:lnTo>
                      <a:pt x="6638" y="3704"/>
                    </a:lnTo>
                    <a:lnTo>
                      <a:pt x="6638" y="3537"/>
                    </a:lnTo>
                    <a:lnTo>
                      <a:pt x="6405" y="3537"/>
                    </a:lnTo>
                    <a:lnTo>
                      <a:pt x="134" y="3503"/>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77"/>
              <p:cNvSpPr/>
              <p:nvPr/>
            </p:nvSpPr>
            <p:spPr>
              <a:xfrm>
                <a:off x="4363275" y="2511400"/>
                <a:ext cx="176000" cy="168475"/>
              </a:xfrm>
              <a:custGeom>
                <a:avLst/>
                <a:gdLst/>
                <a:ahLst/>
                <a:cxnLst/>
                <a:rect l="l" t="t" r="r" b="b"/>
                <a:pathLst>
                  <a:path w="7040" h="6739" extrusionOk="0">
                    <a:moveTo>
                      <a:pt x="4237" y="1"/>
                    </a:moveTo>
                    <a:lnTo>
                      <a:pt x="34" y="6605"/>
                    </a:lnTo>
                    <a:lnTo>
                      <a:pt x="1" y="6639"/>
                    </a:lnTo>
                    <a:lnTo>
                      <a:pt x="134" y="6739"/>
                    </a:lnTo>
                    <a:lnTo>
                      <a:pt x="168" y="6639"/>
                    </a:lnTo>
                    <a:lnTo>
                      <a:pt x="4304" y="168"/>
                    </a:lnTo>
                    <a:lnTo>
                      <a:pt x="7039" y="168"/>
                    </a:lnTo>
                    <a:lnTo>
                      <a:pt x="70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77"/>
              <p:cNvSpPr/>
              <p:nvPr/>
            </p:nvSpPr>
            <p:spPr>
              <a:xfrm>
                <a:off x="3719500" y="2653175"/>
                <a:ext cx="1360150" cy="111775"/>
              </a:xfrm>
              <a:custGeom>
                <a:avLst/>
                <a:gdLst/>
                <a:ahLst/>
                <a:cxnLst/>
                <a:rect l="l" t="t" r="r" b="b"/>
                <a:pathLst>
                  <a:path w="54406" h="4471" extrusionOk="0">
                    <a:moveTo>
                      <a:pt x="34" y="0"/>
                    </a:moveTo>
                    <a:lnTo>
                      <a:pt x="0" y="267"/>
                    </a:lnTo>
                    <a:cubicBezTo>
                      <a:pt x="0" y="267"/>
                      <a:pt x="34" y="267"/>
                      <a:pt x="67" y="301"/>
                    </a:cubicBezTo>
                    <a:cubicBezTo>
                      <a:pt x="2202" y="568"/>
                      <a:pt x="32757" y="4470"/>
                      <a:pt x="32790" y="4470"/>
                    </a:cubicBezTo>
                    <a:lnTo>
                      <a:pt x="54406" y="4170"/>
                    </a:lnTo>
                    <a:lnTo>
                      <a:pt x="54406" y="3903"/>
                    </a:lnTo>
                    <a:lnTo>
                      <a:pt x="54239" y="3903"/>
                    </a:lnTo>
                    <a:lnTo>
                      <a:pt x="32957" y="4170"/>
                    </a:lnTo>
                    <a:lnTo>
                      <a:pt x="32657" y="4170"/>
                    </a:lnTo>
                    <a:cubicBezTo>
                      <a:pt x="30589" y="3903"/>
                      <a:pt x="1735" y="234"/>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77"/>
              <p:cNvSpPr/>
              <p:nvPr/>
            </p:nvSpPr>
            <p:spPr>
              <a:xfrm>
                <a:off x="3665300" y="2379650"/>
                <a:ext cx="6675" cy="356100"/>
              </a:xfrm>
              <a:custGeom>
                <a:avLst/>
                <a:gdLst/>
                <a:ahLst/>
                <a:cxnLst/>
                <a:rect l="l" t="t" r="r" b="b"/>
                <a:pathLst>
                  <a:path w="267" h="14244" extrusionOk="0">
                    <a:moveTo>
                      <a:pt x="100" y="10641"/>
                    </a:moveTo>
                    <a:lnTo>
                      <a:pt x="167" y="10675"/>
                    </a:lnTo>
                    <a:lnTo>
                      <a:pt x="133" y="10941"/>
                    </a:lnTo>
                    <a:lnTo>
                      <a:pt x="67" y="10941"/>
                    </a:lnTo>
                    <a:lnTo>
                      <a:pt x="100" y="10641"/>
                    </a:lnTo>
                    <a:close/>
                    <a:moveTo>
                      <a:pt x="0" y="0"/>
                    </a:moveTo>
                    <a:lnTo>
                      <a:pt x="0" y="14244"/>
                    </a:lnTo>
                    <a:lnTo>
                      <a:pt x="267" y="14210"/>
                    </a:lnTo>
                    <a:lnTo>
                      <a:pt x="267" y="13443"/>
                    </a:lnTo>
                    <a:lnTo>
                      <a:pt x="133" y="13443"/>
                    </a:lnTo>
                    <a:lnTo>
                      <a:pt x="133" y="13310"/>
                    </a:lnTo>
                    <a:lnTo>
                      <a:pt x="267" y="13310"/>
                    </a:lnTo>
                    <a:lnTo>
                      <a:pt x="267" y="4737"/>
                    </a:lnTo>
                    <a:lnTo>
                      <a:pt x="133" y="4737"/>
                    </a:lnTo>
                    <a:lnTo>
                      <a:pt x="133" y="4570"/>
                    </a:lnTo>
                    <a:lnTo>
                      <a:pt x="267" y="4570"/>
                    </a:lnTo>
                    <a:lnTo>
                      <a:pt x="267" y="1401"/>
                    </a:lnTo>
                    <a:lnTo>
                      <a:pt x="133" y="1401"/>
                    </a:lnTo>
                    <a:lnTo>
                      <a:pt x="133" y="1101"/>
                    </a:lnTo>
                    <a:lnTo>
                      <a:pt x="267" y="1101"/>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77"/>
              <p:cNvSpPr/>
              <p:nvPr/>
            </p:nvSpPr>
            <p:spPr>
              <a:xfrm>
                <a:off x="3609425" y="2347075"/>
                <a:ext cx="62550" cy="418700"/>
              </a:xfrm>
              <a:custGeom>
                <a:avLst/>
                <a:gdLst/>
                <a:ahLst/>
                <a:cxnLst/>
                <a:rect l="l" t="t" r="r" b="b"/>
                <a:pathLst>
                  <a:path w="2502" h="16748" extrusionOk="0">
                    <a:moveTo>
                      <a:pt x="1852" y="0"/>
                    </a:moveTo>
                    <a:cubicBezTo>
                      <a:pt x="1835" y="0"/>
                      <a:pt x="1818" y="1"/>
                      <a:pt x="1801" y="2"/>
                    </a:cubicBezTo>
                    <a:cubicBezTo>
                      <a:pt x="767" y="69"/>
                      <a:pt x="0" y="1070"/>
                      <a:pt x="0" y="2237"/>
                    </a:cubicBezTo>
                    <a:lnTo>
                      <a:pt x="0" y="15413"/>
                    </a:lnTo>
                    <a:cubicBezTo>
                      <a:pt x="0" y="16014"/>
                      <a:pt x="367" y="16548"/>
                      <a:pt x="901" y="16614"/>
                    </a:cubicBezTo>
                    <a:lnTo>
                      <a:pt x="1468" y="16714"/>
                    </a:lnTo>
                    <a:cubicBezTo>
                      <a:pt x="1501" y="16714"/>
                      <a:pt x="1568" y="16748"/>
                      <a:pt x="1601" y="16748"/>
                    </a:cubicBezTo>
                    <a:cubicBezTo>
                      <a:pt x="1835" y="16748"/>
                      <a:pt x="2068" y="16648"/>
                      <a:pt x="2235" y="16481"/>
                    </a:cubicBezTo>
                    <a:cubicBezTo>
                      <a:pt x="2435" y="16314"/>
                      <a:pt x="2502" y="16081"/>
                      <a:pt x="2502" y="15814"/>
                    </a:cubicBezTo>
                    <a:lnTo>
                      <a:pt x="2502" y="15680"/>
                    </a:lnTo>
                    <a:lnTo>
                      <a:pt x="2502" y="15547"/>
                    </a:lnTo>
                    <a:lnTo>
                      <a:pt x="2235" y="15547"/>
                    </a:lnTo>
                    <a:lnTo>
                      <a:pt x="2235" y="15814"/>
                    </a:lnTo>
                    <a:cubicBezTo>
                      <a:pt x="2235" y="15980"/>
                      <a:pt x="2168" y="16147"/>
                      <a:pt x="2035" y="16281"/>
                    </a:cubicBezTo>
                    <a:cubicBezTo>
                      <a:pt x="1935" y="16381"/>
                      <a:pt x="1768" y="16447"/>
                      <a:pt x="1601" y="16447"/>
                    </a:cubicBezTo>
                    <a:lnTo>
                      <a:pt x="1501" y="16447"/>
                    </a:lnTo>
                    <a:lnTo>
                      <a:pt x="934" y="16347"/>
                    </a:lnTo>
                    <a:cubicBezTo>
                      <a:pt x="634" y="16314"/>
                      <a:pt x="400" y="16014"/>
                      <a:pt x="300" y="15680"/>
                    </a:cubicBezTo>
                    <a:lnTo>
                      <a:pt x="234" y="15714"/>
                    </a:lnTo>
                    <a:lnTo>
                      <a:pt x="167" y="15614"/>
                    </a:lnTo>
                    <a:lnTo>
                      <a:pt x="267" y="15547"/>
                    </a:lnTo>
                    <a:cubicBezTo>
                      <a:pt x="267" y="15513"/>
                      <a:pt x="267" y="15447"/>
                      <a:pt x="267" y="15413"/>
                    </a:cubicBezTo>
                    <a:lnTo>
                      <a:pt x="267" y="2237"/>
                    </a:lnTo>
                    <a:cubicBezTo>
                      <a:pt x="267" y="1303"/>
                      <a:pt x="801" y="536"/>
                      <a:pt x="1568" y="336"/>
                    </a:cubicBezTo>
                    <a:lnTo>
                      <a:pt x="1568" y="203"/>
                    </a:lnTo>
                    <a:lnTo>
                      <a:pt x="1701" y="203"/>
                    </a:lnTo>
                    <a:lnTo>
                      <a:pt x="1701" y="303"/>
                    </a:lnTo>
                    <a:cubicBezTo>
                      <a:pt x="1735" y="303"/>
                      <a:pt x="1768" y="303"/>
                      <a:pt x="1801" y="269"/>
                    </a:cubicBezTo>
                    <a:lnTo>
                      <a:pt x="1835" y="269"/>
                    </a:lnTo>
                    <a:cubicBezTo>
                      <a:pt x="2068" y="269"/>
                      <a:pt x="2235" y="469"/>
                      <a:pt x="2235" y="670"/>
                    </a:cubicBezTo>
                    <a:lnTo>
                      <a:pt x="2235" y="1203"/>
                    </a:lnTo>
                    <a:lnTo>
                      <a:pt x="2502" y="1203"/>
                    </a:lnTo>
                    <a:lnTo>
                      <a:pt x="2502" y="1170"/>
                    </a:lnTo>
                    <a:lnTo>
                      <a:pt x="2502" y="670"/>
                    </a:lnTo>
                    <a:cubicBezTo>
                      <a:pt x="2502" y="320"/>
                      <a:pt x="2199"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77"/>
              <p:cNvSpPr/>
              <p:nvPr/>
            </p:nvSpPr>
            <p:spPr>
              <a:xfrm>
                <a:off x="3668625" y="2494725"/>
                <a:ext cx="52550" cy="221025"/>
              </a:xfrm>
              <a:custGeom>
                <a:avLst/>
                <a:gdLst/>
                <a:ahLst/>
                <a:cxnLst/>
                <a:rect l="l" t="t" r="r" b="b"/>
                <a:pathLst>
                  <a:path w="2102" h="8841" extrusionOk="0">
                    <a:moveTo>
                      <a:pt x="0" y="1"/>
                    </a:moveTo>
                    <a:lnTo>
                      <a:pt x="0" y="134"/>
                    </a:lnTo>
                    <a:lnTo>
                      <a:pt x="1969" y="134"/>
                    </a:lnTo>
                    <a:lnTo>
                      <a:pt x="1969" y="8707"/>
                    </a:lnTo>
                    <a:lnTo>
                      <a:pt x="0" y="8707"/>
                    </a:lnTo>
                    <a:lnTo>
                      <a:pt x="0" y="8840"/>
                    </a:lnTo>
                    <a:lnTo>
                      <a:pt x="2102" y="8840"/>
                    </a:lnTo>
                    <a:lnTo>
                      <a:pt x="2102" y="7806"/>
                    </a:lnTo>
                    <a:lnTo>
                      <a:pt x="2002" y="7806"/>
                    </a:lnTo>
                    <a:lnTo>
                      <a:pt x="2035" y="7673"/>
                    </a:lnTo>
                    <a:lnTo>
                      <a:pt x="2102" y="7673"/>
                    </a:lnTo>
                    <a:lnTo>
                      <a:pt x="2102" y="6605"/>
                    </a:lnTo>
                    <a:lnTo>
                      <a:pt x="2002" y="6605"/>
                    </a:lnTo>
                    <a:lnTo>
                      <a:pt x="2035" y="6338"/>
                    </a:lnTo>
                    <a:lnTo>
                      <a:pt x="2102" y="6338"/>
                    </a:lnTo>
                    <a:lnTo>
                      <a:pt x="2102" y="4370"/>
                    </a:lnTo>
                    <a:lnTo>
                      <a:pt x="2102" y="4104"/>
                    </a:lnTo>
                    <a:lnTo>
                      <a:pt x="21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77"/>
              <p:cNvSpPr/>
              <p:nvPr/>
            </p:nvSpPr>
            <p:spPr>
              <a:xfrm>
                <a:off x="3613575" y="2352125"/>
                <a:ext cx="38400" cy="387800"/>
              </a:xfrm>
              <a:custGeom>
                <a:avLst/>
                <a:gdLst/>
                <a:ahLst/>
                <a:cxnLst/>
                <a:rect l="l" t="t" r="r" b="b"/>
                <a:pathLst>
                  <a:path w="1536" h="15512" extrusionOk="0">
                    <a:moveTo>
                      <a:pt x="1369" y="1"/>
                    </a:moveTo>
                    <a:lnTo>
                      <a:pt x="1369" y="134"/>
                    </a:lnTo>
                    <a:lnTo>
                      <a:pt x="1369" y="14544"/>
                    </a:lnTo>
                    <a:lnTo>
                      <a:pt x="101" y="15345"/>
                    </a:lnTo>
                    <a:lnTo>
                      <a:pt x="1" y="15412"/>
                    </a:lnTo>
                    <a:lnTo>
                      <a:pt x="68" y="15512"/>
                    </a:lnTo>
                    <a:lnTo>
                      <a:pt x="134" y="15478"/>
                    </a:lnTo>
                    <a:lnTo>
                      <a:pt x="1535" y="14644"/>
                    </a:lnTo>
                    <a:lnTo>
                      <a:pt x="1535" y="101"/>
                    </a:lnTo>
                    <a:lnTo>
                      <a:pt x="1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77"/>
              <p:cNvSpPr/>
              <p:nvPr/>
            </p:nvSpPr>
            <p:spPr>
              <a:xfrm>
                <a:off x="4575950" y="2323775"/>
                <a:ext cx="478700" cy="42550"/>
              </a:xfrm>
              <a:custGeom>
                <a:avLst/>
                <a:gdLst/>
                <a:ahLst/>
                <a:cxnLst/>
                <a:rect l="l" t="t" r="r" b="b"/>
                <a:pathLst>
                  <a:path w="19148" h="1702" extrusionOk="0">
                    <a:moveTo>
                      <a:pt x="19014" y="0"/>
                    </a:moveTo>
                    <a:lnTo>
                      <a:pt x="19014" y="100"/>
                    </a:lnTo>
                    <a:lnTo>
                      <a:pt x="19014" y="1268"/>
                    </a:lnTo>
                    <a:lnTo>
                      <a:pt x="133" y="1568"/>
                    </a:lnTo>
                    <a:lnTo>
                      <a:pt x="133" y="100"/>
                    </a:lnTo>
                    <a:lnTo>
                      <a:pt x="133" y="34"/>
                    </a:lnTo>
                    <a:lnTo>
                      <a:pt x="0" y="34"/>
                    </a:lnTo>
                    <a:lnTo>
                      <a:pt x="0" y="100"/>
                    </a:lnTo>
                    <a:lnTo>
                      <a:pt x="0" y="1702"/>
                    </a:lnTo>
                    <a:lnTo>
                      <a:pt x="19147" y="1401"/>
                    </a:lnTo>
                    <a:lnTo>
                      <a:pt x="19147" y="100"/>
                    </a:lnTo>
                    <a:lnTo>
                      <a:pt x="19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77"/>
              <p:cNvSpPr/>
              <p:nvPr/>
            </p:nvSpPr>
            <p:spPr>
              <a:xfrm>
                <a:off x="3718650" y="2686525"/>
                <a:ext cx="1371850" cy="175150"/>
              </a:xfrm>
              <a:custGeom>
                <a:avLst/>
                <a:gdLst/>
                <a:ahLst/>
                <a:cxnLst/>
                <a:rect l="l" t="t" r="r" b="b"/>
                <a:pathLst>
                  <a:path w="54874" h="7006" extrusionOk="0">
                    <a:moveTo>
                      <a:pt x="34" y="1"/>
                    </a:moveTo>
                    <a:lnTo>
                      <a:pt x="1" y="134"/>
                    </a:lnTo>
                    <a:lnTo>
                      <a:pt x="101" y="134"/>
                    </a:lnTo>
                    <a:lnTo>
                      <a:pt x="31590" y="4404"/>
                    </a:lnTo>
                    <a:lnTo>
                      <a:pt x="33024" y="6706"/>
                    </a:lnTo>
                    <a:lnTo>
                      <a:pt x="33225" y="7006"/>
                    </a:lnTo>
                    <a:lnTo>
                      <a:pt x="33425" y="6739"/>
                    </a:lnTo>
                    <a:lnTo>
                      <a:pt x="34959" y="4571"/>
                    </a:lnTo>
                    <a:lnTo>
                      <a:pt x="54673" y="4537"/>
                    </a:lnTo>
                    <a:lnTo>
                      <a:pt x="54673" y="4537"/>
                    </a:lnTo>
                    <a:lnTo>
                      <a:pt x="53839" y="6739"/>
                    </a:lnTo>
                    <a:lnTo>
                      <a:pt x="53806" y="6772"/>
                    </a:lnTo>
                    <a:lnTo>
                      <a:pt x="53939" y="6839"/>
                    </a:lnTo>
                    <a:lnTo>
                      <a:pt x="53973" y="6739"/>
                    </a:lnTo>
                    <a:lnTo>
                      <a:pt x="54873" y="4371"/>
                    </a:lnTo>
                    <a:lnTo>
                      <a:pt x="34926" y="4437"/>
                    </a:lnTo>
                    <a:lnTo>
                      <a:pt x="34892" y="4437"/>
                    </a:lnTo>
                    <a:lnTo>
                      <a:pt x="33258" y="6739"/>
                    </a:lnTo>
                    <a:lnTo>
                      <a:pt x="33225" y="6772"/>
                    </a:lnTo>
                    <a:lnTo>
                      <a:pt x="33225" y="6739"/>
                    </a:lnTo>
                    <a:lnTo>
                      <a:pt x="31657" y="4304"/>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77"/>
              <p:cNvSpPr/>
              <p:nvPr/>
            </p:nvSpPr>
            <p:spPr>
              <a:xfrm>
                <a:off x="4540925" y="2488900"/>
                <a:ext cx="367775" cy="147625"/>
              </a:xfrm>
              <a:custGeom>
                <a:avLst/>
                <a:gdLst/>
                <a:ahLst/>
                <a:cxnLst/>
                <a:rect l="l" t="t" r="r" b="b"/>
                <a:pathLst>
                  <a:path w="14711" h="5905" extrusionOk="0">
                    <a:moveTo>
                      <a:pt x="14577" y="0"/>
                    </a:moveTo>
                    <a:lnTo>
                      <a:pt x="11942" y="5571"/>
                    </a:lnTo>
                    <a:lnTo>
                      <a:pt x="100" y="5771"/>
                    </a:lnTo>
                    <a:lnTo>
                      <a:pt x="0" y="5771"/>
                    </a:lnTo>
                    <a:lnTo>
                      <a:pt x="0" y="5904"/>
                    </a:lnTo>
                    <a:lnTo>
                      <a:pt x="100" y="5904"/>
                    </a:lnTo>
                    <a:lnTo>
                      <a:pt x="12009" y="5704"/>
                    </a:lnTo>
                    <a:lnTo>
                      <a:pt x="12042" y="5704"/>
                    </a:lnTo>
                    <a:lnTo>
                      <a:pt x="14711" y="100"/>
                    </a:lnTo>
                    <a:lnTo>
                      <a:pt x="14711" y="33"/>
                    </a:lnTo>
                    <a:lnTo>
                      <a:pt x="145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77"/>
              <p:cNvSpPr/>
              <p:nvPr/>
            </p:nvSpPr>
            <p:spPr>
              <a:xfrm>
                <a:off x="5242250" y="3575500"/>
                <a:ext cx="424500" cy="361950"/>
              </a:xfrm>
              <a:custGeom>
                <a:avLst/>
                <a:gdLst/>
                <a:ahLst/>
                <a:cxnLst/>
                <a:rect l="l" t="t" r="r" b="b"/>
                <a:pathLst>
                  <a:path w="16980" h="14478" extrusionOk="0">
                    <a:moveTo>
                      <a:pt x="1235" y="1"/>
                    </a:moveTo>
                    <a:lnTo>
                      <a:pt x="534" y="5271"/>
                    </a:lnTo>
                    <a:lnTo>
                      <a:pt x="134" y="8473"/>
                    </a:lnTo>
                    <a:lnTo>
                      <a:pt x="0" y="9374"/>
                    </a:lnTo>
                    <a:lnTo>
                      <a:pt x="0" y="9407"/>
                    </a:lnTo>
                    <a:lnTo>
                      <a:pt x="67" y="9574"/>
                    </a:lnTo>
                    <a:lnTo>
                      <a:pt x="234" y="9874"/>
                    </a:lnTo>
                    <a:lnTo>
                      <a:pt x="2335" y="14478"/>
                    </a:lnTo>
                    <a:lnTo>
                      <a:pt x="16979" y="12409"/>
                    </a:lnTo>
                    <a:cubicBezTo>
                      <a:pt x="16946" y="12376"/>
                      <a:pt x="16946" y="12343"/>
                      <a:pt x="16946" y="12309"/>
                    </a:cubicBezTo>
                    <a:lnTo>
                      <a:pt x="16946" y="12143"/>
                    </a:lnTo>
                    <a:lnTo>
                      <a:pt x="15245" y="12376"/>
                    </a:lnTo>
                    <a:lnTo>
                      <a:pt x="15245" y="12443"/>
                    </a:lnTo>
                    <a:lnTo>
                      <a:pt x="15111" y="12476"/>
                    </a:lnTo>
                    <a:lnTo>
                      <a:pt x="15111" y="12409"/>
                    </a:lnTo>
                    <a:lnTo>
                      <a:pt x="12242" y="12810"/>
                    </a:lnTo>
                    <a:lnTo>
                      <a:pt x="12276" y="12943"/>
                    </a:lnTo>
                    <a:lnTo>
                      <a:pt x="12142" y="12977"/>
                    </a:lnTo>
                    <a:lnTo>
                      <a:pt x="12109" y="12810"/>
                    </a:lnTo>
                    <a:lnTo>
                      <a:pt x="8340" y="13343"/>
                    </a:lnTo>
                    <a:lnTo>
                      <a:pt x="8373" y="13444"/>
                    </a:lnTo>
                    <a:lnTo>
                      <a:pt x="8240" y="13510"/>
                    </a:lnTo>
                    <a:lnTo>
                      <a:pt x="8206" y="13377"/>
                    </a:lnTo>
                    <a:lnTo>
                      <a:pt x="4470" y="13877"/>
                    </a:lnTo>
                    <a:lnTo>
                      <a:pt x="4504" y="13944"/>
                    </a:lnTo>
                    <a:lnTo>
                      <a:pt x="4370" y="13977"/>
                    </a:lnTo>
                    <a:lnTo>
                      <a:pt x="4337" y="13911"/>
                    </a:lnTo>
                    <a:lnTo>
                      <a:pt x="2502" y="14144"/>
                    </a:lnTo>
                    <a:lnTo>
                      <a:pt x="1802" y="12643"/>
                    </a:lnTo>
                    <a:lnTo>
                      <a:pt x="1568" y="12643"/>
                    </a:lnTo>
                    <a:lnTo>
                      <a:pt x="1535" y="12376"/>
                    </a:lnTo>
                    <a:lnTo>
                      <a:pt x="1668" y="12376"/>
                    </a:lnTo>
                    <a:lnTo>
                      <a:pt x="301" y="9374"/>
                    </a:lnTo>
                    <a:lnTo>
                      <a:pt x="301" y="9307"/>
                    </a:lnTo>
                    <a:lnTo>
                      <a:pt x="167" y="9307"/>
                    </a:lnTo>
                    <a:lnTo>
                      <a:pt x="167" y="9040"/>
                    </a:lnTo>
                    <a:lnTo>
                      <a:pt x="334" y="9040"/>
                    </a:lnTo>
                    <a:lnTo>
                      <a:pt x="1135" y="3003"/>
                    </a:lnTo>
                    <a:lnTo>
                      <a:pt x="968" y="2736"/>
                    </a:lnTo>
                    <a:lnTo>
                      <a:pt x="1001" y="2703"/>
                    </a:lnTo>
                    <a:lnTo>
                      <a:pt x="1034" y="2536"/>
                    </a:lnTo>
                    <a:lnTo>
                      <a:pt x="1201" y="2536"/>
                    </a:lnTo>
                    <a:lnTo>
                      <a:pt x="1468" y="301"/>
                    </a:lnTo>
                    <a:lnTo>
                      <a:pt x="4670" y="901"/>
                    </a:lnTo>
                    <a:lnTo>
                      <a:pt x="4704" y="801"/>
                    </a:lnTo>
                    <a:lnTo>
                      <a:pt x="4837" y="801"/>
                    </a:lnTo>
                    <a:lnTo>
                      <a:pt x="4804" y="935"/>
                    </a:lnTo>
                    <a:lnTo>
                      <a:pt x="13410" y="2469"/>
                    </a:lnTo>
                    <a:lnTo>
                      <a:pt x="13410" y="2402"/>
                    </a:lnTo>
                    <a:lnTo>
                      <a:pt x="13577" y="2402"/>
                    </a:lnTo>
                    <a:lnTo>
                      <a:pt x="13543" y="2502"/>
                    </a:lnTo>
                    <a:lnTo>
                      <a:pt x="16946" y="3103"/>
                    </a:lnTo>
                    <a:lnTo>
                      <a:pt x="16946" y="2836"/>
                    </a:lnTo>
                    <a:lnTo>
                      <a:pt x="1535" y="34"/>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77"/>
              <p:cNvSpPr/>
              <p:nvPr/>
            </p:nvSpPr>
            <p:spPr>
              <a:xfrm>
                <a:off x="5665875" y="3634700"/>
                <a:ext cx="45900" cy="264400"/>
              </a:xfrm>
              <a:custGeom>
                <a:avLst/>
                <a:gdLst/>
                <a:ahLst/>
                <a:cxnLst/>
                <a:rect l="l" t="t" r="r" b="b"/>
                <a:pathLst>
                  <a:path w="1836" h="10576" extrusionOk="0">
                    <a:moveTo>
                      <a:pt x="835" y="268"/>
                    </a:moveTo>
                    <a:lnTo>
                      <a:pt x="835" y="335"/>
                    </a:lnTo>
                    <a:cubicBezTo>
                      <a:pt x="1268" y="501"/>
                      <a:pt x="1535" y="935"/>
                      <a:pt x="1535" y="1435"/>
                    </a:cubicBezTo>
                    <a:lnTo>
                      <a:pt x="1535" y="9675"/>
                    </a:lnTo>
                    <a:cubicBezTo>
                      <a:pt x="1535" y="9708"/>
                      <a:pt x="1535" y="9741"/>
                      <a:pt x="1535" y="9775"/>
                    </a:cubicBezTo>
                    <a:lnTo>
                      <a:pt x="1669" y="9941"/>
                    </a:lnTo>
                    <a:lnTo>
                      <a:pt x="1569" y="10008"/>
                    </a:lnTo>
                    <a:lnTo>
                      <a:pt x="1502" y="9941"/>
                    </a:lnTo>
                    <a:cubicBezTo>
                      <a:pt x="1435" y="10075"/>
                      <a:pt x="1268" y="10208"/>
                      <a:pt x="1102" y="10208"/>
                    </a:cubicBezTo>
                    <a:lnTo>
                      <a:pt x="735" y="10275"/>
                    </a:lnTo>
                    <a:cubicBezTo>
                      <a:pt x="715" y="10278"/>
                      <a:pt x="694" y="10279"/>
                      <a:pt x="674" y="10279"/>
                    </a:cubicBezTo>
                    <a:cubicBezTo>
                      <a:pt x="463" y="10279"/>
                      <a:pt x="268" y="10124"/>
                      <a:pt x="268" y="9941"/>
                    </a:cubicBezTo>
                    <a:lnTo>
                      <a:pt x="268" y="468"/>
                    </a:lnTo>
                    <a:cubicBezTo>
                      <a:pt x="268" y="368"/>
                      <a:pt x="368" y="268"/>
                      <a:pt x="535" y="268"/>
                    </a:cubicBezTo>
                    <a:cubicBezTo>
                      <a:pt x="601" y="268"/>
                      <a:pt x="668" y="268"/>
                      <a:pt x="701" y="301"/>
                    </a:cubicBezTo>
                    <a:lnTo>
                      <a:pt x="701" y="268"/>
                    </a:lnTo>
                    <a:close/>
                    <a:moveTo>
                      <a:pt x="535" y="1"/>
                    </a:moveTo>
                    <a:cubicBezTo>
                      <a:pt x="234" y="1"/>
                      <a:pt x="1" y="201"/>
                      <a:pt x="1" y="468"/>
                    </a:cubicBezTo>
                    <a:lnTo>
                      <a:pt x="1" y="735"/>
                    </a:lnTo>
                    <a:lnTo>
                      <a:pt x="1" y="2102"/>
                    </a:lnTo>
                    <a:lnTo>
                      <a:pt x="168" y="2136"/>
                    </a:lnTo>
                    <a:lnTo>
                      <a:pt x="134" y="2403"/>
                    </a:lnTo>
                    <a:lnTo>
                      <a:pt x="1" y="2369"/>
                    </a:lnTo>
                    <a:lnTo>
                      <a:pt x="1" y="6672"/>
                    </a:lnTo>
                    <a:lnTo>
                      <a:pt x="168" y="6672"/>
                    </a:lnTo>
                    <a:lnTo>
                      <a:pt x="168" y="6939"/>
                    </a:lnTo>
                    <a:lnTo>
                      <a:pt x="1" y="6939"/>
                    </a:lnTo>
                    <a:lnTo>
                      <a:pt x="1" y="8707"/>
                    </a:lnTo>
                    <a:lnTo>
                      <a:pt x="34" y="8674"/>
                    </a:lnTo>
                    <a:lnTo>
                      <a:pt x="68" y="8974"/>
                    </a:lnTo>
                    <a:lnTo>
                      <a:pt x="1" y="8974"/>
                    </a:lnTo>
                    <a:lnTo>
                      <a:pt x="1" y="9775"/>
                    </a:lnTo>
                    <a:lnTo>
                      <a:pt x="1" y="9941"/>
                    </a:lnTo>
                    <a:cubicBezTo>
                      <a:pt x="1" y="9975"/>
                      <a:pt x="1" y="10008"/>
                      <a:pt x="1" y="10041"/>
                    </a:cubicBezTo>
                    <a:cubicBezTo>
                      <a:pt x="68" y="10342"/>
                      <a:pt x="334" y="10575"/>
                      <a:pt x="668" y="10575"/>
                    </a:cubicBezTo>
                    <a:cubicBezTo>
                      <a:pt x="701" y="10575"/>
                      <a:pt x="735" y="10542"/>
                      <a:pt x="768" y="10542"/>
                    </a:cubicBezTo>
                    <a:lnTo>
                      <a:pt x="1168" y="10508"/>
                    </a:lnTo>
                    <a:cubicBezTo>
                      <a:pt x="1535" y="10442"/>
                      <a:pt x="1835" y="10108"/>
                      <a:pt x="1835" y="9675"/>
                    </a:cubicBezTo>
                    <a:lnTo>
                      <a:pt x="1835" y="1435"/>
                    </a:lnTo>
                    <a:cubicBezTo>
                      <a:pt x="1835" y="668"/>
                      <a:pt x="1268" y="34"/>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77"/>
              <p:cNvSpPr/>
              <p:nvPr/>
            </p:nvSpPr>
            <p:spPr>
              <a:xfrm>
                <a:off x="5267275" y="3638875"/>
                <a:ext cx="402800" cy="55900"/>
              </a:xfrm>
              <a:custGeom>
                <a:avLst/>
                <a:gdLst/>
                <a:ahLst/>
                <a:cxnLst/>
                <a:rect l="l" t="t" r="r" b="b"/>
                <a:pathLst>
                  <a:path w="16112" h="2236" extrusionOk="0">
                    <a:moveTo>
                      <a:pt x="33" y="1"/>
                    </a:moveTo>
                    <a:lnTo>
                      <a:pt x="0" y="168"/>
                    </a:lnTo>
                    <a:lnTo>
                      <a:pt x="67" y="134"/>
                    </a:lnTo>
                    <a:lnTo>
                      <a:pt x="167" y="301"/>
                    </a:lnTo>
                    <a:lnTo>
                      <a:pt x="15945" y="2202"/>
                    </a:lnTo>
                    <a:lnTo>
                      <a:pt x="16078" y="2236"/>
                    </a:lnTo>
                    <a:lnTo>
                      <a:pt x="16112" y="1935"/>
                    </a:lnTo>
                    <a:lnTo>
                      <a:pt x="15945" y="1935"/>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77"/>
              <p:cNvSpPr/>
              <p:nvPr/>
            </p:nvSpPr>
            <p:spPr>
              <a:xfrm>
                <a:off x="5246425" y="3801500"/>
                <a:ext cx="424475" cy="6700"/>
              </a:xfrm>
              <a:custGeom>
                <a:avLst/>
                <a:gdLst/>
                <a:ahLst/>
                <a:cxnLst/>
                <a:rect l="l" t="t" r="r" b="b"/>
                <a:pathLst>
                  <a:path w="16979" h="268" extrusionOk="0">
                    <a:moveTo>
                      <a:pt x="0" y="0"/>
                    </a:moveTo>
                    <a:lnTo>
                      <a:pt x="0" y="267"/>
                    </a:lnTo>
                    <a:lnTo>
                      <a:pt x="16979" y="267"/>
                    </a:lnTo>
                    <a:lnTo>
                      <a:pt x="16979" y="0"/>
                    </a:lnTo>
                    <a:lnTo>
                      <a:pt x="13310" y="0"/>
                    </a:lnTo>
                    <a:lnTo>
                      <a:pt x="13343" y="100"/>
                    </a:lnTo>
                    <a:lnTo>
                      <a:pt x="13176" y="100"/>
                    </a:lnTo>
                    <a:lnTo>
                      <a:pt x="131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77"/>
              <p:cNvSpPr/>
              <p:nvPr/>
            </p:nvSpPr>
            <p:spPr>
              <a:xfrm>
                <a:off x="5280600" y="3851525"/>
                <a:ext cx="386975" cy="40050"/>
              </a:xfrm>
              <a:custGeom>
                <a:avLst/>
                <a:gdLst/>
                <a:ahLst/>
                <a:cxnLst/>
                <a:rect l="l" t="t" r="r" b="b"/>
                <a:pathLst>
                  <a:path w="15479" h="1602" extrusionOk="0">
                    <a:moveTo>
                      <a:pt x="15412" y="1"/>
                    </a:moveTo>
                    <a:lnTo>
                      <a:pt x="134" y="1335"/>
                    </a:lnTo>
                    <a:lnTo>
                      <a:pt x="1" y="1335"/>
                    </a:lnTo>
                    <a:lnTo>
                      <a:pt x="34" y="1602"/>
                    </a:lnTo>
                    <a:lnTo>
                      <a:pt x="268" y="1602"/>
                    </a:lnTo>
                    <a:lnTo>
                      <a:pt x="2236" y="1435"/>
                    </a:lnTo>
                    <a:lnTo>
                      <a:pt x="2202" y="1302"/>
                    </a:lnTo>
                    <a:lnTo>
                      <a:pt x="2336" y="1268"/>
                    </a:lnTo>
                    <a:lnTo>
                      <a:pt x="2369" y="1402"/>
                    </a:lnTo>
                    <a:lnTo>
                      <a:pt x="6239" y="1068"/>
                    </a:lnTo>
                    <a:lnTo>
                      <a:pt x="6205" y="1002"/>
                    </a:lnTo>
                    <a:lnTo>
                      <a:pt x="6339" y="935"/>
                    </a:lnTo>
                    <a:lnTo>
                      <a:pt x="6372" y="1068"/>
                    </a:lnTo>
                    <a:lnTo>
                      <a:pt x="10275" y="735"/>
                    </a:lnTo>
                    <a:lnTo>
                      <a:pt x="10241" y="635"/>
                    </a:lnTo>
                    <a:lnTo>
                      <a:pt x="10375" y="601"/>
                    </a:lnTo>
                    <a:lnTo>
                      <a:pt x="10408" y="735"/>
                    </a:lnTo>
                    <a:lnTo>
                      <a:pt x="13310" y="468"/>
                    </a:lnTo>
                    <a:lnTo>
                      <a:pt x="13310" y="368"/>
                    </a:lnTo>
                    <a:lnTo>
                      <a:pt x="13444" y="334"/>
                    </a:lnTo>
                    <a:lnTo>
                      <a:pt x="13477" y="468"/>
                    </a:lnTo>
                    <a:lnTo>
                      <a:pt x="15412" y="301"/>
                    </a:lnTo>
                    <a:lnTo>
                      <a:pt x="15479" y="301"/>
                    </a:lnTo>
                    <a:lnTo>
                      <a:pt x="15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77"/>
              <p:cNvSpPr/>
              <p:nvPr/>
            </p:nvSpPr>
            <p:spPr>
              <a:xfrm>
                <a:off x="5266425" y="3642225"/>
                <a:ext cx="313600" cy="161800"/>
              </a:xfrm>
              <a:custGeom>
                <a:avLst/>
                <a:gdLst/>
                <a:ahLst/>
                <a:cxnLst/>
                <a:rect l="l" t="t" r="r" b="b"/>
                <a:pathLst>
                  <a:path w="12544" h="6472" extrusionOk="0">
                    <a:moveTo>
                      <a:pt x="101" y="0"/>
                    </a:moveTo>
                    <a:lnTo>
                      <a:pt x="34" y="34"/>
                    </a:lnTo>
                    <a:lnTo>
                      <a:pt x="1" y="67"/>
                    </a:lnTo>
                    <a:lnTo>
                      <a:pt x="168" y="334"/>
                    </a:lnTo>
                    <a:lnTo>
                      <a:pt x="2436" y="3736"/>
                    </a:lnTo>
                    <a:lnTo>
                      <a:pt x="12376" y="3970"/>
                    </a:lnTo>
                    <a:lnTo>
                      <a:pt x="12376" y="6371"/>
                    </a:lnTo>
                    <a:lnTo>
                      <a:pt x="12376" y="6471"/>
                    </a:lnTo>
                    <a:lnTo>
                      <a:pt x="12543" y="6471"/>
                    </a:lnTo>
                    <a:lnTo>
                      <a:pt x="12510" y="6371"/>
                    </a:lnTo>
                    <a:lnTo>
                      <a:pt x="12510" y="3836"/>
                    </a:lnTo>
                    <a:lnTo>
                      <a:pt x="2503" y="3603"/>
                    </a:lnTo>
                    <a:lnTo>
                      <a:pt x="201" y="167"/>
                    </a:lnTo>
                    <a:lnTo>
                      <a:pt x="1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77"/>
              <p:cNvSpPr/>
              <p:nvPr/>
            </p:nvSpPr>
            <p:spPr>
              <a:xfrm>
                <a:off x="5683400" y="3641375"/>
                <a:ext cx="24200" cy="243550"/>
              </a:xfrm>
              <a:custGeom>
                <a:avLst/>
                <a:gdLst/>
                <a:ahLst/>
                <a:cxnLst/>
                <a:rect l="l" t="t" r="r" b="b"/>
                <a:pathLst>
                  <a:path w="968" h="9742" extrusionOk="0">
                    <a:moveTo>
                      <a:pt x="0" y="1"/>
                    </a:moveTo>
                    <a:lnTo>
                      <a:pt x="0" y="34"/>
                    </a:lnTo>
                    <a:lnTo>
                      <a:pt x="0" y="8840"/>
                    </a:lnTo>
                    <a:lnTo>
                      <a:pt x="801" y="9674"/>
                    </a:lnTo>
                    <a:lnTo>
                      <a:pt x="868" y="9741"/>
                    </a:lnTo>
                    <a:lnTo>
                      <a:pt x="968" y="9674"/>
                    </a:lnTo>
                    <a:lnTo>
                      <a:pt x="834" y="9508"/>
                    </a:lnTo>
                    <a:lnTo>
                      <a:pt x="167" y="8807"/>
                    </a:lnTo>
                    <a:lnTo>
                      <a:pt x="167" y="68"/>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77"/>
              <p:cNvSpPr/>
              <p:nvPr/>
            </p:nvSpPr>
            <p:spPr>
              <a:xfrm>
                <a:off x="5354825" y="3595525"/>
                <a:ext cx="226025" cy="64225"/>
              </a:xfrm>
              <a:custGeom>
                <a:avLst/>
                <a:gdLst/>
                <a:ahLst/>
                <a:cxnLst/>
                <a:rect l="l" t="t" r="r" b="b"/>
                <a:pathLst>
                  <a:path w="9041" h="2569" extrusionOk="0">
                    <a:moveTo>
                      <a:pt x="201" y="0"/>
                    </a:moveTo>
                    <a:lnTo>
                      <a:pt x="167" y="100"/>
                    </a:lnTo>
                    <a:lnTo>
                      <a:pt x="1" y="1101"/>
                    </a:lnTo>
                    <a:lnTo>
                      <a:pt x="8907" y="2569"/>
                    </a:lnTo>
                    <a:lnTo>
                      <a:pt x="9040" y="1701"/>
                    </a:lnTo>
                    <a:lnTo>
                      <a:pt x="9040" y="1601"/>
                    </a:lnTo>
                    <a:lnTo>
                      <a:pt x="8907" y="1601"/>
                    </a:lnTo>
                    <a:lnTo>
                      <a:pt x="8907" y="1668"/>
                    </a:lnTo>
                    <a:lnTo>
                      <a:pt x="8774" y="2402"/>
                    </a:lnTo>
                    <a:lnTo>
                      <a:pt x="167" y="967"/>
                    </a:lnTo>
                    <a:lnTo>
                      <a:pt x="301" y="134"/>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77"/>
              <p:cNvSpPr/>
              <p:nvPr/>
            </p:nvSpPr>
            <p:spPr>
              <a:xfrm>
                <a:off x="5335650" y="3883225"/>
                <a:ext cx="19200" cy="41725"/>
              </a:xfrm>
              <a:custGeom>
                <a:avLst/>
                <a:gdLst/>
                <a:ahLst/>
                <a:cxnLst/>
                <a:rect l="l" t="t" r="r" b="b"/>
                <a:pathLst>
                  <a:path w="768" h="1669" extrusionOk="0">
                    <a:moveTo>
                      <a:pt x="134" y="0"/>
                    </a:moveTo>
                    <a:lnTo>
                      <a:pt x="0" y="34"/>
                    </a:lnTo>
                    <a:lnTo>
                      <a:pt x="34" y="167"/>
                    </a:lnTo>
                    <a:lnTo>
                      <a:pt x="601" y="1602"/>
                    </a:lnTo>
                    <a:lnTo>
                      <a:pt x="634" y="1668"/>
                    </a:lnTo>
                    <a:lnTo>
                      <a:pt x="768" y="1602"/>
                    </a:lnTo>
                    <a:lnTo>
                      <a:pt x="734" y="15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77"/>
              <p:cNvSpPr/>
              <p:nvPr/>
            </p:nvSpPr>
            <p:spPr>
              <a:xfrm>
                <a:off x="5613350" y="3859875"/>
                <a:ext cx="10025" cy="27550"/>
              </a:xfrm>
              <a:custGeom>
                <a:avLst/>
                <a:gdLst/>
                <a:ahLst/>
                <a:cxnLst/>
                <a:rect l="l" t="t" r="r" b="b"/>
                <a:pathLst>
                  <a:path w="401" h="1102" extrusionOk="0">
                    <a:moveTo>
                      <a:pt x="134" y="0"/>
                    </a:moveTo>
                    <a:lnTo>
                      <a:pt x="0" y="34"/>
                    </a:lnTo>
                    <a:lnTo>
                      <a:pt x="0" y="134"/>
                    </a:lnTo>
                    <a:lnTo>
                      <a:pt x="267" y="1034"/>
                    </a:lnTo>
                    <a:lnTo>
                      <a:pt x="267" y="1101"/>
                    </a:lnTo>
                    <a:lnTo>
                      <a:pt x="401" y="1068"/>
                    </a:lnTo>
                    <a:lnTo>
                      <a:pt x="401" y="1001"/>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77"/>
              <p:cNvSpPr/>
              <p:nvPr/>
            </p:nvSpPr>
            <p:spPr>
              <a:xfrm>
                <a:off x="5536625" y="3866550"/>
                <a:ext cx="12525" cy="33375"/>
              </a:xfrm>
              <a:custGeom>
                <a:avLst/>
                <a:gdLst/>
                <a:ahLst/>
                <a:cxnLst/>
                <a:rect l="l" t="t" r="r" b="b"/>
                <a:pathLst>
                  <a:path w="501" h="1335" extrusionOk="0">
                    <a:moveTo>
                      <a:pt x="134" y="0"/>
                    </a:moveTo>
                    <a:lnTo>
                      <a:pt x="0" y="34"/>
                    </a:lnTo>
                    <a:lnTo>
                      <a:pt x="34" y="134"/>
                    </a:lnTo>
                    <a:lnTo>
                      <a:pt x="334" y="1168"/>
                    </a:lnTo>
                    <a:lnTo>
                      <a:pt x="367" y="1335"/>
                    </a:lnTo>
                    <a:lnTo>
                      <a:pt x="501" y="1268"/>
                    </a:lnTo>
                    <a:lnTo>
                      <a:pt x="467" y="1168"/>
                    </a:lnTo>
                    <a:lnTo>
                      <a:pt x="167" y="134"/>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77"/>
              <p:cNvSpPr/>
              <p:nvPr/>
            </p:nvSpPr>
            <p:spPr>
              <a:xfrm>
                <a:off x="5435725" y="3874875"/>
                <a:ext cx="15875" cy="38400"/>
              </a:xfrm>
              <a:custGeom>
                <a:avLst/>
                <a:gdLst/>
                <a:ahLst/>
                <a:cxnLst/>
                <a:rect l="l" t="t" r="r" b="b"/>
                <a:pathLst>
                  <a:path w="635" h="1536" extrusionOk="0">
                    <a:moveTo>
                      <a:pt x="134" y="1"/>
                    </a:moveTo>
                    <a:lnTo>
                      <a:pt x="0" y="68"/>
                    </a:lnTo>
                    <a:lnTo>
                      <a:pt x="34" y="134"/>
                    </a:lnTo>
                    <a:lnTo>
                      <a:pt x="467" y="1402"/>
                    </a:lnTo>
                    <a:lnTo>
                      <a:pt x="501" y="1535"/>
                    </a:lnTo>
                    <a:lnTo>
                      <a:pt x="634" y="1469"/>
                    </a:lnTo>
                    <a:lnTo>
                      <a:pt x="601" y="1368"/>
                    </a:lnTo>
                    <a:lnTo>
                      <a:pt x="167"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77"/>
              <p:cNvSpPr/>
              <p:nvPr/>
            </p:nvSpPr>
            <p:spPr>
              <a:xfrm>
                <a:off x="4782750" y="3575500"/>
                <a:ext cx="423675" cy="361125"/>
              </a:xfrm>
              <a:custGeom>
                <a:avLst/>
                <a:gdLst/>
                <a:ahLst/>
                <a:cxnLst/>
                <a:rect l="l" t="t" r="r" b="b"/>
                <a:pathLst>
                  <a:path w="16947" h="14445" extrusionOk="0">
                    <a:moveTo>
                      <a:pt x="15712" y="1"/>
                    </a:moveTo>
                    <a:lnTo>
                      <a:pt x="15412" y="34"/>
                    </a:lnTo>
                    <a:lnTo>
                      <a:pt x="1" y="2836"/>
                    </a:lnTo>
                    <a:lnTo>
                      <a:pt x="1" y="3103"/>
                    </a:lnTo>
                    <a:lnTo>
                      <a:pt x="3403" y="2502"/>
                    </a:lnTo>
                    <a:lnTo>
                      <a:pt x="3370" y="2402"/>
                    </a:lnTo>
                    <a:lnTo>
                      <a:pt x="3536" y="2402"/>
                    </a:lnTo>
                    <a:lnTo>
                      <a:pt x="3536" y="2469"/>
                    </a:lnTo>
                    <a:lnTo>
                      <a:pt x="12143" y="901"/>
                    </a:lnTo>
                    <a:lnTo>
                      <a:pt x="12109" y="801"/>
                    </a:lnTo>
                    <a:lnTo>
                      <a:pt x="12243" y="768"/>
                    </a:lnTo>
                    <a:lnTo>
                      <a:pt x="12276" y="901"/>
                    </a:lnTo>
                    <a:lnTo>
                      <a:pt x="15478" y="301"/>
                    </a:lnTo>
                    <a:lnTo>
                      <a:pt x="15745" y="2536"/>
                    </a:lnTo>
                    <a:lnTo>
                      <a:pt x="15912" y="2502"/>
                    </a:lnTo>
                    <a:lnTo>
                      <a:pt x="15945" y="2703"/>
                    </a:lnTo>
                    <a:lnTo>
                      <a:pt x="15979" y="2736"/>
                    </a:lnTo>
                    <a:lnTo>
                      <a:pt x="15812" y="3003"/>
                    </a:lnTo>
                    <a:lnTo>
                      <a:pt x="16612" y="9040"/>
                    </a:lnTo>
                    <a:lnTo>
                      <a:pt x="16779" y="9040"/>
                    </a:lnTo>
                    <a:lnTo>
                      <a:pt x="16779" y="9307"/>
                    </a:lnTo>
                    <a:lnTo>
                      <a:pt x="16646" y="9307"/>
                    </a:lnTo>
                    <a:lnTo>
                      <a:pt x="16646" y="9374"/>
                    </a:lnTo>
                    <a:lnTo>
                      <a:pt x="15278" y="12376"/>
                    </a:lnTo>
                    <a:lnTo>
                      <a:pt x="15412" y="12376"/>
                    </a:lnTo>
                    <a:lnTo>
                      <a:pt x="15378" y="12643"/>
                    </a:lnTo>
                    <a:lnTo>
                      <a:pt x="15145" y="12643"/>
                    </a:lnTo>
                    <a:lnTo>
                      <a:pt x="14444" y="14144"/>
                    </a:lnTo>
                    <a:lnTo>
                      <a:pt x="12610" y="13911"/>
                    </a:lnTo>
                    <a:lnTo>
                      <a:pt x="12576" y="13977"/>
                    </a:lnTo>
                    <a:lnTo>
                      <a:pt x="12443" y="13911"/>
                    </a:lnTo>
                    <a:lnTo>
                      <a:pt x="12476" y="13877"/>
                    </a:lnTo>
                    <a:lnTo>
                      <a:pt x="8740" y="13343"/>
                    </a:lnTo>
                    <a:lnTo>
                      <a:pt x="8707" y="13477"/>
                    </a:lnTo>
                    <a:lnTo>
                      <a:pt x="8573" y="13444"/>
                    </a:lnTo>
                    <a:lnTo>
                      <a:pt x="8607" y="13343"/>
                    </a:lnTo>
                    <a:lnTo>
                      <a:pt x="4837" y="12810"/>
                    </a:lnTo>
                    <a:lnTo>
                      <a:pt x="4804" y="12943"/>
                    </a:lnTo>
                    <a:lnTo>
                      <a:pt x="4671" y="12910"/>
                    </a:lnTo>
                    <a:lnTo>
                      <a:pt x="4704" y="12776"/>
                    </a:lnTo>
                    <a:lnTo>
                      <a:pt x="1835" y="12376"/>
                    </a:lnTo>
                    <a:lnTo>
                      <a:pt x="1835" y="12476"/>
                    </a:lnTo>
                    <a:lnTo>
                      <a:pt x="1702" y="12443"/>
                    </a:lnTo>
                    <a:lnTo>
                      <a:pt x="1702" y="12376"/>
                    </a:lnTo>
                    <a:lnTo>
                      <a:pt x="1" y="12143"/>
                    </a:lnTo>
                    <a:lnTo>
                      <a:pt x="1" y="12309"/>
                    </a:lnTo>
                    <a:cubicBezTo>
                      <a:pt x="1" y="12343"/>
                      <a:pt x="1" y="12376"/>
                      <a:pt x="1" y="12409"/>
                    </a:cubicBezTo>
                    <a:lnTo>
                      <a:pt x="14511" y="14444"/>
                    </a:lnTo>
                    <a:lnTo>
                      <a:pt x="14611" y="14444"/>
                    </a:lnTo>
                    <a:lnTo>
                      <a:pt x="16646" y="10041"/>
                    </a:lnTo>
                    <a:lnTo>
                      <a:pt x="16779" y="9741"/>
                    </a:lnTo>
                    <a:lnTo>
                      <a:pt x="16946" y="9407"/>
                    </a:lnTo>
                    <a:lnTo>
                      <a:pt x="16746" y="7906"/>
                    </a:lnTo>
                    <a:lnTo>
                      <a:pt x="15745" y="334"/>
                    </a:lnTo>
                    <a:lnTo>
                      <a:pt x="15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77"/>
              <p:cNvSpPr/>
              <p:nvPr/>
            </p:nvSpPr>
            <p:spPr>
              <a:xfrm>
                <a:off x="4736875" y="3634700"/>
                <a:ext cx="45900" cy="264400"/>
              </a:xfrm>
              <a:custGeom>
                <a:avLst/>
                <a:gdLst/>
                <a:ahLst/>
                <a:cxnLst/>
                <a:rect l="l" t="t" r="r" b="b"/>
                <a:pathLst>
                  <a:path w="1836" h="10576" extrusionOk="0">
                    <a:moveTo>
                      <a:pt x="1302" y="268"/>
                    </a:moveTo>
                    <a:cubicBezTo>
                      <a:pt x="1435" y="268"/>
                      <a:pt x="1535" y="368"/>
                      <a:pt x="1535" y="468"/>
                    </a:cubicBezTo>
                    <a:lnTo>
                      <a:pt x="1535" y="9941"/>
                    </a:lnTo>
                    <a:cubicBezTo>
                      <a:pt x="1535" y="10041"/>
                      <a:pt x="1502" y="10108"/>
                      <a:pt x="1435" y="10175"/>
                    </a:cubicBezTo>
                    <a:cubicBezTo>
                      <a:pt x="1369" y="10242"/>
                      <a:pt x="1269" y="10275"/>
                      <a:pt x="1168" y="10275"/>
                    </a:cubicBezTo>
                    <a:lnTo>
                      <a:pt x="1102" y="10275"/>
                    </a:lnTo>
                    <a:lnTo>
                      <a:pt x="701" y="10208"/>
                    </a:lnTo>
                    <a:cubicBezTo>
                      <a:pt x="535" y="10208"/>
                      <a:pt x="401" y="10075"/>
                      <a:pt x="335" y="9941"/>
                    </a:cubicBezTo>
                    <a:lnTo>
                      <a:pt x="234" y="10008"/>
                    </a:lnTo>
                    <a:lnTo>
                      <a:pt x="134" y="9941"/>
                    </a:lnTo>
                    <a:lnTo>
                      <a:pt x="301" y="9775"/>
                    </a:lnTo>
                    <a:cubicBezTo>
                      <a:pt x="268" y="9741"/>
                      <a:pt x="268" y="9708"/>
                      <a:pt x="268" y="9675"/>
                    </a:cubicBezTo>
                    <a:lnTo>
                      <a:pt x="268" y="1435"/>
                    </a:lnTo>
                    <a:cubicBezTo>
                      <a:pt x="268" y="935"/>
                      <a:pt x="568" y="535"/>
                      <a:pt x="968" y="335"/>
                    </a:cubicBezTo>
                    <a:lnTo>
                      <a:pt x="968" y="268"/>
                    </a:lnTo>
                    <a:lnTo>
                      <a:pt x="1102" y="268"/>
                    </a:lnTo>
                    <a:lnTo>
                      <a:pt x="1102" y="301"/>
                    </a:lnTo>
                    <a:cubicBezTo>
                      <a:pt x="1168" y="268"/>
                      <a:pt x="1235" y="268"/>
                      <a:pt x="1302" y="268"/>
                    </a:cubicBezTo>
                    <a:close/>
                    <a:moveTo>
                      <a:pt x="1269" y="1"/>
                    </a:moveTo>
                    <a:cubicBezTo>
                      <a:pt x="568" y="34"/>
                      <a:pt x="1" y="668"/>
                      <a:pt x="1" y="1435"/>
                    </a:cubicBezTo>
                    <a:lnTo>
                      <a:pt x="1" y="9675"/>
                    </a:lnTo>
                    <a:cubicBezTo>
                      <a:pt x="1" y="10075"/>
                      <a:pt x="301" y="10442"/>
                      <a:pt x="668" y="10508"/>
                    </a:cubicBezTo>
                    <a:lnTo>
                      <a:pt x="1035" y="10542"/>
                    </a:lnTo>
                    <a:cubicBezTo>
                      <a:pt x="1102" y="10542"/>
                      <a:pt x="1135" y="10575"/>
                      <a:pt x="1168" y="10575"/>
                    </a:cubicBezTo>
                    <a:cubicBezTo>
                      <a:pt x="1335" y="10575"/>
                      <a:pt x="1502" y="10508"/>
                      <a:pt x="1635" y="10375"/>
                    </a:cubicBezTo>
                    <a:cubicBezTo>
                      <a:pt x="1736" y="10308"/>
                      <a:pt x="1802" y="10175"/>
                      <a:pt x="1802" y="10041"/>
                    </a:cubicBezTo>
                    <a:cubicBezTo>
                      <a:pt x="1836" y="10008"/>
                      <a:pt x="1836" y="9975"/>
                      <a:pt x="1836" y="9941"/>
                    </a:cubicBezTo>
                    <a:lnTo>
                      <a:pt x="1836" y="9775"/>
                    </a:lnTo>
                    <a:lnTo>
                      <a:pt x="1836" y="8974"/>
                    </a:lnTo>
                    <a:lnTo>
                      <a:pt x="1736" y="8974"/>
                    </a:lnTo>
                    <a:lnTo>
                      <a:pt x="1769" y="8674"/>
                    </a:lnTo>
                    <a:lnTo>
                      <a:pt x="1836" y="8674"/>
                    </a:lnTo>
                    <a:lnTo>
                      <a:pt x="1836" y="6939"/>
                    </a:lnTo>
                    <a:lnTo>
                      <a:pt x="1635" y="6939"/>
                    </a:lnTo>
                    <a:lnTo>
                      <a:pt x="1635" y="6672"/>
                    </a:lnTo>
                    <a:lnTo>
                      <a:pt x="1836" y="6672"/>
                    </a:lnTo>
                    <a:lnTo>
                      <a:pt x="1836" y="2369"/>
                    </a:lnTo>
                    <a:lnTo>
                      <a:pt x="1702" y="2403"/>
                    </a:lnTo>
                    <a:lnTo>
                      <a:pt x="1669" y="2102"/>
                    </a:lnTo>
                    <a:lnTo>
                      <a:pt x="1836" y="2102"/>
                    </a:lnTo>
                    <a:lnTo>
                      <a:pt x="1836" y="735"/>
                    </a:lnTo>
                    <a:lnTo>
                      <a:pt x="1836" y="468"/>
                    </a:lnTo>
                    <a:cubicBezTo>
                      <a:pt x="1836" y="201"/>
                      <a:pt x="1602" y="1"/>
                      <a:pt x="1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77"/>
              <p:cNvSpPr/>
              <p:nvPr/>
            </p:nvSpPr>
            <p:spPr>
              <a:xfrm>
                <a:off x="4778575" y="3638875"/>
                <a:ext cx="401975" cy="55900"/>
              </a:xfrm>
              <a:custGeom>
                <a:avLst/>
                <a:gdLst/>
                <a:ahLst/>
                <a:cxnLst/>
                <a:rect l="l" t="t" r="r" b="b"/>
                <a:pathLst>
                  <a:path w="16079" h="2236" extrusionOk="0">
                    <a:moveTo>
                      <a:pt x="15912" y="1"/>
                    </a:moveTo>
                    <a:lnTo>
                      <a:pt x="168" y="1935"/>
                    </a:lnTo>
                    <a:lnTo>
                      <a:pt x="1" y="1935"/>
                    </a:lnTo>
                    <a:lnTo>
                      <a:pt x="34" y="2236"/>
                    </a:lnTo>
                    <a:lnTo>
                      <a:pt x="168" y="2202"/>
                    </a:lnTo>
                    <a:lnTo>
                      <a:pt x="15912" y="301"/>
                    </a:lnTo>
                    <a:lnTo>
                      <a:pt x="16012" y="134"/>
                    </a:lnTo>
                    <a:lnTo>
                      <a:pt x="16079" y="168"/>
                    </a:lnTo>
                    <a:lnTo>
                      <a:pt x="160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77"/>
              <p:cNvSpPr/>
              <p:nvPr/>
            </p:nvSpPr>
            <p:spPr>
              <a:xfrm>
                <a:off x="4777750" y="3801500"/>
                <a:ext cx="424500" cy="6700"/>
              </a:xfrm>
              <a:custGeom>
                <a:avLst/>
                <a:gdLst/>
                <a:ahLst/>
                <a:cxnLst/>
                <a:rect l="l" t="t" r="r" b="b"/>
                <a:pathLst>
                  <a:path w="16980" h="268" extrusionOk="0">
                    <a:moveTo>
                      <a:pt x="0" y="0"/>
                    </a:moveTo>
                    <a:lnTo>
                      <a:pt x="0" y="267"/>
                    </a:lnTo>
                    <a:lnTo>
                      <a:pt x="16979" y="267"/>
                    </a:lnTo>
                    <a:lnTo>
                      <a:pt x="16979" y="0"/>
                    </a:lnTo>
                    <a:lnTo>
                      <a:pt x="3770" y="0"/>
                    </a:lnTo>
                    <a:lnTo>
                      <a:pt x="3770" y="100"/>
                    </a:lnTo>
                    <a:lnTo>
                      <a:pt x="3636" y="100"/>
                    </a:lnTo>
                    <a:lnTo>
                      <a:pt x="3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77"/>
              <p:cNvSpPr/>
              <p:nvPr/>
            </p:nvSpPr>
            <p:spPr>
              <a:xfrm>
                <a:off x="4780250" y="3851525"/>
                <a:ext cx="387800" cy="40050"/>
              </a:xfrm>
              <a:custGeom>
                <a:avLst/>
                <a:gdLst/>
                <a:ahLst/>
                <a:cxnLst/>
                <a:rect l="l" t="t" r="r" b="b"/>
                <a:pathLst>
                  <a:path w="15512" h="1602" extrusionOk="0">
                    <a:moveTo>
                      <a:pt x="34" y="1"/>
                    </a:moveTo>
                    <a:lnTo>
                      <a:pt x="1" y="301"/>
                    </a:lnTo>
                    <a:lnTo>
                      <a:pt x="101" y="301"/>
                    </a:lnTo>
                    <a:lnTo>
                      <a:pt x="2035" y="468"/>
                    </a:lnTo>
                    <a:lnTo>
                      <a:pt x="2069" y="334"/>
                    </a:lnTo>
                    <a:lnTo>
                      <a:pt x="2202" y="368"/>
                    </a:lnTo>
                    <a:lnTo>
                      <a:pt x="2169" y="468"/>
                    </a:lnTo>
                    <a:lnTo>
                      <a:pt x="5104" y="735"/>
                    </a:lnTo>
                    <a:lnTo>
                      <a:pt x="5138" y="601"/>
                    </a:lnTo>
                    <a:lnTo>
                      <a:pt x="5271" y="635"/>
                    </a:lnTo>
                    <a:lnTo>
                      <a:pt x="5238" y="735"/>
                    </a:lnTo>
                    <a:lnTo>
                      <a:pt x="9107" y="1068"/>
                    </a:lnTo>
                    <a:lnTo>
                      <a:pt x="9174" y="935"/>
                    </a:lnTo>
                    <a:lnTo>
                      <a:pt x="9274" y="1002"/>
                    </a:lnTo>
                    <a:lnTo>
                      <a:pt x="9274" y="1068"/>
                    </a:lnTo>
                    <a:lnTo>
                      <a:pt x="13110" y="1402"/>
                    </a:lnTo>
                    <a:lnTo>
                      <a:pt x="13177" y="1268"/>
                    </a:lnTo>
                    <a:lnTo>
                      <a:pt x="13310" y="1302"/>
                    </a:lnTo>
                    <a:lnTo>
                      <a:pt x="13277" y="1435"/>
                    </a:lnTo>
                    <a:lnTo>
                      <a:pt x="15245" y="1602"/>
                    </a:lnTo>
                    <a:lnTo>
                      <a:pt x="15478" y="1602"/>
                    </a:lnTo>
                    <a:lnTo>
                      <a:pt x="15512" y="1335"/>
                    </a:lnTo>
                    <a:lnTo>
                      <a:pt x="15345" y="1335"/>
                    </a:lnTo>
                    <a:lnTo>
                      <a:pt x="1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77"/>
              <p:cNvSpPr/>
              <p:nvPr/>
            </p:nvSpPr>
            <p:spPr>
              <a:xfrm>
                <a:off x="4868650" y="3642225"/>
                <a:ext cx="313575" cy="161800"/>
              </a:xfrm>
              <a:custGeom>
                <a:avLst/>
                <a:gdLst/>
                <a:ahLst/>
                <a:cxnLst/>
                <a:rect l="l" t="t" r="r" b="b"/>
                <a:pathLst>
                  <a:path w="12543" h="6472" extrusionOk="0">
                    <a:moveTo>
                      <a:pt x="12409" y="0"/>
                    </a:moveTo>
                    <a:lnTo>
                      <a:pt x="12309" y="167"/>
                    </a:lnTo>
                    <a:lnTo>
                      <a:pt x="10041" y="3603"/>
                    </a:lnTo>
                    <a:lnTo>
                      <a:pt x="100" y="3836"/>
                    </a:lnTo>
                    <a:lnTo>
                      <a:pt x="34" y="3836"/>
                    </a:lnTo>
                    <a:lnTo>
                      <a:pt x="0" y="6371"/>
                    </a:lnTo>
                    <a:lnTo>
                      <a:pt x="0" y="6471"/>
                    </a:lnTo>
                    <a:lnTo>
                      <a:pt x="134" y="6471"/>
                    </a:lnTo>
                    <a:lnTo>
                      <a:pt x="134" y="6371"/>
                    </a:lnTo>
                    <a:lnTo>
                      <a:pt x="167" y="3970"/>
                    </a:lnTo>
                    <a:lnTo>
                      <a:pt x="10108" y="3736"/>
                    </a:lnTo>
                    <a:lnTo>
                      <a:pt x="12376" y="334"/>
                    </a:lnTo>
                    <a:lnTo>
                      <a:pt x="12543" y="67"/>
                    </a:lnTo>
                    <a:lnTo>
                      <a:pt x="12476" y="34"/>
                    </a:lnTo>
                    <a:lnTo>
                      <a:pt x="12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77"/>
              <p:cNvSpPr/>
              <p:nvPr/>
            </p:nvSpPr>
            <p:spPr>
              <a:xfrm>
                <a:off x="4740225" y="3641375"/>
                <a:ext cx="24200" cy="243550"/>
              </a:xfrm>
              <a:custGeom>
                <a:avLst/>
                <a:gdLst/>
                <a:ahLst/>
                <a:cxnLst/>
                <a:rect l="l" t="t" r="r" b="b"/>
                <a:pathLst>
                  <a:path w="968" h="9742" extrusionOk="0">
                    <a:moveTo>
                      <a:pt x="834" y="1"/>
                    </a:moveTo>
                    <a:lnTo>
                      <a:pt x="834" y="68"/>
                    </a:lnTo>
                    <a:lnTo>
                      <a:pt x="834" y="8807"/>
                    </a:lnTo>
                    <a:lnTo>
                      <a:pt x="167" y="9508"/>
                    </a:lnTo>
                    <a:lnTo>
                      <a:pt x="0" y="9674"/>
                    </a:lnTo>
                    <a:lnTo>
                      <a:pt x="100" y="9741"/>
                    </a:lnTo>
                    <a:lnTo>
                      <a:pt x="201" y="9674"/>
                    </a:lnTo>
                    <a:lnTo>
                      <a:pt x="968" y="8840"/>
                    </a:lnTo>
                    <a:lnTo>
                      <a:pt x="968" y="34"/>
                    </a:lnTo>
                    <a:lnTo>
                      <a:pt x="9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77"/>
              <p:cNvSpPr/>
              <p:nvPr/>
            </p:nvSpPr>
            <p:spPr>
              <a:xfrm>
                <a:off x="4866975" y="3595525"/>
                <a:ext cx="226025" cy="64225"/>
              </a:xfrm>
              <a:custGeom>
                <a:avLst/>
                <a:gdLst/>
                <a:ahLst/>
                <a:cxnLst/>
                <a:rect l="l" t="t" r="r" b="b"/>
                <a:pathLst>
                  <a:path w="9041" h="2569" extrusionOk="0">
                    <a:moveTo>
                      <a:pt x="8740" y="0"/>
                    </a:moveTo>
                    <a:lnTo>
                      <a:pt x="8774" y="134"/>
                    </a:lnTo>
                    <a:lnTo>
                      <a:pt x="8907" y="967"/>
                    </a:lnTo>
                    <a:lnTo>
                      <a:pt x="268" y="2402"/>
                    </a:lnTo>
                    <a:lnTo>
                      <a:pt x="167" y="1668"/>
                    </a:lnTo>
                    <a:lnTo>
                      <a:pt x="134" y="1601"/>
                    </a:lnTo>
                    <a:lnTo>
                      <a:pt x="1" y="1601"/>
                    </a:lnTo>
                    <a:lnTo>
                      <a:pt x="34" y="1701"/>
                    </a:lnTo>
                    <a:lnTo>
                      <a:pt x="167" y="2569"/>
                    </a:lnTo>
                    <a:lnTo>
                      <a:pt x="8974" y="1101"/>
                    </a:lnTo>
                    <a:lnTo>
                      <a:pt x="9040" y="1101"/>
                    </a:lnTo>
                    <a:lnTo>
                      <a:pt x="8907" y="100"/>
                    </a:lnTo>
                    <a:lnTo>
                      <a:pt x="8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77"/>
              <p:cNvSpPr/>
              <p:nvPr/>
            </p:nvSpPr>
            <p:spPr>
              <a:xfrm>
                <a:off x="5093800" y="3883225"/>
                <a:ext cx="19225" cy="41725"/>
              </a:xfrm>
              <a:custGeom>
                <a:avLst/>
                <a:gdLst/>
                <a:ahLst/>
                <a:cxnLst/>
                <a:rect l="l" t="t" r="r" b="b"/>
                <a:pathLst>
                  <a:path w="769" h="1669" extrusionOk="0">
                    <a:moveTo>
                      <a:pt x="635" y="0"/>
                    </a:moveTo>
                    <a:lnTo>
                      <a:pt x="568" y="134"/>
                    </a:lnTo>
                    <a:lnTo>
                      <a:pt x="1" y="1568"/>
                    </a:lnTo>
                    <a:lnTo>
                      <a:pt x="1" y="1602"/>
                    </a:lnTo>
                    <a:lnTo>
                      <a:pt x="134" y="1668"/>
                    </a:lnTo>
                    <a:lnTo>
                      <a:pt x="168" y="1602"/>
                    </a:lnTo>
                    <a:lnTo>
                      <a:pt x="735" y="167"/>
                    </a:lnTo>
                    <a:lnTo>
                      <a:pt x="768" y="34"/>
                    </a:lnTo>
                    <a:lnTo>
                      <a:pt x="6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77"/>
              <p:cNvSpPr/>
              <p:nvPr/>
            </p:nvSpPr>
            <p:spPr>
              <a:xfrm>
                <a:off x="4824450" y="3859875"/>
                <a:ext cx="10875" cy="27550"/>
              </a:xfrm>
              <a:custGeom>
                <a:avLst/>
                <a:gdLst/>
                <a:ahLst/>
                <a:cxnLst/>
                <a:rect l="l" t="t" r="r" b="b"/>
                <a:pathLst>
                  <a:path w="435" h="1102" extrusionOk="0">
                    <a:moveTo>
                      <a:pt x="301" y="0"/>
                    </a:moveTo>
                    <a:lnTo>
                      <a:pt x="267" y="134"/>
                    </a:lnTo>
                    <a:lnTo>
                      <a:pt x="34" y="1001"/>
                    </a:lnTo>
                    <a:lnTo>
                      <a:pt x="0" y="1068"/>
                    </a:lnTo>
                    <a:lnTo>
                      <a:pt x="134" y="1101"/>
                    </a:lnTo>
                    <a:lnTo>
                      <a:pt x="167" y="1034"/>
                    </a:lnTo>
                    <a:lnTo>
                      <a:pt x="401" y="134"/>
                    </a:lnTo>
                    <a:lnTo>
                      <a:pt x="434" y="34"/>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77"/>
              <p:cNvSpPr/>
              <p:nvPr/>
            </p:nvSpPr>
            <p:spPr>
              <a:xfrm>
                <a:off x="4899500" y="3866550"/>
                <a:ext cx="12525" cy="33375"/>
              </a:xfrm>
              <a:custGeom>
                <a:avLst/>
                <a:gdLst/>
                <a:ahLst/>
                <a:cxnLst/>
                <a:rect l="l" t="t" r="r" b="b"/>
                <a:pathLst>
                  <a:path w="501" h="1335" extrusionOk="0">
                    <a:moveTo>
                      <a:pt x="368" y="0"/>
                    </a:moveTo>
                    <a:lnTo>
                      <a:pt x="334" y="134"/>
                    </a:lnTo>
                    <a:lnTo>
                      <a:pt x="34" y="1168"/>
                    </a:lnTo>
                    <a:lnTo>
                      <a:pt x="1" y="1268"/>
                    </a:lnTo>
                    <a:lnTo>
                      <a:pt x="134" y="1335"/>
                    </a:lnTo>
                    <a:lnTo>
                      <a:pt x="167" y="1168"/>
                    </a:lnTo>
                    <a:lnTo>
                      <a:pt x="468" y="134"/>
                    </a:lnTo>
                    <a:lnTo>
                      <a:pt x="501" y="34"/>
                    </a:ln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77"/>
              <p:cNvSpPr/>
              <p:nvPr/>
            </p:nvSpPr>
            <p:spPr>
              <a:xfrm>
                <a:off x="4997075" y="3874875"/>
                <a:ext cx="15025" cy="38400"/>
              </a:xfrm>
              <a:custGeom>
                <a:avLst/>
                <a:gdLst/>
                <a:ahLst/>
                <a:cxnLst/>
                <a:rect l="l" t="t" r="r" b="b"/>
                <a:pathLst>
                  <a:path w="601" h="1536" extrusionOk="0">
                    <a:moveTo>
                      <a:pt x="501" y="1"/>
                    </a:moveTo>
                    <a:lnTo>
                      <a:pt x="434" y="134"/>
                    </a:lnTo>
                    <a:lnTo>
                      <a:pt x="34" y="1368"/>
                    </a:lnTo>
                    <a:lnTo>
                      <a:pt x="0" y="1469"/>
                    </a:lnTo>
                    <a:lnTo>
                      <a:pt x="134" y="1535"/>
                    </a:lnTo>
                    <a:lnTo>
                      <a:pt x="167" y="1402"/>
                    </a:lnTo>
                    <a:lnTo>
                      <a:pt x="601" y="134"/>
                    </a:lnTo>
                    <a:lnTo>
                      <a:pt x="601" y="68"/>
                    </a:lnTo>
                    <a:lnTo>
                      <a:pt x="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77"/>
              <p:cNvSpPr/>
              <p:nvPr/>
            </p:nvSpPr>
            <p:spPr>
              <a:xfrm>
                <a:off x="6783350" y="2379650"/>
                <a:ext cx="6700" cy="356100"/>
              </a:xfrm>
              <a:custGeom>
                <a:avLst/>
                <a:gdLst/>
                <a:ahLst/>
                <a:cxnLst/>
                <a:rect l="l" t="t" r="r" b="b"/>
                <a:pathLst>
                  <a:path w="268" h="14244" extrusionOk="0">
                    <a:moveTo>
                      <a:pt x="201" y="10641"/>
                    </a:moveTo>
                    <a:lnTo>
                      <a:pt x="234" y="10941"/>
                    </a:lnTo>
                    <a:lnTo>
                      <a:pt x="167" y="10941"/>
                    </a:lnTo>
                    <a:lnTo>
                      <a:pt x="134" y="10675"/>
                    </a:lnTo>
                    <a:lnTo>
                      <a:pt x="201" y="10641"/>
                    </a:lnTo>
                    <a:close/>
                    <a:moveTo>
                      <a:pt x="0" y="0"/>
                    </a:moveTo>
                    <a:lnTo>
                      <a:pt x="0" y="1101"/>
                    </a:lnTo>
                    <a:lnTo>
                      <a:pt x="134" y="1101"/>
                    </a:lnTo>
                    <a:lnTo>
                      <a:pt x="134" y="1401"/>
                    </a:lnTo>
                    <a:lnTo>
                      <a:pt x="0" y="1401"/>
                    </a:lnTo>
                    <a:lnTo>
                      <a:pt x="0" y="4570"/>
                    </a:lnTo>
                    <a:lnTo>
                      <a:pt x="134" y="4570"/>
                    </a:lnTo>
                    <a:lnTo>
                      <a:pt x="134" y="4737"/>
                    </a:lnTo>
                    <a:lnTo>
                      <a:pt x="0" y="4737"/>
                    </a:lnTo>
                    <a:lnTo>
                      <a:pt x="0" y="13310"/>
                    </a:lnTo>
                    <a:lnTo>
                      <a:pt x="134" y="13310"/>
                    </a:lnTo>
                    <a:lnTo>
                      <a:pt x="134" y="13443"/>
                    </a:lnTo>
                    <a:lnTo>
                      <a:pt x="0" y="13443"/>
                    </a:lnTo>
                    <a:lnTo>
                      <a:pt x="0" y="14210"/>
                    </a:lnTo>
                    <a:lnTo>
                      <a:pt x="267" y="14244"/>
                    </a:lnTo>
                    <a:lnTo>
                      <a:pt x="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77"/>
              <p:cNvSpPr/>
              <p:nvPr/>
            </p:nvSpPr>
            <p:spPr>
              <a:xfrm>
                <a:off x="6783350" y="2347075"/>
                <a:ext cx="63400" cy="418700"/>
              </a:xfrm>
              <a:custGeom>
                <a:avLst/>
                <a:gdLst/>
                <a:ahLst/>
                <a:cxnLst/>
                <a:rect l="l" t="t" r="r" b="b"/>
                <a:pathLst>
                  <a:path w="2536" h="16748" extrusionOk="0">
                    <a:moveTo>
                      <a:pt x="679" y="0"/>
                    </a:moveTo>
                    <a:cubicBezTo>
                      <a:pt x="304" y="0"/>
                      <a:pt x="0" y="320"/>
                      <a:pt x="0" y="670"/>
                    </a:cubicBezTo>
                    <a:lnTo>
                      <a:pt x="0" y="1170"/>
                    </a:lnTo>
                    <a:lnTo>
                      <a:pt x="0" y="1203"/>
                    </a:lnTo>
                    <a:lnTo>
                      <a:pt x="267" y="1203"/>
                    </a:lnTo>
                    <a:lnTo>
                      <a:pt x="267" y="670"/>
                    </a:lnTo>
                    <a:cubicBezTo>
                      <a:pt x="267" y="469"/>
                      <a:pt x="467" y="269"/>
                      <a:pt x="668" y="269"/>
                    </a:cubicBezTo>
                    <a:lnTo>
                      <a:pt x="701" y="269"/>
                    </a:lnTo>
                    <a:cubicBezTo>
                      <a:pt x="734" y="303"/>
                      <a:pt x="801" y="303"/>
                      <a:pt x="834" y="303"/>
                    </a:cubicBezTo>
                    <a:lnTo>
                      <a:pt x="834" y="203"/>
                    </a:lnTo>
                    <a:lnTo>
                      <a:pt x="968" y="203"/>
                    </a:lnTo>
                    <a:lnTo>
                      <a:pt x="968" y="336"/>
                    </a:lnTo>
                    <a:cubicBezTo>
                      <a:pt x="1702" y="536"/>
                      <a:pt x="2235" y="1303"/>
                      <a:pt x="2235" y="2237"/>
                    </a:cubicBezTo>
                    <a:lnTo>
                      <a:pt x="2235" y="15413"/>
                    </a:lnTo>
                    <a:cubicBezTo>
                      <a:pt x="2235" y="15447"/>
                      <a:pt x="2235" y="15513"/>
                      <a:pt x="2235" y="15547"/>
                    </a:cubicBezTo>
                    <a:lnTo>
                      <a:pt x="2335" y="15614"/>
                    </a:lnTo>
                    <a:lnTo>
                      <a:pt x="2269" y="15714"/>
                    </a:lnTo>
                    <a:lnTo>
                      <a:pt x="2235" y="15680"/>
                    </a:lnTo>
                    <a:cubicBezTo>
                      <a:pt x="2135" y="16014"/>
                      <a:pt x="1902" y="16314"/>
                      <a:pt x="1568" y="16347"/>
                    </a:cubicBezTo>
                    <a:lnTo>
                      <a:pt x="1035" y="16447"/>
                    </a:lnTo>
                    <a:lnTo>
                      <a:pt x="901" y="16447"/>
                    </a:lnTo>
                    <a:cubicBezTo>
                      <a:pt x="734" y="16447"/>
                      <a:pt x="601" y="16381"/>
                      <a:pt x="467" y="16281"/>
                    </a:cubicBezTo>
                    <a:cubicBezTo>
                      <a:pt x="334" y="16147"/>
                      <a:pt x="267" y="15980"/>
                      <a:pt x="267" y="15814"/>
                    </a:cubicBezTo>
                    <a:lnTo>
                      <a:pt x="267" y="15547"/>
                    </a:lnTo>
                    <a:lnTo>
                      <a:pt x="0" y="15547"/>
                    </a:lnTo>
                    <a:lnTo>
                      <a:pt x="0" y="15680"/>
                    </a:lnTo>
                    <a:lnTo>
                      <a:pt x="0" y="15814"/>
                    </a:lnTo>
                    <a:cubicBezTo>
                      <a:pt x="0" y="16081"/>
                      <a:pt x="101" y="16314"/>
                      <a:pt x="267" y="16481"/>
                    </a:cubicBezTo>
                    <a:cubicBezTo>
                      <a:pt x="434" y="16648"/>
                      <a:pt x="668" y="16748"/>
                      <a:pt x="901" y="16748"/>
                    </a:cubicBezTo>
                    <a:cubicBezTo>
                      <a:pt x="968" y="16748"/>
                      <a:pt x="1001" y="16714"/>
                      <a:pt x="1068" y="16714"/>
                    </a:cubicBezTo>
                    <a:lnTo>
                      <a:pt x="1602" y="16614"/>
                    </a:lnTo>
                    <a:cubicBezTo>
                      <a:pt x="2135" y="16548"/>
                      <a:pt x="2536" y="16014"/>
                      <a:pt x="2536" y="15413"/>
                    </a:cubicBezTo>
                    <a:lnTo>
                      <a:pt x="2536" y="2237"/>
                    </a:lnTo>
                    <a:cubicBezTo>
                      <a:pt x="2536" y="1070"/>
                      <a:pt x="1735" y="69"/>
                      <a:pt x="734" y="2"/>
                    </a:cubicBezTo>
                    <a:cubicBezTo>
                      <a:pt x="716" y="1"/>
                      <a:pt x="697"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77"/>
              <p:cNvSpPr/>
              <p:nvPr/>
            </p:nvSpPr>
            <p:spPr>
              <a:xfrm>
                <a:off x="6734975" y="2494725"/>
                <a:ext cx="51725" cy="221025"/>
              </a:xfrm>
              <a:custGeom>
                <a:avLst/>
                <a:gdLst/>
                <a:ahLst/>
                <a:cxnLst/>
                <a:rect l="l" t="t" r="r" b="b"/>
                <a:pathLst>
                  <a:path w="2069" h="8841" extrusionOk="0">
                    <a:moveTo>
                      <a:pt x="1" y="1"/>
                    </a:moveTo>
                    <a:lnTo>
                      <a:pt x="1" y="4104"/>
                    </a:lnTo>
                    <a:lnTo>
                      <a:pt x="1" y="4370"/>
                    </a:lnTo>
                    <a:lnTo>
                      <a:pt x="1" y="6338"/>
                    </a:lnTo>
                    <a:lnTo>
                      <a:pt x="34" y="6338"/>
                    </a:lnTo>
                    <a:lnTo>
                      <a:pt x="67" y="6605"/>
                    </a:lnTo>
                    <a:lnTo>
                      <a:pt x="1" y="6605"/>
                    </a:lnTo>
                    <a:lnTo>
                      <a:pt x="1" y="7673"/>
                    </a:lnTo>
                    <a:lnTo>
                      <a:pt x="67" y="7673"/>
                    </a:lnTo>
                    <a:lnTo>
                      <a:pt x="67" y="7806"/>
                    </a:lnTo>
                    <a:lnTo>
                      <a:pt x="1" y="7806"/>
                    </a:lnTo>
                    <a:lnTo>
                      <a:pt x="1" y="8840"/>
                    </a:lnTo>
                    <a:lnTo>
                      <a:pt x="2069" y="8840"/>
                    </a:lnTo>
                    <a:lnTo>
                      <a:pt x="2069" y="8707"/>
                    </a:lnTo>
                    <a:lnTo>
                      <a:pt x="134" y="8707"/>
                    </a:lnTo>
                    <a:lnTo>
                      <a:pt x="134" y="134"/>
                    </a:lnTo>
                    <a:lnTo>
                      <a:pt x="2069" y="134"/>
                    </a:lnTo>
                    <a:lnTo>
                      <a:pt x="2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77"/>
              <p:cNvSpPr/>
              <p:nvPr/>
            </p:nvSpPr>
            <p:spPr>
              <a:xfrm>
                <a:off x="6804200" y="2352125"/>
                <a:ext cx="37550" cy="387800"/>
              </a:xfrm>
              <a:custGeom>
                <a:avLst/>
                <a:gdLst/>
                <a:ahLst/>
                <a:cxnLst/>
                <a:rect l="l" t="t" r="r" b="b"/>
                <a:pathLst>
                  <a:path w="1502" h="15512" extrusionOk="0">
                    <a:moveTo>
                      <a:pt x="0" y="1"/>
                    </a:moveTo>
                    <a:lnTo>
                      <a:pt x="0" y="101"/>
                    </a:lnTo>
                    <a:lnTo>
                      <a:pt x="0" y="14644"/>
                    </a:lnTo>
                    <a:lnTo>
                      <a:pt x="1401" y="15478"/>
                    </a:lnTo>
                    <a:lnTo>
                      <a:pt x="1435" y="15512"/>
                    </a:lnTo>
                    <a:lnTo>
                      <a:pt x="1501" y="15412"/>
                    </a:lnTo>
                    <a:lnTo>
                      <a:pt x="1401" y="15345"/>
                    </a:lnTo>
                    <a:lnTo>
                      <a:pt x="134" y="14544"/>
                    </a:lnTo>
                    <a:lnTo>
                      <a:pt x="134" y="134"/>
                    </a:lnTo>
                    <a:lnTo>
                      <a:pt x="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32" name="Google Shape;3532;p77"/>
            <p:cNvSpPr/>
            <p:nvPr/>
          </p:nvSpPr>
          <p:spPr>
            <a:xfrm flipH="1">
              <a:off x="6046793" y="1000238"/>
              <a:ext cx="293234" cy="8978"/>
            </a:xfrm>
            <a:custGeom>
              <a:avLst/>
              <a:gdLst/>
              <a:ahLst/>
              <a:cxnLst/>
              <a:rect l="l" t="t" r="r" b="b"/>
              <a:pathLst>
                <a:path w="10909" h="334" extrusionOk="0">
                  <a:moveTo>
                    <a:pt x="10775" y="134"/>
                  </a:moveTo>
                  <a:lnTo>
                    <a:pt x="10775" y="200"/>
                  </a:lnTo>
                  <a:lnTo>
                    <a:pt x="134" y="200"/>
                  </a:lnTo>
                  <a:lnTo>
                    <a:pt x="134" y="134"/>
                  </a:lnTo>
                  <a:close/>
                  <a:moveTo>
                    <a:pt x="0" y="0"/>
                  </a:moveTo>
                  <a:lnTo>
                    <a:pt x="0" y="334"/>
                  </a:lnTo>
                  <a:lnTo>
                    <a:pt x="10908" y="334"/>
                  </a:lnTo>
                  <a:lnTo>
                    <a:pt x="109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36"/>
        <p:cNvGrpSpPr/>
        <p:nvPr/>
      </p:nvGrpSpPr>
      <p:grpSpPr>
        <a:xfrm>
          <a:off x="0" y="0"/>
          <a:ext cx="0" cy="0"/>
          <a:chOff x="0" y="0"/>
          <a:chExt cx="0" cy="0"/>
        </a:xfrm>
      </p:grpSpPr>
      <p:pic>
        <p:nvPicPr>
          <p:cNvPr id="3537" name="Google Shape;3537;p78"/>
          <p:cNvPicPr preferRelativeResize="0"/>
          <p:nvPr/>
        </p:nvPicPr>
        <p:blipFill>
          <a:blip r:embed="rId3">
            <a:alphaModFix/>
          </a:blip>
          <a:stretch>
            <a:fillRect/>
          </a:stretch>
        </p:blipFill>
        <p:spPr>
          <a:xfrm>
            <a:off x="712275" y="283250"/>
            <a:ext cx="6188025" cy="4109950"/>
          </a:xfrm>
          <a:prstGeom prst="rect">
            <a:avLst/>
          </a:prstGeom>
          <a:noFill/>
          <a:ln>
            <a:noFill/>
          </a:ln>
        </p:spPr>
      </p:pic>
      <p:sp>
        <p:nvSpPr>
          <p:cNvPr id="3538" name="Google Shape;3538;p78"/>
          <p:cNvSpPr txBox="1"/>
          <p:nvPr/>
        </p:nvSpPr>
        <p:spPr>
          <a:xfrm>
            <a:off x="6552675" y="4535800"/>
            <a:ext cx="2253000" cy="52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latin typeface="Orbitron"/>
                <a:ea typeface="Orbitron"/>
                <a:cs typeface="Orbitron"/>
                <a:sym typeface="Orbitron"/>
              </a:rPr>
              <a:t>Answers Next Slide</a:t>
            </a:r>
            <a:endParaRPr i="1">
              <a:solidFill>
                <a:schemeClr val="dk1"/>
              </a:solidFill>
              <a:latin typeface="Orbitron"/>
              <a:ea typeface="Orbitron"/>
              <a:cs typeface="Orbitron"/>
              <a:sym typeface="Orbitro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42"/>
        <p:cNvGrpSpPr/>
        <p:nvPr/>
      </p:nvGrpSpPr>
      <p:grpSpPr>
        <a:xfrm>
          <a:off x="0" y="0"/>
          <a:ext cx="0" cy="0"/>
          <a:chOff x="0" y="0"/>
          <a:chExt cx="0" cy="0"/>
        </a:xfrm>
      </p:grpSpPr>
      <p:grpSp>
        <p:nvGrpSpPr>
          <p:cNvPr id="3543" name="Google Shape;3543;p79"/>
          <p:cNvGrpSpPr/>
          <p:nvPr/>
        </p:nvGrpSpPr>
        <p:grpSpPr>
          <a:xfrm>
            <a:off x="1600782" y="307667"/>
            <a:ext cx="5942439" cy="4067127"/>
            <a:chOff x="1279425" y="384889"/>
            <a:chExt cx="6585150" cy="4373725"/>
          </a:xfrm>
        </p:grpSpPr>
        <p:pic>
          <p:nvPicPr>
            <p:cNvPr id="3544" name="Google Shape;3544;p79"/>
            <p:cNvPicPr preferRelativeResize="0"/>
            <p:nvPr/>
          </p:nvPicPr>
          <p:blipFill>
            <a:blip r:embed="rId3">
              <a:alphaModFix/>
            </a:blip>
            <a:stretch>
              <a:fillRect/>
            </a:stretch>
          </p:blipFill>
          <p:spPr>
            <a:xfrm>
              <a:off x="1279425" y="384889"/>
              <a:ext cx="6585150" cy="4373725"/>
            </a:xfrm>
            <a:prstGeom prst="rect">
              <a:avLst/>
            </a:prstGeom>
            <a:noFill/>
            <a:ln>
              <a:noFill/>
            </a:ln>
          </p:spPr>
        </p:pic>
        <p:sp>
          <p:nvSpPr>
            <p:cNvPr id="3545" name="Google Shape;3545;p79"/>
            <p:cNvSpPr txBox="1"/>
            <p:nvPr/>
          </p:nvSpPr>
          <p:spPr>
            <a:xfrm>
              <a:off x="2561475" y="1027425"/>
              <a:ext cx="1680300" cy="44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2"/>
                  </a:solidFill>
                  <a:latin typeface="Orbitron"/>
                  <a:ea typeface="Orbitron"/>
                  <a:cs typeface="Orbitron"/>
                  <a:sym typeface="Orbitron"/>
                </a:rPr>
                <a:t>Rudder</a:t>
              </a:r>
              <a:endParaRPr b="1">
                <a:solidFill>
                  <a:schemeClr val="dk2"/>
                </a:solidFill>
                <a:latin typeface="Orbitron"/>
                <a:ea typeface="Orbitron"/>
                <a:cs typeface="Orbitron"/>
                <a:sym typeface="Orbitron"/>
              </a:endParaRPr>
            </a:p>
          </p:txBody>
        </p:sp>
        <p:sp>
          <p:nvSpPr>
            <p:cNvPr id="3546" name="Google Shape;3546;p79"/>
            <p:cNvSpPr txBox="1"/>
            <p:nvPr/>
          </p:nvSpPr>
          <p:spPr>
            <a:xfrm>
              <a:off x="4735225" y="1058611"/>
              <a:ext cx="1680300" cy="44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2"/>
                  </a:solidFill>
                  <a:latin typeface="Orbitron"/>
                  <a:ea typeface="Orbitron"/>
                  <a:cs typeface="Orbitron"/>
                  <a:sym typeface="Orbitron"/>
                </a:rPr>
                <a:t>Elevator</a:t>
              </a:r>
              <a:endParaRPr b="1">
                <a:solidFill>
                  <a:schemeClr val="dk2"/>
                </a:solidFill>
                <a:latin typeface="Orbitron"/>
                <a:ea typeface="Orbitron"/>
                <a:cs typeface="Orbitron"/>
                <a:sym typeface="Orbitron"/>
              </a:endParaRPr>
            </a:p>
          </p:txBody>
        </p:sp>
        <p:sp>
          <p:nvSpPr>
            <p:cNvPr id="3547" name="Google Shape;3547;p79"/>
            <p:cNvSpPr txBox="1"/>
            <p:nvPr/>
          </p:nvSpPr>
          <p:spPr>
            <a:xfrm>
              <a:off x="6104275" y="2098300"/>
              <a:ext cx="1680300" cy="44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2"/>
                  </a:solidFill>
                  <a:latin typeface="Orbitron"/>
                  <a:ea typeface="Orbitron"/>
                  <a:cs typeface="Orbitron"/>
                  <a:sym typeface="Orbitron"/>
                </a:rPr>
                <a:t>Flap</a:t>
              </a:r>
              <a:endParaRPr b="1">
                <a:solidFill>
                  <a:schemeClr val="dk2"/>
                </a:solidFill>
                <a:latin typeface="Orbitron"/>
                <a:ea typeface="Orbitron"/>
                <a:cs typeface="Orbitron"/>
                <a:sym typeface="Orbitron"/>
              </a:endParaRPr>
            </a:p>
          </p:txBody>
        </p:sp>
        <p:sp>
          <p:nvSpPr>
            <p:cNvPr id="3548" name="Google Shape;3548;p79"/>
            <p:cNvSpPr txBox="1"/>
            <p:nvPr/>
          </p:nvSpPr>
          <p:spPr>
            <a:xfrm>
              <a:off x="1400750" y="2098300"/>
              <a:ext cx="1680300" cy="44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2"/>
                  </a:solidFill>
                  <a:latin typeface="Orbitron"/>
                  <a:ea typeface="Orbitron"/>
                  <a:cs typeface="Orbitron"/>
                  <a:sym typeface="Orbitron"/>
                </a:rPr>
                <a:t>Flap</a:t>
              </a:r>
              <a:endParaRPr b="1">
                <a:solidFill>
                  <a:schemeClr val="dk2"/>
                </a:solidFill>
                <a:latin typeface="Orbitron"/>
                <a:ea typeface="Orbitron"/>
                <a:cs typeface="Orbitron"/>
                <a:sym typeface="Orbitron"/>
              </a:endParaRPr>
            </a:p>
          </p:txBody>
        </p:sp>
        <p:sp>
          <p:nvSpPr>
            <p:cNvPr id="3549" name="Google Shape;3549;p79"/>
            <p:cNvSpPr txBox="1"/>
            <p:nvPr/>
          </p:nvSpPr>
          <p:spPr>
            <a:xfrm>
              <a:off x="1400750" y="2765675"/>
              <a:ext cx="1680300" cy="44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2"/>
                  </a:solidFill>
                  <a:latin typeface="Orbitron"/>
                  <a:ea typeface="Orbitron"/>
                  <a:cs typeface="Orbitron"/>
                  <a:sym typeface="Orbitron"/>
                </a:rPr>
                <a:t>Aileron</a:t>
              </a:r>
              <a:endParaRPr b="1">
                <a:solidFill>
                  <a:schemeClr val="dk2"/>
                </a:solidFill>
                <a:latin typeface="Orbitron"/>
                <a:ea typeface="Orbitron"/>
                <a:cs typeface="Orbitron"/>
                <a:sym typeface="Orbitron"/>
              </a:endParaRPr>
            </a:p>
          </p:txBody>
        </p:sp>
        <p:sp>
          <p:nvSpPr>
            <p:cNvPr id="3550" name="Google Shape;3550;p79"/>
            <p:cNvSpPr txBox="1"/>
            <p:nvPr/>
          </p:nvSpPr>
          <p:spPr>
            <a:xfrm>
              <a:off x="6104275" y="2720625"/>
              <a:ext cx="1680300" cy="44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2"/>
                  </a:solidFill>
                  <a:latin typeface="Orbitron"/>
                  <a:ea typeface="Orbitron"/>
                  <a:cs typeface="Orbitron"/>
                  <a:sym typeface="Orbitron"/>
                </a:rPr>
                <a:t>Aileron</a:t>
              </a:r>
              <a:endParaRPr b="1">
                <a:solidFill>
                  <a:schemeClr val="dk2"/>
                </a:solidFill>
                <a:latin typeface="Orbitron"/>
                <a:ea typeface="Orbitron"/>
                <a:cs typeface="Orbitron"/>
                <a:sym typeface="Orbitron"/>
              </a:endParaRPr>
            </a:p>
          </p:txBody>
        </p:sp>
      </p:grpSp>
      <p:sp>
        <p:nvSpPr>
          <p:cNvPr id="3551" name="Google Shape;3551;p79"/>
          <p:cNvSpPr txBox="1"/>
          <p:nvPr/>
        </p:nvSpPr>
        <p:spPr>
          <a:xfrm>
            <a:off x="831900" y="4452125"/>
            <a:ext cx="7480200" cy="57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i="1">
                <a:solidFill>
                  <a:schemeClr val="dk1"/>
                </a:solidFill>
                <a:latin typeface="Orbitron"/>
                <a:ea typeface="Orbitron"/>
                <a:cs typeface="Orbitron"/>
                <a:sym typeface="Orbitron"/>
              </a:rPr>
              <a:t>The cadets’ participation in the activity will serve as the confirmation.</a:t>
            </a:r>
            <a:endParaRPr sz="1500" i="1">
              <a:solidFill>
                <a:schemeClr val="dk1"/>
              </a:solidFill>
              <a:latin typeface="Orbitron"/>
              <a:ea typeface="Orbitron"/>
              <a:cs typeface="Orbitron"/>
              <a:sym typeface="Orbitro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55"/>
        <p:cNvGrpSpPr/>
        <p:nvPr/>
      </p:nvGrpSpPr>
      <p:grpSpPr>
        <a:xfrm>
          <a:off x="0" y="0"/>
          <a:ext cx="0" cy="0"/>
          <a:chOff x="0" y="0"/>
          <a:chExt cx="0" cy="0"/>
        </a:xfrm>
      </p:grpSpPr>
      <p:sp>
        <p:nvSpPr>
          <p:cNvPr id="3556" name="Google Shape;3556;p80"/>
          <p:cNvSpPr txBox="1">
            <a:spLocks noGrp="1"/>
          </p:cNvSpPr>
          <p:nvPr>
            <p:ph type="title"/>
          </p:nvPr>
        </p:nvSpPr>
        <p:spPr>
          <a:xfrm>
            <a:off x="610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END OF LESSON CONFIRMATION</a:t>
            </a:r>
            <a:endParaRPr sz="3200"/>
          </a:p>
        </p:txBody>
      </p:sp>
      <p:sp>
        <p:nvSpPr>
          <p:cNvPr id="3557" name="Google Shape;3557;p80"/>
          <p:cNvSpPr txBox="1"/>
          <p:nvPr/>
        </p:nvSpPr>
        <p:spPr>
          <a:xfrm>
            <a:off x="1156650" y="1300325"/>
            <a:ext cx="6830700" cy="350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Q1. What is one moveable aircraft control surface and what is it used for?</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Q2. What is a second moveable aircraft control surface and what is it used for?</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Q3. What is a third moveable aircraft control surface and what is it used for?</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Q4. What is a fourth moveable aircraft control surface and what is it used for?</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Q5. What is a fifth moveable aircraft control surface and what is it used for?</a:t>
            </a:r>
            <a:endParaRPr sz="1700">
              <a:solidFill>
                <a:schemeClr val="dk1"/>
              </a:solidFill>
              <a:latin typeface="Space Grotesk"/>
              <a:ea typeface="Space Grotesk"/>
              <a:cs typeface="Space Grotesk"/>
              <a:sym typeface="Space Grotesk"/>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61"/>
        <p:cNvGrpSpPr/>
        <p:nvPr/>
      </p:nvGrpSpPr>
      <p:grpSpPr>
        <a:xfrm>
          <a:off x="0" y="0"/>
          <a:ext cx="0" cy="0"/>
          <a:chOff x="0" y="0"/>
          <a:chExt cx="0" cy="0"/>
        </a:xfrm>
      </p:grpSpPr>
      <p:sp>
        <p:nvSpPr>
          <p:cNvPr id="3562" name="Google Shape;3562;p81"/>
          <p:cNvSpPr txBox="1">
            <a:spLocks noGrp="1"/>
          </p:cNvSpPr>
          <p:nvPr>
            <p:ph type="title"/>
          </p:nvPr>
        </p:nvSpPr>
        <p:spPr>
          <a:xfrm>
            <a:off x="6102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END OF LESSON CONFIRMATION</a:t>
            </a:r>
            <a:endParaRPr sz="3200"/>
          </a:p>
        </p:txBody>
      </p:sp>
      <p:sp>
        <p:nvSpPr>
          <p:cNvPr id="3563" name="Google Shape;3563;p81"/>
          <p:cNvSpPr txBox="1"/>
          <p:nvPr/>
        </p:nvSpPr>
        <p:spPr>
          <a:xfrm>
            <a:off x="1022250" y="1416200"/>
            <a:ext cx="7099500" cy="260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A1. Elevators are used to produce controlled pitch of the aircraft.</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A2. Rudders are used to produce controlled yaw of the aircraft.</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A3. Ailerons are used to produce controlled roll of the aircraft.</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A4. Flaps are used to create lift and slow the aircraft simultaneously.</a:t>
            </a:r>
            <a:endParaRPr sz="17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endParaRPr sz="500">
              <a:solidFill>
                <a:schemeClr val="dk1"/>
              </a:solidFill>
              <a:latin typeface="Space Grotesk"/>
              <a:ea typeface="Space Grotesk"/>
              <a:cs typeface="Space Grotesk"/>
              <a:sym typeface="Space Grotesk"/>
            </a:endParaRPr>
          </a:p>
          <a:p>
            <a:pPr marL="0" lvl="0" indent="0" algn="l" rtl="0">
              <a:lnSpc>
                <a:spcPct val="115000"/>
              </a:lnSpc>
              <a:spcBef>
                <a:spcPts val="0"/>
              </a:spcBef>
              <a:spcAft>
                <a:spcPts val="0"/>
              </a:spcAft>
              <a:buNone/>
            </a:pPr>
            <a:r>
              <a:rPr lang="en" sz="1700">
                <a:solidFill>
                  <a:schemeClr val="dk1"/>
                </a:solidFill>
                <a:latin typeface="Space Grotesk"/>
                <a:ea typeface="Space Grotesk"/>
                <a:cs typeface="Space Grotesk"/>
                <a:sym typeface="Space Grotesk"/>
              </a:rPr>
              <a:t>A5. Trim tabs are used to hold the control surfaces where the pilot wants them.</a:t>
            </a:r>
            <a:endParaRPr sz="1700">
              <a:solidFill>
                <a:schemeClr val="dk1"/>
              </a:solidFill>
              <a:latin typeface="Space Grotesk"/>
              <a:ea typeface="Space Grotesk"/>
              <a:cs typeface="Space Grotesk"/>
              <a:sym typeface="Space Grotesk"/>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67"/>
        <p:cNvGrpSpPr/>
        <p:nvPr/>
      </p:nvGrpSpPr>
      <p:grpSpPr>
        <a:xfrm>
          <a:off x="0" y="0"/>
          <a:ext cx="0" cy="0"/>
          <a:chOff x="0" y="0"/>
          <a:chExt cx="0" cy="0"/>
        </a:xfrm>
      </p:grpSpPr>
      <p:sp>
        <p:nvSpPr>
          <p:cNvPr id="3568" name="Google Shape;3568;p82"/>
          <p:cNvSpPr txBox="1">
            <a:spLocks noGrp="1"/>
          </p:cNvSpPr>
          <p:nvPr>
            <p:ph type="title"/>
          </p:nvPr>
        </p:nvSpPr>
        <p:spPr>
          <a:xfrm>
            <a:off x="848450" y="497075"/>
            <a:ext cx="7717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400"/>
              <a:t>Objective</a:t>
            </a:r>
            <a:endParaRPr sz="3400"/>
          </a:p>
        </p:txBody>
      </p:sp>
      <p:sp>
        <p:nvSpPr>
          <p:cNvPr id="3569" name="Google Shape;3569;p82"/>
          <p:cNvSpPr txBox="1"/>
          <p:nvPr/>
        </p:nvSpPr>
        <p:spPr>
          <a:xfrm>
            <a:off x="848450" y="1235975"/>
            <a:ext cx="6559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Orbitron"/>
                <a:ea typeface="Orbitron"/>
                <a:cs typeface="Orbitron"/>
                <a:sym typeface="Orbitron"/>
              </a:rPr>
              <a:t>By the end of this lesson the cadet shall be expected to identify and describe the locations, operations, methods</a:t>
            </a:r>
            <a:endParaRPr sz="1800">
              <a:solidFill>
                <a:schemeClr val="dk1"/>
              </a:solidFill>
              <a:latin typeface="Orbitron"/>
              <a:ea typeface="Orbitron"/>
              <a:cs typeface="Orbitron"/>
              <a:sym typeface="Orbitron"/>
            </a:endParaRPr>
          </a:p>
          <a:p>
            <a:pPr marL="0" lvl="0" indent="0" algn="l" rtl="0">
              <a:spcBef>
                <a:spcPts val="0"/>
              </a:spcBef>
              <a:spcAft>
                <a:spcPts val="0"/>
              </a:spcAft>
              <a:buNone/>
            </a:pPr>
            <a:r>
              <a:rPr lang="en" sz="1800">
                <a:solidFill>
                  <a:schemeClr val="dk1"/>
                </a:solidFill>
                <a:latin typeface="Orbitron"/>
                <a:ea typeface="Orbitron"/>
                <a:cs typeface="Orbitron"/>
                <a:sym typeface="Orbitron"/>
              </a:rPr>
              <a:t>and purposes of aircraft control surfaces.</a:t>
            </a:r>
            <a:endParaRPr sz="1800">
              <a:solidFill>
                <a:schemeClr val="dk1"/>
              </a:solidFill>
              <a:latin typeface="Orbitron"/>
              <a:ea typeface="Orbitron"/>
              <a:cs typeface="Orbitron"/>
              <a:sym typeface="Orbitron"/>
            </a:endParaRPr>
          </a:p>
        </p:txBody>
      </p:sp>
      <p:sp>
        <p:nvSpPr>
          <p:cNvPr id="3570" name="Google Shape;3570;p82"/>
          <p:cNvSpPr txBox="1">
            <a:spLocks noGrp="1"/>
          </p:cNvSpPr>
          <p:nvPr>
            <p:ph type="title"/>
          </p:nvPr>
        </p:nvSpPr>
        <p:spPr>
          <a:xfrm>
            <a:off x="-138575" y="2824750"/>
            <a:ext cx="7717500" cy="738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3400"/>
              <a:t>Importance</a:t>
            </a:r>
            <a:endParaRPr sz="3400"/>
          </a:p>
        </p:txBody>
      </p:sp>
      <p:sp>
        <p:nvSpPr>
          <p:cNvPr id="3571" name="Google Shape;3571;p82"/>
          <p:cNvSpPr txBox="1"/>
          <p:nvPr/>
        </p:nvSpPr>
        <p:spPr>
          <a:xfrm>
            <a:off x="1795425" y="3437600"/>
            <a:ext cx="6714600" cy="1015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800">
                <a:solidFill>
                  <a:schemeClr val="dk1"/>
                </a:solidFill>
                <a:latin typeface="Orbitron"/>
                <a:ea typeface="Orbitron"/>
                <a:cs typeface="Orbitron"/>
                <a:sym typeface="Orbitron"/>
              </a:rPr>
              <a:t>It is important for cadets to learn about aircraft control surfaces so they can understand subsequent and related principles of flight.</a:t>
            </a:r>
            <a:endParaRPr sz="1800">
              <a:solidFill>
                <a:schemeClr val="dk1"/>
              </a:solidFill>
              <a:latin typeface="Orbitron"/>
              <a:ea typeface="Orbitron"/>
              <a:cs typeface="Orbitron"/>
              <a:sym typeface="Orbitro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75"/>
        <p:cNvGrpSpPr/>
        <p:nvPr/>
      </p:nvGrpSpPr>
      <p:grpSpPr>
        <a:xfrm>
          <a:off x="0" y="0"/>
          <a:ext cx="0" cy="0"/>
          <a:chOff x="0" y="0"/>
          <a:chExt cx="0" cy="0"/>
        </a:xfrm>
      </p:grpSpPr>
      <p:sp>
        <p:nvSpPr>
          <p:cNvPr id="3576" name="Google Shape;3576;p83"/>
          <p:cNvSpPr txBox="1">
            <a:spLocks noGrp="1"/>
          </p:cNvSpPr>
          <p:nvPr>
            <p:ph type="ctrTitle"/>
          </p:nvPr>
        </p:nvSpPr>
        <p:spPr>
          <a:xfrm>
            <a:off x="1691400" y="1432037"/>
            <a:ext cx="5761200" cy="98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a:t>EO M231.05 </a:t>
            </a:r>
            <a:endParaRPr sz="4200"/>
          </a:p>
        </p:txBody>
      </p:sp>
      <p:sp>
        <p:nvSpPr>
          <p:cNvPr id="3577" name="Google Shape;3577;p83"/>
          <p:cNvSpPr txBox="1">
            <a:spLocks noGrp="1"/>
          </p:cNvSpPr>
          <p:nvPr>
            <p:ph type="subTitle" idx="1"/>
          </p:nvPr>
        </p:nvSpPr>
        <p:spPr>
          <a:xfrm>
            <a:off x="780700" y="725475"/>
            <a:ext cx="2548500" cy="67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rbitron"/>
                <a:ea typeface="Orbitron"/>
                <a:cs typeface="Orbitron"/>
                <a:sym typeface="Orbitron"/>
              </a:rPr>
              <a:t>Level 1 Information Guide</a:t>
            </a:r>
            <a:endParaRPr>
              <a:latin typeface="Orbitron"/>
              <a:ea typeface="Orbitron"/>
              <a:cs typeface="Orbitron"/>
              <a:sym typeface="Orbitron"/>
            </a:endParaRPr>
          </a:p>
        </p:txBody>
      </p:sp>
      <p:grpSp>
        <p:nvGrpSpPr>
          <p:cNvPr id="3578" name="Google Shape;3578;p83"/>
          <p:cNvGrpSpPr/>
          <p:nvPr/>
        </p:nvGrpSpPr>
        <p:grpSpPr>
          <a:xfrm>
            <a:off x="2907944" y="3067226"/>
            <a:ext cx="3366091" cy="1184986"/>
            <a:chOff x="1178525" y="1033075"/>
            <a:chExt cx="2455925" cy="864575"/>
          </a:xfrm>
        </p:grpSpPr>
        <p:sp>
          <p:nvSpPr>
            <p:cNvPr id="3579" name="Google Shape;3579;p83"/>
            <p:cNvSpPr/>
            <p:nvPr/>
          </p:nvSpPr>
          <p:spPr>
            <a:xfrm>
              <a:off x="2013275" y="1339525"/>
              <a:ext cx="348600" cy="231225"/>
            </a:xfrm>
            <a:custGeom>
              <a:avLst/>
              <a:gdLst/>
              <a:ahLst/>
              <a:cxnLst/>
              <a:rect l="l" t="t" r="r" b="b"/>
              <a:pathLst>
                <a:path w="13944" h="9249" extrusionOk="0">
                  <a:moveTo>
                    <a:pt x="3970" y="309"/>
                  </a:moveTo>
                  <a:cubicBezTo>
                    <a:pt x="4137" y="309"/>
                    <a:pt x="4337" y="342"/>
                    <a:pt x="4504" y="342"/>
                  </a:cubicBezTo>
                  <a:cubicBezTo>
                    <a:pt x="7739" y="809"/>
                    <a:pt x="12610" y="2944"/>
                    <a:pt x="13177" y="4512"/>
                  </a:cubicBezTo>
                  <a:cubicBezTo>
                    <a:pt x="13610" y="5813"/>
                    <a:pt x="13377" y="7648"/>
                    <a:pt x="11809" y="8782"/>
                  </a:cubicBezTo>
                  <a:cubicBezTo>
                    <a:pt x="11642" y="8898"/>
                    <a:pt x="11275" y="8956"/>
                    <a:pt x="10770" y="8956"/>
                  </a:cubicBezTo>
                  <a:cubicBezTo>
                    <a:pt x="8955" y="8956"/>
                    <a:pt x="5363" y="8209"/>
                    <a:pt x="2936" y="6747"/>
                  </a:cubicBezTo>
                  <a:cubicBezTo>
                    <a:pt x="1568" y="5913"/>
                    <a:pt x="367" y="5213"/>
                    <a:pt x="1468" y="2644"/>
                  </a:cubicBezTo>
                  <a:cubicBezTo>
                    <a:pt x="2269" y="709"/>
                    <a:pt x="3136" y="309"/>
                    <a:pt x="3970" y="309"/>
                  </a:cubicBezTo>
                  <a:close/>
                  <a:moveTo>
                    <a:pt x="3956" y="0"/>
                  </a:moveTo>
                  <a:cubicBezTo>
                    <a:pt x="3038" y="0"/>
                    <a:pt x="2046" y="397"/>
                    <a:pt x="1168" y="2511"/>
                  </a:cubicBezTo>
                  <a:cubicBezTo>
                    <a:pt x="1" y="5346"/>
                    <a:pt x="1402" y="6180"/>
                    <a:pt x="2803" y="7047"/>
                  </a:cubicBezTo>
                  <a:cubicBezTo>
                    <a:pt x="5138" y="8448"/>
                    <a:pt x="8740" y="9249"/>
                    <a:pt x="10708" y="9249"/>
                  </a:cubicBezTo>
                  <a:cubicBezTo>
                    <a:pt x="11309" y="9249"/>
                    <a:pt x="11776" y="9182"/>
                    <a:pt x="11976" y="9015"/>
                  </a:cubicBezTo>
                  <a:cubicBezTo>
                    <a:pt x="13677" y="7814"/>
                    <a:pt x="13944" y="5813"/>
                    <a:pt x="13477" y="4412"/>
                  </a:cubicBezTo>
                  <a:cubicBezTo>
                    <a:pt x="12843" y="2577"/>
                    <a:pt x="7606" y="476"/>
                    <a:pt x="4537" y="42"/>
                  </a:cubicBezTo>
                  <a:cubicBezTo>
                    <a:pt x="4348" y="19"/>
                    <a:pt x="4154" y="0"/>
                    <a:pt x="3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83"/>
            <p:cNvSpPr/>
            <p:nvPr/>
          </p:nvSpPr>
          <p:spPr>
            <a:xfrm>
              <a:off x="2316825" y="1472825"/>
              <a:ext cx="112600" cy="99600"/>
            </a:xfrm>
            <a:custGeom>
              <a:avLst/>
              <a:gdLst/>
              <a:ahLst/>
              <a:cxnLst/>
              <a:rect l="l" t="t" r="r" b="b"/>
              <a:pathLst>
                <a:path w="4504" h="3984" extrusionOk="0">
                  <a:moveTo>
                    <a:pt x="1376" y="1"/>
                  </a:moveTo>
                  <a:cubicBezTo>
                    <a:pt x="1319" y="1"/>
                    <a:pt x="1259" y="32"/>
                    <a:pt x="1235" y="81"/>
                  </a:cubicBezTo>
                  <a:cubicBezTo>
                    <a:pt x="1201" y="181"/>
                    <a:pt x="1235" y="281"/>
                    <a:pt x="1301" y="314"/>
                  </a:cubicBezTo>
                  <a:cubicBezTo>
                    <a:pt x="2069" y="715"/>
                    <a:pt x="3970" y="1915"/>
                    <a:pt x="4137" y="2316"/>
                  </a:cubicBezTo>
                  <a:cubicBezTo>
                    <a:pt x="4304" y="2816"/>
                    <a:pt x="3636" y="3550"/>
                    <a:pt x="3470" y="3650"/>
                  </a:cubicBezTo>
                  <a:cubicBezTo>
                    <a:pt x="3136" y="3617"/>
                    <a:pt x="968" y="3216"/>
                    <a:pt x="201" y="3083"/>
                  </a:cubicBezTo>
                  <a:cubicBezTo>
                    <a:pt x="182" y="3077"/>
                    <a:pt x="165" y="3074"/>
                    <a:pt x="149" y="3074"/>
                  </a:cubicBezTo>
                  <a:cubicBezTo>
                    <a:pt x="77" y="3074"/>
                    <a:pt x="28" y="3128"/>
                    <a:pt x="1" y="3183"/>
                  </a:cubicBezTo>
                  <a:cubicBezTo>
                    <a:pt x="1" y="3283"/>
                    <a:pt x="67" y="3350"/>
                    <a:pt x="134" y="3383"/>
                  </a:cubicBezTo>
                  <a:cubicBezTo>
                    <a:pt x="2969" y="3917"/>
                    <a:pt x="3403" y="3984"/>
                    <a:pt x="3503" y="3984"/>
                  </a:cubicBezTo>
                  <a:lnTo>
                    <a:pt x="3536" y="3984"/>
                  </a:lnTo>
                  <a:cubicBezTo>
                    <a:pt x="3703" y="3917"/>
                    <a:pt x="4070" y="3550"/>
                    <a:pt x="4270" y="3150"/>
                  </a:cubicBezTo>
                  <a:cubicBezTo>
                    <a:pt x="4470" y="2783"/>
                    <a:pt x="4504" y="2482"/>
                    <a:pt x="4437" y="2216"/>
                  </a:cubicBezTo>
                  <a:cubicBezTo>
                    <a:pt x="4204" y="1582"/>
                    <a:pt x="1768" y="214"/>
                    <a:pt x="1435" y="14"/>
                  </a:cubicBezTo>
                  <a:cubicBezTo>
                    <a:pt x="1417" y="5"/>
                    <a:pt x="1397" y="1"/>
                    <a:pt x="1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83"/>
            <p:cNvSpPr/>
            <p:nvPr/>
          </p:nvSpPr>
          <p:spPr>
            <a:xfrm>
              <a:off x="2074150" y="1342150"/>
              <a:ext cx="85100" cy="169400"/>
            </a:xfrm>
            <a:custGeom>
              <a:avLst/>
              <a:gdLst/>
              <a:ahLst/>
              <a:cxnLst/>
              <a:rect l="l" t="t" r="r" b="b"/>
              <a:pathLst>
                <a:path w="3404" h="6776" extrusionOk="0">
                  <a:moveTo>
                    <a:pt x="2456" y="1"/>
                  </a:moveTo>
                  <a:cubicBezTo>
                    <a:pt x="2425" y="1"/>
                    <a:pt x="2394" y="12"/>
                    <a:pt x="2369" y="37"/>
                  </a:cubicBezTo>
                  <a:cubicBezTo>
                    <a:pt x="2302" y="71"/>
                    <a:pt x="2269" y="171"/>
                    <a:pt x="2336" y="237"/>
                  </a:cubicBezTo>
                  <a:cubicBezTo>
                    <a:pt x="3370" y="2005"/>
                    <a:pt x="2703" y="3773"/>
                    <a:pt x="2369" y="4474"/>
                  </a:cubicBezTo>
                  <a:cubicBezTo>
                    <a:pt x="1802" y="5575"/>
                    <a:pt x="901" y="6375"/>
                    <a:pt x="134" y="6475"/>
                  </a:cubicBezTo>
                  <a:cubicBezTo>
                    <a:pt x="34" y="6475"/>
                    <a:pt x="1" y="6542"/>
                    <a:pt x="1" y="6642"/>
                  </a:cubicBezTo>
                  <a:cubicBezTo>
                    <a:pt x="1" y="6709"/>
                    <a:pt x="67" y="6775"/>
                    <a:pt x="134" y="6775"/>
                  </a:cubicBezTo>
                  <a:lnTo>
                    <a:pt x="167" y="6775"/>
                  </a:lnTo>
                  <a:cubicBezTo>
                    <a:pt x="1035" y="6675"/>
                    <a:pt x="2035" y="5808"/>
                    <a:pt x="2636" y="4607"/>
                  </a:cubicBezTo>
                  <a:cubicBezTo>
                    <a:pt x="3403" y="3073"/>
                    <a:pt x="3370" y="1405"/>
                    <a:pt x="2602" y="71"/>
                  </a:cubicBezTo>
                  <a:cubicBezTo>
                    <a:pt x="2561" y="29"/>
                    <a:pt x="2507" y="1"/>
                    <a:pt x="2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83"/>
            <p:cNvSpPr/>
            <p:nvPr/>
          </p:nvSpPr>
          <p:spPr>
            <a:xfrm>
              <a:off x="2045800" y="1340025"/>
              <a:ext cx="100100" cy="155675"/>
            </a:xfrm>
            <a:custGeom>
              <a:avLst/>
              <a:gdLst/>
              <a:ahLst/>
              <a:cxnLst/>
              <a:rect l="l" t="t" r="r" b="b"/>
              <a:pathLst>
                <a:path w="4004" h="6227" extrusionOk="0">
                  <a:moveTo>
                    <a:pt x="2476" y="0"/>
                  </a:moveTo>
                  <a:cubicBezTo>
                    <a:pt x="2431" y="0"/>
                    <a:pt x="2388" y="17"/>
                    <a:pt x="2369" y="56"/>
                  </a:cubicBezTo>
                  <a:cubicBezTo>
                    <a:pt x="2302" y="89"/>
                    <a:pt x="2302" y="189"/>
                    <a:pt x="2369" y="256"/>
                  </a:cubicBezTo>
                  <a:cubicBezTo>
                    <a:pt x="3670" y="1457"/>
                    <a:pt x="3003" y="3925"/>
                    <a:pt x="1969" y="5159"/>
                  </a:cubicBezTo>
                  <a:cubicBezTo>
                    <a:pt x="1742" y="5411"/>
                    <a:pt x="1268" y="5910"/>
                    <a:pt x="763" y="5910"/>
                  </a:cubicBezTo>
                  <a:cubicBezTo>
                    <a:pt x="599" y="5910"/>
                    <a:pt x="431" y="5857"/>
                    <a:pt x="267" y="5726"/>
                  </a:cubicBezTo>
                  <a:cubicBezTo>
                    <a:pt x="240" y="5713"/>
                    <a:pt x="206" y="5704"/>
                    <a:pt x="172" y="5704"/>
                  </a:cubicBezTo>
                  <a:cubicBezTo>
                    <a:pt x="123" y="5704"/>
                    <a:pt x="73" y="5721"/>
                    <a:pt x="34" y="5760"/>
                  </a:cubicBezTo>
                  <a:cubicBezTo>
                    <a:pt x="0" y="5826"/>
                    <a:pt x="0" y="5926"/>
                    <a:pt x="67" y="5993"/>
                  </a:cubicBezTo>
                  <a:cubicBezTo>
                    <a:pt x="267" y="6127"/>
                    <a:pt x="501" y="6227"/>
                    <a:pt x="768" y="6227"/>
                  </a:cubicBezTo>
                  <a:cubicBezTo>
                    <a:pt x="1235" y="6227"/>
                    <a:pt x="1735" y="5926"/>
                    <a:pt x="2202" y="5359"/>
                  </a:cubicBezTo>
                  <a:cubicBezTo>
                    <a:pt x="3336" y="4025"/>
                    <a:pt x="4003" y="1357"/>
                    <a:pt x="2569" y="22"/>
                  </a:cubicBezTo>
                  <a:cubicBezTo>
                    <a:pt x="2541" y="8"/>
                    <a:pt x="2508" y="0"/>
                    <a:pt x="2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83"/>
            <p:cNvSpPr/>
            <p:nvPr/>
          </p:nvSpPr>
          <p:spPr>
            <a:xfrm>
              <a:off x="2058300" y="1358925"/>
              <a:ext cx="65925" cy="131775"/>
            </a:xfrm>
            <a:custGeom>
              <a:avLst/>
              <a:gdLst/>
              <a:ahLst/>
              <a:cxnLst/>
              <a:rect l="l" t="t" r="r" b="b"/>
              <a:pathLst>
                <a:path w="2637" h="5271" extrusionOk="0">
                  <a:moveTo>
                    <a:pt x="2503" y="0"/>
                  </a:moveTo>
                  <a:cubicBezTo>
                    <a:pt x="1936" y="0"/>
                    <a:pt x="1268" y="634"/>
                    <a:pt x="801" y="1635"/>
                  </a:cubicBezTo>
                  <a:cubicBezTo>
                    <a:pt x="301" y="2669"/>
                    <a:pt x="1" y="4236"/>
                    <a:pt x="735" y="5204"/>
                  </a:cubicBezTo>
                  <a:cubicBezTo>
                    <a:pt x="768" y="5271"/>
                    <a:pt x="835" y="5271"/>
                    <a:pt x="868" y="5271"/>
                  </a:cubicBezTo>
                  <a:lnTo>
                    <a:pt x="935" y="5271"/>
                  </a:lnTo>
                  <a:cubicBezTo>
                    <a:pt x="1002" y="5204"/>
                    <a:pt x="1035" y="5104"/>
                    <a:pt x="968" y="5037"/>
                  </a:cubicBezTo>
                  <a:cubicBezTo>
                    <a:pt x="301" y="4136"/>
                    <a:pt x="601" y="2735"/>
                    <a:pt x="1068" y="1768"/>
                  </a:cubicBezTo>
                  <a:cubicBezTo>
                    <a:pt x="1502" y="934"/>
                    <a:pt x="2069" y="334"/>
                    <a:pt x="2503" y="300"/>
                  </a:cubicBezTo>
                  <a:cubicBezTo>
                    <a:pt x="2569" y="300"/>
                    <a:pt x="2636" y="234"/>
                    <a:pt x="2636" y="167"/>
                  </a:cubicBezTo>
                  <a:cubicBezTo>
                    <a:pt x="2636" y="67"/>
                    <a:pt x="2569" y="0"/>
                    <a:pt x="2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83"/>
            <p:cNvSpPr/>
            <p:nvPr/>
          </p:nvSpPr>
          <p:spPr>
            <a:xfrm>
              <a:off x="2131700" y="1391450"/>
              <a:ext cx="65900" cy="132600"/>
            </a:xfrm>
            <a:custGeom>
              <a:avLst/>
              <a:gdLst/>
              <a:ahLst/>
              <a:cxnLst/>
              <a:rect l="l" t="t" r="r" b="b"/>
              <a:pathLst>
                <a:path w="2636" h="5304" extrusionOk="0">
                  <a:moveTo>
                    <a:pt x="2369" y="0"/>
                  </a:moveTo>
                  <a:cubicBezTo>
                    <a:pt x="2269" y="0"/>
                    <a:pt x="2202" y="67"/>
                    <a:pt x="2202" y="167"/>
                  </a:cubicBezTo>
                  <a:cubicBezTo>
                    <a:pt x="2302" y="2001"/>
                    <a:pt x="1501" y="3836"/>
                    <a:pt x="67" y="5004"/>
                  </a:cubicBezTo>
                  <a:cubicBezTo>
                    <a:pt x="0" y="5070"/>
                    <a:pt x="0" y="5170"/>
                    <a:pt x="67" y="5237"/>
                  </a:cubicBezTo>
                  <a:cubicBezTo>
                    <a:pt x="67" y="5270"/>
                    <a:pt x="134" y="5304"/>
                    <a:pt x="167" y="5304"/>
                  </a:cubicBezTo>
                  <a:cubicBezTo>
                    <a:pt x="200" y="5304"/>
                    <a:pt x="234" y="5270"/>
                    <a:pt x="267" y="5237"/>
                  </a:cubicBezTo>
                  <a:cubicBezTo>
                    <a:pt x="1768" y="4036"/>
                    <a:pt x="2635" y="2068"/>
                    <a:pt x="2535" y="167"/>
                  </a:cubicBezTo>
                  <a:cubicBezTo>
                    <a:pt x="2535" y="67"/>
                    <a:pt x="2469" y="0"/>
                    <a:pt x="23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83"/>
            <p:cNvSpPr/>
            <p:nvPr/>
          </p:nvSpPr>
          <p:spPr>
            <a:xfrm>
              <a:off x="2223425" y="1416250"/>
              <a:ext cx="60900" cy="127825"/>
            </a:xfrm>
            <a:custGeom>
              <a:avLst/>
              <a:gdLst/>
              <a:ahLst/>
              <a:cxnLst/>
              <a:rect l="l" t="t" r="r" b="b"/>
              <a:pathLst>
                <a:path w="2436" h="5113" extrusionOk="0">
                  <a:moveTo>
                    <a:pt x="2152" y="0"/>
                  </a:moveTo>
                  <a:cubicBezTo>
                    <a:pt x="2136" y="0"/>
                    <a:pt x="2120" y="3"/>
                    <a:pt x="2102" y="9"/>
                  </a:cubicBezTo>
                  <a:cubicBezTo>
                    <a:pt x="2035" y="9"/>
                    <a:pt x="1969" y="75"/>
                    <a:pt x="1969" y="176"/>
                  </a:cubicBezTo>
                  <a:cubicBezTo>
                    <a:pt x="2102" y="1877"/>
                    <a:pt x="1368" y="3678"/>
                    <a:pt x="67" y="4812"/>
                  </a:cubicBezTo>
                  <a:cubicBezTo>
                    <a:pt x="1" y="4879"/>
                    <a:pt x="1" y="4979"/>
                    <a:pt x="67" y="5046"/>
                  </a:cubicBezTo>
                  <a:cubicBezTo>
                    <a:pt x="101" y="5079"/>
                    <a:pt x="134" y="5112"/>
                    <a:pt x="167" y="5112"/>
                  </a:cubicBezTo>
                  <a:cubicBezTo>
                    <a:pt x="201" y="5112"/>
                    <a:pt x="267" y="5079"/>
                    <a:pt x="267" y="5046"/>
                  </a:cubicBezTo>
                  <a:cubicBezTo>
                    <a:pt x="1668" y="3845"/>
                    <a:pt x="2436" y="1977"/>
                    <a:pt x="2269" y="142"/>
                  </a:cubicBezTo>
                  <a:cubicBezTo>
                    <a:pt x="2269" y="60"/>
                    <a:pt x="2224"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83"/>
            <p:cNvSpPr/>
            <p:nvPr/>
          </p:nvSpPr>
          <p:spPr>
            <a:xfrm>
              <a:off x="2279300" y="1452325"/>
              <a:ext cx="45050" cy="97575"/>
            </a:xfrm>
            <a:custGeom>
              <a:avLst/>
              <a:gdLst/>
              <a:ahLst/>
              <a:cxnLst/>
              <a:rect l="l" t="t" r="r" b="b"/>
              <a:pathLst>
                <a:path w="1802" h="3903" extrusionOk="0">
                  <a:moveTo>
                    <a:pt x="1635" y="0"/>
                  </a:moveTo>
                  <a:cubicBezTo>
                    <a:pt x="1535" y="0"/>
                    <a:pt x="1468" y="67"/>
                    <a:pt x="1468" y="167"/>
                  </a:cubicBezTo>
                  <a:cubicBezTo>
                    <a:pt x="1468" y="1434"/>
                    <a:pt x="968" y="2702"/>
                    <a:pt x="67" y="3636"/>
                  </a:cubicBezTo>
                  <a:cubicBezTo>
                    <a:pt x="0" y="3703"/>
                    <a:pt x="0" y="3803"/>
                    <a:pt x="67" y="3870"/>
                  </a:cubicBezTo>
                  <a:cubicBezTo>
                    <a:pt x="101" y="3903"/>
                    <a:pt x="134" y="3903"/>
                    <a:pt x="167" y="3903"/>
                  </a:cubicBezTo>
                  <a:cubicBezTo>
                    <a:pt x="234" y="3903"/>
                    <a:pt x="267" y="3870"/>
                    <a:pt x="301" y="3836"/>
                  </a:cubicBezTo>
                  <a:cubicBezTo>
                    <a:pt x="1235" y="2869"/>
                    <a:pt x="1768" y="1535"/>
                    <a:pt x="1802" y="167"/>
                  </a:cubicBezTo>
                  <a:cubicBezTo>
                    <a:pt x="1802" y="67"/>
                    <a:pt x="1735" y="0"/>
                    <a:pt x="16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83"/>
            <p:cNvSpPr/>
            <p:nvPr/>
          </p:nvSpPr>
          <p:spPr>
            <a:xfrm>
              <a:off x="1506250" y="1476300"/>
              <a:ext cx="300225" cy="200375"/>
            </a:xfrm>
            <a:custGeom>
              <a:avLst/>
              <a:gdLst/>
              <a:ahLst/>
              <a:cxnLst/>
              <a:rect l="l" t="t" r="r" b="b"/>
              <a:pathLst>
                <a:path w="12009" h="8015" extrusionOk="0">
                  <a:moveTo>
                    <a:pt x="3436" y="342"/>
                  </a:moveTo>
                  <a:cubicBezTo>
                    <a:pt x="3570" y="342"/>
                    <a:pt x="3736" y="342"/>
                    <a:pt x="3870" y="375"/>
                  </a:cubicBezTo>
                  <a:cubicBezTo>
                    <a:pt x="6672" y="742"/>
                    <a:pt x="10841" y="2577"/>
                    <a:pt x="11308" y="3911"/>
                  </a:cubicBezTo>
                  <a:cubicBezTo>
                    <a:pt x="11675" y="5045"/>
                    <a:pt x="11475" y="6580"/>
                    <a:pt x="10141" y="7547"/>
                  </a:cubicBezTo>
                  <a:cubicBezTo>
                    <a:pt x="9994" y="7650"/>
                    <a:pt x="9672" y="7701"/>
                    <a:pt x="9232" y="7701"/>
                  </a:cubicBezTo>
                  <a:cubicBezTo>
                    <a:pt x="7672" y="7701"/>
                    <a:pt x="4624" y="7061"/>
                    <a:pt x="2569" y="5813"/>
                  </a:cubicBezTo>
                  <a:cubicBezTo>
                    <a:pt x="1401" y="5112"/>
                    <a:pt x="401" y="4512"/>
                    <a:pt x="1301" y="2310"/>
                  </a:cubicBezTo>
                  <a:cubicBezTo>
                    <a:pt x="2002" y="642"/>
                    <a:pt x="2702" y="342"/>
                    <a:pt x="3436" y="342"/>
                  </a:cubicBezTo>
                  <a:close/>
                  <a:moveTo>
                    <a:pt x="3424" y="1"/>
                  </a:moveTo>
                  <a:cubicBezTo>
                    <a:pt x="2625" y="1"/>
                    <a:pt x="1768" y="369"/>
                    <a:pt x="1001" y="2177"/>
                  </a:cubicBezTo>
                  <a:cubicBezTo>
                    <a:pt x="0" y="4612"/>
                    <a:pt x="1201" y="5346"/>
                    <a:pt x="2402" y="6079"/>
                  </a:cubicBezTo>
                  <a:cubicBezTo>
                    <a:pt x="4337" y="7247"/>
                    <a:pt x="7472" y="8014"/>
                    <a:pt x="9207" y="8014"/>
                  </a:cubicBezTo>
                  <a:cubicBezTo>
                    <a:pt x="9741" y="8014"/>
                    <a:pt x="10141" y="7947"/>
                    <a:pt x="10308" y="7781"/>
                  </a:cubicBezTo>
                  <a:cubicBezTo>
                    <a:pt x="11775" y="6747"/>
                    <a:pt x="12009" y="5045"/>
                    <a:pt x="11609" y="3811"/>
                  </a:cubicBezTo>
                  <a:cubicBezTo>
                    <a:pt x="11075" y="2243"/>
                    <a:pt x="6572" y="409"/>
                    <a:pt x="3937" y="42"/>
                  </a:cubicBezTo>
                  <a:cubicBezTo>
                    <a:pt x="3770" y="18"/>
                    <a:pt x="3598" y="1"/>
                    <a:pt x="34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83"/>
            <p:cNvSpPr/>
            <p:nvPr/>
          </p:nvSpPr>
          <p:spPr>
            <a:xfrm>
              <a:off x="1766425" y="1591250"/>
              <a:ext cx="98425" cy="86250"/>
            </a:xfrm>
            <a:custGeom>
              <a:avLst/>
              <a:gdLst/>
              <a:ahLst/>
              <a:cxnLst/>
              <a:rect l="l" t="t" r="r" b="b"/>
              <a:pathLst>
                <a:path w="3937" h="3450" extrusionOk="0">
                  <a:moveTo>
                    <a:pt x="1209" y="1"/>
                  </a:moveTo>
                  <a:cubicBezTo>
                    <a:pt x="1153" y="1"/>
                    <a:pt x="1093" y="32"/>
                    <a:pt x="1068" y="80"/>
                  </a:cubicBezTo>
                  <a:cubicBezTo>
                    <a:pt x="1035" y="147"/>
                    <a:pt x="1068" y="247"/>
                    <a:pt x="1135" y="281"/>
                  </a:cubicBezTo>
                  <a:cubicBezTo>
                    <a:pt x="1802" y="648"/>
                    <a:pt x="3437" y="1648"/>
                    <a:pt x="3570" y="2015"/>
                  </a:cubicBezTo>
                  <a:cubicBezTo>
                    <a:pt x="3703" y="2415"/>
                    <a:pt x="3170" y="3016"/>
                    <a:pt x="3003" y="3116"/>
                  </a:cubicBezTo>
                  <a:cubicBezTo>
                    <a:pt x="2669" y="3083"/>
                    <a:pt x="401" y="2649"/>
                    <a:pt x="201" y="2616"/>
                  </a:cubicBezTo>
                  <a:cubicBezTo>
                    <a:pt x="134" y="2616"/>
                    <a:pt x="34" y="2649"/>
                    <a:pt x="34" y="2749"/>
                  </a:cubicBezTo>
                  <a:cubicBezTo>
                    <a:pt x="1" y="2816"/>
                    <a:pt x="68" y="2916"/>
                    <a:pt x="168" y="2916"/>
                  </a:cubicBezTo>
                  <a:cubicBezTo>
                    <a:pt x="168" y="2949"/>
                    <a:pt x="2803" y="3450"/>
                    <a:pt x="3070" y="3450"/>
                  </a:cubicBezTo>
                  <a:cubicBezTo>
                    <a:pt x="3236" y="3416"/>
                    <a:pt x="3570" y="3049"/>
                    <a:pt x="3737" y="2716"/>
                  </a:cubicBezTo>
                  <a:cubicBezTo>
                    <a:pt x="3870" y="2415"/>
                    <a:pt x="3937" y="2149"/>
                    <a:pt x="3837" y="1915"/>
                  </a:cubicBezTo>
                  <a:cubicBezTo>
                    <a:pt x="3637" y="1348"/>
                    <a:pt x="1569" y="181"/>
                    <a:pt x="1268" y="14"/>
                  </a:cubicBezTo>
                  <a:cubicBezTo>
                    <a:pt x="1250" y="5"/>
                    <a:pt x="1230" y="1"/>
                    <a:pt x="1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83"/>
            <p:cNvSpPr/>
            <p:nvPr/>
          </p:nvSpPr>
          <p:spPr>
            <a:xfrm>
              <a:off x="1557950" y="1478675"/>
              <a:ext cx="75075" cy="146300"/>
            </a:xfrm>
            <a:custGeom>
              <a:avLst/>
              <a:gdLst/>
              <a:ahLst/>
              <a:cxnLst/>
              <a:rect l="l" t="t" r="r" b="b"/>
              <a:pathLst>
                <a:path w="3003" h="5852" extrusionOk="0">
                  <a:moveTo>
                    <a:pt x="2128" y="0"/>
                  </a:moveTo>
                  <a:cubicBezTo>
                    <a:pt x="2107" y="0"/>
                    <a:pt x="2087" y="5"/>
                    <a:pt x="2069" y="14"/>
                  </a:cubicBezTo>
                  <a:cubicBezTo>
                    <a:pt x="2002" y="80"/>
                    <a:pt x="1969" y="147"/>
                    <a:pt x="2035" y="247"/>
                  </a:cubicBezTo>
                  <a:cubicBezTo>
                    <a:pt x="2936" y="1748"/>
                    <a:pt x="2336" y="3249"/>
                    <a:pt x="2069" y="3850"/>
                  </a:cubicBezTo>
                  <a:cubicBezTo>
                    <a:pt x="1568" y="4784"/>
                    <a:pt x="834" y="5484"/>
                    <a:pt x="167" y="5551"/>
                  </a:cubicBezTo>
                  <a:cubicBezTo>
                    <a:pt x="67" y="5551"/>
                    <a:pt x="1" y="5651"/>
                    <a:pt x="34" y="5718"/>
                  </a:cubicBezTo>
                  <a:cubicBezTo>
                    <a:pt x="34" y="5818"/>
                    <a:pt x="101" y="5851"/>
                    <a:pt x="167" y="5851"/>
                  </a:cubicBezTo>
                  <a:lnTo>
                    <a:pt x="201" y="5851"/>
                  </a:lnTo>
                  <a:cubicBezTo>
                    <a:pt x="968" y="5784"/>
                    <a:pt x="1802" y="5017"/>
                    <a:pt x="2336" y="3983"/>
                  </a:cubicBezTo>
                  <a:cubicBezTo>
                    <a:pt x="3003" y="2649"/>
                    <a:pt x="2969" y="1248"/>
                    <a:pt x="2302" y="80"/>
                  </a:cubicBezTo>
                  <a:cubicBezTo>
                    <a:pt x="2253" y="31"/>
                    <a:pt x="2187" y="0"/>
                    <a:pt x="21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83"/>
            <p:cNvSpPr/>
            <p:nvPr/>
          </p:nvSpPr>
          <p:spPr>
            <a:xfrm>
              <a:off x="1533775" y="1476925"/>
              <a:ext cx="87575" cy="134700"/>
            </a:xfrm>
            <a:custGeom>
              <a:avLst/>
              <a:gdLst/>
              <a:ahLst/>
              <a:cxnLst/>
              <a:rect l="l" t="t" r="r" b="b"/>
              <a:pathLst>
                <a:path w="3503" h="5388" extrusionOk="0">
                  <a:moveTo>
                    <a:pt x="2152" y="0"/>
                  </a:moveTo>
                  <a:cubicBezTo>
                    <a:pt x="2110" y="0"/>
                    <a:pt x="2068" y="17"/>
                    <a:pt x="2035" y="50"/>
                  </a:cubicBezTo>
                  <a:cubicBezTo>
                    <a:pt x="2002" y="117"/>
                    <a:pt x="2002" y="217"/>
                    <a:pt x="2068" y="250"/>
                  </a:cubicBezTo>
                  <a:cubicBezTo>
                    <a:pt x="3169" y="1284"/>
                    <a:pt x="2602" y="3386"/>
                    <a:pt x="1701" y="4420"/>
                  </a:cubicBezTo>
                  <a:cubicBezTo>
                    <a:pt x="1524" y="4648"/>
                    <a:pt x="1117" y="5067"/>
                    <a:pt x="683" y="5067"/>
                  </a:cubicBezTo>
                  <a:cubicBezTo>
                    <a:pt x="545" y="5067"/>
                    <a:pt x="404" y="5025"/>
                    <a:pt x="267" y="4920"/>
                  </a:cubicBezTo>
                  <a:cubicBezTo>
                    <a:pt x="242" y="4895"/>
                    <a:pt x="211" y="4884"/>
                    <a:pt x="182" y="4884"/>
                  </a:cubicBezTo>
                  <a:cubicBezTo>
                    <a:pt x="134" y="4884"/>
                    <a:pt x="87" y="4912"/>
                    <a:pt x="67" y="4954"/>
                  </a:cubicBezTo>
                  <a:cubicBezTo>
                    <a:pt x="0" y="5020"/>
                    <a:pt x="34" y="5120"/>
                    <a:pt x="100" y="5187"/>
                  </a:cubicBezTo>
                  <a:cubicBezTo>
                    <a:pt x="267" y="5321"/>
                    <a:pt x="467" y="5387"/>
                    <a:pt x="701" y="5387"/>
                  </a:cubicBezTo>
                  <a:cubicBezTo>
                    <a:pt x="1101" y="5387"/>
                    <a:pt x="1535" y="5120"/>
                    <a:pt x="1935" y="4620"/>
                  </a:cubicBezTo>
                  <a:cubicBezTo>
                    <a:pt x="2902" y="3486"/>
                    <a:pt x="3503" y="1184"/>
                    <a:pt x="2268" y="50"/>
                  </a:cubicBezTo>
                  <a:cubicBezTo>
                    <a:pt x="2235" y="17"/>
                    <a:pt x="2193"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83"/>
            <p:cNvSpPr/>
            <p:nvPr/>
          </p:nvSpPr>
          <p:spPr>
            <a:xfrm>
              <a:off x="1544600" y="1493175"/>
              <a:ext cx="58400" cy="114275"/>
            </a:xfrm>
            <a:custGeom>
              <a:avLst/>
              <a:gdLst/>
              <a:ahLst/>
              <a:cxnLst/>
              <a:rect l="l" t="t" r="r" b="b"/>
              <a:pathLst>
                <a:path w="2336" h="4571" extrusionOk="0">
                  <a:moveTo>
                    <a:pt x="2202" y="1"/>
                  </a:moveTo>
                  <a:cubicBezTo>
                    <a:pt x="1602" y="1"/>
                    <a:pt x="1035" y="734"/>
                    <a:pt x="701" y="1402"/>
                  </a:cubicBezTo>
                  <a:cubicBezTo>
                    <a:pt x="301" y="2302"/>
                    <a:pt x="1" y="3670"/>
                    <a:pt x="668" y="4504"/>
                  </a:cubicBezTo>
                  <a:cubicBezTo>
                    <a:pt x="701" y="4571"/>
                    <a:pt x="735" y="4571"/>
                    <a:pt x="801" y="4571"/>
                  </a:cubicBezTo>
                  <a:cubicBezTo>
                    <a:pt x="835" y="4571"/>
                    <a:pt x="835" y="4571"/>
                    <a:pt x="868" y="4537"/>
                  </a:cubicBezTo>
                  <a:cubicBezTo>
                    <a:pt x="935" y="4504"/>
                    <a:pt x="968" y="4404"/>
                    <a:pt x="901" y="4337"/>
                  </a:cubicBezTo>
                  <a:cubicBezTo>
                    <a:pt x="334" y="3570"/>
                    <a:pt x="601" y="2369"/>
                    <a:pt x="1002" y="1535"/>
                  </a:cubicBezTo>
                  <a:cubicBezTo>
                    <a:pt x="1335" y="835"/>
                    <a:pt x="1835" y="301"/>
                    <a:pt x="2202" y="301"/>
                  </a:cubicBezTo>
                  <a:cubicBezTo>
                    <a:pt x="2269" y="301"/>
                    <a:pt x="2336" y="234"/>
                    <a:pt x="2336" y="134"/>
                  </a:cubicBezTo>
                  <a:cubicBezTo>
                    <a:pt x="2336" y="67"/>
                    <a:pt x="2269" y="1"/>
                    <a:pt x="2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83"/>
            <p:cNvSpPr/>
            <p:nvPr/>
          </p:nvSpPr>
          <p:spPr>
            <a:xfrm>
              <a:off x="1607975" y="1521525"/>
              <a:ext cx="57575" cy="114275"/>
            </a:xfrm>
            <a:custGeom>
              <a:avLst/>
              <a:gdLst/>
              <a:ahLst/>
              <a:cxnLst/>
              <a:rect l="l" t="t" r="r" b="b"/>
              <a:pathLst>
                <a:path w="2303" h="4571" extrusionOk="0">
                  <a:moveTo>
                    <a:pt x="2069" y="1"/>
                  </a:moveTo>
                  <a:cubicBezTo>
                    <a:pt x="1969" y="1"/>
                    <a:pt x="1902" y="67"/>
                    <a:pt x="1902" y="168"/>
                  </a:cubicBezTo>
                  <a:cubicBezTo>
                    <a:pt x="1969" y="1702"/>
                    <a:pt x="1269" y="3303"/>
                    <a:pt x="68" y="4270"/>
                  </a:cubicBezTo>
                  <a:cubicBezTo>
                    <a:pt x="1" y="4337"/>
                    <a:pt x="1" y="4437"/>
                    <a:pt x="68" y="4504"/>
                  </a:cubicBezTo>
                  <a:cubicBezTo>
                    <a:pt x="68" y="4537"/>
                    <a:pt x="134" y="4571"/>
                    <a:pt x="168" y="4571"/>
                  </a:cubicBezTo>
                  <a:cubicBezTo>
                    <a:pt x="201" y="4571"/>
                    <a:pt x="234" y="4537"/>
                    <a:pt x="268" y="4537"/>
                  </a:cubicBezTo>
                  <a:cubicBezTo>
                    <a:pt x="1569" y="3470"/>
                    <a:pt x="2303" y="1802"/>
                    <a:pt x="2203" y="134"/>
                  </a:cubicBezTo>
                  <a:cubicBezTo>
                    <a:pt x="2203" y="67"/>
                    <a:pt x="2136" y="1"/>
                    <a:pt x="2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83"/>
            <p:cNvSpPr/>
            <p:nvPr/>
          </p:nvSpPr>
          <p:spPr>
            <a:xfrm>
              <a:off x="1686375" y="1542375"/>
              <a:ext cx="53400" cy="110950"/>
            </a:xfrm>
            <a:custGeom>
              <a:avLst/>
              <a:gdLst/>
              <a:ahLst/>
              <a:cxnLst/>
              <a:rect l="l" t="t" r="r" b="b"/>
              <a:pathLst>
                <a:path w="2136" h="4438" extrusionOk="0">
                  <a:moveTo>
                    <a:pt x="1835" y="1"/>
                  </a:moveTo>
                  <a:cubicBezTo>
                    <a:pt x="1768" y="1"/>
                    <a:pt x="1702" y="67"/>
                    <a:pt x="1702" y="167"/>
                  </a:cubicBezTo>
                  <a:cubicBezTo>
                    <a:pt x="1802" y="1635"/>
                    <a:pt x="1201" y="3170"/>
                    <a:pt x="101" y="4137"/>
                  </a:cubicBezTo>
                  <a:cubicBezTo>
                    <a:pt x="34" y="4204"/>
                    <a:pt x="1" y="4304"/>
                    <a:pt x="67" y="4370"/>
                  </a:cubicBezTo>
                  <a:cubicBezTo>
                    <a:pt x="101" y="4404"/>
                    <a:pt x="134" y="4437"/>
                    <a:pt x="201" y="4437"/>
                  </a:cubicBezTo>
                  <a:cubicBezTo>
                    <a:pt x="234" y="4437"/>
                    <a:pt x="267" y="4404"/>
                    <a:pt x="301" y="4370"/>
                  </a:cubicBezTo>
                  <a:cubicBezTo>
                    <a:pt x="1468" y="3336"/>
                    <a:pt x="2135" y="1702"/>
                    <a:pt x="2002" y="134"/>
                  </a:cubicBezTo>
                  <a:cubicBezTo>
                    <a:pt x="2002" y="67"/>
                    <a:pt x="1935" y="1"/>
                    <a:pt x="1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83"/>
            <p:cNvSpPr/>
            <p:nvPr/>
          </p:nvSpPr>
          <p:spPr>
            <a:xfrm>
              <a:off x="1734750" y="1573225"/>
              <a:ext cx="39225" cy="85100"/>
            </a:xfrm>
            <a:custGeom>
              <a:avLst/>
              <a:gdLst/>
              <a:ahLst/>
              <a:cxnLst/>
              <a:rect l="l" t="t" r="r" b="b"/>
              <a:pathLst>
                <a:path w="1569" h="3404" extrusionOk="0">
                  <a:moveTo>
                    <a:pt x="1435" y="1"/>
                  </a:moveTo>
                  <a:cubicBezTo>
                    <a:pt x="1335" y="1"/>
                    <a:pt x="1268" y="68"/>
                    <a:pt x="1268" y="168"/>
                  </a:cubicBezTo>
                  <a:cubicBezTo>
                    <a:pt x="1268" y="1268"/>
                    <a:pt x="801" y="2336"/>
                    <a:pt x="67" y="3136"/>
                  </a:cubicBezTo>
                  <a:cubicBezTo>
                    <a:pt x="0" y="3203"/>
                    <a:pt x="0" y="3303"/>
                    <a:pt x="67" y="3370"/>
                  </a:cubicBezTo>
                  <a:cubicBezTo>
                    <a:pt x="100" y="3370"/>
                    <a:pt x="134" y="3403"/>
                    <a:pt x="167" y="3403"/>
                  </a:cubicBezTo>
                  <a:cubicBezTo>
                    <a:pt x="200" y="3403"/>
                    <a:pt x="267" y="3370"/>
                    <a:pt x="300" y="3337"/>
                  </a:cubicBezTo>
                  <a:cubicBezTo>
                    <a:pt x="1101" y="2503"/>
                    <a:pt x="1568" y="1335"/>
                    <a:pt x="1568" y="168"/>
                  </a:cubicBezTo>
                  <a:cubicBezTo>
                    <a:pt x="1568" y="68"/>
                    <a:pt x="1501" y="1"/>
                    <a:pt x="1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83"/>
            <p:cNvSpPr/>
            <p:nvPr/>
          </p:nvSpPr>
          <p:spPr>
            <a:xfrm>
              <a:off x="1343625" y="1295100"/>
              <a:ext cx="197675" cy="108875"/>
            </a:xfrm>
            <a:custGeom>
              <a:avLst/>
              <a:gdLst/>
              <a:ahLst/>
              <a:cxnLst/>
              <a:rect l="l" t="t" r="r" b="b"/>
              <a:pathLst>
                <a:path w="7907" h="4355" extrusionOk="0">
                  <a:moveTo>
                    <a:pt x="2074" y="305"/>
                  </a:moveTo>
                  <a:cubicBezTo>
                    <a:pt x="2226" y="305"/>
                    <a:pt x="2368" y="322"/>
                    <a:pt x="2503" y="352"/>
                  </a:cubicBezTo>
                  <a:cubicBezTo>
                    <a:pt x="2736" y="418"/>
                    <a:pt x="2936" y="518"/>
                    <a:pt x="3170" y="618"/>
                  </a:cubicBezTo>
                  <a:lnTo>
                    <a:pt x="7573" y="2787"/>
                  </a:lnTo>
                  <a:cubicBezTo>
                    <a:pt x="7573" y="2787"/>
                    <a:pt x="7573" y="2820"/>
                    <a:pt x="7573" y="2853"/>
                  </a:cubicBezTo>
                  <a:lnTo>
                    <a:pt x="7373" y="3787"/>
                  </a:lnTo>
                  <a:lnTo>
                    <a:pt x="5738" y="3187"/>
                  </a:lnTo>
                  <a:cubicBezTo>
                    <a:pt x="5705" y="3187"/>
                    <a:pt x="5671" y="3187"/>
                    <a:pt x="5605" y="3220"/>
                  </a:cubicBezTo>
                  <a:cubicBezTo>
                    <a:pt x="5571" y="3254"/>
                    <a:pt x="5538" y="3287"/>
                    <a:pt x="5538" y="3320"/>
                  </a:cubicBezTo>
                  <a:cubicBezTo>
                    <a:pt x="5505" y="3554"/>
                    <a:pt x="5471" y="3787"/>
                    <a:pt x="5405" y="3987"/>
                  </a:cubicBezTo>
                  <a:cubicBezTo>
                    <a:pt x="3803" y="3454"/>
                    <a:pt x="2236" y="2787"/>
                    <a:pt x="735" y="2019"/>
                  </a:cubicBezTo>
                  <a:cubicBezTo>
                    <a:pt x="601" y="1953"/>
                    <a:pt x="501" y="1853"/>
                    <a:pt x="434" y="1753"/>
                  </a:cubicBezTo>
                  <a:cubicBezTo>
                    <a:pt x="334" y="1486"/>
                    <a:pt x="434" y="1152"/>
                    <a:pt x="501" y="785"/>
                  </a:cubicBezTo>
                  <a:cubicBezTo>
                    <a:pt x="534" y="718"/>
                    <a:pt x="534" y="652"/>
                    <a:pt x="568" y="585"/>
                  </a:cubicBezTo>
                  <a:cubicBezTo>
                    <a:pt x="635" y="552"/>
                    <a:pt x="868" y="485"/>
                    <a:pt x="1335" y="418"/>
                  </a:cubicBezTo>
                  <a:lnTo>
                    <a:pt x="1468" y="385"/>
                  </a:lnTo>
                  <a:cubicBezTo>
                    <a:pt x="1689" y="330"/>
                    <a:pt x="1889" y="305"/>
                    <a:pt x="2074" y="305"/>
                  </a:cubicBezTo>
                  <a:close/>
                  <a:moveTo>
                    <a:pt x="2098" y="0"/>
                  </a:moveTo>
                  <a:cubicBezTo>
                    <a:pt x="1835" y="0"/>
                    <a:pt x="1592" y="42"/>
                    <a:pt x="1402" y="85"/>
                  </a:cubicBezTo>
                  <a:lnTo>
                    <a:pt x="1302" y="85"/>
                  </a:lnTo>
                  <a:cubicBezTo>
                    <a:pt x="301" y="285"/>
                    <a:pt x="301" y="318"/>
                    <a:pt x="268" y="452"/>
                  </a:cubicBezTo>
                  <a:cubicBezTo>
                    <a:pt x="268" y="518"/>
                    <a:pt x="234" y="618"/>
                    <a:pt x="201" y="718"/>
                  </a:cubicBezTo>
                  <a:cubicBezTo>
                    <a:pt x="101" y="1119"/>
                    <a:pt x="1" y="1519"/>
                    <a:pt x="168" y="1886"/>
                  </a:cubicBezTo>
                  <a:cubicBezTo>
                    <a:pt x="234" y="2053"/>
                    <a:pt x="401" y="2186"/>
                    <a:pt x="601" y="2286"/>
                  </a:cubicBezTo>
                  <a:cubicBezTo>
                    <a:pt x="2169" y="3087"/>
                    <a:pt x="3803" y="3754"/>
                    <a:pt x="5438" y="4354"/>
                  </a:cubicBezTo>
                  <a:lnTo>
                    <a:pt x="5471" y="4354"/>
                  </a:lnTo>
                  <a:cubicBezTo>
                    <a:pt x="5538" y="4354"/>
                    <a:pt x="5605" y="4321"/>
                    <a:pt x="5638" y="4254"/>
                  </a:cubicBezTo>
                  <a:cubicBezTo>
                    <a:pt x="5705" y="4021"/>
                    <a:pt x="5772" y="3787"/>
                    <a:pt x="5838" y="3554"/>
                  </a:cubicBezTo>
                  <a:lnTo>
                    <a:pt x="7406" y="4121"/>
                  </a:lnTo>
                  <a:cubicBezTo>
                    <a:pt x="7428" y="4132"/>
                    <a:pt x="7447" y="4136"/>
                    <a:pt x="7463" y="4136"/>
                  </a:cubicBezTo>
                  <a:cubicBezTo>
                    <a:pt x="7495" y="4136"/>
                    <a:pt x="7517" y="4121"/>
                    <a:pt x="7539" y="4121"/>
                  </a:cubicBezTo>
                  <a:cubicBezTo>
                    <a:pt x="7573" y="4088"/>
                    <a:pt x="7606" y="4054"/>
                    <a:pt x="7640" y="4021"/>
                  </a:cubicBezTo>
                  <a:lnTo>
                    <a:pt x="7873" y="2887"/>
                  </a:lnTo>
                  <a:cubicBezTo>
                    <a:pt x="7873" y="2853"/>
                    <a:pt x="7906" y="2720"/>
                    <a:pt x="7840" y="2620"/>
                  </a:cubicBezTo>
                  <a:cubicBezTo>
                    <a:pt x="7806" y="2553"/>
                    <a:pt x="7740" y="2520"/>
                    <a:pt x="7706" y="2486"/>
                  </a:cubicBezTo>
                  <a:lnTo>
                    <a:pt x="3303" y="352"/>
                  </a:lnTo>
                  <a:cubicBezTo>
                    <a:pt x="3070" y="218"/>
                    <a:pt x="2836" y="118"/>
                    <a:pt x="2569" y="51"/>
                  </a:cubicBezTo>
                  <a:cubicBezTo>
                    <a:pt x="2410" y="15"/>
                    <a:pt x="2250" y="0"/>
                    <a:pt x="2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83"/>
            <p:cNvSpPr/>
            <p:nvPr/>
          </p:nvSpPr>
          <p:spPr>
            <a:xfrm>
              <a:off x="1383650" y="1295225"/>
              <a:ext cx="106775" cy="87900"/>
            </a:xfrm>
            <a:custGeom>
              <a:avLst/>
              <a:gdLst/>
              <a:ahLst/>
              <a:cxnLst/>
              <a:rect l="l" t="t" r="r" b="b"/>
              <a:pathLst>
                <a:path w="4271" h="3516" extrusionOk="0">
                  <a:moveTo>
                    <a:pt x="713" y="0"/>
                  </a:moveTo>
                  <a:cubicBezTo>
                    <a:pt x="655" y="0"/>
                    <a:pt x="593" y="38"/>
                    <a:pt x="568" y="113"/>
                  </a:cubicBezTo>
                  <a:cubicBezTo>
                    <a:pt x="501" y="280"/>
                    <a:pt x="401" y="480"/>
                    <a:pt x="301" y="647"/>
                  </a:cubicBezTo>
                  <a:cubicBezTo>
                    <a:pt x="234" y="847"/>
                    <a:pt x="134" y="1014"/>
                    <a:pt x="34" y="1214"/>
                  </a:cubicBezTo>
                  <a:cubicBezTo>
                    <a:pt x="34" y="1247"/>
                    <a:pt x="1" y="1347"/>
                    <a:pt x="34" y="1414"/>
                  </a:cubicBezTo>
                  <a:cubicBezTo>
                    <a:pt x="68" y="1481"/>
                    <a:pt x="134" y="1514"/>
                    <a:pt x="168" y="1547"/>
                  </a:cubicBezTo>
                  <a:lnTo>
                    <a:pt x="334" y="1647"/>
                  </a:lnTo>
                  <a:cubicBezTo>
                    <a:pt x="1102" y="2114"/>
                    <a:pt x="1902" y="2581"/>
                    <a:pt x="2770" y="2915"/>
                  </a:cubicBezTo>
                  <a:cubicBezTo>
                    <a:pt x="3136" y="3048"/>
                    <a:pt x="3470" y="3215"/>
                    <a:pt x="3837" y="3382"/>
                  </a:cubicBezTo>
                  <a:lnTo>
                    <a:pt x="4037" y="3482"/>
                  </a:lnTo>
                  <a:cubicBezTo>
                    <a:pt x="4037" y="3482"/>
                    <a:pt x="4070" y="3515"/>
                    <a:pt x="4104" y="3515"/>
                  </a:cubicBezTo>
                  <a:cubicBezTo>
                    <a:pt x="4171" y="3515"/>
                    <a:pt x="4204" y="3482"/>
                    <a:pt x="4237" y="3415"/>
                  </a:cubicBezTo>
                  <a:cubicBezTo>
                    <a:pt x="4271" y="3349"/>
                    <a:pt x="4237" y="3249"/>
                    <a:pt x="4171" y="3215"/>
                  </a:cubicBezTo>
                  <a:lnTo>
                    <a:pt x="3970" y="3115"/>
                  </a:lnTo>
                  <a:cubicBezTo>
                    <a:pt x="3603" y="2915"/>
                    <a:pt x="3270" y="2748"/>
                    <a:pt x="2870" y="2615"/>
                  </a:cubicBezTo>
                  <a:cubicBezTo>
                    <a:pt x="2036" y="2281"/>
                    <a:pt x="1268" y="1848"/>
                    <a:pt x="468" y="1381"/>
                  </a:cubicBezTo>
                  <a:lnTo>
                    <a:pt x="334" y="1281"/>
                  </a:lnTo>
                  <a:cubicBezTo>
                    <a:pt x="401" y="1114"/>
                    <a:pt x="501" y="947"/>
                    <a:pt x="601" y="780"/>
                  </a:cubicBezTo>
                  <a:cubicBezTo>
                    <a:pt x="668" y="613"/>
                    <a:pt x="768" y="413"/>
                    <a:pt x="868" y="213"/>
                  </a:cubicBezTo>
                  <a:cubicBezTo>
                    <a:pt x="902" y="146"/>
                    <a:pt x="835" y="46"/>
                    <a:pt x="768" y="13"/>
                  </a:cubicBezTo>
                  <a:cubicBezTo>
                    <a:pt x="751" y="5"/>
                    <a:pt x="733" y="0"/>
                    <a:pt x="7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83"/>
            <p:cNvSpPr/>
            <p:nvPr/>
          </p:nvSpPr>
          <p:spPr>
            <a:xfrm>
              <a:off x="1350300" y="1302825"/>
              <a:ext cx="44225" cy="25250"/>
            </a:xfrm>
            <a:custGeom>
              <a:avLst/>
              <a:gdLst/>
              <a:ahLst/>
              <a:cxnLst/>
              <a:rect l="l" t="t" r="r" b="b"/>
              <a:pathLst>
                <a:path w="1769" h="1010" extrusionOk="0">
                  <a:moveTo>
                    <a:pt x="161" y="0"/>
                  </a:moveTo>
                  <a:cubicBezTo>
                    <a:pt x="100" y="0"/>
                    <a:pt x="28" y="55"/>
                    <a:pt x="1" y="109"/>
                  </a:cubicBezTo>
                  <a:cubicBezTo>
                    <a:pt x="1" y="176"/>
                    <a:pt x="34" y="276"/>
                    <a:pt x="101" y="309"/>
                  </a:cubicBezTo>
                  <a:cubicBezTo>
                    <a:pt x="468" y="443"/>
                    <a:pt x="1201" y="810"/>
                    <a:pt x="1502" y="977"/>
                  </a:cubicBezTo>
                  <a:cubicBezTo>
                    <a:pt x="1535" y="1010"/>
                    <a:pt x="1568" y="1010"/>
                    <a:pt x="1568" y="1010"/>
                  </a:cubicBezTo>
                  <a:cubicBezTo>
                    <a:pt x="1635" y="1010"/>
                    <a:pt x="1668" y="977"/>
                    <a:pt x="1702" y="910"/>
                  </a:cubicBezTo>
                  <a:cubicBezTo>
                    <a:pt x="1769" y="843"/>
                    <a:pt x="1735" y="743"/>
                    <a:pt x="1668" y="710"/>
                  </a:cubicBezTo>
                  <a:cubicBezTo>
                    <a:pt x="1335" y="510"/>
                    <a:pt x="601" y="176"/>
                    <a:pt x="201" y="9"/>
                  </a:cubicBezTo>
                  <a:cubicBezTo>
                    <a:pt x="188" y="3"/>
                    <a:pt x="175"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83"/>
            <p:cNvSpPr/>
            <p:nvPr/>
          </p:nvSpPr>
          <p:spPr>
            <a:xfrm>
              <a:off x="1739750" y="1341125"/>
              <a:ext cx="542075" cy="312200"/>
            </a:xfrm>
            <a:custGeom>
              <a:avLst/>
              <a:gdLst/>
              <a:ahLst/>
              <a:cxnLst/>
              <a:rect l="l" t="t" r="r" b="b"/>
              <a:pathLst>
                <a:path w="21683" h="12488" extrusionOk="0">
                  <a:moveTo>
                    <a:pt x="7659" y="0"/>
                  </a:moveTo>
                  <a:cubicBezTo>
                    <a:pt x="6391" y="0"/>
                    <a:pt x="5391" y="409"/>
                    <a:pt x="4770" y="1046"/>
                  </a:cubicBezTo>
                  <a:cubicBezTo>
                    <a:pt x="3636" y="2213"/>
                    <a:pt x="3636" y="4014"/>
                    <a:pt x="4837" y="5782"/>
                  </a:cubicBezTo>
                  <a:cubicBezTo>
                    <a:pt x="5071" y="6149"/>
                    <a:pt x="5171" y="6450"/>
                    <a:pt x="5071" y="6616"/>
                  </a:cubicBezTo>
                  <a:cubicBezTo>
                    <a:pt x="5020" y="6718"/>
                    <a:pt x="4891" y="6762"/>
                    <a:pt x="4699" y="6762"/>
                  </a:cubicBezTo>
                  <a:cubicBezTo>
                    <a:pt x="4640" y="6762"/>
                    <a:pt x="4574" y="6758"/>
                    <a:pt x="4504" y="6750"/>
                  </a:cubicBezTo>
                  <a:cubicBezTo>
                    <a:pt x="3670" y="6683"/>
                    <a:pt x="2969" y="6316"/>
                    <a:pt x="2202" y="5949"/>
                  </a:cubicBezTo>
                  <a:cubicBezTo>
                    <a:pt x="1568" y="5649"/>
                    <a:pt x="901" y="5315"/>
                    <a:pt x="201" y="5149"/>
                  </a:cubicBezTo>
                  <a:cubicBezTo>
                    <a:pt x="134" y="5149"/>
                    <a:pt x="67" y="5182"/>
                    <a:pt x="34" y="5249"/>
                  </a:cubicBezTo>
                  <a:cubicBezTo>
                    <a:pt x="0" y="5282"/>
                    <a:pt x="0" y="5382"/>
                    <a:pt x="67" y="5415"/>
                  </a:cubicBezTo>
                  <a:cubicBezTo>
                    <a:pt x="4037" y="9618"/>
                    <a:pt x="12476" y="12454"/>
                    <a:pt x="13410" y="12487"/>
                  </a:cubicBezTo>
                  <a:lnTo>
                    <a:pt x="13510" y="12487"/>
                  </a:lnTo>
                  <a:cubicBezTo>
                    <a:pt x="15211" y="12487"/>
                    <a:pt x="19414" y="10986"/>
                    <a:pt x="20815" y="10452"/>
                  </a:cubicBezTo>
                  <a:cubicBezTo>
                    <a:pt x="21549" y="10152"/>
                    <a:pt x="21683" y="9685"/>
                    <a:pt x="21616" y="9018"/>
                  </a:cubicBezTo>
                  <a:cubicBezTo>
                    <a:pt x="21616" y="8951"/>
                    <a:pt x="21549" y="8885"/>
                    <a:pt x="21449" y="8885"/>
                  </a:cubicBezTo>
                  <a:cubicBezTo>
                    <a:pt x="21349" y="8885"/>
                    <a:pt x="21282" y="8985"/>
                    <a:pt x="21316" y="9051"/>
                  </a:cubicBezTo>
                  <a:cubicBezTo>
                    <a:pt x="21349" y="9719"/>
                    <a:pt x="21216" y="9952"/>
                    <a:pt x="20682" y="10152"/>
                  </a:cubicBezTo>
                  <a:cubicBezTo>
                    <a:pt x="18641" y="10975"/>
                    <a:pt x="14912" y="12188"/>
                    <a:pt x="13467" y="12188"/>
                  </a:cubicBezTo>
                  <a:cubicBezTo>
                    <a:pt x="13448" y="12188"/>
                    <a:pt x="13429" y="12187"/>
                    <a:pt x="13410" y="12187"/>
                  </a:cubicBezTo>
                  <a:cubicBezTo>
                    <a:pt x="12543" y="12120"/>
                    <a:pt x="4770" y="9552"/>
                    <a:pt x="701" y="5616"/>
                  </a:cubicBezTo>
                  <a:lnTo>
                    <a:pt x="701" y="5616"/>
                  </a:lnTo>
                  <a:cubicBezTo>
                    <a:pt x="1168" y="5782"/>
                    <a:pt x="1602" y="6016"/>
                    <a:pt x="2069" y="6216"/>
                  </a:cubicBezTo>
                  <a:cubicBezTo>
                    <a:pt x="2802" y="6583"/>
                    <a:pt x="3603" y="6983"/>
                    <a:pt x="4437" y="7050"/>
                  </a:cubicBezTo>
                  <a:cubicBezTo>
                    <a:pt x="4525" y="7064"/>
                    <a:pt x="4610" y="7070"/>
                    <a:pt x="4689" y="7070"/>
                  </a:cubicBezTo>
                  <a:cubicBezTo>
                    <a:pt x="4998" y="7070"/>
                    <a:pt x="5231" y="6969"/>
                    <a:pt x="5338" y="6783"/>
                  </a:cubicBezTo>
                  <a:cubicBezTo>
                    <a:pt x="5504" y="6483"/>
                    <a:pt x="5438" y="6116"/>
                    <a:pt x="5104" y="5616"/>
                  </a:cubicBezTo>
                  <a:cubicBezTo>
                    <a:pt x="4003" y="3981"/>
                    <a:pt x="3970" y="2313"/>
                    <a:pt x="4971" y="1279"/>
                  </a:cubicBezTo>
                  <a:cubicBezTo>
                    <a:pt x="5549" y="685"/>
                    <a:pt x="6472" y="311"/>
                    <a:pt x="7646" y="311"/>
                  </a:cubicBezTo>
                  <a:cubicBezTo>
                    <a:pt x="8977" y="311"/>
                    <a:pt x="10633" y="792"/>
                    <a:pt x="12476" y="1980"/>
                  </a:cubicBezTo>
                  <a:cubicBezTo>
                    <a:pt x="12501" y="2005"/>
                    <a:pt x="12532" y="2016"/>
                    <a:pt x="12563" y="2016"/>
                  </a:cubicBezTo>
                  <a:cubicBezTo>
                    <a:pt x="12614" y="2016"/>
                    <a:pt x="12668" y="1988"/>
                    <a:pt x="12709" y="1946"/>
                  </a:cubicBezTo>
                  <a:cubicBezTo>
                    <a:pt x="12743" y="1880"/>
                    <a:pt x="12743" y="1780"/>
                    <a:pt x="12643" y="1713"/>
                  </a:cubicBezTo>
                  <a:cubicBezTo>
                    <a:pt x="10759" y="492"/>
                    <a:pt x="9048" y="0"/>
                    <a:pt x="76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83"/>
            <p:cNvSpPr/>
            <p:nvPr/>
          </p:nvSpPr>
          <p:spPr>
            <a:xfrm>
              <a:off x="1527925" y="1383700"/>
              <a:ext cx="221025" cy="94500"/>
            </a:xfrm>
            <a:custGeom>
              <a:avLst/>
              <a:gdLst/>
              <a:ahLst/>
              <a:cxnLst/>
              <a:rect l="l" t="t" r="r" b="b"/>
              <a:pathLst>
                <a:path w="8841" h="3780" extrusionOk="0">
                  <a:moveTo>
                    <a:pt x="179" y="1"/>
                  </a:moveTo>
                  <a:cubicBezTo>
                    <a:pt x="100" y="1"/>
                    <a:pt x="28" y="55"/>
                    <a:pt x="1" y="110"/>
                  </a:cubicBezTo>
                  <a:cubicBezTo>
                    <a:pt x="1" y="177"/>
                    <a:pt x="34" y="277"/>
                    <a:pt x="101" y="310"/>
                  </a:cubicBezTo>
                  <a:cubicBezTo>
                    <a:pt x="1502" y="877"/>
                    <a:pt x="2936" y="1444"/>
                    <a:pt x="4337" y="2045"/>
                  </a:cubicBezTo>
                  <a:cubicBezTo>
                    <a:pt x="5771" y="2612"/>
                    <a:pt x="7206" y="3179"/>
                    <a:pt x="8607" y="3746"/>
                  </a:cubicBezTo>
                  <a:cubicBezTo>
                    <a:pt x="8607" y="3779"/>
                    <a:pt x="8640" y="3779"/>
                    <a:pt x="8640" y="3779"/>
                  </a:cubicBezTo>
                  <a:cubicBezTo>
                    <a:pt x="8707" y="3779"/>
                    <a:pt x="8774" y="3746"/>
                    <a:pt x="8807" y="3679"/>
                  </a:cubicBezTo>
                  <a:cubicBezTo>
                    <a:pt x="8840" y="3579"/>
                    <a:pt x="8774" y="3512"/>
                    <a:pt x="8707" y="3479"/>
                  </a:cubicBezTo>
                  <a:cubicBezTo>
                    <a:pt x="7306" y="2879"/>
                    <a:pt x="5905" y="2311"/>
                    <a:pt x="4471" y="1744"/>
                  </a:cubicBezTo>
                  <a:cubicBezTo>
                    <a:pt x="3036" y="1177"/>
                    <a:pt x="1602" y="577"/>
                    <a:pt x="234" y="10"/>
                  </a:cubicBezTo>
                  <a:cubicBezTo>
                    <a:pt x="216" y="4"/>
                    <a:pt x="197"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83"/>
            <p:cNvSpPr/>
            <p:nvPr/>
          </p:nvSpPr>
          <p:spPr>
            <a:xfrm>
              <a:off x="1838150" y="1411025"/>
              <a:ext cx="406975" cy="198925"/>
            </a:xfrm>
            <a:custGeom>
              <a:avLst/>
              <a:gdLst/>
              <a:ahLst/>
              <a:cxnLst/>
              <a:rect l="l" t="t" r="r" b="b"/>
              <a:pathLst>
                <a:path w="16279" h="7957" extrusionOk="0">
                  <a:moveTo>
                    <a:pt x="155" y="1"/>
                  </a:moveTo>
                  <a:cubicBezTo>
                    <a:pt x="117" y="1"/>
                    <a:pt x="84" y="18"/>
                    <a:pt x="67" y="51"/>
                  </a:cubicBezTo>
                  <a:cubicBezTo>
                    <a:pt x="1" y="118"/>
                    <a:pt x="1" y="218"/>
                    <a:pt x="34" y="251"/>
                  </a:cubicBezTo>
                  <a:cubicBezTo>
                    <a:pt x="1001" y="1319"/>
                    <a:pt x="2169" y="2253"/>
                    <a:pt x="3303" y="2886"/>
                  </a:cubicBezTo>
                  <a:cubicBezTo>
                    <a:pt x="4337" y="3453"/>
                    <a:pt x="5504" y="3887"/>
                    <a:pt x="6605" y="4321"/>
                  </a:cubicBezTo>
                  <a:cubicBezTo>
                    <a:pt x="8106" y="4921"/>
                    <a:pt x="9707" y="5522"/>
                    <a:pt x="11309" y="6122"/>
                  </a:cubicBezTo>
                  <a:cubicBezTo>
                    <a:pt x="12910" y="6756"/>
                    <a:pt x="14511" y="7356"/>
                    <a:pt x="16045" y="7957"/>
                  </a:cubicBezTo>
                  <a:lnTo>
                    <a:pt x="16079" y="7957"/>
                  </a:lnTo>
                  <a:cubicBezTo>
                    <a:pt x="16145" y="7957"/>
                    <a:pt x="16212" y="7923"/>
                    <a:pt x="16245" y="7857"/>
                  </a:cubicBezTo>
                  <a:cubicBezTo>
                    <a:pt x="16279" y="7756"/>
                    <a:pt x="16212" y="7690"/>
                    <a:pt x="16145" y="7656"/>
                  </a:cubicBezTo>
                  <a:cubicBezTo>
                    <a:pt x="14611" y="7056"/>
                    <a:pt x="13010" y="6456"/>
                    <a:pt x="11442" y="5855"/>
                  </a:cubicBezTo>
                  <a:cubicBezTo>
                    <a:pt x="9841" y="5221"/>
                    <a:pt x="8240" y="4621"/>
                    <a:pt x="6705" y="4020"/>
                  </a:cubicBezTo>
                  <a:cubicBezTo>
                    <a:pt x="5605" y="3620"/>
                    <a:pt x="4470" y="3187"/>
                    <a:pt x="3436" y="2586"/>
                  </a:cubicBezTo>
                  <a:cubicBezTo>
                    <a:pt x="2336" y="1986"/>
                    <a:pt x="1201" y="1085"/>
                    <a:pt x="267" y="51"/>
                  </a:cubicBezTo>
                  <a:cubicBezTo>
                    <a:pt x="234" y="18"/>
                    <a:pt x="192"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83"/>
            <p:cNvSpPr/>
            <p:nvPr/>
          </p:nvSpPr>
          <p:spPr>
            <a:xfrm>
              <a:off x="1964075" y="1384775"/>
              <a:ext cx="37550" cy="95925"/>
            </a:xfrm>
            <a:custGeom>
              <a:avLst/>
              <a:gdLst/>
              <a:ahLst/>
              <a:cxnLst/>
              <a:rect l="l" t="t" r="r" b="b"/>
              <a:pathLst>
                <a:path w="1502" h="3837" extrusionOk="0">
                  <a:moveTo>
                    <a:pt x="1335" y="0"/>
                  </a:moveTo>
                  <a:cubicBezTo>
                    <a:pt x="1268" y="0"/>
                    <a:pt x="1201" y="100"/>
                    <a:pt x="1201" y="167"/>
                  </a:cubicBezTo>
                  <a:cubicBezTo>
                    <a:pt x="1201" y="1401"/>
                    <a:pt x="801" y="2602"/>
                    <a:pt x="34" y="3569"/>
                  </a:cubicBezTo>
                  <a:cubicBezTo>
                    <a:pt x="0" y="3636"/>
                    <a:pt x="0" y="3736"/>
                    <a:pt x="67" y="3803"/>
                  </a:cubicBezTo>
                  <a:cubicBezTo>
                    <a:pt x="101" y="3803"/>
                    <a:pt x="134" y="3836"/>
                    <a:pt x="167" y="3836"/>
                  </a:cubicBezTo>
                  <a:cubicBezTo>
                    <a:pt x="201" y="3836"/>
                    <a:pt x="267" y="3803"/>
                    <a:pt x="301" y="3770"/>
                  </a:cubicBezTo>
                  <a:cubicBezTo>
                    <a:pt x="1068" y="2735"/>
                    <a:pt x="1502" y="1468"/>
                    <a:pt x="1502" y="167"/>
                  </a:cubicBezTo>
                  <a:cubicBezTo>
                    <a:pt x="1502" y="100"/>
                    <a:pt x="1435"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83"/>
            <p:cNvSpPr/>
            <p:nvPr/>
          </p:nvSpPr>
          <p:spPr>
            <a:xfrm>
              <a:off x="1910700" y="1532800"/>
              <a:ext cx="70900" cy="41300"/>
            </a:xfrm>
            <a:custGeom>
              <a:avLst/>
              <a:gdLst/>
              <a:ahLst/>
              <a:cxnLst/>
              <a:rect l="l" t="t" r="r" b="b"/>
              <a:pathLst>
                <a:path w="2836" h="1652" extrusionOk="0">
                  <a:moveTo>
                    <a:pt x="2669" y="0"/>
                  </a:moveTo>
                  <a:cubicBezTo>
                    <a:pt x="2636" y="0"/>
                    <a:pt x="2602" y="17"/>
                    <a:pt x="2569" y="50"/>
                  </a:cubicBezTo>
                  <a:cubicBezTo>
                    <a:pt x="1902" y="717"/>
                    <a:pt x="1035" y="1184"/>
                    <a:pt x="134" y="1351"/>
                  </a:cubicBezTo>
                  <a:cubicBezTo>
                    <a:pt x="67" y="1351"/>
                    <a:pt x="1" y="1451"/>
                    <a:pt x="1" y="1518"/>
                  </a:cubicBezTo>
                  <a:cubicBezTo>
                    <a:pt x="34" y="1585"/>
                    <a:pt x="101" y="1651"/>
                    <a:pt x="167" y="1651"/>
                  </a:cubicBezTo>
                  <a:lnTo>
                    <a:pt x="201" y="1651"/>
                  </a:lnTo>
                  <a:cubicBezTo>
                    <a:pt x="1168" y="1451"/>
                    <a:pt x="2069" y="984"/>
                    <a:pt x="2769" y="284"/>
                  </a:cubicBezTo>
                  <a:cubicBezTo>
                    <a:pt x="2836" y="217"/>
                    <a:pt x="2836" y="117"/>
                    <a:pt x="2769" y="50"/>
                  </a:cubicBezTo>
                  <a:cubicBezTo>
                    <a:pt x="2736" y="17"/>
                    <a:pt x="2703" y="0"/>
                    <a:pt x="26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83"/>
            <p:cNvSpPr/>
            <p:nvPr/>
          </p:nvSpPr>
          <p:spPr>
            <a:xfrm>
              <a:off x="2009100" y="1573650"/>
              <a:ext cx="78425" cy="44650"/>
            </a:xfrm>
            <a:custGeom>
              <a:avLst/>
              <a:gdLst/>
              <a:ahLst/>
              <a:cxnLst/>
              <a:rect l="l" t="t" r="r" b="b"/>
              <a:pathLst>
                <a:path w="3137" h="1786" extrusionOk="0">
                  <a:moveTo>
                    <a:pt x="2986" y="1"/>
                  </a:moveTo>
                  <a:cubicBezTo>
                    <a:pt x="2944" y="1"/>
                    <a:pt x="2903" y="17"/>
                    <a:pt x="2869" y="51"/>
                  </a:cubicBezTo>
                  <a:cubicBezTo>
                    <a:pt x="2136" y="784"/>
                    <a:pt x="1168" y="1285"/>
                    <a:pt x="134" y="1452"/>
                  </a:cubicBezTo>
                  <a:cubicBezTo>
                    <a:pt x="34" y="1485"/>
                    <a:pt x="1" y="1552"/>
                    <a:pt x="1" y="1652"/>
                  </a:cubicBezTo>
                  <a:cubicBezTo>
                    <a:pt x="1" y="1718"/>
                    <a:pt x="67" y="1785"/>
                    <a:pt x="168" y="1785"/>
                  </a:cubicBezTo>
                  <a:cubicBezTo>
                    <a:pt x="1268" y="1585"/>
                    <a:pt x="2302" y="1051"/>
                    <a:pt x="3103" y="284"/>
                  </a:cubicBezTo>
                  <a:cubicBezTo>
                    <a:pt x="3136" y="217"/>
                    <a:pt x="3136" y="117"/>
                    <a:pt x="3103" y="51"/>
                  </a:cubicBezTo>
                  <a:cubicBezTo>
                    <a:pt x="3070" y="17"/>
                    <a:pt x="3028" y="1"/>
                    <a:pt x="2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83"/>
            <p:cNvSpPr/>
            <p:nvPr/>
          </p:nvSpPr>
          <p:spPr>
            <a:xfrm>
              <a:off x="1758100" y="1664425"/>
              <a:ext cx="152625" cy="112325"/>
            </a:xfrm>
            <a:custGeom>
              <a:avLst/>
              <a:gdLst/>
              <a:ahLst/>
              <a:cxnLst/>
              <a:rect l="l" t="t" r="r" b="b"/>
              <a:pathLst>
                <a:path w="6105" h="4493" extrusionOk="0">
                  <a:moveTo>
                    <a:pt x="136" y="0"/>
                  </a:moveTo>
                  <a:cubicBezTo>
                    <a:pt x="106" y="0"/>
                    <a:pt x="81" y="8"/>
                    <a:pt x="67" y="22"/>
                  </a:cubicBezTo>
                  <a:cubicBezTo>
                    <a:pt x="0" y="89"/>
                    <a:pt x="0" y="189"/>
                    <a:pt x="34" y="256"/>
                  </a:cubicBezTo>
                  <a:cubicBezTo>
                    <a:pt x="1335" y="1657"/>
                    <a:pt x="4103" y="3992"/>
                    <a:pt x="5904" y="4492"/>
                  </a:cubicBezTo>
                  <a:lnTo>
                    <a:pt x="5971" y="4492"/>
                  </a:lnTo>
                  <a:cubicBezTo>
                    <a:pt x="6005" y="4492"/>
                    <a:pt x="6038" y="4492"/>
                    <a:pt x="6071" y="4459"/>
                  </a:cubicBezTo>
                  <a:cubicBezTo>
                    <a:pt x="6105" y="4425"/>
                    <a:pt x="6105" y="4359"/>
                    <a:pt x="6105" y="4292"/>
                  </a:cubicBezTo>
                  <a:cubicBezTo>
                    <a:pt x="5738" y="3258"/>
                    <a:pt x="4103" y="823"/>
                    <a:pt x="3203" y="189"/>
                  </a:cubicBezTo>
                  <a:cubicBezTo>
                    <a:pt x="3185" y="180"/>
                    <a:pt x="3164" y="176"/>
                    <a:pt x="3143" y="176"/>
                  </a:cubicBezTo>
                  <a:cubicBezTo>
                    <a:pt x="3085" y="176"/>
                    <a:pt x="3018" y="207"/>
                    <a:pt x="2969" y="256"/>
                  </a:cubicBezTo>
                  <a:cubicBezTo>
                    <a:pt x="2936" y="322"/>
                    <a:pt x="2936" y="422"/>
                    <a:pt x="3036" y="456"/>
                  </a:cubicBezTo>
                  <a:cubicBezTo>
                    <a:pt x="3803" y="990"/>
                    <a:pt x="5204" y="2991"/>
                    <a:pt x="5671" y="4092"/>
                  </a:cubicBezTo>
                  <a:cubicBezTo>
                    <a:pt x="3936" y="3425"/>
                    <a:pt x="1468" y="1323"/>
                    <a:pt x="267" y="56"/>
                  </a:cubicBezTo>
                  <a:cubicBezTo>
                    <a:pt x="228" y="16"/>
                    <a:pt x="177" y="0"/>
                    <a:pt x="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83"/>
            <p:cNvSpPr/>
            <p:nvPr/>
          </p:nvSpPr>
          <p:spPr>
            <a:xfrm>
              <a:off x="1723075" y="1510275"/>
              <a:ext cx="70900" cy="22125"/>
            </a:xfrm>
            <a:custGeom>
              <a:avLst/>
              <a:gdLst/>
              <a:ahLst/>
              <a:cxnLst/>
              <a:rect l="l" t="t" r="r" b="b"/>
              <a:pathLst>
                <a:path w="2836" h="885" extrusionOk="0">
                  <a:moveTo>
                    <a:pt x="2652" y="0"/>
                  </a:moveTo>
                  <a:cubicBezTo>
                    <a:pt x="2610" y="0"/>
                    <a:pt x="2569" y="17"/>
                    <a:pt x="2535" y="50"/>
                  </a:cubicBezTo>
                  <a:cubicBezTo>
                    <a:pt x="2502" y="117"/>
                    <a:pt x="2435" y="184"/>
                    <a:pt x="2369" y="284"/>
                  </a:cubicBezTo>
                  <a:cubicBezTo>
                    <a:pt x="2302" y="384"/>
                    <a:pt x="2235" y="517"/>
                    <a:pt x="2168" y="551"/>
                  </a:cubicBezTo>
                  <a:cubicBezTo>
                    <a:pt x="2135" y="559"/>
                    <a:pt x="2089" y="563"/>
                    <a:pt x="2033" y="563"/>
                  </a:cubicBezTo>
                  <a:cubicBezTo>
                    <a:pt x="1866" y="563"/>
                    <a:pt x="1610" y="526"/>
                    <a:pt x="1335" y="451"/>
                  </a:cubicBezTo>
                  <a:cubicBezTo>
                    <a:pt x="1001" y="417"/>
                    <a:pt x="634" y="317"/>
                    <a:pt x="200" y="284"/>
                  </a:cubicBezTo>
                  <a:cubicBezTo>
                    <a:pt x="183" y="278"/>
                    <a:pt x="166" y="275"/>
                    <a:pt x="151" y="275"/>
                  </a:cubicBezTo>
                  <a:cubicBezTo>
                    <a:pt x="79" y="275"/>
                    <a:pt x="34" y="335"/>
                    <a:pt x="34" y="417"/>
                  </a:cubicBezTo>
                  <a:cubicBezTo>
                    <a:pt x="0" y="484"/>
                    <a:pt x="67" y="584"/>
                    <a:pt x="167" y="584"/>
                  </a:cubicBezTo>
                  <a:cubicBezTo>
                    <a:pt x="601" y="651"/>
                    <a:pt x="968" y="718"/>
                    <a:pt x="1268" y="784"/>
                  </a:cubicBezTo>
                  <a:cubicBezTo>
                    <a:pt x="1568" y="851"/>
                    <a:pt x="1835" y="884"/>
                    <a:pt x="2035" y="884"/>
                  </a:cubicBezTo>
                  <a:cubicBezTo>
                    <a:pt x="2102" y="884"/>
                    <a:pt x="2202" y="884"/>
                    <a:pt x="2269" y="851"/>
                  </a:cubicBezTo>
                  <a:cubicBezTo>
                    <a:pt x="2435" y="784"/>
                    <a:pt x="2569" y="584"/>
                    <a:pt x="2669" y="451"/>
                  </a:cubicBezTo>
                  <a:cubicBezTo>
                    <a:pt x="2702" y="384"/>
                    <a:pt x="2736" y="317"/>
                    <a:pt x="2769" y="251"/>
                  </a:cubicBezTo>
                  <a:cubicBezTo>
                    <a:pt x="2836" y="184"/>
                    <a:pt x="2836" y="84"/>
                    <a:pt x="2769" y="50"/>
                  </a:cubicBezTo>
                  <a:cubicBezTo>
                    <a:pt x="2736" y="17"/>
                    <a:pt x="2694" y="0"/>
                    <a:pt x="26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83"/>
            <p:cNvSpPr/>
            <p:nvPr/>
          </p:nvSpPr>
          <p:spPr>
            <a:xfrm>
              <a:off x="1769775" y="1520625"/>
              <a:ext cx="37550" cy="33450"/>
            </a:xfrm>
            <a:custGeom>
              <a:avLst/>
              <a:gdLst/>
              <a:ahLst/>
              <a:cxnLst/>
              <a:rect l="l" t="t" r="r" b="b"/>
              <a:pathLst>
                <a:path w="1502" h="1338" extrusionOk="0">
                  <a:moveTo>
                    <a:pt x="1316" y="0"/>
                  </a:moveTo>
                  <a:cubicBezTo>
                    <a:pt x="1268" y="0"/>
                    <a:pt x="1222" y="29"/>
                    <a:pt x="1201" y="70"/>
                  </a:cubicBezTo>
                  <a:cubicBezTo>
                    <a:pt x="1034" y="337"/>
                    <a:pt x="634" y="671"/>
                    <a:pt x="300" y="904"/>
                  </a:cubicBezTo>
                  <a:cubicBezTo>
                    <a:pt x="234" y="971"/>
                    <a:pt x="167" y="1004"/>
                    <a:pt x="100" y="1071"/>
                  </a:cubicBezTo>
                  <a:cubicBezTo>
                    <a:pt x="34" y="1138"/>
                    <a:pt x="0" y="1238"/>
                    <a:pt x="67" y="1304"/>
                  </a:cubicBezTo>
                  <a:cubicBezTo>
                    <a:pt x="100" y="1338"/>
                    <a:pt x="134" y="1338"/>
                    <a:pt x="200" y="1338"/>
                  </a:cubicBezTo>
                  <a:cubicBezTo>
                    <a:pt x="234" y="1338"/>
                    <a:pt x="267" y="1338"/>
                    <a:pt x="300" y="1304"/>
                  </a:cubicBezTo>
                  <a:cubicBezTo>
                    <a:pt x="334" y="1271"/>
                    <a:pt x="434" y="1204"/>
                    <a:pt x="501" y="1138"/>
                  </a:cubicBezTo>
                  <a:cubicBezTo>
                    <a:pt x="834" y="904"/>
                    <a:pt x="1268" y="570"/>
                    <a:pt x="1468" y="237"/>
                  </a:cubicBezTo>
                  <a:cubicBezTo>
                    <a:pt x="1501" y="170"/>
                    <a:pt x="1501" y="70"/>
                    <a:pt x="1401" y="37"/>
                  </a:cubicBezTo>
                  <a:cubicBezTo>
                    <a:pt x="1376" y="11"/>
                    <a:pt x="1345" y="0"/>
                    <a:pt x="1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83"/>
            <p:cNvSpPr/>
            <p:nvPr/>
          </p:nvSpPr>
          <p:spPr>
            <a:xfrm>
              <a:off x="1654675" y="1676150"/>
              <a:ext cx="174325" cy="83075"/>
            </a:xfrm>
            <a:custGeom>
              <a:avLst/>
              <a:gdLst/>
              <a:ahLst/>
              <a:cxnLst/>
              <a:rect l="l" t="t" r="r" b="b"/>
              <a:pathLst>
                <a:path w="6973" h="3323" extrusionOk="0">
                  <a:moveTo>
                    <a:pt x="485" y="0"/>
                  </a:moveTo>
                  <a:cubicBezTo>
                    <a:pt x="455" y="0"/>
                    <a:pt x="426" y="8"/>
                    <a:pt x="401" y="20"/>
                  </a:cubicBezTo>
                  <a:cubicBezTo>
                    <a:pt x="134" y="220"/>
                    <a:pt x="1" y="420"/>
                    <a:pt x="1" y="687"/>
                  </a:cubicBezTo>
                  <a:cubicBezTo>
                    <a:pt x="1" y="1254"/>
                    <a:pt x="568" y="2022"/>
                    <a:pt x="1802" y="2956"/>
                  </a:cubicBezTo>
                  <a:cubicBezTo>
                    <a:pt x="2102" y="3189"/>
                    <a:pt x="2303" y="3323"/>
                    <a:pt x="2636" y="3323"/>
                  </a:cubicBezTo>
                  <a:cubicBezTo>
                    <a:pt x="3036" y="3323"/>
                    <a:pt x="3637" y="3122"/>
                    <a:pt x="4971" y="2689"/>
                  </a:cubicBezTo>
                  <a:cubicBezTo>
                    <a:pt x="5472" y="2522"/>
                    <a:pt x="6105" y="2322"/>
                    <a:pt x="6839" y="2088"/>
                  </a:cubicBezTo>
                  <a:cubicBezTo>
                    <a:pt x="6939" y="2055"/>
                    <a:pt x="6973" y="1988"/>
                    <a:pt x="6939" y="1888"/>
                  </a:cubicBezTo>
                  <a:cubicBezTo>
                    <a:pt x="6939" y="1834"/>
                    <a:pt x="6873" y="1779"/>
                    <a:pt x="6812" y="1779"/>
                  </a:cubicBezTo>
                  <a:cubicBezTo>
                    <a:pt x="6798" y="1779"/>
                    <a:pt x="6785" y="1782"/>
                    <a:pt x="6772" y="1788"/>
                  </a:cubicBezTo>
                  <a:cubicBezTo>
                    <a:pt x="6005" y="2022"/>
                    <a:pt x="5405" y="2222"/>
                    <a:pt x="4871" y="2389"/>
                  </a:cubicBezTo>
                  <a:cubicBezTo>
                    <a:pt x="3570" y="2803"/>
                    <a:pt x="3004" y="2984"/>
                    <a:pt x="2656" y="2984"/>
                  </a:cubicBezTo>
                  <a:cubicBezTo>
                    <a:pt x="2388" y="2984"/>
                    <a:pt x="2249" y="2877"/>
                    <a:pt x="2002" y="2689"/>
                  </a:cubicBezTo>
                  <a:cubicBezTo>
                    <a:pt x="601" y="1621"/>
                    <a:pt x="301" y="1021"/>
                    <a:pt x="301" y="687"/>
                  </a:cubicBezTo>
                  <a:cubicBezTo>
                    <a:pt x="335" y="554"/>
                    <a:pt x="401" y="420"/>
                    <a:pt x="568" y="287"/>
                  </a:cubicBezTo>
                  <a:cubicBezTo>
                    <a:pt x="635" y="254"/>
                    <a:pt x="668" y="154"/>
                    <a:pt x="635" y="87"/>
                  </a:cubicBezTo>
                  <a:cubicBezTo>
                    <a:pt x="592" y="23"/>
                    <a:pt x="537"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83"/>
            <p:cNvSpPr/>
            <p:nvPr/>
          </p:nvSpPr>
          <p:spPr>
            <a:xfrm>
              <a:off x="1789775" y="1573850"/>
              <a:ext cx="115950" cy="84475"/>
            </a:xfrm>
            <a:custGeom>
              <a:avLst/>
              <a:gdLst/>
              <a:ahLst/>
              <a:cxnLst/>
              <a:rect l="l" t="t" r="r" b="b"/>
              <a:pathLst>
                <a:path w="4638" h="3379" extrusionOk="0">
                  <a:moveTo>
                    <a:pt x="151" y="1"/>
                  </a:moveTo>
                  <a:cubicBezTo>
                    <a:pt x="78" y="1"/>
                    <a:pt x="28" y="60"/>
                    <a:pt x="1" y="143"/>
                  </a:cubicBezTo>
                  <a:cubicBezTo>
                    <a:pt x="1" y="209"/>
                    <a:pt x="68" y="309"/>
                    <a:pt x="134" y="309"/>
                  </a:cubicBezTo>
                  <a:cubicBezTo>
                    <a:pt x="368" y="343"/>
                    <a:pt x="535" y="343"/>
                    <a:pt x="668" y="343"/>
                  </a:cubicBezTo>
                  <a:cubicBezTo>
                    <a:pt x="801" y="343"/>
                    <a:pt x="935" y="343"/>
                    <a:pt x="1135" y="376"/>
                  </a:cubicBezTo>
                  <a:cubicBezTo>
                    <a:pt x="2636" y="610"/>
                    <a:pt x="4070" y="1877"/>
                    <a:pt x="4271" y="2077"/>
                  </a:cubicBezTo>
                  <a:cubicBezTo>
                    <a:pt x="4237" y="2244"/>
                    <a:pt x="4037" y="2711"/>
                    <a:pt x="3870" y="3045"/>
                  </a:cubicBezTo>
                  <a:cubicBezTo>
                    <a:pt x="3637" y="3011"/>
                    <a:pt x="3303" y="2845"/>
                    <a:pt x="2870" y="2544"/>
                  </a:cubicBezTo>
                  <a:cubicBezTo>
                    <a:pt x="2831" y="2519"/>
                    <a:pt x="2798" y="2508"/>
                    <a:pt x="2768" y="2508"/>
                  </a:cubicBezTo>
                  <a:cubicBezTo>
                    <a:pt x="2718" y="2508"/>
                    <a:pt x="2677" y="2537"/>
                    <a:pt x="2636" y="2578"/>
                  </a:cubicBezTo>
                  <a:cubicBezTo>
                    <a:pt x="2603" y="2644"/>
                    <a:pt x="2603" y="2745"/>
                    <a:pt x="2669" y="2778"/>
                  </a:cubicBezTo>
                  <a:cubicBezTo>
                    <a:pt x="3270" y="3178"/>
                    <a:pt x="3670" y="3378"/>
                    <a:pt x="3970" y="3378"/>
                  </a:cubicBezTo>
                  <a:cubicBezTo>
                    <a:pt x="4037" y="3378"/>
                    <a:pt x="4070" y="3345"/>
                    <a:pt x="4104" y="3312"/>
                  </a:cubicBezTo>
                  <a:cubicBezTo>
                    <a:pt x="4237" y="3045"/>
                    <a:pt x="4637" y="2211"/>
                    <a:pt x="4571" y="1977"/>
                  </a:cubicBezTo>
                  <a:cubicBezTo>
                    <a:pt x="4504" y="1811"/>
                    <a:pt x="2836" y="343"/>
                    <a:pt x="1202" y="43"/>
                  </a:cubicBezTo>
                  <a:cubicBezTo>
                    <a:pt x="1085" y="26"/>
                    <a:pt x="985" y="18"/>
                    <a:pt x="897" y="18"/>
                  </a:cubicBezTo>
                  <a:cubicBezTo>
                    <a:pt x="810" y="18"/>
                    <a:pt x="735" y="26"/>
                    <a:pt x="668" y="43"/>
                  </a:cubicBezTo>
                  <a:cubicBezTo>
                    <a:pt x="535" y="43"/>
                    <a:pt x="401" y="43"/>
                    <a:pt x="201" y="9"/>
                  </a:cubicBezTo>
                  <a:cubicBezTo>
                    <a:pt x="183" y="3"/>
                    <a:pt x="167" y="1"/>
                    <a:pt x="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83"/>
            <p:cNvSpPr/>
            <p:nvPr/>
          </p:nvSpPr>
          <p:spPr>
            <a:xfrm>
              <a:off x="1878175" y="1604000"/>
              <a:ext cx="239375" cy="117700"/>
            </a:xfrm>
            <a:custGeom>
              <a:avLst/>
              <a:gdLst/>
              <a:ahLst/>
              <a:cxnLst/>
              <a:rect l="l" t="t" r="r" b="b"/>
              <a:pathLst>
                <a:path w="9575" h="4708" extrusionOk="0">
                  <a:moveTo>
                    <a:pt x="692" y="1"/>
                  </a:moveTo>
                  <a:cubicBezTo>
                    <a:pt x="508" y="1"/>
                    <a:pt x="322" y="13"/>
                    <a:pt x="134" y="37"/>
                  </a:cubicBezTo>
                  <a:cubicBezTo>
                    <a:pt x="67" y="71"/>
                    <a:pt x="1" y="138"/>
                    <a:pt x="1" y="204"/>
                  </a:cubicBezTo>
                  <a:cubicBezTo>
                    <a:pt x="1" y="287"/>
                    <a:pt x="68" y="346"/>
                    <a:pt x="130" y="346"/>
                  </a:cubicBezTo>
                  <a:cubicBezTo>
                    <a:pt x="143" y="346"/>
                    <a:pt x="156" y="344"/>
                    <a:pt x="167" y="338"/>
                  </a:cubicBezTo>
                  <a:cubicBezTo>
                    <a:pt x="333" y="317"/>
                    <a:pt x="497" y="307"/>
                    <a:pt x="660" y="307"/>
                  </a:cubicBezTo>
                  <a:cubicBezTo>
                    <a:pt x="2595" y="307"/>
                    <a:pt x="4323" y="1704"/>
                    <a:pt x="5738" y="2873"/>
                  </a:cubicBezTo>
                  <a:lnTo>
                    <a:pt x="5905" y="3006"/>
                  </a:lnTo>
                  <a:cubicBezTo>
                    <a:pt x="6272" y="3273"/>
                    <a:pt x="8207" y="4707"/>
                    <a:pt x="9074" y="4707"/>
                  </a:cubicBezTo>
                  <a:cubicBezTo>
                    <a:pt x="9141" y="4707"/>
                    <a:pt x="9207" y="4707"/>
                    <a:pt x="9241" y="4674"/>
                  </a:cubicBezTo>
                  <a:cubicBezTo>
                    <a:pt x="9374" y="4641"/>
                    <a:pt x="9474" y="4541"/>
                    <a:pt x="9507" y="4407"/>
                  </a:cubicBezTo>
                  <a:cubicBezTo>
                    <a:pt x="9574" y="4140"/>
                    <a:pt x="9574" y="4140"/>
                    <a:pt x="7806" y="1705"/>
                  </a:cubicBezTo>
                  <a:cubicBezTo>
                    <a:pt x="7787" y="1666"/>
                    <a:pt x="7744" y="1650"/>
                    <a:pt x="7699" y="1650"/>
                  </a:cubicBezTo>
                  <a:cubicBezTo>
                    <a:pt x="7667" y="1650"/>
                    <a:pt x="7634" y="1658"/>
                    <a:pt x="7606" y="1672"/>
                  </a:cubicBezTo>
                  <a:cubicBezTo>
                    <a:pt x="7539" y="1739"/>
                    <a:pt x="7506" y="1805"/>
                    <a:pt x="7573" y="1905"/>
                  </a:cubicBezTo>
                  <a:cubicBezTo>
                    <a:pt x="9040" y="3940"/>
                    <a:pt x="9241" y="4207"/>
                    <a:pt x="9207" y="4307"/>
                  </a:cubicBezTo>
                  <a:cubicBezTo>
                    <a:pt x="9207" y="4374"/>
                    <a:pt x="9207" y="4374"/>
                    <a:pt x="9174" y="4374"/>
                  </a:cubicBezTo>
                  <a:cubicBezTo>
                    <a:pt x="9142" y="4385"/>
                    <a:pt x="9105" y="4390"/>
                    <a:pt x="9062" y="4390"/>
                  </a:cubicBezTo>
                  <a:cubicBezTo>
                    <a:pt x="8469" y="4390"/>
                    <a:pt x="6852" y="3364"/>
                    <a:pt x="6105" y="2773"/>
                  </a:cubicBezTo>
                  <a:lnTo>
                    <a:pt x="5905" y="2639"/>
                  </a:lnTo>
                  <a:cubicBezTo>
                    <a:pt x="4467" y="1446"/>
                    <a:pt x="2721" y="1"/>
                    <a:pt x="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83"/>
            <p:cNvSpPr/>
            <p:nvPr/>
          </p:nvSpPr>
          <p:spPr>
            <a:xfrm>
              <a:off x="1896525" y="1623100"/>
              <a:ext cx="163475" cy="103600"/>
            </a:xfrm>
            <a:custGeom>
              <a:avLst/>
              <a:gdLst/>
              <a:ahLst/>
              <a:cxnLst/>
              <a:rect l="l" t="t" r="r" b="b"/>
              <a:pathLst>
                <a:path w="6539" h="4144" extrusionOk="0">
                  <a:moveTo>
                    <a:pt x="128" y="1"/>
                  </a:moveTo>
                  <a:cubicBezTo>
                    <a:pt x="50" y="1"/>
                    <a:pt x="1" y="83"/>
                    <a:pt x="1" y="141"/>
                  </a:cubicBezTo>
                  <a:cubicBezTo>
                    <a:pt x="1" y="241"/>
                    <a:pt x="67" y="308"/>
                    <a:pt x="134" y="308"/>
                  </a:cubicBezTo>
                  <a:cubicBezTo>
                    <a:pt x="1768" y="374"/>
                    <a:pt x="3670" y="2075"/>
                    <a:pt x="4937" y="3176"/>
                  </a:cubicBezTo>
                  <a:cubicBezTo>
                    <a:pt x="5671" y="3843"/>
                    <a:pt x="6038" y="4144"/>
                    <a:pt x="6238" y="4144"/>
                  </a:cubicBezTo>
                  <a:cubicBezTo>
                    <a:pt x="6305" y="4144"/>
                    <a:pt x="6338" y="4110"/>
                    <a:pt x="6372" y="4110"/>
                  </a:cubicBezTo>
                  <a:cubicBezTo>
                    <a:pt x="6539" y="3977"/>
                    <a:pt x="6539" y="3710"/>
                    <a:pt x="6038" y="2509"/>
                  </a:cubicBezTo>
                  <a:cubicBezTo>
                    <a:pt x="6014" y="2460"/>
                    <a:pt x="5954" y="2429"/>
                    <a:pt x="5897" y="2429"/>
                  </a:cubicBezTo>
                  <a:cubicBezTo>
                    <a:pt x="5876" y="2429"/>
                    <a:pt x="5856" y="2433"/>
                    <a:pt x="5838" y="2442"/>
                  </a:cubicBezTo>
                  <a:cubicBezTo>
                    <a:pt x="5738" y="2476"/>
                    <a:pt x="5705" y="2576"/>
                    <a:pt x="5738" y="2643"/>
                  </a:cubicBezTo>
                  <a:cubicBezTo>
                    <a:pt x="6072" y="3376"/>
                    <a:pt x="6138" y="3677"/>
                    <a:pt x="6172" y="3810"/>
                  </a:cubicBezTo>
                  <a:cubicBezTo>
                    <a:pt x="5971" y="3677"/>
                    <a:pt x="5538" y="3276"/>
                    <a:pt x="5138" y="2943"/>
                  </a:cubicBezTo>
                  <a:cubicBezTo>
                    <a:pt x="3837" y="1809"/>
                    <a:pt x="1902" y="74"/>
                    <a:pt x="167" y="7"/>
                  </a:cubicBezTo>
                  <a:cubicBezTo>
                    <a:pt x="154" y="3"/>
                    <a:pt x="141" y="1"/>
                    <a:pt x="1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83"/>
            <p:cNvSpPr/>
            <p:nvPr/>
          </p:nvSpPr>
          <p:spPr>
            <a:xfrm>
              <a:off x="1850650" y="1655475"/>
              <a:ext cx="135975" cy="28700"/>
            </a:xfrm>
            <a:custGeom>
              <a:avLst/>
              <a:gdLst/>
              <a:ahLst/>
              <a:cxnLst/>
              <a:rect l="l" t="t" r="r" b="b"/>
              <a:pathLst>
                <a:path w="5439" h="1148" extrusionOk="0">
                  <a:moveTo>
                    <a:pt x="175" y="0"/>
                  </a:moveTo>
                  <a:cubicBezTo>
                    <a:pt x="119" y="0"/>
                    <a:pt x="59" y="31"/>
                    <a:pt x="34" y="80"/>
                  </a:cubicBezTo>
                  <a:cubicBezTo>
                    <a:pt x="1" y="180"/>
                    <a:pt x="34" y="247"/>
                    <a:pt x="101" y="280"/>
                  </a:cubicBezTo>
                  <a:cubicBezTo>
                    <a:pt x="234" y="347"/>
                    <a:pt x="334" y="447"/>
                    <a:pt x="468" y="547"/>
                  </a:cubicBezTo>
                  <a:cubicBezTo>
                    <a:pt x="801" y="814"/>
                    <a:pt x="1202" y="1147"/>
                    <a:pt x="2236" y="1147"/>
                  </a:cubicBezTo>
                  <a:cubicBezTo>
                    <a:pt x="2903" y="1147"/>
                    <a:pt x="3904" y="1014"/>
                    <a:pt x="5305" y="547"/>
                  </a:cubicBezTo>
                  <a:cubicBezTo>
                    <a:pt x="5405" y="514"/>
                    <a:pt x="5438" y="447"/>
                    <a:pt x="5405" y="347"/>
                  </a:cubicBezTo>
                  <a:cubicBezTo>
                    <a:pt x="5377" y="292"/>
                    <a:pt x="5328" y="238"/>
                    <a:pt x="5256" y="238"/>
                  </a:cubicBezTo>
                  <a:cubicBezTo>
                    <a:pt x="5240" y="238"/>
                    <a:pt x="5223" y="241"/>
                    <a:pt x="5205" y="247"/>
                  </a:cubicBezTo>
                  <a:cubicBezTo>
                    <a:pt x="3822" y="689"/>
                    <a:pt x="2892" y="845"/>
                    <a:pt x="2242" y="845"/>
                  </a:cubicBezTo>
                  <a:cubicBezTo>
                    <a:pt x="1323" y="845"/>
                    <a:pt x="961" y="534"/>
                    <a:pt x="668" y="280"/>
                  </a:cubicBezTo>
                  <a:cubicBezTo>
                    <a:pt x="535" y="180"/>
                    <a:pt x="401" y="80"/>
                    <a:pt x="234" y="13"/>
                  </a:cubicBezTo>
                  <a:cubicBezTo>
                    <a:pt x="216" y="4"/>
                    <a:pt x="196" y="0"/>
                    <a:pt x="1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83"/>
            <p:cNvSpPr/>
            <p:nvPr/>
          </p:nvSpPr>
          <p:spPr>
            <a:xfrm>
              <a:off x="1902375" y="1670725"/>
              <a:ext cx="110100" cy="71825"/>
            </a:xfrm>
            <a:custGeom>
              <a:avLst/>
              <a:gdLst/>
              <a:ahLst/>
              <a:cxnLst/>
              <a:rect l="l" t="t" r="r" b="b"/>
              <a:pathLst>
                <a:path w="4404" h="2873" extrusionOk="0">
                  <a:moveTo>
                    <a:pt x="1981" y="1"/>
                  </a:moveTo>
                  <a:cubicBezTo>
                    <a:pt x="1930" y="1"/>
                    <a:pt x="1876" y="29"/>
                    <a:pt x="1835" y="70"/>
                  </a:cubicBezTo>
                  <a:cubicBezTo>
                    <a:pt x="1801" y="137"/>
                    <a:pt x="1801" y="204"/>
                    <a:pt x="1868" y="271"/>
                  </a:cubicBezTo>
                  <a:cubicBezTo>
                    <a:pt x="3970" y="2139"/>
                    <a:pt x="4003" y="2539"/>
                    <a:pt x="4003" y="2539"/>
                  </a:cubicBezTo>
                  <a:cubicBezTo>
                    <a:pt x="3985" y="2549"/>
                    <a:pt x="3959" y="2554"/>
                    <a:pt x="3926" y="2554"/>
                  </a:cubicBezTo>
                  <a:cubicBezTo>
                    <a:pt x="3418" y="2554"/>
                    <a:pt x="1241" y="1376"/>
                    <a:pt x="300" y="404"/>
                  </a:cubicBezTo>
                  <a:cubicBezTo>
                    <a:pt x="267" y="387"/>
                    <a:pt x="225" y="379"/>
                    <a:pt x="183" y="379"/>
                  </a:cubicBezTo>
                  <a:cubicBezTo>
                    <a:pt x="142" y="379"/>
                    <a:pt x="100" y="387"/>
                    <a:pt x="67" y="404"/>
                  </a:cubicBezTo>
                  <a:cubicBezTo>
                    <a:pt x="0" y="471"/>
                    <a:pt x="0" y="571"/>
                    <a:pt x="67" y="637"/>
                  </a:cubicBezTo>
                  <a:cubicBezTo>
                    <a:pt x="867" y="1471"/>
                    <a:pt x="3169" y="2872"/>
                    <a:pt x="3970" y="2872"/>
                  </a:cubicBezTo>
                  <a:cubicBezTo>
                    <a:pt x="4003" y="2872"/>
                    <a:pt x="4070" y="2872"/>
                    <a:pt x="4103" y="2839"/>
                  </a:cubicBezTo>
                  <a:cubicBezTo>
                    <a:pt x="4203" y="2806"/>
                    <a:pt x="4270" y="2739"/>
                    <a:pt x="4303" y="2639"/>
                  </a:cubicBezTo>
                  <a:cubicBezTo>
                    <a:pt x="4336" y="2505"/>
                    <a:pt x="4403" y="2139"/>
                    <a:pt x="2068" y="37"/>
                  </a:cubicBezTo>
                  <a:cubicBezTo>
                    <a:pt x="2043" y="12"/>
                    <a:pt x="2012" y="1"/>
                    <a:pt x="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83"/>
            <p:cNvSpPr/>
            <p:nvPr/>
          </p:nvSpPr>
          <p:spPr>
            <a:xfrm>
              <a:off x="1878175" y="1703325"/>
              <a:ext cx="62575" cy="28375"/>
            </a:xfrm>
            <a:custGeom>
              <a:avLst/>
              <a:gdLst/>
              <a:ahLst/>
              <a:cxnLst/>
              <a:rect l="l" t="t" r="r" b="b"/>
              <a:pathLst>
                <a:path w="2503" h="1135" extrusionOk="0">
                  <a:moveTo>
                    <a:pt x="2302" y="1"/>
                  </a:moveTo>
                  <a:cubicBezTo>
                    <a:pt x="1969" y="134"/>
                    <a:pt x="1602" y="267"/>
                    <a:pt x="1202" y="434"/>
                  </a:cubicBezTo>
                  <a:cubicBezTo>
                    <a:pt x="835" y="568"/>
                    <a:pt x="468" y="734"/>
                    <a:pt x="134" y="835"/>
                  </a:cubicBezTo>
                  <a:cubicBezTo>
                    <a:pt x="67" y="868"/>
                    <a:pt x="1" y="968"/>
                    <a:pt x="34" y="1035"/>
                  </a:cubicBezTo>
                  <a:cubicBezTo>
                    <a:pt x="67" y="1101"/>
                    <a:pt x="101" y="1135"/>
                    <a:pt x="167" y="1135"/>
                  </a:cubicBezTo>
                  <a:lnTo>
                    <a:pt x="234" y="1135"/>
                  </a:lnTo>
                  <a:cubicBezTo>
                    <a:pt x="568" y="1001"/>
                    <a:pt x="935" y="868"/>
                    <a:pt x="1335" y="701"/>
                  </a:cubicBezTo>
                  <a:cubicBezTo>
                    <a:pt x="1702" y="568"/>
                    <a:pt x="2069" y="434"/>
                    <a:pt x="2402" y="301"/>
                  </a:cubicBezTo>
                  <a:cubicBezTo>
                    <a:pt x="2469" y="267"/>
                    <a:pt x="2502" y="201"/>
                    <a:pt x="2502" y="101"/>
                  </a:cubicBezTo>
                  <a:cubicBezTo>
                    <a:pt x="2469" y="34"/>
                    <a:pt x="2369" y="1"/>
                    <a:pt x="23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83"/>
            <p:cNvSpPr/>
            <p:nvPr/>
          </p:nvSpPr>
          <p:spPr>
            <a:xfrm>
              <a:off x="1968250" y="1677175"/>
              <a:ext cx="37550" cy="21175"/>
            </a:xfrm>
            <a:custGeom>
              <a:avLst/>
              <a:gdLst/>
              <a:ahLst/>
              <a:cxnLst/>
              <a:rect l="l" t="t" r="r" b="b"/>
              <a:pathLst>
                <a:path w="1502" h="847" extrusionOk="0">
                  <a:moveTo>
                    <a:pt x="1323" y="0"/>
                  </a:moveTo>
                  <a:cubicBezTo>
                    <a:pt x="1303" y="0"/>
                    <a:pt x="1284" y="4"/>
                    <a:pt x="1268" y="13"/>
                  </a:cubicBezTo>
                  <a:lnTo>
                    <a:pt x="134" y="546"/>
                  </a:lnTo>
                  <a:cubicBezTo>
                    <a:pt x="34" y="580"/>
                    <a:pt x="0" y="680"/>
                    <a:pt x="34" y="746"/>
                  </a:cubicBezTo>
                  <a:cubicBezTo>
                    <a:pt x="67" y="813"/>
                    <a:pt x="134" y="846"/>
                    <a:pt x="200" y="846"/>
                  </a:cubicBezTo>
                  <a:cubicBezTo>
                    <a:pt x="200" y="846"/>
                    <a:pt x="234" y="846"/>
                    <a:pt x="267" y="813"/>
                  </a:cubicBezTo>
                  <a:lnTo>
                    <a:pt x="1401" y="313"/>
                  </a:lnTo>
                  <a:cubicBezTo>
                    <a:pt x="1468" y="279"/>
                    <a:pt x="1501" y="179"/>
                    <a:pt x="1468" y="113"/>
                  </a:cubicBezTo>
                  <a:cubicBezTo>
                    <a:pt x="1443" y="38"/>
                    <a:pt x="1380" y="0"/>
                    <a:pt x="13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83"/>
            <p:cNvSpPr/>
            <p:nvPr/>
          </p:nvSpPr>
          <p:spPr>
            <a:xfrm>
              <a:off x="2210075" y="1291175"/>
              <a:ext cx="1200900" cy="140325"/>
            </a:xfrm>
            <a:custGeom>
              <a:avLst/>
              <a:gdLst/>
              <a:ahLst/>
              <a:cxnLst/>
              <a:rect l="l" t="t" r="r" b="b"/>
              <a:pathLst>
                <a:path w="48036" h="5613" extrusionOk="0">
                  <a:moveTo>
                    <a:pt x="41596" y="1"/>
                  </a:moveTo>
                  <a:cubicBezTo>
                    <a:pt x="40915" y="1"/>
                    <a:pt x="40053" y="47"/>
                    <a:pt x="38929" y="175"/>
                  </a:cubicBezTo>
                  <a:cubicBezTo>
                    <a:pt x="34459" y="709"/>
                    <a:pt x="30556" y="1176"/>
                    <a:pt x="27154" y="1576"/>
                  </a:cubicBezTo>
                  <a:cubicBezTo>
                    <a:pt x="16231" y="2872"/>
                    <a:pt x="10446" y="3559"/>
                    <a:pt x="6434" y="3559"/>
                  </a:cubicBezTo>
                  <a:cubicBezTo>
                    <a:pt x="3940" y="3559"/>
                    <a:pt x="2132" y="3293"/>
                    <a:pt x="201" y="2743"/>
                  </a:cubicBezTo>
                  <a:cubicBezTo>
                    <a:pt x="134" y="2743"/>
                    <a:pt x="34" y="2777"/>
                    <a:pt x="1" y="2844"/>
                  </a:cubicBezTo>
                  <a:cubicBezTo>
                    <a:pt x="1" y="2944"/>
                    <a:pt x="34" y="3010"/>
                    <a:pt x="134" y="3044"/>
                  </a:cubicBezTo>
                  <a:cubicBezTo>
                    <a:pt x="2102" y="3609"/>
                    <a:pt x="3935" y="3883"/>
                    <a:pt x="6464" y="3883"/>
                  </a:cubicBezTo>
                  <a:cubicBezTo>
                    <a:pt x="10495" y="3883"/>
                    <a:pt x="16294" y="3188"/>
                    <a:pt x="27220" y="1876"/>
                  </a:cubicBezTo>
                  <a:cubicBezTo>
                    <a:pt x="30589" y="1476"/>
                    <a:pt x="34492" y="1009"/>
                    <a:pt x="38995" y="509"/>
                  </a:cubicBezTo>
                  <a:cubicBezTo>
                    <a:pt x="40149" y="374"/>
                    <a:pt x="41017" y="324"/>
                    <a:pt x="41693" y="324"/>
                  </a:cubicBezTo>
                  <a:cubicBezTo>
                    <a:pt x="42855" y="324"/>
                    <a:pt x="43447" y="470"/>
                    <a:pt x="43932" y="575"/>
                  </a:cubicBezTo>
                  <a:cubicBezTo>
                    <a:pt x="44267" y="671"/>
                    <a:pt x="44550" y="749"/>
                    <a:pt x="44905" y="749"/>
                  </a:cubicBezTo>
                  <a:cubicBezTo>
                    <a:pt x="45045" y="749"/>
                    <a:pt x="45196" y="737"/>
                    <a:pt x="45367" y="709"/>
                  </a:cubicBezTo>
                  <a:cubicBezTo>
                    <a:pt x="45767" y="642"/>
                    <a:pt x="46134" y="575"/>
                    <a:pt x="46434" y="509"/>
                  </a:cubicBezTo>
                  <a:cubicBezTo>
                    <a:pt x="46834" y="442"/>
                    <a:pt x="47201" y="375"/>
                    <a:pt x="47468" y="375"/>
                  </a:cubicBezTo>
                  <a:cubicBezTo>
                    <a:pt x="47335" y="442"/>
                    <a:pt x="47168" y="575"/>
                    <a:pt x="47001" y="675"/>
                  </a:cubicBezTo>
                  <a:cubicBezTo>
                    <a:pt x="46367" y="1109"/>
                    <a:pt x="46401" y="1910"/>
                    <a:pt x="46534" y="2510"/>
                  </a:cubicBezTo>
                  <a:cubicBezTo>
                    <a:pt x="46434" y="2443"/>
                    <a:pt x="46334" y="2377"/>
                    <a:pt x="46234" y="2310"/>
                  </a:cubicBezTo>
                  <a:cubicBezTo>
                    <a:pt x="45555" y="1790"/>
                    <a:pt x="45258" y="1570"/>
                    <a:pt x="44936" y="1570"/>
                  </a:cubicBezTo>
                  <a:cubicBezTo>
                    <a:pt x="44721" y="1570"/>
                    <a:pt x="44494" y="1669"/>
                    <a:pt x="44132" y="1843"/>
                  </a:cubicBezTo>
                  <a:cubicBezTo>
                    <a:pt x="43298" y="2210"/>
                    <a:pt x="41564" y="3010"/>
                    <a:pt x="36827" y="3744"/>
                  </a:cubicBezTo>
                  <a:cubicBezTo>
                    <a:pt x="36794" y="3747"/>
                    <a:pt x="36761" y="3748"/>
                    <a:pt x="36728" y="3748"/>
                  </a:cubicBezTo>
                  <a:cubicBezTo>
                    <a:pt x="36324" y="3748"/>
                    <a:pt x="35906" y="3570"/>
                    <a:pt x="35660" y="3477"/>
                  </a:cubicBezTo>
                  <a:cubicBezTo>
                    <a:pt x="35520" y="3417"/>
                    <a:pt x="35427" y="3369"/>
                    <a:pt x="35355" y="3369"/>
                  </a:cubicBezTo>
                  <a:cubicBezTo>
                    <a:pt x="35306" y="3369"/>
                    <a:pt x="35266" y="3391"/>
                    <a:pt x="35226" y="3444"/>
                  </a:cubicBezTo>
                  <a:cubicBezTo>
                    <a:pt x="35126" y="3577"/>
                    <a:pt x="35126" y="3577"/>
                    <a:pt x="36060" y="4511"/>
                  </a:cubicBezTo>
                  <a:cubicBezTo>
                    <a:pt x="35726" y="4578"/>
                    <a:pt x="35426" y="4645"/>
                    <a:pt x="35126" y="4745"/>
                  </a:cubicBezTo>
                  <a:cubicBezTo>
                    <a:pt x="34492" y="4878"/>
                    <a:pt x="33925" y="5045"/>
                    <a:pt x="33091" y="5312"/>
                  </a:cubicBezTo>
                  <a:cubicBezTo>
                    <a:pt x="32991" y="5345"/>
                    <a:pt x="32958" y="5412"/>
                    <a:pt x="32991" y="5512"/>
                  </a:cubicBezTo>
                  <a:cubicBezTo>
                    <a:pt x="32991" y="5579"/>
                    <a:pt x="33058" y="5612"/>
                    <a:pt x="33124" y="5612"/>
                  </a:cubicBezTo>
                  <a:lnTo>
                    <a:pt x="33158" y="5612"/>
                  </a:lnTo>
                  <a:cubicBezTo>
                    <a:pt x="33992" y="5345"/>
                    <a:pt x="34559" y="5179"/>
                    <a:pt x="35193" y="5045"/>
                  </a:cubicBezTo>
                  <a:cubicBezTo>
                    <a:pt x="35560" y="4945"/>
                    <a:pt x="35960" y="4845"/>
                    <a:pt x="36393" y="4712"/>
                  </a:cubicBezTo>
                  <a:cubicBezTo>
                    <a:pt x="36460" y="4712"/>
                    <a:pt x="36494" y="4678"/>
                    <a:pt x="36494" y="4611"/>
                  </a:cubicBezTo>
                  <a:cubicBezTo>
                    <a:pt x="36527" y="4578"/>
                    <a:pt x="36494" y="4511"/>
                    <a:pt x="36460" y="4478"/>
                  </a:cubicBezTo>
                  <a:lnTo>
                    <a:pt x="36293" y="4311"/>
                  </a:lnTo>
                  <a:cubicBezTo>
                    <a:pt x="36127" y="4144"/>
                    <a:pt x="35993" y="4011"/>
                    <a:pt x="35893" y="3911"/>
                  </a:cubicBezTo>
                  <a:lnTo>
                    <a:pt x="35893" y="3911"/>
                  </a:lnTo>
                  <a:cubicBezTo>
                    <a:pt x="36113" y="3993"/>
                    <a:pt x="36400" y="4053"/>
                    <a:pt x="36681" y="4053"/>
                  </a:cubicBezTo>
                  <a:cubicBezTo>
                    <a:pt x="36741" y="4053"/>
                    <a:pt x="36801" y="4050"/>
                    <a:pt x="36860" y="4044"/>
                  </a:cubicBezTo>
                  <a:cubicBezTo>
                    <a:pt x="41664" y="3311"/>
                    <a:pt x="43432" y="2510"/>
                    <a:pt x="44266" y="2110"/>
                  </a:cubicBezTo>
                  <a:cubicBezTo>
                    <a:pt x="44557" y="1977"/>
                    <a:pt x="44733" y="1897"/>
                    <a:pt x="44904" y="1897"/>
                  </a:cubicBezTo>
                  <a:cubicBezTo>
                    <a:pt x="45163" y="1897"/>
                    <a:pt x="45411" y="2081"/>
                    <a:pt x="46034" y="2543"/>
                  </a:cubicBezTo>
                  <a:cubicBezTo>
                    <a:pt x="46234" y="2677"/>
                    <a:pt x="46434" y="2844"/>
                    <a:pt x="46667" y="3010"/>
                  </a:cubicBezTo>
                  <a:cubicBezTo>
                    <a:pt x="46701" y="3027"/>
                    <a:pt x="46734" y="3035"/>
                    <a:pt x="46768" y="3035"/>
                  </a:cubicBezTo>
                  <a:cubicBezTo>
                    <a:pt x="46801" y="3035"/>
                    <a:pt x="46834" y="3027"/>
                    <a:pt x="46868" y="3010"/>
                  </a:cubicBezTo>
                  <a:cubicBezTo>
                    <a:pt x="46901" y="2977"/>
                    <a:pt x="46934" y="2910"/>
                    <a:pt x="46934" y="2844"/>
                  </a:cubicBezTo>
                  <a:cubicBezTo>
                    <a:pt x="46734" y="2076"/>
                    <a:pt x="46634" y="1309"/>
                    <a:pt x="47201" y="942"/>
                  </a:cubicBezTo>
                  <a:cubicBezTo>
                    <a:pt x="47868" y="475"/>
                    <a:pt x="48035" y="342"/>
                    <a:pt x="47968" y="175"/>
                  </a:cubicBezTo>
                  <a:cubicBezTo>
                    <a:pt x="47923" y="83"/>
                    <a:pt x="47856" y="40"/>
                    <a:pt x="47671" y="40"/>
                  </a:cubicBezTo>
                  <a:cubicBezTo>
                    <a:pt x="47453" y="40"/>
                    <a:pt x="47072" y="100"/>
                    <a:pt x="46367" y="208"/>
                  </a:cubicBezTo>
                  <a:cubicBezTo>
                    <a:pt x="46067" y="275"/>
                    <a:pt x="45733" y="342"/>
                    <a:pt x="45333" y="375"/>
                  </a:cubicBezTo>
                  <a:cubicBezTo>
                    <a:pt x="45144" y="408"/>
                    <a:pt x="44985" y="423"/>
                    <a:pt x="44840" y="423"/>
                  </a:cubicBezTo>
                  <a:cubicBezTo>
                    <a:pt x="44551" y="423"/>
                    <a:pt x="44321" y="364"/>
                    <a:pt x="44032" y="275"/>
                  </a:cubicBezTo>
                  <a:cubicBezTo>
                    <a:pt x="43510" y="166"/>
                    <a:pt x="42874" y="1"/>
                    <a:pt x="4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83"/>
            <p:cNvSpPr/>
            <p:nvPr/>
          </p:nvSpPr>
          <p:spPr>
            <a:xfrm>
              <a:off x="2878900" y="1361400"/>
              <a:ext cx="183475" cy="110125"/>
            </a:xfrm>
            <a:custGeom>
              <a:avLst/>
              <a:gdLst/>
              <a:ahLst/>
              <a:cxnLst/>
              <a:rect l="l" t="t" r="r" b="b"/>
              <a:pathLst>
                <a:path w="7339" h="4405" extrusionOk="0">
                  <a:moveTo>
                    <a:pt x="467" y="301"/>
                  </a:moveTo>
                  <a:lnTo>
                    <a:pt x="467" y="301"/>
                  </a:lnTo>
                  <a:cubicBezTo>
                    <a:pt x="734" y="335"/>
                    <a:pt x="1301" y="502"/>
                    <a:pt x="1902" y="668"/>
                  </a:cubicBezTo>
                  <a:cubicBezTo>
                    <a:pt x="2335" y="768"/>
                    <a:pt x="2836" y="935"/>
                    <a:pt x="3403" y="1069"/>
                  </a:cubicBezTo>
                  <a:cubicBezTo>
                    <a:pt x="5237" y="1536"/>
                    <a:pt x="6138" y="2069"/>
                    <a:pt x="6972" y="4104"/>
                  </a:cubicBezTo>
                  <a:cubicBezTo>
                    <a:pt x="6038" y="4104"/>
                    <a:pt x="5304" y="4104"/>
                    <a:pt x="1735" y="1369"/>
                  </a:cubicBezTo>
                  <a:cubicBezTo>
                    <a:pt x="1068" y="835"/>
                    <a:pt x="634" y="502"/>
                    <a:pt x="467" y="301"/>
                  </a:cubicBezTo>
                  <a:close/>
                  <a:moveTo>
                    <a:pt x="390" y="0"/>
                  </a:moveTo>
                  <a:cubicBezTo>
                    <a:pt x="231" y="0"/>
                    <a:pt x="151" y="46"/>
                    <a:pt x="100" y="135"/>
                  </a:cubicBezTo>
                  <a:cubicBezTo>
                    <a:pt x="0" y="335"/>
                    <a:pt x="167" y="568"/>
                    <a:pt x="1535" y="1602"/>
                  </a:cubicBezTo>
                  <a:cubicBezTo>
                    <a:pt x="4937" y="4238"/>
                    <a:pt x="5871" y="4404"/>
                    <a:pt x="6738" y="4404"/>
                  </a:cubicBezTo>
                  <a:lnTo>
                    <a:pt x="7172" y="4404"/>
                  </a:lnTo>
                  <a:cubicBezTo>
                    <a:pt x="7239" y="4404"/>
                    <a:pt x="7272" y="4371"/>
                    <a:pt x="7305" y="4338"/>
                  </a:cubicBezTo>
                  <a:cubicBezTo>
                    <a:pt x="7339" y="4304"/>
                    <a:pt x="7339" y="4238"/>
                    <a:pt x="7339" y="4204"/>
                  </a:cubicBezTo>
                  <a:cubicBezTo>
                    <a:pt x="6472" y="1869"/>
                    <a:pt x="5437" y="1269"/>
                    <a:pt x="3469" y="768"/>
                  </a:cubicBezTo>
                  <a:cubicBezTo>
                    <a:pt x="2936" y="635"/>
                    <a:pt x="2435" y="468"/>
                    <a:pt x="2002" y="368"/>
                  </a:cubicBezTo>
                  <a:cubicBezTo>
                    <a:pt x="1114" y="120"/>
                    <a:pt x="647"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83"/>
            <p:cNvSpPr/>
            <p:nvPr/>
          </p:nvSpPr>
          <p:spPr>
            <a:xfrm>
              <a:off x="3302525" y="1297175"/>
              <a:ext cx="39225" cy="41750"/>
            </a:xfrm>
            <a:custGeom>
              <a:avLst/>
              <a:gdLst/>
              <a:ahLst/>
              <a:cxnLst/>
              <a:rect l="l" t="t" r="r" b="b"/>
              <a:pathLst>
                <a:path w="1569" h="1670" extrusionOk="0">
                  <a:moveTo>
                    <a:pt x="172" y="0"/>
                  </a:moveTo>
                  <a:cubicBezTo>
                    <a:pt x="120" y="0"/>
                    <a:pt x="77" y="37"/>
                    <a:pt x="34" y="102"/>
                  </a:cubicBezTo>
                  <a:cubicBezTo>
                    <a:pt x="1" y="168"/>
                    <a:pt x="34" y="269"/>
                    <a:pt x="101" y="302"/>
                  </a:cubicBezTo>
                  <a:cubicBezTo>
                    <a:pt x="401" y="435"/>
                    <a:pt x="568" y="702"/>
                    <a:pt x="735" y="969"/>
                  </a:cubicBezTo>
                  <a:cubicBezTo>
                    <a:pt x="901" y="1203"/>
                    <a:pt x="1068" y="1436"/>
                    <a:pt x="1302" y="1636"/>
                  </a:cubicBezTo>
                  <a:cubicBezTo>
                    <a:pt x="1335" y="1636"/>
                    <a:pt x="1368" y="1670"/>
                    <a:pt x="1402" y="1670"/>
                  </a:cubicBezTo>
                  <a:cubicBezTo>
                    <a:pt x="1435" y="1670"/>
                    <a:pt x="1502" y="1636"/>
                    <a:pt x="1535" y="1603"/>
                  </a:cubicBezTo>
                  <a:cubicBezTo>
                    <a:pt x="1568" y="1536"/>
                    <a:pt x="1568" y="1436"/>
                    <a:pt x="1502" y="1369"/>
                  </a:cubicBezTo>
                  <a:cubicBezTo>
                    <a:pt x="1268" y="1203"/>
                    <a:pt x="1135" y="1002"/>
                    <a:pt x="1001" y="769"/>
                  </a:cubicBezTo>
                  <a:cubicBezTo>
                    <a:pt x="801" y="502"/>
                    <a:pt x="601" y="202"/>
                    <a:pt x="268" y="35"/>
                  </a:cubicBezTo>
                  <a:cubicBezTo>
                    <a:pt x="232" y="11"/>
                    <a:pt x="201" y="0"/>
                    <a:pt x="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83"/>
            <p:cNvSpPr/>
            <p:nvPr/>
          </p:nvSpPr>
          <p:spPr>
            <a:xfrm>
              <a:off x="2586175" y="1400600"/>
              <a:ext cx="226875" cy="125950"/>
            </a:xfrm>
            <a:custGeom>
              <a:avLst/>
              <a:gdLst/>
              <a:ahLst/>
              <a:cxnLst/>
              <a:rect l="l" t="t" r="r" b="b"/>
              <a:pathLst>
                <a:path w="9075" h="5038" extrusionOk="0">
                  <a:moveTo>
                    <a:pt x="535" y="335"/>
                  </a:moveTo>
                  <a:lnTo>
                    <a:pt x="535" y="335"/>
                  </a:lnTo>
                  <a:cubicBezTo>
                    <a:pt x="768" y="401"/>
                    <a:pt x="1068" y="535"/>
                    <a:pt x="1502" y="701"/>
                  </a:cubicBezTo>
                  <a:cubicBezTo>
                    <a:pt x="2303" y="1035"/>
                    <a:pt x="3603" y="1602"/>
                    <a:pt x="6072" y="2369"/>
                  </a:cubicBezTo>
                  <a:cubicBezTo>
                    <a:pt x="6906" y="2636"/>
                    <a:pt x="7073" y="2736"/>
                    <a:pt x="7573" y="3303"/>
                  </a:cubicBezTo>
                  <a:cubicBezTo>
                    <a:pt x="8640" y="4437"/>
                    <a:pt x="8674" y="4704"/>
                    <a:pt x="8674" y="4738"/>
                  </a:cubicBezTo>
                  <a:cubicBezTo>
                    <a:pt x="8653" y="4750"/>
                    <a:pt x="8624" y="4756"/>
                    <a:pt x="8586" y="4756"/>
                  </a:cubicBezTo>
                  <a:cubicBezTo>
                    <a:pt x="8008" y="4756"/>
                    <a:pt x="5483" y="3369"/>
                    <a:pt x="3603" y="2336"/>
                  </a:cubicBezTo>
                  <a:lnTo>
                    <a:pt x="2803" y="1902"/>
                  </a:lnTo>
                  <a:lnTo>
                    <a:pt x="2703" y="2036"/>
                  </a:lnTo>
                  <a:lnTo>
                    <a:pt x="2736" y="1869"/>
                  </a:lnTo>
                  <a:cubicBezTo>
                    <a:pt x="2002" y="1469"/>
                    <a:pt x="1102" y="968"/>
                    <a:pt x="535" y="335"/>
                  </a:cubicBezTo>
                  <a:close/>
                  <a:moveTo>
                    <a:pt x="168" y="1"/>
                  </a:moveTo>
                  <a:cubicBezTo>
                    <a:pt x="101" y="1"/>
                    <a:pt x="68" y="34"/>
                    <a:pt x="34" y="101"/>
                  </a:cubicBezTo>
                  <a:cubicBezTo>
                    <a:pt x="1" y="134"/>
                    <a:pt x="34" y="201"/>
                    <a:pt x="68" y="268"/>
                  </a:cubicBezTo>
                  <a:cubicBezTo>
                    <a:pt x="635" y="1068"/>
                    <a:pt x="1735" y="1669"/>
                    <a:pt x="2603" y="2136"/>
                  </a:cubicBezTo>
                  <a:lnTo>
                    <a:pt x="2703" y="2036"/>
                  </a:lnTo>
                  <a:lnTo>
                    <a:pt x="2636" y="2169"/>
                  </a:lnTo>
                  <a:lnTo>
                    <a:pt x="3437" y="2603"/>
                  </a:lnTo>
                  <a:cubicBezTo>
                    <a:pt x="6472" y="4271"/>
                    <a:pt x="7973" y="5038"/>
                    <a:pt x="8607" y="5038"/>
                  </a:cubicBezTo>
                  <a:cubicBezTo>
                    <a:pt x="8740" y="5038"/>
                    <a:pt x="8841" y="5005"/>
                    <a:pt x="8907" y="4938"/>
                  </a:cubicBezTo>
                  <a:cubicBezTo>
                    <a:pt x="9074" y="4704"/>
                    <a:pt x="8941" y="4337"/>
                    <a:pt x="7806" y="3070"/>
                  </a:cubicBezTo>
                  <a:cubicBezTo>
                    <a:pt x="7273" y="2503"/>
                    <a:pt x="7039" y="2369"/>
                    <a:pt x="6172" y="2069"/>
                  </a:cubicBezTo>
                  <a:cubicBezTo>
                    <a:pt x="3704" y="1302"/>
                    <a:pt x="2403" y="768"/>
                    <a:pt x="1635" y="435"/>
                  </a:cubicBezTo>
                  <a:cubicBezTo>
                    <a:pt x="935" y="134"/>
                    <a:pt x="601"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83"/>
            <p:cNvSpPr/>
            <p:nvPr/>
          </p:nvSpPr>
          <p:spPr>
            <a:xfrm>
              <a:off x="3131575" y="1337000"/>
              <a:ext cx="137625" cy="31125"/>
            </a:xfrm>
            <a:custGeom>
              <a:avLst/>
              <a:gdLst/>
              <a:ahLst/>
              <a:cxnLst/>
              <a:rect l="l" t="t" r="r" b="b"/>
              <a:pathLst>
                <a:path w="5505" h="1245" extrusionOk="0">
                  <a:moveTo>
                    <a:pt x="5344" y="1"/>
                  </a:moveTo>
                  <a:cubicBezTo>
                    <a:pt x="5330" y="1"/>
                    <a:pt x="5316" y="4"/>
                    <a:pt x="5304" y="10"/>
                  </a:cubicBezTo>
                  <a:cubicBezTo>
                    <a:pt x="3603" y="443"/>
                    <a:pt x="1868" y="744"/>
                    <a:pt x="134" y="944"/>
                  </a:cubicBezTo>
                  <a:cubicBezTo>
                    <a:pt x="34" y="944"/>
                    <a:pt x="0" y="1044"/>
                    <a:pt x="0" y="1111"/>
                  </a:cubicBezTo>
                  <a:cubicBezTo>
                    <a:pt x="0" y="1211"/>
                    <a:pt x="67" y="1244"/>
                    <a:pt x="134" y="1244"/>
                  </a:cubicBezTo>
                  <a:lnTo>
                    <a:pt x="167" y="1244"/>
                  </a:lnTo>
                  <a:cubicBezTo>
                    <a:pt x="1902" y="1044"/>
                    <a:pt x="3670" y="744"/>
                    <a:pt x="5371" y="310"/>
                  </a:cubicBezTo>
                  <a:cubicBezTo>
                    <a:pt x="5438" y="277"/>
                    <a:pt x="5504" y="210"/>
                    <a:pt x="5471" y="110"/>
                  </a:cubicBezTo>
                  <a:cubicBezTo>
                    <a:pt x="5471" y="55"/>
                    <a:pt x="5404" y="1"/>
                    <a:pt x="5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83"/>
            <p:cNvSpPr/>
            <p:nvPr/>
          </p:nvSpPr>
          <p:spPr>
            <a:xfrm>
              <a:off x="3022325" y="1376425"/>
              <a:ext cx="54225" cy="14200"/>
            </a:xfrm>
            <a:custGeom>
              <a:avLst/>
              <a:gdLst/>
              <a:ahLst/>
              <a:cxnLst/>
              <a:rect l="l" t="t" r="r" b="b"/>
              <a:pathLst>
                <a:path w="2169" h="568" extrusionOk="0">
                  <a:moveTo>
                    <a:pt x="1386" y="1"/>
                  </a:moveTo>
                  <a:cubicBezTo>
                    <a:pt x="946" y="1"/>
                    <a:pt x="501" y="90"/>
                    <a:pt x="101" y="267"/>
                  </a:cubicBezTo>
                  <a:cubicBezTo>
                    <a:pt x="34" y="301"/>
                    <a:pt x="1" y="401"/>
                    <a:pt x="34" y="468"/>
                  </a:cubicBezTo>
                  <a:cubicBezTo>
                    <a:pt x="34" y="534"/>
                    <a:pt x="101" y="568"/>
                    <a:pt x="167" y="568"/>
                  </a:cubicBezTo>
                  <a:cubicBezTo>
                    <a:pt x="201" y="568"/>
                    <a:pt x="201" y="568"/>
                    <a:pt x="234" y="534"/>
                  </a:cubicBezTo>
                  <a:cubicBezTo>
                    <a:pt x="585" y="381"/>
                    <a:pt x="978" y="300"/>
                    <a:pt x="1368" y="300"/>
                  </a:cubicBezTo>
                  <a:cubicBezTo>
                    <a:pt x="1572" y="300"/>
                    <a:pt x="1774" y="322"/>
                    <a:pt x="1969" y="368"/>
                  </a:cubicBezTo>
                  <a:cubicBezTo>
                    <a:pt x="2069" y="368"/>
                    <a:pt x="2136" y="334"/>
                    <a:pt x="2169" y="234"/>
                  </a:cubicBezTo>
                  <a:cubicBezTo>
                    <a:pt x="2169" y="167"/>
                    <a:pt x="2136" y="67"/>
                    <a:pt x="2035" y="67"/>
                  </a:cubicBezTo>
                  <a:cubicBezTo>
                    <a:pt x="1824" y="23"/>
                    <a:pt x="1606" y="1"/>
                    <a:pt x="1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83"/>
            <p:cNvSpPr/>
            <p:nvPr/>
          </p:nvSpPr>
          <p:spPr>
            <a:xfrm>
              <a:off x="2296800" y="1403725"/>
              <a:ext cx="368625" cy="174550"/>
            </a:xfrm>
            <a:custGeom>
              <a:avLst/>
              <a:gdLst/>
              <a:ahLst/>
              <a:cxnLst/>
              <a:rect l="l" t="t" r="r" b="b"/>
              <a:pathLst>
                <a:path w="14745" h="6982" extrusionOk="0">
                  <a:moveTo>
                    <a:pt x="149" y="1"/>
                  </a:moveTo>
                  <a:cubicBezTo>
                    <a:pt x="78" y="1"/>
                    <a:pt x="28" y="55"/>
                    <a:pt x="1" y="109"/>
                  </a:cubicBezTo>
                  <a:cubicBezTo>
                    <a:pt x="1" y="210"/>
                    <a:pt x="34" y="276"/>
                    <a:pt x="134" y="310"/>
                  </a:cubicBezTo>
                  <a:cubicBezTo>
                    <a:pt x="4738" y="1377"/>
                    <a:pt x="9908" y="4846"/>
                    <a:pt x="12577" y="6814"/>
                  </a:cubicBezTo>
                  <a:cubicBezTo>
                    <a:pt x="12677" y="6914"/>
                    <a:pt x="12743" y="6948"/>
                    <a:pt x="12777" y="6981"/>
                  </a:cubicBezTo>
                  <a:lnTo>
                    <a:pt x="12944" y="6981"/>
                  </a:lnTo>
                  <a:cubicBezTo>
                    <a:pt x="12977" y="6948"/>
                    <a:pt x="13010" y="6881"/>
                    <a:pt x="13010" y="6814"/>
                  </a:cubicBezTo>
                  <a:cubicBezTo>
                    <a:pt x="12944" y="5914"/>
                    <a:pt x="12343" y="5213"/>
                    <a:pt x="11809" y="4679"/>
                  </a:cubicBezTo>
                  <a:cubicBezTo>
                    <a:pt x="11242" y="4079"/>
                    <a:pt x="10742" y="3679"/>
                    <a:pt x="10408" y="3412"/>
                  </a:cubicBezTo>
                  <a:cubicBezTo>
                    <a:pt x="10275" y="3278"/>
                    <a:pt x="10108" y="3145"/>
                    <a:pt x="10041" y="3078"/>
                  </a:cubicBezTo>
                  <a:cubicBezTo>
                    <a:pt x="10175" y="3012"/>
                    <a:pt x="10508" y="2978"/>
                    <a:pt x="10875" y="2911"/>
                  </a:cubicBezTo>
                  <a:cubicBezTo>
                    <a:pt x="11609" y="2811"/>
                    <a:pt x="12810" y="2645"/>
                    <a:pt x="14611" y="2211"/>
                  </a:cubicBezTo>
                  <a:cubicBezTo>
                    <a:pt x="14678" y="2178"/>
                    <a:pt x="14745" y="2111"/>
                    <a:pt x="14711" y="2011"/>
                  </a:cubicBezTo>
                  <a:cubicBezTo>
                    <a:pt x="14711" y="1956"/>
                    <a:pt x="14667" y="1902"/>
                    <a:pt x="14596" y="1902"/>
                  </a:cubicBezTo>
                  <a:cubicBezTo>
                    <a:pt x="14580" y="1902"/>
                    <a:pt x="14563" y="1905"/>
                    <a:pt x="14545" y="1911"/>
                  </a:cubicBezTo>
                  <a:cubicBezTo>
                    <a:pt x="12777" y="2311"/>
                    <a:pt x="11543" y="2511"/>
                    <a:pt x="10809" y="2611"/>
                  </a:cubicBezTo>
                  <a:cubicBezTo>
                    <a:pt x="10008" y="2745"/>
                    <a:pt x="9741" y="2778"/>
                    <a:pt x="9708" y="2978"/>
                  </a:cubicBezTo>
                  <a:cubicBezTo>
                    <a:pt x="9641" y="3178"/>
                    <a:pt x="9808" y="3312"/>
                    <a:pt x="10208" y="3645"/>
                  </a:cubicBezTo>
                  <a:cubicBezTo>
                    <a:pt x="10542" y="3912"/>
                    <a:pt x="11009" y="4279"/>
                    <a:pt x="11576" y="4880"/>
                  </a:cubicBezTo>
                  <a:cubicBezTo>
                    <a:pt x="12010" y="5313"/>
                    <a:pt x="12477" y="5847"/>
                    <a:pt x="12643" y="6481"/>
                  </a:cubicBezTo>
                  <a:cubicBezTo>
                    <a:pt x="9908" y="4479"/>
                    <a:pt x="4804" y="1077"/>
                    <a:pt x="201" y="9"/>
                  </a:cubicBezTo>
                  <a:cubicBezTo>
                    <a:pt x="183" y="3"/>
                    <a:pt x="165" y="1"/>
                    <a:pt x="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83"/>
            <p:cNvSpPr/>
            <p:nvPr/>
          </p:nvSpPr>
          <p:spPr>
            <a:xfrm>
              <a:off x="2369375" y="1306375"/>
              <a:ext cx="919825" cy="170150"/>
            </a:xfrm>
            <a:custGeom>
              <a:avLst/>
              <a:gdLst/>
              <a:ahLst/>
              <a:cxnLst/>
              <a:rect l="l" t="t" r="r" b="b"/>
              <a:pathLst>
                <a:path w="36793" h="6806" extrusionOk="0">
                  <a:moveTo>
                    <a:pt x="36626" y="1"/>
                  </a:moveTo>
                  <a:cubicBezTo>
                    <a:pt x="35592" y="67"/>
                    <a:pt x="34558" y="134"/>
                    <a:pt x="33524" y="167"/>
                  </a:cubicBezTo>
                  <a:cubicBezTo>
                    <a:pt x="32023" y="234"/>
                    <a:pt x="30488" y="301"/>
                    <a:pt x="28987" y="468"/>
                  </a:cubicBezTo>
                  <a:cubicBezTo>
                    <a:pt x="26019" y="768"/>
                    <a:pt x="23050" y="1168"/>
                    <a:pt x="20114" y="1602"/>
                  </a:cubicBezTo>
                  <a:cubicBezTo>
                    <a:pt x="17246" y="2035"/>
                    <a:pt x="14377" y="2369"/>
                    <a:pt x="11408" y="2669"/>
                  </a:cubicBezTo>
                  <a:cubicBezTo>
                    <a:pt x="7706" y="3036"/>
                    <a:pt x="3903" y="3436"/>
                    <a:pt x="133" y="3770"/>
                  </a:cubicBezTo>
                  <a:cubicBezTo>
                    <a:pt x="100" y="3770"/>
                    <a:pt x="33" y="3803"/>
                    <a:pt x="0" y="3870"/>
                  </a:cubicBezTo>
                  <a:cubicBezTo>
                    <a:pt x="0" y="3937"/>
                    <a:pt x="0" y="4003"/>
                    <a:pt x="67" y="4037"/>
                  </a:cubicBezTo>
                  <a:cubicBezTo>
                    <a:pt x="701" y="4671"/>
                    <a:pt x="1568" y="5038"/>
                    <a:pt x="2368" y="5404"/>
                  </a:cubicBezTo>
                  <a:lnTo>
                    <a:pt x="2735" y="5571"/>
                  </a:lnTo>
                  <a:cubicBezTo>
                    <a:pt x="3736" y="6005"/>
                    <a:pt x="4770" y="6439"/>
                    <a:pt x="5804" y="6772"/>
                  </a:cubicBezTo>
                  <a:cubicBezTo>
                    <a:pt x="5838" y="6772"/>
                    <a:pt x="5838" y="6805"/>
                    <a:pt x="5871" y="6805"/>
                  </a:cubicBezTo>
                  <a:cubicBezTo>
                    <a:pt x="5938" y="6805"/>
                    <a:pt x="5971" y="6739"/>
                    <a:pt x="6004" y="6705"/>
                  </a:cubicBezTo>
                  <a:cubicBezTo>
                    <a:pt x="6038" y="6605"/>
                    <a:pt x="5971" y="6505"/>
                    <a:pt x="5904" y="6505"/>
                  </a:cubicBezTo>
                  <a:cubicBezTo>
                    <a:pt x="4870" y="6138"/>
                    <a:pt x="3836" y="5738"/>
                    <a:pt x="2835" y="5271"/>
                  </a:cubicBezTo>
                  <a:lnTo>
                    <a:pt x="2502" y="5138"/>
                  </a:lnTo>
                  <a:cubicBezTo>
                    <a:pt x="1801" y="4804"/>
                    <a:pt x="1101" y="4504"/>
                    <a:pt x="534" y="4037"/>
                  </a:cubicBezTo>
                  <a:cubicBezTo>
                    <a:pt x="4170" y="3737"/>
                    <a:pt x="7872" y="3336"/>
                    <a:pt x="11442" y="2969"/>
                  </a:cubicBezTo>
                  <a:cubicBezTo>
                    <a:pt x="14410" y="2669"/>
                    <a:pt x="17279" y="2369"/>
                    <a:pt x="20148" y="1935"/>
                  </a:cubicBezTo>
                  <a:cubicBezTo>
                    <a:pt x="23083" y="1468"/>
                    <a:pt x="26052" y="1101"/>
                    <a:pt x="28987" y="768"/>
                  </a:cubicBezTo>
                  <a:cubicBezTo>
                    <a:pt x="30522" y="601"/>
                    <a:pt x="32056" y="534"/>
                    <a:pt x="33524" y="468"/>
                  </a:cubicBezTo>
                  <a:cubicBezTo>
                    <a:pt x="34558" y="434"/>
                    <a:pt x="35625" y="401"/>
                    <a:pt x="36660" y="334"/>
                  </a:cubicBezTo>
                  <a:cubicBezTo>
                    <a:pt x="36726" y="301"/>
                    <a:pt x="36793" y="234"/>
                    <a:pt x="36793" y="167"/>
                  </a:cubicBezTo>
                  <a:cubicBezTo>
                    <a:pt x="36793" y="67"/>
                    <a:pt x="36726" y="1"/>
                    <a:pt x="366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83"/>
            <p:cNvSpPr/>
            <p:nvPr/>
          </p:nvSpPr>
          <p:spPr>
            <a:xfrm>
              <a:off x="2697100" y="1401450"/>
              <a:ext cx="236025" cy="46725"/>
            </a:xfrm>
            <a:custGeom>
              <a:avLst/>
              <a:gdLst/>
              <a:ahLst/>
              <a:cxnLst/>
              <a:rect l="l" t="t" r="r" b="b"/>
              <a:pathLst>
                <a:path w="9441" h="1869" extrusionOk="0">
                  <a:moveTo>
                    <a:pt x="9240" y="0"/>
                  </a:moveTo>
                  <a:cubicBezTo>
                    <a:pt x="6272" y="567"/>
                    <a:pt x="3136" y="1101"/>
                    <a:pt x="167" y="1535"/>
                  </a:cubicBezTo>
                  <a:cubicBezTo>
                    <a:pt x="67" y="1568"/>
                    <a:pt x="0" y="1635"/>
                    <a:pt x="34" y="1735"/>
                  </a:cubicBezTo>
                  <a:cubicBezTo>
                    <a:pt x="34" y="1802"/>
                    <a:pt x="100" y="1868"/>
                    <a:pt x="167" y="1868"/>
                  </a:cubicBezTo>
                  <a:lnTo>
                    <a:pt x="201" y="1868"/>
                  </a:lnTo>
                  <a:cubicBezTo>
                    <a:pt x="3169" y="1401"/>
                    <a:pt x="6338" y="868"/>
                    <a:pt x="9274" y="334"/>
                  </a:cubicBezTo>
                  <a:cubicBezTo>
                    <a:pt x="9374" y="301"/>
                    <a:pt x="9440" y="234"/>
                    <a:pt x="9407" y="134"/>
                  </a:cubicBezTo>
                  <a:cubicBezTo>
                    <a:pt x="9407" y="67"/>
                    <a:pt x="9307" y="0"/>
                    <a:pt x="9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83"/>
            <p:cNvSpPr/>
            <p:nvPr/>
          </p:nvSpPr>
          <p:spPr>
            <a:xfrm>
              <a:off x="2416075" y="1511200"/>
              <a:ext cx="120100" cy="33700"/>
            </a:xfrm>
            <a:custGeom>
              <a:avLst/>
              <a:gdLst/>
              <a:ahLst/>
              <a:cxnLst/>
              <a:rect l="l" t="t" r="r" b="b"/>
              <a:pathLst>
                <a:path w="4804" h="1348" extrusionOk="0">
                  <a:moveTo>
                    <a:pt x="4658" y="1"/>
                  </a:moveTo>
                  <a:cubicBezTo>
                    <a:pt x="4639" y="1"/>
                    <a:pt x="4620" y="5"/>
                    <a:pt x="4603" y="13"/>
                  </a:cubicBezTo>
                  <a:cubicBezTo>
                    <a:pt x="4370" y="80"/>
                    <a:pt x="4136" y="147"/>
                    <a:pt x="3869" y="180"/>
                  </a:cubicBezTo>
                  <a:cubicBezTo>
                    <a:pt x="3336" y="314"/>
                    <a:pt x="2802" y="447"/>
                    <a:pt x="2302" y="714"/>
                  </a:cubicBezTo>
                  <a:cubicBezTo>
                    <a:pt x="2235" y="747"/>
                    <a:pt x="2168" y="781"/>
                    <a:pt x="2102" y="814"/>
                  </a:cubicBezTo>
                  <a:cubicBezTo>
                    <a:pt x="1968" y="914"/>
                    <a:pt x="1801" y="981"/>
                    <a:pt x="1668" y="1014"/>
                  </a:cubicBezTo>
                  <a:cubicBezTo>
                    <a:pt x="1623" y="1026"/>
                    <a:pt x="1575" y="1032"/>
                    <a:pt x="1524" y="1032"/>
                  </a:cubicBezTo>
                  <a:cubicBezTo>
                    <a:pt x="1157" y="1032"/>
                    <a:pt x="647" y="736"/>
                    <a:pt x="267" y="414"/>
                  </a:cubicBezTo>
                  <a:cubicBezTo>
                    <a:pt x="241" y="388"/>
                    <a:pt x="211" y="377"/>
                    <a:pt x="181" y="377"/>
                  </a:cubicBezTo>
                  <a:cubicBezTo>
                    <a:pt x="133" y="377"/>
                    <a:pt x="87" y="406"/>
                    <a:pt x="67" y="447"/>
                  </a:cubicBezTo>
                  <a:cubicBezTo>
                    <a:pt x="0" y="514"/>
                    <a:pt x="0" y="614"/>
                    <a:pt x="67" y="647"/>
                  </a:cubicBezTo>
                  <a:cubicBezTo>
                    <a:pt x="467" y="981"/>
                    <a:pt x="1067" y="1348"/>
                    <a:pt x="1568" y="1348"/>
                  </a:cubicBezTo>
                  <a:cubicBezTo>
                    <a:pt x="1601" y="1348"/>
                    <a:pt x="1668" y="1348"/>
                    <a:pt x="1735" y="1314"/>
                  </a:cubicBezTo>
                  <a:cubicBezTo>
                    <a:pt x="1935" y="1281"/>
                    <a:pt x="2102" y="1181"/>
                    <a:pt x="2268" y="1081"/>
                  </a:cubicBezTo>
                  <a:cubicBezTo>
                    <a:pt x="2335" y="1048"/>
                    <a:pt x="2368" y="1014"/>
                    <a:pt x="2435" y="981"/>
                  </a:cubicBezTo>
                  <a:cubicBezTo>
                    <a:pt x="2935" y="747"/>
                    <a:pt x="3436" y="614"/>
                    <a:pt x="3970" y="480"/>
                  </a:cubicBezTo>
                  <a:cubicBezTo>
                    <a:pt x="4203" y="447"/>
                    <a:pt x="4437" y="380"/>
                    <a:pt x="4670" y="314"/>
                  </a:cubicBezTo>
                  <a:cubicBezTo>
                    <a:pt x="4770" y="280"/>
                    <a:pt x="4803" y="180"/>
                    <a:pt x="4803" y="114"/>
                  </a:cubicBezTo>
                  <a:cubicBezTo>
                    <a:pt x="4778" y="38"/>
                    <a:pt x="4716" y="1"/>
                    <a:pt x="46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83"/>
            <p:cNvSpPr/>
            <p:nvPr/>
          </p:nvSpPr>
          <p:spPr>
            <a:xfrm>
              <a:off x="2368525" y="1461275"/>
              <a:ext cx="103425" cy="58625"/>
            </a:xfrm>
            <a:custGeom>
              <a:avLst/>
              <a:gdLst/>
              <a:ahLst/>
              <a:cxnLst/>
              <a:rect l="l" t="t" r="r" b="b"/>
              <a:pathLst>
                <a:path w="4137" h="2345" extrusionOk="0">
                  <a:moveTo>
                    <a:pt x="182" y="0"/>
                  </a:moveTo>
                  <a:cubicBezTo>
                    <a:pt x="111" y="0"/>
                    <a:pt x="61" y="55"/>
                    <a:pt x="34" y="109"/>
                  </a:cubicBezTo>
                  <a:cubicBezTo>
                    <a:pt x="1" y="176"/>
                    <a:pt x="34" y="276"/>
                    <a:pt x="101" y="309"/>
                  </a:cubicBezTo>
                  <a:cubicBezTo>
                    <a:pt x="1435" y="843"/>
                    <a:pt x="2703" y="1510"/>
                    <a:pt x="3870" y="2311"/>
                  </a:cubicBezTo>
                  <a:cubicBezTo>
                    <a:pt x="3870" y="2344"/>
                    <a:pt x="3903" y="2344"/>
                    <a:pt x="3937" y="2344"/>
                  </a:cubicBezTo>
                  <a:cubicBezTo>
                    <a:pt x="4004" y="2344"/>
                    <a:pt x="4037" y="2311"/>
                    <a:pt x="4070" y="2277"/>
                  </a:cubicBezTo>
                  <a:cubicBezTo>
                    <a:pt x="4137" y="2211"/>
                    <a:pt x="4104" y="2111"/>
                    <a:pt x="4037" y="2044"/>
                  </a:cubicBezTo>
                  <a:cubicBezTo>
                    <a:pt x="2836" y="1243"/>
                    <a:pt x="1568" y="543"/>
                    <a:pt x="234" y="9"/>
                  </a:cubicBezTo>
                  <a:cubicBezTo>
                    <a:pt x="216" y="3"/>
                    <a:pt x="199" y="0"/>
                    <a:pt x="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83"/>
            <p:cNvSpPr/>
            <p:nvPr/>
          </p:nvSpPr>
          <p:spPr>
            <a:xfrm>
              <a:off x="2471100" y="1518600"/>
              <a:ext cx="127625" cy="80500"/>
            </a:xfrm>
            <a:custGeom>
              <a:avLst/>
              <a:gdLst/>
              <a:ahLst/>
              <a:cxnLst/>
              <a:rect l="l" t="t" r="r" b="b"/>
              <a:pathLst>
                <a:path w="5105" h="3220" extrusionOk="0">
                  <a:moveTo>
                    <a:pt x="2886" y="1"/>
                  </a:moveTo>
                  <a:cubicBezTo>
                    <a:pt x="2844" y="1"/>
                    <a:pt x="2803" y="18"/>
                    <a:pt x="2769" y="51"/>
                  </a:cubicBezTo>
                  <a:cubicBezTo>
                    <a:pt x="2736" y="118"/>
                    <a:pt x="2736" y="218"/>
                    <a:pt x="2803" y="285"/>
                  </a:cubicBezTo>
                  <a:cubicBezTo>
                    <a:pt x="3637" y="1018"/>
                    <a:pt x="4137" y="1819"/>
                    <a:pt x="4704" y="2920"/>
                  </a:cubicBezTo>
                  <a:cubicBezTo>
                    <a:pt x="3436" y="2786"/>
                    <a:pt x="2002" y="1719"/>
                    <a:pt x="935" y="918"/>
                  </a:cubicBezTo>
                  <a:cubicBezTo>
                    <a:pt x="668" y="752"/>
                    <a:pt x="434" y="585"/>
                    <a:pt x="234" y="418"/>
                  </a:cubicBezTo>
                  <a:cubicBezTo>
                    <a:pt x="216" y="409"/>
                    <a:pt x="196" y="405"/>
                    <a:pt x="175" y="405"/>
                  </a:cubicBezTo>
                  <a:cubicBezTo>
                    <a:pt x="119" y="405"/>
                    <a:pt x="58" y="436"/>
                    <a:pt x="34" y="485"/>
                  </a:cubicBezTo>
                  <a:cubicBezTo>
                    <a:pt x="1" y="551"/>
                    <a:pt x="1" y="651"/>
                    <a:pt x="67" y="685"/>
                  </a:cubicBezTo>
                  <a:cubicBezTo>
                    <a:pt x="267" y="818"/>
                    <a:pt x="501" y="985"/>
                    <a:pt x="734" y="1185"/>
                  </a:cubicBezTo>
                  <a:cubicBezTo>
                    <a:pt x="1902" y="2052"/>
                    <a:pt x="3503" y="3220"/>
                    <a:pt x="4904" y="3220"/>
                  </a:cubicBezTo>
                  <a:lnTo>
                    <a:pt x="4971" y="3220"/>
                  </a:lnTo>
                  <a:cubicBezTo>
                    <a:pt x="5004" y="3220"/>
                    <a:pt x="5071" y="3187"/>
                    <a:pt x="5104" y="3153"/>
                  </a:cubicBezTo>
                  <a:cubicBezTo>
                    <a:pt x="5104" y="3120"/>
                    <a:pt x="5104" y="3053"/>
                    <a:pt x="5104" y="3020"/>
                  </a:cubicBezTo>
                  <a:cubicBezTo>
                    <a:pt x="4571" y="1986"/>
                    <a:pt x="4003" y="985"/>
                    <a:pt x="3003" y="51"/>
                  </a:cubicBezTo>
                  <a:cubicBezTo>
                    <a:pt x="2969" y="18"/>
                    <a:pt x="2928" y="1"/>
                    <a:pt x="2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83"/>
            <p:cNvSpPr/>
            <p:nvPr/>
          </p:nvSpPr>
          <p:spPr>
            <a:xfrm>
              <a:off x="2591200" y="1485675"/>
              <a:ext cx="138450" cy="48400"/>
            </a:xfrm>
            <a:custGeom>
              <a:avLst/>
              <a:gdLst/>
              <a:ahLst/>
              <a:cxnLst/>
              <a:rect l="l" t="t" r="r" b="b"/>
              <a:pathLst>
                <a:path w="5538" h="1936" extrusionOk="0">
                  <a:moveTo>
                    <a:pt x="5304" y="0"/>
                  </a:moveTo>
                  <a:cubicBezTo>
                    <a:pt x="5237" y="34"/>
                    <a:pt x="5137" y="67"/>
                    <a:pt x="5037" y="67"/>
                  </a:cubicBezTo>
                  <a:cubicBezTo>
                    <a:pt x="4637" y="167"/>
                    <a:pt x="3903" y="301"/>
                    <a:pt x="2402" y="801"/>
                  </a:cubicBezTo>
                  <a:cubicBezTo>
                    <a:pt x="2366" y="819"/>
                    <a:pt x="2337" y="827"/>
                    <a:pt x="2312" y="827"/>
                  </a:cubicBezTo>
                  <a:cubicBezTo>
                    <a:pt x="2243" y="827"/>
                    <a:pt x="2199" y="765"/>
                    <a:pt x="2102" y="668"/>
                  </a:cubicBezTo>
                  <a:cubicBezTo>
                    <a:pt x="2006" y="572"/>
                    <a:pt x="1876" y="408"/>
                    <a:pt x="1639" y="408"/>
                  </a:cubicBezTo>
                  <a:cubicBezTo>
                    <a:pt x="1545" y="408"/>
                    <a:pt x="1434" y="434"/>
                    <a:pt x="1301" y="501"/>
                  </a:cubicBezTo>
                  <a:cubicBezTo>
                    <a:pt x="1234" y="534"/>
                    <a:pt x="1201" y="601"/>
                    <a:pt x="1234" y="701"/>
                  </a:cubicBezTo>
                  <a:lnTo>
                    <a:pt x="1301" y="868"/>
                  </a:lnTo>
                  <a:cubicBezTo>
                    <a:pt x="1368" y="1001"/>
                    <a:pt x="1434" y="1168"/>
                    <a:pt x="1434" y="1201"/>
                  </a:cubicBezTo>
                  <a:cubicBezTo>
                    <a:pt x="1401" y="1268"/>
                    <a:pt x="1101" y="1335"/>
                    <a:pt x="801" y="1435"/>
                  </a:cubicBezTo>
                  <a:cubicBezTo>
                    <a:pt x="634" y="1468"/>
                    <a:pt x="400" y="1535"/>
                    <a:pt x="133" y="1635"/>
                  </a:cubicBezTo>
                  <a:cubicBezTo>
                    <a:pt x="67" y="1635"/>
                    <a:pt x="0" y="1735"/>
                    <a:pt x="33" y="1802"/>
                  </a:cubicBezTo>
                  <a:cubicBezTo>
                    <a:pt x="67" y="1902"/>
                    <a:pt x="100" y="1935"/>
                    <a:pt x="167" y="1935"/>
                  </a:cubicBezTo>
                  <a:cubicBezTo>
                    <a:pt x="200" y="1935"/>
                    <a:pt x="200" y="1935"/>
                    <a:pt x="234" y="1902"/>
                  </a:cubicBezTo>
                  <a:cubicBezTo>
                    <a:pt x="500" y="1835"/>
                    <a:pt x="734" y="1768"/>
                    <a:pt x="901" y="1735"/>
                  </a:cubicBezTo>
                  <a:cubicBezTo>
                    <a:pt x="1434" y="1568"/>
                    <a:pt x="1635" y="1501"/>
                    <a:pt x="1735" y="1335"/>
                  </a:cubicBezTo>
                  <a:cubicBezTo>
                    <a:pt x="1801" y="1168"/>
                    <a:pt x="1735" y="1001"/>
                    <a:pt x="1601" y="734"/>
                  </a:cubicBezTo>
                  <a:cubicBezTo>
                    <a:pt x="1618" y="729"/>
                    <a:pt x="1635" y="726"/>
                    <a:pt x="1650" y="726"/>
                  </a:cubicBezTo>
                  <a:cubicBezTo>
                    <a:pt x="1725" y="726"/>
                    <a:pt x="1785" y="790"/>
                    <a:pt x="1868" y="901"/>
                  </a:cubicBezTo>
                  <a:cubicBezTo>
                    <a:pt x="1970" y="1003"/>
                    <a:pt x="2093" y="1145"/>
                    <a:pt x="2295" y="1145"/>
                  </a:cubicBezTo>
                  <a:cubicBezTo>
                    <a:pt x="2356" y="1145"/>
                    <a:pt x="2424" y="1132"/>
                    <a:pt x="2502" y="1101"/>
                  </a:cubicBezTo>
                  <a:cubicBezTo>
                    <a:pt x="3970" y="601"/>
                    <a:pt x="4703" y="467"/>
                    <a:pt x="5104" y="367"/>
                  </a:cubicBezTo>
                  <a:cubicBezTo>
                    <a:pt x="5237" y="367"/>
                    <a:pt x="5337" y="334"/>
                    <a:pt x="5404" y="301"/>
                  </a:cubicBezTo>
                  <a:cubicBezTo>
                    <a:pt x="5471" y="301"/>
                    <a:pt x="5537" y="201"/>
                    <a:pt x="5504" y="100"/>
                  </a:cubicBezTo>
                  <a:cubicBezTo>
                    <a:pt x="5471" y="34"/>
                    <a:pt x="5404" y="0"/>
                    <a:pt x="5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83"/>
            <p:cNvSpPr/>
            <p:nvPr/>
          </p:nvSpPr>
          <p:spPr>
            <a:xfrm>
              <a:off x="2342675" y="1560425"/>
              <a:ext cx="183500" cy="66200"/>
            </a:xfrm>
            <a:custGeom>
              <a:avLst/>
              <a:gdLst/>
              <a:ahLst/>
              <a:cxnLst/>
              <a:rect l="l" t="t" r="r" b="b"/>
              <a:pathLst>
                <a:path w="7340" h="2648" extrusionOk="0">
                  <a:moveTo>
                    <a:pt x="1523" y="0"/>
                  </a:moveTo>
                  <a:cubicBezTo>
                    <a:pt x="1504" y="0"/>
                    <a:pt x="1485" y="4"/>
                    <a:pt x="1468" y="13"/>
                  </a:cubicBezTo>
                  <a:cubicBezTo>
                    <a:pt x="1235" y="113"/>
                    <a:pt x="101" y="646"/>
                    <a:pt x="34" y="1113"/>
                  </a:cubicBezTo>
                  <a:cubicBezTo>
                    <a:pt x="1" y="1213"/>
                    <a:pt x="67" y="1347"/>
                    <a:pt x="134" y="1414"/>
                  </a:cubicBezTo>
                  <a:cubicBezTo>
                    <a:pt x="801" y="1981"/>
                    <a:pt x="2035" y="2648"/>
                    <a:pt x="2569" y="2648"/>
                  </a:cubicBezTo>
                  <a:lnTo>
                    <a:pt x="2602" y="2648"/>
                  </a:lnTo>
                  <a:cubicBezTo>
                    <a:pt x="2703" y="2648"/>
                    <a:pt x="2703" y="2648"/>
                    <a:pt x="3837" y="2081"/>
                  </a:cubicBezTo>
                  <a:cubicBezTo>
                    <a:pt x="4470" y="1780"/>
                    <a:pt x="5538" y="1213"/>
                    <a:pt x="7239" y="379"/>
                  </a:cubicBezTo>
                  <a:cubicBezTo>
                    <a:pt x="7306" y="346"/>
                    <a:pt x="7339" y="246"/>
                    <a:pt x="7306" y="146"/>
                  </a:cubicBezTo>
                  <a:cubicBezTo>
                    <a:pt x="7281" y="97"/>
                    <a:pt x="7221" y="66"/>
                    <a:pt x="7165" y="66"/>
                  </a:cubicBezTo>
                  <a:cubicBezTo>
                    <a:pt x="7144" y="66"/>
                    <a:pt x="7124" y="70"/>
                    <a:pt x="7106" y="79"/>
                  </a:cubicBezTo>
                  <a:cubicBezTo>
                    <a:pt x="5371" y="947"/>
                    <a:pt x="4337" y="1480"/>
                    <a:pt x="3670" y="1814"/>
                  </a:cubicBezTo>
                  <a:cubicBezTo>
                    <a:pt x="2736" y="2314"/>
                    <a:pt x="2636" y="2348"/>
                    <a:pt x="2569" y="2348"/>
                  </a:cubicBezTo>
                  <a:lnTo>
                    <a:pt x="2536" y="2348"/>
                  </a:lnTo>
                  <a:cubicBezTo>
                    <a:pt x="2135" y="2348"/>
                    <a:pt x="1001" y="1747"/>
                    <a:pt x="334" y="1147"/>
                  </a:cubicBezTo>
                  <a:cubicBezTo>
                    <a:pt x="368" y="947"/>
                    <a:pt x="1001" y="546"/>
                    <a:pt x="1602" y="313"/>
                  </a:cubicBezTo>
                  <a:cubicBezTo>
                    <a:pt x="1668" y="279"/>
                    <a:pt x="1702" y="179"/>
                    <a:pt x="1668" y="113"/>
                  </a:cubicBezTo>
                  <a:cubicBezTo>
                    <a:pt x="1643" y="38"/>
                    <a:pt x="1581" y="0"/>
                    <a:pt x="1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83"/>
            <p:cNvSpPr/>
            <p:nvPr/>
          </p:nvSpPr>
          <p:spPr>
            <a:xfrm>
              <a:off x="2079150" y="1590250"/>
              <a:ext cx="502900" cy="150625"/>
            </a:xfrm>
            <a:custGeom>
              <a:avLst/>
              <a:gdLst/>
              <a:ahLst/>
              <a:cxnLst/>
              <a:rect l="l" t="t" r="r" b="b"/>
              <a:pathLst>
                <a:path w="20116" h="6025" extrusionOk="0">
                  <a:moveTo>
                    <a:pt x="15463" y="0"/>
                  </a:moveTo>
                  <a:cubicBezTo>
                    <a:pt x="15414" y="0"/>
                    <a:pt x="15366" y="24"/>
                    <a:pt x="15345" y="87"/>
                  </a:cubicBezTo>
                  <a:cubicBezTo>
                    <a:pt x="15278" y="154"/>
                    <a:pt x="15312" y="254"/>
                    <a:pt x="15378" y="287"/>
                  </a:cubicBezTo>
                  <a:cubicBezTo>
                    <a:pt x="17513" y="1788"/>
                    <a:pt x="19681" y="3856"/>
                    <a:pt x="19381" y="4824"/>
                  </a:cubicBezTo>
                  <a:cubicBezTo>
                    <a:pt x="19315" y="5157"/>
                    <a:pt x="18881" y="5324"/>
                    <a:pt x="18114" y="5391"/>
                  </a:cubicBezTo>
                  <a:cubicBezTo>
                    <a:pt x="17447" y="5424"/>
                    <a:pt x="16779" y="5458"/>
                    <a:pt x="16146" y="5524"/>
                  </a:cubicBezTo>
                  <a:cubicBezTo>
                    <a:pt x="14798" y="5624"/>
                    <a:pt x="13474" y="5721"/>
                    <a:pt x="12089" y="5721"/>
                  </a:cubicBezTo>
                  <a:cubicBezTo>
                    <a:pt x="8844" y="5721"/>
                    <a:pt x="5260" y="5190"/>
                    <a:pt x="234" y="2922"/>
                  </a:cubicBezTo>
                  <a:cubicBezTo>
                    <a:pt x="216" y="2914"/>
                    <a:pt x="196" y="2909"/>
                    <a:pt x="175" y="2909"/>
                  </a:cubicBezTo>
                  <a:cubicBezTo>
                    <a:pt x="119" y="2909"/>
                    <a:pt x="59" y="2940"/>
                    <a:pt x="34" y="2989"/>
                  </a:cubicBezTo>
                  <a:cubicBezTo>
                    <a:pt x="1" y="3056"/>
                    <a:pt x="34" y="3156"/>
                    <a:pt x="101" y="3189"/>
                  </a:cubicBezTo>
                  <a:cubicBezTo>
                    <a:pt x="5171" y="5491"/>
                    <a:pt x="8807" y="6025"/>
                    <a:pt x="12076" y="6025"/>
                  </a:cubicBezTo>
                  <a:cubicBezTo>
                    <a:pt x="13477" y="6025"/>
                    <a:pt x="14811" y="5925"/>
                    <a:pt x="16179" y="5825"/>
                  </a:cubicBezTo>
                  <a:cubicBezTo>
                    <a:pt x="16813" y="5791"/>
                    <a:pt x="17447" y="5724"/>
                    <a:pt x="18114" y="5691"/>
                  </a:cubicBezTo>
                  <a:cubicBezTo>
                    <a:pt x="19014" y="5624"/>
                    <a:pt x="19548" y="5391"/>
                    <a:pt x="19681" y="4891"/>
                  </a:cubicBezTo>
                  <a:cubicBezTo>
                    <a:pt x="20115" y="3389"/>
                    <a:pt x="16312" y="587"/>
                    <a:pt x="15545" y="20"/>
                  </a:cubicBezTo>
                  <a:cubicBezTo>
                    <a:pt x="15521" y="8"/>
                    <a:pt x="15492" y="0"/>
                    <a:pt x="15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83"/>
            <p:cNvSpPr/>
            <p:nvPr/>
          </p:nvSpPr>
          <p:spPr>
            <a:xfrm>
              <a:off x="2264300" y="1617125"/>
              <a:ext cx="274375" cy="93725"/>
            </a:xfrm>
            <a:custGeom>
              <a:avLst/>
              <a:gdLst/>
              <a:ahLst/>
              <a:cxnLst/>
              <a:rect l="l" t="t" r="r" b="b"/>
              <a:pathLst>
                <a:path w="10975" h="3749" extrusionOk="0">
                  <a:moveTo>
                    <a:pt x="146" y="0"/>
                  </a:moveTo>
                  <a:cubicBezTo>
                    <a:pt x="90" y="0"/>
                    <a:pt x="33" y="38"/>
                    <a:pt x="33" y="113"/>
                  </a:cubicBezTo>
                  <a:cubicBezTo>
                    <a:pt x="0" y="180"/>
                    <a:pt x="33" y="280"/>
                    <a:pt x="133" y="313"/>
                  </a:cubicBezTo>
                  <a:cubicBezTo>
                    <a:pt x="1401" y="680"/>
                    <a:pt x="2669" y="1214"/>
                    <a:pt x="3903" y="1747"/>
                  </a:cubicBezTo>
                  <a:cubicBezTo>
                    <a:pt x="6104" y="2648"/>
                    <a:pt x="8373" y="3615"/>
                    <a:pt x="10774" y="3749"/>
                  </a:cubicBezTo>
                  <a:lnTo>
                    <a:pt x="10808" y="3749"/>
                  </a:lnTo>
                  <a:cubicBezTo>
                    <a:pt x="10874" y="3749"/>
                    <a:pt x="10941" y="3682"/>
                    <a:pt x="10941" y="3582"/>
                  </a:cubicBezTo>
                  <a:cubicBezTo>
                    <a:pt x="10975" y="3515"/>
                    <a:pt x="10908" y="3415"/>
                    <a:pt x="10808" y="3415"/>
                  </a:cubicBezTo>
                  <a:cubicBezTo>
                    <a:pt x="8439" y="3315"/>
                    <a:pt x="6204" y="2348"/>
                    <a:pt x="4036" y="1447"/>
                  </a:cubicBezTo>
                  <a:cubicBezTo>
                    <a:pt x="2802" y="913"/>
                    <a:pt x="1501" y="380"/>
                    <a:pt x="200" y="13"/>
                  </a:cubicBezTo>
                  <a:cubicBezTo>
                    <a:pt x="183" y="4"/>
                    <a:pt x="165"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83"/>
            <p:cNvSpPr/>
            <p:nvPr/>
          </p:nvSpPr>
          <p:spPr>
            <a:xfrm>
              <a:off x="2423575" y="1641575"/>
              <a:ext cx="97600" cy="35100"/>
            </a:xfrm>
            <a:custGeom>
              <a:avLst/>
              <a:gdLst/>
              <a:ahLst/>
              <a:cxnLst/>
              <a:rect l="l" t="t" r="r" b="b"/>
              <a:pathLst>
                <a:path w="3904" h="1404" extrusionOk="0">
                  <a:moveTo>
                    <a:pt x="164" y="1"/>
                  </a:moveTo>
                  <a:cubicBezTo>
                    <a:pt x="104" y="1"/>
                    <a:pt x="55" y="38"/>
                    <a:pt x="34" y="102"/>
                  </a:cubicBezTo>
                  <a:cubicBezTo>
                    <a:pt x="0" y="169"/>
                    <a:pt x="34" y="269"/>
                    <a:pt x="134" y="302"/>
                  </a:cubicBezTo>
                  <a:cubicBezTo>
                    <a:pt x="1268" y="836"/>
                    <a:pt x="2469" y="1203"/>
                    <a:pt x="3703" y="1403"/>
                  </a:cubicBezTo>
                  <a:lnTo>
                    <a:pt x="3736" y="1403"/>
                  </a:lnTo>
                  <a:cubicBezTo>
                    <a:pt x="3803" y="1403"/>
                    <a:pt x="3870" y="1336"/>
                    <a:pt x="3903" y="1270"/>
                  </a:cubicBezTo>
                  <a:cubicBezTo>
                    <a:pt x="3903" y="1170"/>
                    <a:pt x="3836" y="1103"/>
                    <a:pt x="3770" y="1103"/>
                  </a:cubicBezTo>
                  <a:cubicBezTo>
                    <a:pt x="2535" y="903"/>
                    <a:pt x="1368" y="536"/>
                    <a:pt x="267" y="36"/>
                  </a:cubicBezTo>
                  <a:cubicBezTo>
                    <a:pt x="232" y="12"/>
                    <a:pt x="196" y="1"/>
                    <a:pt x="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83"/>
            <p:cNvSpPr/>
            <p:nvPr/>
          </p:nvSpPr>
          <p:spPr>
            <a:xfrm>
              <a:off x="2248450" y="1666925"/>
              <a:ext cx="105100" cy="42275"/>
            </a:xfrm>
            <a:custGeom>
              <a:avLst/>
              <a:gdLst/>
              <a:ahLst/>
              <a:cxnLst/>
              <a:rect l="l" t="t" r="r" b="b"/>
              <a:pathLst>
                <a:path w="4204" h="1691" extrusionOk="0">
                  <a:moveTo>
                    <a:pt x="3998" y="0"/>
                  </a:moveTo>
                  <a:cubicBezTo>
                    <a:pt x="3964" y="0"/>
                    <a:pt x="3931" y="8"/>
                    <a:pt x="3903" y="22"/>
                  </a:cubicBezTo>
                  <a:cubicBezTo>
                    <a:pt x="2802" y="1023"/>
                    <a:pt x="1201" y="1390"/>
                    <a:pt x="134" y="1390"/>
                  </a:cubicBezTo>
                  <a:cubicBezTo>
                    <a:pt x="67" y="1390"/>
                    <a:pt x="0" y="1457"/>
                    <a:pt x="0" y="1557"/>
                  </a:cubicBezTo>
                  <a:cubicBezTo>
                    <a:pt x="0" y="1623"/>
                    <a:pt x="67" y="1690"/>
                    <a:pt x="167" y="1690"/>
                  </a:cubicBezTo>
                  <a:cubicBezTo>
                    <a:pt x="1268" y="1690"/>
                    <a:pt x="2969" y="1290"/>
                    <a:pt x="4103" y="256"/>
                  </a:cubicBezTo>
                  <a:cubicBezTo>
                    <a:pt x="4170" y="222"/>
                    <a:pt x="4203" y="122"/>
                    <a:pt x="4137" y="56"/>
                  </a:cubicBezTo>
                  <a:cubicBezTo>
                    <a:pt x="4097" y="17"/>
                    <a:pt x="4047" y="0"/>
                    <a:pt x="39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83"/>
            <p:cNvSpPr/>
            <p:nvPr/>
          </p:nvSpPr>
          <p:spPr>
            <a:xfrm>
              <a:off x="3088200" y="1698325"/>
              <a:ext cx="546250" cy="123450"/>
            </a:xfrm>
            <a:custGeom>
              <a:avLst/>
              <a:gdLst/>
              <a:ahLst/>
              <a:cxnLst/>
              <a:rect l="l" t="t" r="r" b="b"/>
              <a:pathLst>
                <a:path w="21850" h="4938" extrusionOk="0">
                  <a:moveTo>
                    <a:pt x="16063" y="333"/>
                  </a:moveTo>
                  <a:cubicBezTo>
                    <a:pt x="16072" y="333"/>
                    <a:pt x="16077" y="333"/>
                    <a:pt x="16079" y="334"/>
                  </a:cubicBezTo>
                  <a:cubicBezTo>
                    <a:pt x="18981" y="334"/>
                    <a:pt x="21083" y="1301"/>
                    <a:pt x="21450" y="1702"/>
                  </a:cubicBezTo>
                  <a:cubicBezTo>
                    <a:pt x="14711" y="2869"/>
                    <a:pt x="11209" y="3670"/>
                    <a:pt x="9107" y="4137"/>
                  </a:cubicBezTo>
                  <a:cubicBezTo>
                    <a:pt x="7672" y="4456"/>
                    <a:pt x="6999" y="4605"/>
                    <a:pt x="6488" y="4605"/>
                  </a:cubicBezTo>
                  <a:cubicBezTo>
                    <a:pt x="6038" y="4605"/>
                    <a:pt x="5714" y="4489"/>
                    <a:pt x="5105" y="4270"/>
                  </a:cubicBezTo>
                  <a:lnTo>
                    <a:pt x="4771" y="4137"/>
                  </a:lnTo>
                  <a:cubicBezTo>
                    <a:pt x="3070" y="3536"/>
                    <a:pt x="668" y="2369"/>
                    <a:pt x="401" y="1735"/>
                  </a:cubicBezTo>
                  <a:cubicBezTo>
                    <a:pt x="2926" y="1276"/>
                    <a:pt x="15543" y="333"/>
                    <a:pt x="16063" y="333"/>
                  </a:cubicBezTo>
                  <a:close/>
                  <a:moveTo>
                    <a:pt x="16079" y="0"/>
                  </a:moveTo>
                  <a:cubicBezTo>
                    <a:pt x="15445" y="0"/>
                    <a:pt x="2269" y="1001"/>
                    <a:pt x="201" y="1468"/>
                  </a:cubicBezTo>
                  <a:cubicBezTo>
                    <a:pt x="134" y="1468"/>
                    <a:pt x="68" y="1535"/>
                    <a:pt x="68" y="1602"/>
                  </a:cubicBezTo>
                  <a:cubicBezTo>
                    <a:pt x="1" y="2736"/>
                    <a:pt x="4604" y="4404"/>
                    <a:pt x="4671" y="4437"/>
                  </a:cubicBezTo>
                  <a:lnTo>
                    <a:pt x="4971" y="4537"/>
                  </a:lnTo>
                  <a:cubicBezTo>
                    <a:pt x="5672" y="4804"/>
                    <a:pt x="6005" y="4937"/>
                    <a:pt x="6506" y="4937"/>
                  </a:cubicBezTo>
                  <a:cubicBezTo>
                    <a:pt x="7039" y="4937"/>
                    <a:pt x="7740" y="4771"/>
                    <a:pt x="9174" y="4437"/>
                  </a:cubicBezTo>
                  <a:cubicBezTo>
                    <a:pt x="11276" y="3970"/>
                    <a:pt x="14778" y="3203"/>
                    <a:pt x="21516" y="2002"/>
                  </a:cubicBezTo>
                  <a:cubicBezTo>
                    <a:pt x="21583" y="2002"/>
                    <a:pt x="21750" y="1969"/>
                    <a:pt x="21816" y="1868"/>
                  </a:cubicBezTo>
                  <a:cubicBezTo>
                    <a:pt x="21816" y="1802"/>
                    <a:pt x="21850" y="1702"/>
                    <a:pt x="21750" y="1602"/>
                  </a:cubicBezTo>
                  <a:cubicBezTo>
                    <a:pt x="21416" y="1035"/>
                    <a:pt x="18981" y="0"/>
                    <a:pt x="16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83"/>
            <p:cNvSpPr/>
            <p:nvPr/>
          </p:nvSpPr>
          <p:spPr>
            <a:xfrm>
              <a:off x="3150750" y="1713325"/>
              <a:ext cx="366950" cy="45900"/>
            </a:xfrm>
            <a:custGeom>
              <a:avLst/>
              <a:gdLst/>
              <a:ahLst/>
              <a:cxnLst/>
              <a:rect l="l" t="t" r="r" b="b"/>
              <a:pathLst>
                <a:path w="14678" h="1836" extrusionOk="0">
                  <a:moveTo>
                    <a:pt x="14511" y="1"/>
                  </a:moveTo>
                  <a:cubicBezTo>
                    <a:pt x="9741" y="201"/>
                    <a:pt x="4904" y="701"/>
                    <a:pt x="167" y="1535"/>
                  </a:cubicBezTo>
                  <a:cubicBezTo>
                    <a:pt x="67" y="1535"/>
                    <a:pt x="1" y="1635"/>
                    <a:pt x="34" y="1702"/>
                  </a:cubicBezTo>
                  <a:cubicBezTo>
                    <a:pt x="34" y="1769"/>
                    <a:pt x="101" y="1836"/>
                    <a:pt x="201" y="1836"/>
                  </a:cubicBezTo>
                  <a:cubicBezTo>
                    <a:pt x="4938" y="1035"/>
                    <a:pt x="9741" y="535"/>
                    <a:pt x="14544" y="334"/>
                  </a:cubicBezTo>
                  <a:cubicBezTo>
                    <a:pt x="14611" y="334"/>
                    <a:pt x="14678" y="234"/>
                    <a:pt x="14678" y="168"/>
                  </a:cubicBezTo>
                  <a:cubicBezTo>
                    <a:pt x="14678" y="68"/>
                    <a:pt x="14644" y="1"/>
                    <a:pt x="14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83"/>
            <p:cNvSpPr/>
            <p:nvPr/>
          </p:nvSpPr>
          <p:spPr>
            <a:xfrm>
              <a:off x="2326825" y="1731375"/>
              <a:ext cx="1056625" cy="166275"/>
            </a:xfrm>
            <a:custGeom>
              <a:avLst/>
              <a:gdLst/>
              <a:ahLst/>
              <a:cxnLst/>
              <a:rect l="l" t="t" r="r" b="b"/>
              <a:pathLst>
                <a:path w="42265" h="6651" extrusionOk="0">
                  <a:moveTo>
                    <a:pt x="180" y="0"/>
                  </a:moveTo>
                  <a:cubicBezTo>
                    <a:pt x="122" y="0"/>
                    <a:pt x="59" y="38"/>
                    <a:pt x="34" y="113"/>
                  </a:cubicBezTo>
                  <a:cubicBezTo>
                    <a:pt x="1" y="180"/>
                    <a:pt x="68" y="280"/>
                    <a:pt x="134" y="313"/>
                  </a:cubicBezTo>
                  <a:cubicBezTo>
                    <a:pt x="6339" y="2314"/>
                    <a:pt x="9441" y="2915"/>
                    <a:pt x="11142" y="3215"/>
                  </a:cubicBezTo>
                  <a:cubicBezTo>
                    <a:pt x="11509" y="3315"/>
                    <a:pt x="11809" y="3348"/>
                    <a:pt x="12043" y="3415"/>
                  </a:cubicBezTo>
                  <a:cubicBezTo>
                    <a:pt x="12743" y="3549"/>
                    <a:pt x="33258" y="6584"/>
                    <a:pt x="39929" y="6651"/>
                  </a:cubicBezTo>
                  <a:lnTo>
                    <a:pt x="39996" y="6651"/>
                  </a:lnTo>
                  <a:cubicBezTo>
                    <a:pt x="40897" y="6651"/>
                    <a:pt x="41564" y="6451"/>
                    <a:pt x="41931" y="6084"/>
                  </a:cubicBezTo>
                  <a:cubicBezTo>
                    <a:pt x="42131" y="5884"/>
                    <a:pt x="42264" y="5583"/>
                    <a:pt x="42264" y="5250"/>
                  </a:cubicBezTo>
                  <a:cubicBezTo>
                    <a:pt x="42231" y="4016"/>
                    <a:pt x="41364" y="3482"/>
                    <a:pt x="39929" y="2781"/>
                  </a:cubicBezTo>
                  <a:cubicBezTo>
                    <a:pt x="39911" y="2772"/>
                    <a:pt x="39891" y="2768"/>
                    <a:pt x="39870" y="2768"/>
                  </a:cubicBezTo>
                  <a:cubicBezTo>
                    <a:pt x="39814" y="2768"/>
                    <a:pt x="39754" y="2799"/>
                    <a:pt x="39729" y="2848"/>
                  </a:cubicBezTo>
                  <a:cubicBezTo>
                    <a:pt x="39696" y="2915"/>
                    <a:pt x="39729" y="3015"/>
                    <a:pt x="39796" y="3048"/>
                  </a:cubicBezTo>
                  <a:cubicBezTo>
                    <a:pt x="41397" y="3849"/>
                    <a:pt x="41931" y="4282"/>
                    <a:pt x="41931" y="5250"/>
                  </a:cubicBezTo>
                  <a:cubicBezTo>
                    <a:pt x="41931" y="5517"/>
                    <a:pt x="41864" y="5717"/>
                    <a:pt x="41697" y="5884"/>
                  </a:cubicBezTo>
                  <a:cubicBezTo>
                    <a:pt x="41422" y="6158"/>
                    <a:pt x="40896" y="6321"/>
                    <a:pt x="40144" y="6321"/>
                  </a:cubicBezTo>
                  <a:cubicBezTo>
                    <a:pt x="40074" y="6321"/>
                    <a:pt x="40003" y="6320"/>
                    <a:pt x="39929" y="6317"/>
                  </a:cubicBezTo>
                  <a:cubicBezTo>
                    <a:pt x="33258" y="6284"/>
                    <a:pt x="12810" y="3248"/>
                    <a:pt x="12109" y="3115"/>
                  </a:cubicBezTo>
                  <a:cubicBezTo>
                    <a:pt x="11876" y="3048"/>
                    <a:pt x="11576" y="2982"/>
                    <a:pt x="11209" y="2915"/>
                  </a:cubicBezTo>
                  <a:cubicBezTo>
                    <a:pt x="9508" y="2581"/>
                    <a:pt x="6405" y="2014"/>
                    <a:pt x="234" y="13"/>
                  </a:cubicBezTo>
                  <a:cubicBezTo>
                    <a:pt x="218" y="4"/>
                    <a:pt x="199" y="0"/>
                    <a:pt x="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83"/>
            <p:cNvSpPr/>
            <p:nvPr/>
          </p:nvSpPr>
          <p:spPr>
            <a:xfrm>
              <a:off x="2692925" y="1492125"/>
              <a:ext cx="507050" cy="237925"/>
            </a:xfrm>
            <a:custGeom>
              <a:avLst/>
              <a:gdLst/>
              <a:ahLst/>
              <a:cxnLst/>
              <a:rect l="l" t="t" r="r" b="b"/>
              <a:pathLst>
                <a:path w="20282" h="9517" extrusionOk="0">
                  <a:moveTo>
                    <a:pt x="195" y="0"/>
                  </a:moveTo>
                  <a:cubicBezTo>
                    <a:pt x="133" y="0"/>
                    <a:pt x="61" y="55"/>
                    <a:pt x="34" y="109"/>
                  </a:cubicBezTo>
                  <a:cubicBezTo>
                    <a:pt x="1" y="176"/>
                    <a:pt x="34" y="276"/>
                    <a:pt x="101" y="309"/>
                  </a:cubicBezTo>
                  <a:cubicBezTo>
                    <a:pt x="11776" y="5146"/>
                    <a:pt x="16246" y="7348"/>
                    <a:pt x="20048" y="9483"/>
                  </a:cubicBezTo>
                  <a:cubicBezTo>
                    <a:pt x="20048" y="9483"/>
                    <a:pt x="20082" y="9516"/>
                    <a:pt x="20115" y="9516"/>
                  </a:cubicBezTo>
                  <a:cubicBezTo>
                    <a:pt x="20182" y="9516"/>
                    <a:pt x="20215" y="9483"/>
                    <a:pt x="20248" y="9416"/>
                  </a:cubicBezTo>
                  <a:cubicBezTo>
                    <a:pt x="20282" y="9349"/>
                    <a:pt x="20282" y="9249"/>
                    <a:pt x="20182" y="9216"/>
                  </a:cubicBezTo>
                  <a:cubicBezTo>
                    <a:pt x="16412" y="7081"/>
                    <a:pt x="11942" y="4879"/>
                    <a:pt x="234" y="9"/>
                  </a:cubicBezTo>
                  <a:cubicBezTo>
                    <a:pt x="222" y="3"/>
                    <a:pt x="208" y="0"/>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83"/>
            <p:cNvSpPr/>
            <p:nvPr/>
          </p:nvSpPr>
          <p:spPr>
            <a:xfrm>
              <a:off x="2890575" y="1373375"/>
              <a:ext cx="307750" cy="210725"/>
            </a:xfrm>
            <a:custGeom>
              <a:avLst/>
              <a:gdLst/>
              <a:ahLst/>
              <a:cxnLst/>
              <a:rect l="l" t="t" r="r" b="b"/>
              <a:pathLst>
                <a:path w="12310" h="8429" extrusionOk="0">
                  <a:moveTo>
                    <a:pt x="12138" y="1"/>
                  </a:moveTo>
                  <a:cubicBezTo>
                    <a:pt x="12103" y="1"/>
                    <a:pt x="12070" y="9"/>
                    <a:pt x="12042" y="23"/>
                  </a:cubicBezTo>
                  <a:cubicBezTo>
                    <a:pt x="11375" y="623"/>
                    <a:pt x="10675" y="1190"/>
                    <a:pt x="9974" y="1790"/>
                  </a:cubicBezTo>
                  <a:cubicBezTo>
                    <a:pt x="9274" y="2391"/>
                    <a:pt x="8573" y="2991"/>
                    <a:pt x="7906" y="3558"/>
                  </a:cubicBezTo>
                  <a:cubicBezTo>
                    <a:pt x="5404" y="5693"/>
                    <a:pt x="2936" y="7661"/>
                    <a:pt x="134" y="8095"/>
                  </a:cubicBezTo>
                  <a:cubicBezTo>
                    <a:pt x="67" y="8128"/>
                    <a:pt x="0" y="8195"/>
                    <a:pt x="0" y="8295"/>
                  </a:cubicBezTo>
                  <a:cubicBezTo>
                    <a:pt x="34" y="8362"/>
                    <a:pt x="100" y="8429"/>
                    <a:pt x="167" y="8429"/>
                  </a:cubicBezTo>
                  <a:cubicBezTo>
                    <a:pt x="3069" y="7962"/>
                    <a:pt x="5571" y="5960"/>
                    <a:pt x="8106" y="3825"/>
                  </a:cubicBezTo>
                  <a:cubicBezTo>
                    <a:pt x="8773" y="3225"/>
                    <a:pt x="9474" y="2624"/>
                    <a:pt x="10174" y="2024"/>
                  </a:cubicBezTo>
                  <a:cubicBezTo>
                    <a:pt x="10875" y="1424"/>
                    <a:pt x="11575" y="856"/>
                    <a:pt x="12242" y="289"/>
                  </a:cubicBezTo>
                  <a:cubicBezTo>
                    <a:pt x="12309" y="223"/>
                    <a:pt x="12309" y="123"/>
                    <a:pt x="12276" y="56"/>
                  </a:cubicBezTo>
                  <a:cubicBezTo>
                    <a:pt x="12237" y="17"/>
                    <a:pt x="12186" y="1"/>
                    <a:pt x="12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83"/>
            <p:cNvSpPr/>
            <p:nvPr/>
          </p:nvSpPr>
          <p:spPr>
            <a:xfrm>
              <a:off x="3249150" y="1227650"/>
              <a:ext cx="229375" cy="497375"/>
            </a:xfrm>
            <a:custGeom>
              <a:avLst/>
              <a:gdLst/>
              <a:ahLst/>
              <a:cxnLst/>
              <a:rect l="l" t="t" r="r" b="b"/>
              <a:pathLst>
                <a:path w="9175" h="19895" extrusionOk="0">
                  <a:moveTo>
                    <a:pt x="5440" y="1"/>
                  </a:moveTo>
                  <a:cubicBezTo>
                    <a:pt x="4211" y="1"/>
                    <a:pt x="3490" y="769"/>
                    <a:pt x="2469" y="1849"/>
                  </a:cubicBezTo>
                  <a:cubicBezTo>
                    <a:pt x="2236" y="2116"/>
                    <a:pt x="1969" y="2416"/>
                    <a:pt x="1669" y="2716"/>
                  </a:cubicBezTo>
                  <a:cubicBezTo>
                    <a:pt x="1602" y="2783"/>
                    <a:pt x="1602" y="2883"/>
                    <a:pt x="1669" y="2949"/>
                  </a:cubicBezTo>
                  <a:cubicBezTo>
                    <a:pt x="1702" y="2983"/>
                    <a:pt x="1735" y="2999"/>
                    <a:pt x="1769" y="2999"/>
                  </a:cubicBezTo>
                  <a:cubicBezTo>
                    <a:pt x="1802" y="2999"/>
                    <a:pt x="1835" y="2983"/>
                    <a:pt x="1869" y="2949"/>
                  </a:cubicBezTo>
                  <a:cubicBezTo>
                    <a:pt x="2169" y="2616"/>
                    <a:pt x="2436" y="2349"/>
                    <a:pt x="2703" y="2082"/>
                  </a:cubicBezTo>
                  <a:cubicBezTo>
                    <a:pt x="3697" y="1009"/>
                    <a:pt x="4350" y="313"/>
                    <a:pt x="5454" y="313"/>
                  </a:cubicBezTo>
                  <a:cubicBezTo>
                    <a:pt x="6238" y="313"/>
                    <a:pt x="7250" y="664"/>
                    <a:pt x="8774" y="1482"/>
                  </a:cubicBezTo>
                  <a:cubicBezTo>
                    <a:pt x="7039" y="4651"/>
                    <a:pt x="5505" y="8053"/>
                    <a:pt x="4004" y="11355"/>
                  </a:cubicBezTo>
                  <a:cubicBezTo>
                    <a:pt x="2636" y="14391"/>
                    <a:pt x="1368" y="17226"/>
                    <a:pt x="34" y="19661"/>
                  </a:cubicBezTo>
                  <a:cubicBezTo>
                    <a:pt x="1" y="19728"/>
                    <a:pt x="34" y="19828"/>
                    <a:pt x="101" y="19862"/>
                  </a:cubicBezTo>
                  <a:cubicBezTo>
                    <a:pt x="134" y="19895"/>
                    <a:pt x="168" y="19895"/>
                    <a:pt x="201" y="19895"/>
                  </a:cubicBezTo>
                  <a:cubicBezTo>
                    <a:pt x="234" y="19895"/>
                    <a:pt x="301" y="19862"/>
                    <a:pt x="334" y="19795"/>
                  </a:cubicBezTo>
                  <a:cubicBezTo>
                    <a:pt x="1635" y="17360"/>
                    <a:pt x="2936" y="14524"/>
                    <a:pt x="4304" y="11489"/>
                  </a:cubicBezTo>
                  <a:cubicBezTo>
                    <a:pt x="5805" y="8153"/>
                    <a:pt x="7373" y="4684"/>
                    <a:pt x="9107" y="1482"/>
                  </a:cubicBezTo>
                  <a:cubicBezTo>
                    <a:pt x="9174" y="1415"/>
                    <a:pt x="9141" y="1315"/>
                    <a:pt x="9041" y="1282"/>
                  </a:cubicBezTo>
                  <a:cubicBezTo>
                    <a:pt x="7408" y="376"/>
                    <a:pt x="6300" y="1"/>
                    <a:pt x="54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83"/>
            <p:cNvSpPr/>
            <p:nvPr/>
          </p:nvSpPr>
          <p:spPr>
            <a:xfrm>
              <a:off x="3024000" y="1396850"/>
              <a:ext cx="189325" cy="161400"/>
            </a:xfrm>
            <a:custGeom>
              <a:avLst/>
              <a:gdLst/>
              <a:ahLst/>
              <a:cxnLst/>
              <a:rect l="l" t="t" r="r" b="b"/>
              <a:pathLst>
                <a:path w="7573" h="6456" extrusionOk="0">
                  <a:moveTo>
                    <a:pt x="7389" y="1"/>
                  </a:moveTo>
                  <a:cubicBezTo>
                    <a:pt x="7347" y="1"/>
                    <a:pt x="7306" y="18"/>
                    <a:pt x="7272" y="51"/>
                  </a:cubicBezTo>
                  <a:cubicBezTo>
                    <a:pt x="5304" y="2519"/>
                    <a:pt x="2836" y="4621"/>
                    <a:pt x="100" y="6155"/>
                  </a:cubicBezTo>
                  <a:cubicBezTo>
                    <a:pt x="34" y="6222"/>
                    <a:pt x="0" y="6322"/>
                    <a:pt x="34" y="6389"/>
                  </a:cubicBezTo>
                  <a:cubicBezTo>
                    <a:pt x="67" y="6422"/>
                    <a:pt x="134" y="6455"/>
                    <a:pt x="201" y="6455"/>
                  </a:cubicBezTo>
                  <a:lnTo>
                    <a:pt x="267" y="6455"/>
                  </a:lnTo>
                  <a:cubicBezTo>
                    <a:pt x="3036" y="4888"/>
                    <a:pt x="5538" y="2753"/>
                    <a:pt x="7506" y="251"/>
                  </a:cubicBezTo>
                  <a:cubicBezTo>
                    <a:pt x="7572" y="184"/>
                    <a:pt x="7572" y="84"/>
                    <a:pt x="7506" y="51"/>
                  </a:cubicBezTo>
                  <a:cubicBezTo>
                    <a:pt x="7472" y="18"/>
                    <a:pt x="7431" y="1"/>
                    <a:pt x="7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83"/>
            <p:cNvSpPr/>
            <p:nvPr/>
          </p:nvSpPr>
          <p:spPr>
            <a:xfrm>
              <a:off x="3218300" y="1296650"/>
              <a:ext cx="216025" cy="405025"/>
            </a:xfrm>
            <a:custGeom>
              <a:avLst/>
              <a:gdLst/>
              <a:ahLst/>
              <a:cxnLst/>
              <a:rect l="l" t="t" r="r" b="b"/>
              <a:pathLst>
                <a:path w="8641" h="16201" extrusionOk="0">
                  <a:moveTo>
                    <a:pt x="8478" y="1"/>
                  </a:moveTo>
                  <a:cubicBezTo>
                    <a:pt x="8430" y="1"/>
                    <a:pt x="8379" y="17"/>
                    <a:pt x="8340" y="56"/>
                  </a:cubicBezTo>
                  <a:cubicBezTo>
                    <a:pt x="7272" y="1390"/>
                    <a:pt x="6605" y="2991"/>
                    <a:pt x="5972" y="4526"/>
                  </a:cubicBezTo>
                  <a:cubicBezTo>
                    <a:pt x="5738" y="5060"/>
                    <a:pt x="5538" y="5560"/>
                    <a:pt x="5304" y="6060"/>
                  </a:cubicBezTo>
                  <a:cubicBezTo>
                    <a:pt x="4571" y="7695"/>
                    <a:pt x="3670" y="9296"/>
                    <a:pt x="2769" y="10797"/>
                  </a:cubicBezTo>
                  <a:cubicBezTo>
                    <a:pt x="1802" y="12465"/>
                    <a:pt x="801" y="14199"/>
                    <a:pt x="34" y="15967"/>
                  </a:cubicBezTo>
                  <a:cubicBezTo>
                    <a:pt x="1" y="16067"/>
                    <a:pt x="34" y="16134"/>
                    <a:pt x="134" y="16168"/>
                  </a:cubicBezTo>
                  <a:cubicBezTo>
                    <a:pt x="134" y="16201"/>
                    <a:pt x="167" y="16201"/>
                    <a:pt x="201" y="16201"/>
                  </a:cubicBezTo>
                  <a:cubicBezTo>
                    <a:pt x="234" y="16201"/>
                    <a:pt x="301" y="16168"/>
                    <a:pt x="334" y="16101"/>
                  </a:cubicBezTo>
                  <a:cubicBezTo>
                    <a:pt x="1101" y="14333"/>
                    <a:pt x="2069" y="12632"/>
                    <a:pt x="3036" y="10964"/>
                  </a:cubicBezTo>
                  <a:cubicBezTo>
                    <a:pt x="3937" y="9429"/>
                    <a:pt x="4837" y="7828"/>
                    <a:pt x="5605" y="6194"/>
                  </a:cubicBezTo>
                  <a:cubicBezTo>
                    <a:pt x="5805" y="5693"/>
                    <a:pt x="6038" y="5193"/>
                    <a:pt x="6238" y="4659"/>
                  </a:cubicBezTo>
                  <a:cubicBezTo>
                    <a:pt x="6872" y="3125"/>
                    <a:pt x="7539" y="1557"/>
                    <a:pt x="8607" y="256"/>
                  </a:cubicBezTo>
                  <a:cubicBezTo>
                    <a:pt x="8640" y="189"/>
                    <a:pt x="8640" y="89"/>
                    <a:pt x="8573" y="23"/>
                  </a:cubicBezTo>
                  <a:cubicBezTo>
                    <a:pt x="8546" y="9"/>
                    <a:pt x="8512" y="1"/>
                    <a:pt x="8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83"/>
            <p:cNvSpPr/>
            <p:nvPr/>
          </p:nvSpPr>
          <p:spPr>
            <a:xfrm>
              <a:off x="2564500" y="1733125"/>
              <a:ext cx="783925" cy="127000"/>
            </a:xfrm>
            <a:custGeom>
              <a:avLst/>
              <a:gdLst/>
              <a:ahLst/>
              <a:cxnLst/>
              <a:rect l="l" t="t" r="r" b="b"/>
              <a:pathLst>
                <a:path w="31357" h="5080" extrusionOk="0">
                  <a:moveTo>
                    <a:pt x="184" y="1"/>
                  </a:moveTo>
                  <a:cubicBezTo>
                    <a:pt x="111" y="1"/>
                    <a:pt x="61" y="61"/>
                    <a:pt x="34" y="143"/>
                  </a:cubicBezTo>
                  <a:cubicBezTo>
                    <a:pt x="1" y="210"/>
                    <a:pt x="67" y="310"/>
                    <a:pt x="134" y="310"/>
                  </a:cubicBezTo>
                  <a:cubicBezTo>
                    <a:pt x="6338" y="1777"/>
                    <a:pt x="12676" y="3012"/>
                    <a:pt x="18947" y="3946"/>
                  </a:cubicBezTo>
                  <a:cubicBezTo>
                    <a:pt x="22617" y="4513"/>
                    <a:pt x="26920" y="5080"/>
                    <a:pt x="31223" y="5080"/>
                  </a:cubicBezTo>
                  <a:cubicBezTo>
                    <a:pt x="31290" y="5080"/>
                    <a:pt x="31356" y="5013"/>
                    <a:pt x="31356" y="4946"/>
                  </a:cubicBezTo>
                  <a:cubicBezTo>
                    <a:pt x="31356" y="4846"/>
                    <a:pt x="31290" y="4780"/>
                    <a:pt x="31223" y="4780"/>
                  </a:cubicBezTo>
                  <a:cubicBezTo>
                    <a:pt x="26953" y="4746"/>
                    <a:pt x="22650" y="4212"/>
                    <a:pt x="19014" y="3645"/>
                  </a:cubicBezTo>
                  <a:cubicBezTo>
                    <a:pt x="12710" y="2711"/>
                    <a:pt x="6405" y="1477"/>
                    <a:pt x="234" y="9"/>
                  </a:cubicBezTo>
                  <a:cubicBezTo>
                    <a:pt x="216" y="4"/>
                    <a:pt x="200"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83"/>
            <p:cNvSpPr/>
            <p:nvPr/>
          </p:nvSpPr>
          <p:spPr>
            <a:xfrm>
              <a:off x="1178525" y="1033075"/>
              <a:ext cx="1231725" cy="354225"/>
            </a:xfrm>
            <a:custGeom>
              <a:avLst/>
              <a:gdLst/>
              <a:ahLst/>
              <a:cxnLst/>
              <a:rect l="l" t="t" r="r" b="b"/>
              <a:pathLst>
                <a:path w="49269" h="14169" extrusionOk="0">
                  <a:moveTo>
                    <a:pt x="9859" y="1"/>
                  </a:moveTo>
                  <a:cubicBezTo>
                    <a:pt x="8206" y="1"/>
                    <a:pt x="7475" y="455"/>
                    <a:pt x="6772" y="892"/>
                  </a:cubicBezTo>
                  <a:cubicBezTo>
                    <a:pt x="6271" y="1192"/>
                    <a:pt x="5804" y="1492"/>
                    <a:pt x="5037" y="1559"/>
                  </a:cubicBezTo>
                  <a:cubicBezTo>
                    <a:pt x="2135" y="1926"/>
                    <a:pt x="567" y="2793"/>
                    <a:pt x="334" y="4228"/>
                  </a:cubicBezTo>
                  <a:cubicBezTo>
                    <a:pt x="0" y="6696"/>
                    <a:pt x="4036" y="9865"/>
                    <a:pt x="6972" y="11099"/>
                  </a:cubicBezTo>
                  <a:cubicBezTo>
                    <a:pt x="6988" y="11108"/>
                    <a:pt x="7007" y="11112"/>
                    <a:pt x="7026" y="11112"/>
                  </a:cubicBezTo>
                  <a:cubicBezTo>
                    <a:pt x="7084" y="11112"/>
                    <a:pt x="7147" y="11074"/>
                    <a:pt x="7172" y="10999"/>
                  </a:cubicBezTo>
                  <a:cubicBezTo>
                    <a:pt x="7205" y="10933"/>
                    <a:pt x="7172" y="10833"/>
                    <a:pt x="7105" y="10799"/>
                  </a:cubicBezTo>
                  <a:cubicBezTo>
                    <a:pt x="3803" y="9432"/>
                    <a:pt x="367" y="6396"/>
                    <a:pt x="667" y="4261"/>
                  </a:cubicBezTo>
                  <a:cubicBezTo>
                    <a:pt x="834" y="3027"/>
                    <a:pt x="2368" y="2193"/>
                    <a:pt x="5070" y="1893"/>
                  </a:cubicBezTo>
                  <a:cubicBezTo>
                    <a:pt x="5938" y="1793"/>
                    <a:pt x="6438" y="1459"/>
                    <a:pt x="6938" y="1159"/>
                  </a:cubicBezTo>
                  <a:cubicBezTo>
                    <a:pt x="7608" y="752"/>
                    <a:pt x="8304" y="324"/>
                    <a:pt x="9883" y="324"/>
                  </a:cubicBezTo>
                  <a:cubicBezTo>
                    <a:pt x="12704" y="324"/>
                    <a:pt x="18342" y="1692"/>
                    <a:pt x="31689" y="6996"/>
                  </a:cubicBezTo>
                  <a:cubicBezTo>
                    <a:pt x="33824" y="7864"/>
                    <a:pt x="35659" y="8564"/>
                    <a:pt x="37227" y="9198"/>
                  </a:cubicBezTo>
                  <a:cubicBezTo>
                    <a:pt x="45232" y="12400"/>
                    <a:pt x="46433" y="12867"/>
                    <a:pt x="49002" y="14135"/>
                  </a:cubicBezTo>
                  <a:cubicBezTo>
                    <a:pt x="49035" y="14168"/>
                    <a:pt x="49035" y="14168"/>
                    <a:pt x="49068" y="14168"/>
                  </a:cubicBezTo>
                  <a:cubicBezTo>
                    <a:pt x="49135" y="14168"/>
                    <a:pt x="49202" y="14135"/>
                    <a:pt x="49202" y="14068"/>
                  </a:cubicBezTo>
                  <a:cubicBezTo>
                    <a:pt x="49269" y="14001"/>
                    <a:pt x="49235" y="13901"/>
                    <a:pt x="49135" y="13868"/>
                  </a:cubicBezTo>
                  <a:cubicBezTo>
                    <a:pt x="46567" y="12600"/>
                    <a:pt x="45366" y="12100"/>
                    <a:pt x="37327" y="8898"/>
                  </a:cubicBezTo>
                  <a:cubicBezTo>
                    <a:pt x="35759" y="8297"/>
                    <a:pt x="33958" y="7564"/>
                    <a:pt x="31789" y="6696"/>
                  </a:cubicBezTo>
                  <a:cubicBezTo>
                    <a:pt x="18462" y="1391"/>
                    <a:pt x="12749" y="1"/>
                    <a:pt x="98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83"/>
            <p:cNvSpPr/>
            <p:nvPr/>
          </p:nvSpPr>
          <p:spPr>
            <a:xfrm>
              <a:off x="1261900" y="1091225"/>
              <a:ext cx="57575" cy="129275"/>
            </a:xfrm>
            <a:custGeom>
              <a:avLst/>
              <a:gdLst/>
              <a:ahLst/>
              <a:cxnLst/>
              <a:rect l="l" t="t" r="r" b="b"/>
              <a:pathLst>
                <a:path w="2303" h="5171" extrusionOk="0">
                  <a:moveTo>
                    <a:pt x="2136" y="0"/>
                  </a:moveTo>
                  <a:cubicBezTo>
                    <a:pt x="2036" y="0"/>
                    <a:pt x="1969" y="67"/>
                    <a:pt x="1969" y="167"/>
                  </a:cubicBezTo>
                  <a:cubicBezTo>
                    <a:pt x="1902" y="1902"/>
                    <a:pt x="1202" y="3603"/>
                    <a:pt x="34" y="4904"/>
                  </a:cubicBezTo>
                  <a:cubicBezTo>
                    <a:pt x="1" y="4971"/>
                    <a:pt x="1" y="5071"/>
                    <a:pt x="67" y="5104"/>
                  </a:cubicBezTo>
                  <a:cubicBezTo>
                    <a:pt x="101" y="5137"/>
                    <a:pt x="134" y="5171"/>
                    <a:pt x="168" y="5171"/>
                  </a:cubicBezTo>
                  <a:cubicBezTo>
                    <a:pt x="201" y="5171"/>
                    <a:pt x="234" y="5137"/>
                    <a:pt x="268" y="5104"/>
                  </a:cubicBezTo>
                  <a:cubicBezTo>
                    <a:pt x="1468" y="3770"/>
                    <a:pt x="2202" y="1969"/>
                    <a:pt x="2269" y="167"/>
                  </a:cubicBezTo>
                  <a:cubicBezTo>
                    <a:pt x="2302" y="101"/>
                    <a:pt x="2236" y="34"/>
                    <a:pt x="2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83"/>
            <p:cNvSpPr/>
            <p:nvPr/>
          </p:nvSpPr>
          <p:spPr>
            <a:xfrm>
              <a:off x="1345300" y="1176900"/>
              <a:ext cx="517050" cy="180375"/>
            </a:xfrm>
            <a:custGeom>
              <a:avLst/>
              <a:gdLst/>
              <a:ahLst/>
              <a:cxnLst/>
              <a:rect l="l" t="t" r="r" b="b"/>
              <a:pathLst>
                <a:path w="20682" h="7215" extrusionOk="0">
                  <a:moveTo>
                    <a:pt x="117" y="1"/>
                  </a:moveTo>
                  <a:cubicBezTo>
                    <a:pt x="46" y="1"/>
                    <a:pt x="0" y="60"/>
                    <a:pt x="0" y="143"/>
                  </a:cubicBezTo>
                  <a:cubicBezTo>
                    <a:pt x="0" y="243"/>
                    <a:pt x="67" y="309"/>
                    <a:pt x="167" y="309"/>
                  </a:cubicBezTo>
                  <a:cubicBezTo>
                    <a:pt x="3636" y="443"/>
                    <a:pt x="6939" y="1710"/>
                    <a:pt x="10174" y="2945"/>
                  </a:cubicBezTo>
                  <a:cubicBezTo>
                    <a:pt x="13577" y="4246"/>
                    <a:pt x="17079" y="5613"/>
                    <a:pt x="20448" y="7181"/>
                  </a:cubicBezTo>
                  <a:cubicBezTo>
                    <a:pt x="20448" y="7214"/>
                    <a:pt x="20482" y="7214"/>
                    <a:pt x="20515" y="7214"/>
                  </a:cubicBezTo>
                  <a:cubicBezTo>
                    <a:pt x="20582" y="7214"/>
                    <a:pt x="20615" y="7181"/>
                    <a:pt x="20649" y="7114"/>
                  </a:cubicBezTo>
                  <a:cubicBezTo>
                    <a:pt x="20682" y="7048"/>
                    <a:pt x="20649" y="6948"/>
                    <a:pt x="20582" y="6914"/>
                  </a:cubicBezTo>
                  <a:cubicBezTo>
                    <a:pt x="17213" y="5313"/>
                    <a:pt x="13677" y="3979"/>
                    <a:pt x="10274" y="2678"/>
                  </a:cubicBezTo>
                  <a:cubicBezTo>
                    <a:pt x="7039" y="1410"/>
                    <a:pt x="3703" y="143"/>
                    <a:pt x="167" y="9"/>
                  </a:cubicBezTo>
                  <a:cubicBezTo>
                    <a:pt x="149" y="3"/>
                    <a:pt x="133" y="1"/>
                    <a:pt x="1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83"/>
            <p:cNvSpPr/>
            <p:nvPr/>
          </p:nvSpPr>
          <p:spPr>
            <a:xfrm>
              <a:off x="1661350" y="1326800"/>
              <a:ext cx="64250" cy="56325"/>
            </a:xfrm>
            <a:custGeom>
              <a:avLst/>
              <a:gdLst/>
              <a:ahLst/>
              <a:cxnLst/>
              <a:rect l="l" t="t" r="r" b="b"/>
              <a:pathLst>
                <a:path w="2570" h="2253" extrusionOk="0">
                  <a:moveTo>
                    <a:pt x="1268" y="318"/>
                  </a:moveTo>
                  <a:cubicBezTo>
                    <a:pt x="1435" y="318"/>
                    <a:pt x="1635" y="384"/>
                    <a:pt x="1835" y="451"/>
                  </a:cubicBezTo>
                  <a:cubicBezTo>
                    <a:pt x="2136" y="618"/>
                    <a:pt x="2202" y="785"/>
                    <a:pt x="2202" y="818"/>
                  </a:cubicBezTo>
                  <a:cubicBezTo>
                    <a:pt x="2036" y="1185"/>
                    <a:pt x="1502" y="1852"/>
                    <a:pt x="1402" y="1919"/>
                  </a:cubicBezTo>
                  <a:cubicBezTo>
                    <a:pt x="1390" y="1931"/>
                    <a:pt x="1382" y="1939"/>
                    <a:pt x="1370" y="1939"/>
                  </a:cubicBezTo>
                  <a:cubicBezTo>
                    <a:pt x="1351" y="1939"/>
                    <a:pt x="1320" y="1916"/>
                    <a:pt x="1235" y="1852"/>
                  </a:cubicBezTo>
                  <a:cubicBezTo>
                    <a:pt x="1102" y="1785"/>
                    <a:pt x="901" y="1685"/>
                    <a:pt x="501" y="1519"/>
                  </a:cubicBezTo>
                  <a:cubicBezTo>
                    <a:pt x="434" y="1519"/>
                    <a:pt x="401" y="1485"/>
                    <a:pt x="401" y="1452"/>
                  </a:cubicBezTo>
                  <a:cubicBezTo>
                    <a:pt x="334" y="1318"/>
                    <a:pt x="568" y="985"/>
                    <a:pt x="768" y="718"/>
                  </a:cubicBezTo>
                  <a:cubicBezTo>
                    <a:pt x="835" y="651"/>
                    <a:pt x="901" y="551"/>
                    <a:pt x="935" y="451"/>
                  </a:cubicBezTo>
                  <a:cubicBezTo>
                    <a:pt x="1002" y="351"/>
                    <a:pt x="1135" y="318"/>
                    <a:pt x="1268" y="318"/>
                  </a:cubicBezTo>
                  <a:close/>
                  <a:moveTo>
                    <a:pt x="1256" y="1"/>
                  </a:moveTo>
                  <a:cubicBezTo>
                    <a:pt x="1018" y="1"/>
                    <a:pt x="801" y="84"/>
                    <a:pt x="668" y="284"/>
                  </a:cubicBezTo>
                  <a:cubicBezTo>
                    <a:pt x="635" y="384"/>
                    <a:pt x="568" y="451"/>
                    <a:pt x="501" y="551"/>
                  </a:cubicBezTo>
                  <a:cubicBezTo>
                    <a:pt x="234" y="918"/>
                    <a:pt x="1" y="1252"/>
                    <a:pt x="68" y="1552"/>
                  </a:cubicBezTo>
                  <a:cubicBezTo>
                    <a:pt x="134" y="1685"/>
                    <a:pt x="234" y="1785"/>
                    <a:pt x="401" y="1852"/>
                  </a:cubicBezTo>
                  <a:cubicBezTo>
                    <a:pt x="768" y="1986"/>
                    <a:pt x="935" y="2086"/>
                    <a:pt x="1068" y="2152"/>
                  </a:cubicBezTo>
                  <a:cubicBezTo>
                    <a:pt x="1168" y="2219"/>
                    <a:pt x="1268" y="2252"/>
                    <a:pt x="1368" y="2252"/>
                  </a:cubicBezTo>
                  <a:cubicBezTo>
                    <a:pt x="1402" y="2252"/>
                    <a:pt x="1435" y="2252"/>
                    <a:pt x="1502" y="2219"/>
                  </a:cubicBezTo>
                  <a:cubicBezTo>
                    <a:pt x="1735" y="2152"/>
                    <a:pt x="2336" y="1318"/>
                    <a:pt x="2469" y="952"/>
                  </a:cubicBezTo>
                  <a:cubicBezTo>
                    <a:pt x="2569" y="718"/>
                    <a:pt x="2403" y="418"/>
                    <a:pt x="1969" y="218"/>
                  </a:cubicBezTo>
                  <a:cubicBezTo>
                    <a:pt x="1752" y="84"/>
                    <a:pt x="1494" y="1"/>
                    <a:pt x="12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83"/>
            <p:cNvSpPr/>
            <p:nvPr/>
          </p:nvSpPr>
          <p:spPr>
            <a:xfrm>
              <a:off x="2907250" y="1609975"/>
              <a:ext cx="81750" cy="152575"/>
            </a:xfrm>
            <a:custGeom>
              <a:avLst/>
              <a:gdLst/>
              <a:ahLst/>
              <a:cxnLst/>
              <a:rect l="l" t="t" r="r" b="b"/>
              <a:pathLst>
                <a:path w="3270" h="6103" extrusionOk="0">
                  <a:moveTo>
                    <a:pt x="1168" y="299"/>
                  </a:moveTo>
                  <a:cubicBezTo>
                    <a:pt x="1301" y="299"/>
                    <a:pt x="1535" y="366"/>
                    <a:pt x="2102" y="599"/>
                  </a:cubicBezTo>
                  <a:cubicBezTo>
                    <a:pt x="2702" y="899"/>
                    <a:pt x="2936" y="1099"/>
                    <a:pt x="2869" y="2133"/>
                  </a:cubicBezTo>
                  <a:cubicBezTo>
                    <a:pt x="2769" y="3067"/>
                    <a:pt x="2602" y="5269"/>
                    <a:pt x="1902" y="5736"/>
                  </a:cubicBezTo>
                  <a:cubicBezTo>
                    <a:pt x="1824" y="5775"/>
                    <a:pt x="1734" y="5791"/>
                    <a:pt x="1646" y="5791"/>
                  </a:cubicBezTo>
                  <a:cubicBezTo>
                    <a:pt x="1584" y="5791"/>
                    <a:pt x="1523" y="5783"/>
                    <a:pt x="1468" y="5769"/>
                  </a:cubicBezTo>
                  <a:cubicBezTo>
                    <a:pt x="834" y="5536"/>
                    <a:pt x="501" y="5336"/>
                    <a:pt x="434" y="5136"/>
                  </a:cubicBezTo>
                  <a:cubicBezTo>
                    <a:pt x="367" y="4935"/>
                    <a:pt x="467" y="4702"/>
                    <a:pt x="668" y="4368"/>
                  </a:cubicBezTo>
                  <a:cubicBezTo>
                    <a:pt x="968" y="3768"/>
                    <a:pt x="1401" y="2901"/>
                    <a:pt x="1268" y="1533"/>
                  </a:cubicBezTo>
                  <a:cubicBezTo>
                    <a:pt x="1235" y="1300"/>
                    <a:pt x="1201" y="1099"/>
                    <a:pt x="1135" y="933"/>
                  </a:cubicBezTo>
                  <a:cubicBezTo>
                    <a:pt x="1101" y="699"/>
                    <a:pt x="1034" y="366"/>
                    <a:pt x="1101" y="332"/>
                  </a:cubicBezTo>
                  <a:cubicBezTo>
                    <a:pt x="1101" y="332"/>
                    <a:pt x="1135" y="299"/>
                    <a:pt x="1168" y="299"/>
                  </a:cubicBezTo>
                  <a:close/>
                  <a:moveTo>
                    <a:pt x="1149" y="1"/>
                  </a:moveTo>
                  <a:cubicBezTo>
                    <a:pt x="1044" y="1"/>
                    <a:pt x="964" y="23"/>
                    <a:pt x="901" y="65"/>
                  </a:cubicBezTo>
                  <a:cubicBezTo>
                    <a:pt x="701" y="232"/>
                    <a:pt x="768" y="566"/>
                    <a:pt x="834" y="999"/>
                  </a:cubicBezTo>
                  <a:cubicBezTo>
                    <a:pt x="868" y="1166"/>
                    <a:pt x="901" y="1366"/>
                    <a:pt x="934" y="1566"/>
                  </a:cubicBezTo>
                  <a:cubicBezTo>
                    <a:pt x="1068" y="2867"/>
                    <a:pt x="668" y="3635"/>
                    <a:pt x="367" y="4202"/>
                  </a:cubicBezTo>
                  <a:cubicBezTo>
                    <a:pt x="167" y="4602"/>
                    <a:pt x="0" y="4935"/>
                    <a:pt x="134" y="5236"/>
                  </a:cubicBezTo>
                  <a:cubicBezTo>
                    <a:pt x="234" y="5536"/>
                    <a:pt x="601" y="5769"/>
                    <a:pt x="1335" y="6070"/>
                  </a:cubicBezTo>
                  <a:cubicBezTo>
                    <a:pt x="1435" y="6103"/>
                    <a:pt x="1535" y="6103"/>
                    <a:pt x="1635" y="6103"/>
                  </a:cubicBezTo>
                  <a:cubicBezTo>
                    <a:pt x="1802" y="6103"/>
                    <a:pt x="1935" y="6070"/>
                    <a:pt x="2069" y="6003"/>
                  </a:cubicBezTo>
                  <a:cubicBezTo>
                    <a:pt x="2902" y="5469"/>
                    <a:pt x="3069" y="3234"/>
                    <a:pt x="3169" y="2133"/>
                  </a:cubicBezTo>
                  <a:cubicBezTo>
                    <a:pt x="3269" y="999"/>
                    <a:pt x="2969" y="666"/>
                    <a:pt x="2235" y="332"/>
                  </a:cubicBezTo>
                  <a:cubicBezTo>
                    <a:pt x="1711" y="104"/>
                    <a:pt x="1374" y="1"/>
                    <a:pt x="1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83"/>
            <p:cNvSpPr/>
            <p:nvPr/>
          </p:nvSpPr>
          <p:spPr>
            <a:xfrm>
              <a:off x="1585475" y="1093975"/>
              <a:ext cx="85925" cy="138200"/>
            </a:xfrm>
            <a:custGeom>
              <a:avLst/>
              <a:gdLst/>
              <a:ahLst/>
              <a:cxnLst/>
              <a:rect l="l" t="t" r="r" b="b"/>
              <a:pathLst>
                <a:path w="3437" h="5528" extrusionOk="0">
                  <a:moveTo>
                    <a:pt x="1101" y="291"/>
                  </a:moveTo>
                  <a:cubicBezTo>
                    <a:pt x="1702" y="291"/>
                    <a:pt x="2669" y="691"/>
                    <a:pt x="2869" y="1025"/>
                  </a:cubicBezTo>
                  <a:cubicBezTo>
                    <a:pt x="3103" y="1325"/>
                    <a:pt x="3136" y="1758"/>
                    <a:pt x="3103" y="2326"/>
                  </a:cubicBezTo>
                  <a:cubicBezTo>
                    <a:pt x="3069" y="4027"/>
                    <a:pt x="2736" y="4994"/>
                    <a:pt x="2102" y="5194"/>
                  </a:cubicBezTo>
                  <a:cubicBezTo>
                    <a:pt x="2029" y="5214"/>
                    <a:pt x="1954" y="5223"/>
                    <a:pt x="1879" y="5223"/>
                  </a:cubicBezTo>
                  <a:cubicBezTo>
                    <a:pt x="1197" y="5223"/>
                    <a:pt x="457" y="4480"/>
                    <a:pt x="367" y="4360"/>
                  </a:cubicBezTo>
                  <a:cubicBezTo>
                    <a:pt x="334" y="4160"/>
                    <a:pt x="367" y="4060"/>
                    <a:pt x="434" y="3793"/>
                  </a:cubicBezTo>
                  <a:cubicBezTo>
                    <a:pt x="601" y="3326"/>
                    <a:pt x="868" y="2559"/>
                    <a:pt x="701" y="558"/>
                  </a:cubicBezTo>
                  <a:cubicBezTo>
                    <a:pt x="701" y="424"/>
                    <a:pt x="734" y="391"/>
                    <a:pt x="868" y="357"/>
                  </a:cubicBezTo>
                  <a:cubicBezTo>
                    <a:pt x="934" y="324"/>
                    <a:pt x="1001" y="291"/>
                    <a:pt x="1101" y="291"/>
                  </a:cubicBezTo>
                  <a:close/>
                  <a:moveTo>
                    <a:pt x="1140" y="1"/>
                  </a:moveTo>
                  <a:cubicBezTo>
                    <a:pt x="1000" y="1"/>
                    <a:pt x="873" y="18"/>
                    <a:pt x="768" y="57"/>
                  </a:cubicBezTo>
                  <a:cubicBezTo>
                    <a:pt x="501" y="124"/>
                    <a:pt x="367" y="324"/>
                    <a:pt x="401" y="558"/>
                  </a:cubicBezTo>
                  <a:cubicBezTo>
                    <a:pt x="534" y="2526"/>
                    <a:pt x="301" y="3260"/>
                    <a:pt x="134" y="3693"/>
                  </a:cubicBezTo>
                  <a:cubicBezTo>
                    <a:pt x="67" y="3960"/>
                    <a:pt x="0" y="4160"/>
                    <a:pt x="100" y="4427"/>
                  </a:cubicBezTo>
                  <a:cubicBezTo>
                    <a:pt x="134" y="4594"/>
                    <a:pt x="1034" y="5528"/>
                    <a:pt x="1902" y="5528"/>
                  </a:cubicBezTo>
                  <a:cubicBezTo>
                    <a:pt x="1968" y="5528"/>
                    <a:pt x="2002" y="5528"/>
                    <a:pt x="2068" y="5494"/>
                  </a:cubicBezTo>
                  <a:cubicBezTo>
                    <a:pt x="2936" y="5361"/>
                    <a:pt x="3369" y="4294"/>
                    <a:pt x="3436" y="2326"/>
                  </a:cubicBezTo>
                  <a:cubicBezTo>
                    <a:pt x="3436" y="1825"/>
                    <a:pt x="3436" y="1258"/>
                    <a:pt x="3136" y="858"/>
                  </a:cubicBezTo>
                  <a:cubicBezTo>
                    <a:pt x="2858" y="441"/>
                    <a:pt x="1839" y="1"/>
                    <a:pt x="1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83"/>
            <p:cNvSpPr/>
            <p:nvPr/>
          </p:nvSpPr>
          <p:spPr>
            <a:xfrm>
              <a:off x="2632875" y="1532375"/>
              <a:ext cx="12550" cy="26700"/>
            </a:xfrm>
            <a:custGeom>
              <a:avLst/>
              <a:gdLst/>
              <a:ahLst/>
              <a:cxnLst/>
              <a:rect l="l" t="t" r="r" b="b"/>
              <a:pathLst>
                <a:path w="502" h="1068" extrusionOk="0">
                  <a:moveTo>
                    <a:pt x="301" y="0"/>
                  </a:moveTo>
                  <a:cubicBezTo>
                    <a:pt x="234" y="34"/>
                    <a:pt x="168" y="100"/>
                    <a:pt x="168" y="167"/>
                  </a:cubicBezTo>
                  <a:cubicBezTo>
                    <a:pt x="168" y="401"/>
                    <a:pt x="134" y="634"/>
                    <a:pt x="34" y="834"/>
                  </a:cubicBezTo>
                  <a:cubicBezTo>
                    <a:pt x="1" y="901"/>
                    <a:pt x="68" y="1001"/>
                    <a:pt x="134" y="1034"/>
                  </a:cubicBezTo>
                  <a:cubicBezTo>
                    <a:pt x="168" y="1034"/>
                    <a:pt x="168" y="1068"/>
                    <a:pt x="201" y="1068"/>
                  </a:cubicBezTo>
                  <a:cubicBezTo>
                    <a:pt x="268" y="1068"/>
                    <a:pt x="301" y="1001"/>
                    <a:pt x="334" y="968"/>
                  </a:cubicBezTo>
                  <a:cubicBezTo>
                    <a:pt x="435" y="701"/>
                    <a:pt x="501" y="434"/>
                    <a:pt x="468" y="167"/>
                  </a:cubicBezTo>
                  <a:cubicBezTo>
                    <a:pt x="468" y="67"/>
                    <a:pt x="401"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83"/>
            <p:cNvSpPr/>
            <p:nvPr/>
          </p:nvSpPr>
          <p:spPr>
            <a:xfrm>
              <a:off x="2667900" y="1546325"/>
              <a:ext cx="10875" cy="26925"/>
            </a:xfrm>
            <a:custGeom>
              <a:avLst/>
              <a:gdLst/>
              <a:ahLst/>
              <a:cxnLst/>
              <a:rect l="l" t="t" r="r" b="b"/>
              <a:pathLst>
                <a:path w="435" h="1077" extrusionOk="0">
                  <a:moveTo>
                    <a:pt x="284" y="1"/>
                  </a:moveTo>
                  <a:cubicBezTo>
                    <a:pt x="269" y="1"/>
                    <a:pt x="252" y="4"/>
                    <a:pt x="234" y="9"/>
                  </a:cubicBezTo>
                  <a:cubicBezTo>
                    <a:pt x="134" y="9"/>
                    <a:pt x="68" y="76"/>
                    <a:pt x="101" y="176"/>
                  </a:cubicBezTo>
                  <a:cubicBezTo>
                    <a:pt x="101" y="410"/>
                    <a:pt x="68" y="643"/>
                    <a:pt x="1" y="877"/>
                  </a:cubicBezTo>
                  <a:cubicBezTo>
                    <a:pt x="1" y="977"/>
                    <a:pt x="34" y="1044"/>
                    <a:pt x="134" y="1077"/>
                  </a:cubicBezTo>
                  <a:lnTo>
                    <a:pt x="168" y="1077"/>
                  </a:lnTo>
                  <a:cubicBezTo>
                    <a:pt x="234" y="1077"/>
                    <a:pt x="301" y="1044"/>
                    <a:pt x="334" y="977"/>
                  </a:cubicBezTo>
                  <a:cubicBezTo>
                    <a:pt x="401" y="710"/>
                    <a:pt x="435" y="410"/>
                    <a:pt x="401" y="143"/>
                  </a:cubicBezTo>
                  <a:cubicBezTo>
                    <a:pt x="401" y="61"/>
                    <a:pt x="356" y="1"/>
                    <a:pt x="2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83"/>
            <p:cNvSpPr/>
            <p:nvPr/>
          </p:nvSpPr>
          <p:spPr>
            <a:xfrm>
              <a:off x="2700425" y="1561550"/>
              <a:ext cx="10050" cy="25050"/>
            </a:xfrm>
            <a:custGeom>
              <a:avLst/>
              <a:gdLst/>
              <a:ahLst/>
              <a:cxnLst/>
              <a:rect l="l" t="t" r="r" b="b"/>
              <a:pathLst>
                <a:path w="402" h="1002" extrusionOk="0">
                  <a:moveTo>
                    <a:pt x="268" y="1"/>
                  </a:moveTo>
                  <a:cubicBezTo>
                    <a:pt x="201" y="1"/>
                    <a:pt x="101" y="68"/>
                    <a:pt x="101" y="134"/>
                  </a:cubicBezTo>
                  <a:lnTo>
                    <a:pt x="1" y="835"/>
                  </a:lnTo>
                  <a:cubicBezTo>
                    <a:pt x="1" y="902"/>
                    <a:pt x="34" y="1002"/>
                    <a:pt x="134" y="1002"/>
                  </a:cubicBezTo>
                  <a:lnTo>
                    <a:pt x="168" y="1002"/>
                  </a:lnTo>
                  <a:cubicBezTo>
                    <a:pt x="234" y="1002"/>
                    <a:pt x="301" y="935"/>
                    <a:pt x="301" y="868"/>
                  </a:cubicBezTo>
                  <a:lnTo>
                    <a:pt x="401" y="201"/>
                  </a:lnTo>
                  <a:cubicBezTo>
                    <a:pt x="401" y="101"/>
                    <a:pt x="368" y="34"/>
                    <a:pt x="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83"/>
            <p:cNvSpPr/>
            <p:nvPr/>
          </p:nvSpPr>
          <p:spPr>
            <a:xfrm>
              <a:off x="2735450" y="1574900"/>
              <a:ext cx="9200" cy="27550"/>
            </a:xfrm>
            <a:custGeom>
              <a:avLst/>
              <a:gdLst/>
              <a:ahLst/>
              <a:cxnLst/>
              <a:rect l="l" t="t" r="r" b="b"/>
              <a:pathLst>
                <a:path w="368" h="1102" extrusionOk="0">
                  <a:moveTo>
                    <a:pt x="234" y="1"/>
                  </a:moveTo>
                  <a:cubicBezTo>
                    <a:pt x="134" y="1"/>
                    <a:pt x="68" y="67"/>
                    <a:pt x="68" y="167"/>
                  </a:cubicBezTo>
                  <a:lnTo>
                    <a:pt x="1" y="935"/>
                  </a:lnTo>
                  <a:cubicBezTo>
                    <a:pt x="1" y="1001"/>
                    <a:pt x="68" y="1101"/>
                    <a:pt x="134" y="1101"/>
                  </a:cubicBezTo>
                  <a:lnTo>
                    <a:pt x="168" y="1101"/>
                  </a:lnTo>
                  <a:cubicBezTo>
                    <a:pt x="234" y="1101"/>
                    <a:pt x="301" y="1035"/>
                    <a:pt x="301" y="935"/>
                  </a:cubicBezTo>
                  <a:lnTo>
                    <a:pt x="368" y="167"/>
                  </a:lnTo>
                  <a:cubicBezTo>
                    <a:pt x="368" y="101"/>
                    <a:pt x="301"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83"/>
            <p:cNvSpPr/>
            <p:nvPr/>
          </p:nvSpPr>
          <p:spPr>
            <a:xfrm>
              <a:off x="2767975" y="1589700"/>
              <a:ext cx="9200" cy="24425"/>
            </a:xfrm>
            <a:custGeom>
              <a:avLst/>
              <a:gdLst/>
              <a:ahLst/>
              <a:cxnLst/>
              <a:rect l="l" t="t" r="r" b="b"/>
              <a:pathLst>
                <a:path w="368" h="977" extrusionOk="0">
                  <a:moveTo>
                    <a:pt x="163" y="0"/>
                  </a:moveTo>
                  <a:cubicBezTo>
                    <a:pt x="102" y="0"/>
                    <a:pt x="34" y="60"/>
                    <a:pt x="34" y="142"/>
                  </a:cubicBezTo>
                  <a:lnTo>
                    <a:pt x="1" y="810"/>
                  </a:lnTo>
                  <a:cubicBezTo>
                    <a:pt x="1" y="910"/>
                    <a:pt x="67" y="976"/>
                    <a:pt x="134" y="976"/>
                  </a:cubicBezTo>
                  <a:lnTo>
                    <a:pt x="168" y="976"/>
                  </a:lnTo>
                  <a:cubicBezTo>
                    <a:pt x="234" y="976"/>
                    <a:pt x="301" y="910"/>
                    <a:pt x="301" y="843"/>
                  </a:cubicBezTo>
                  <a:lnTo>
                    <a:pt x="368" y="176"/>
                  </a:lnTo>
                  <a:cubicBezTo>
                    <a:pt x="368" y="76"/>
                    <a:pt x="301" y="9"/>
                    <a:pt x="201" y="9"/>
                  </a:cubicBezTo>
                  <a:cubicBezTo>
                    <a:pt x="189" y="3"/>
                    <a:pt x="176" y="0"/>
                    <a:pt x="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83"/>
            <p:cNvSpPr/>
            <p:nvPr/>
          </p:nvSpPr>
          <p:spPr>
            <a:xfrm>
              <a:off x="2796325" y="1601600"/>
              <a:ext cx="12550" cy="23375"/>
            </a:xfrm>
            <a:custGeom>
              <a:avLst/>
              <a:gdLst/>
              <a:ahLst/>
              <a:cxnLst/>
              <a:rect l="l" t="t" r="r" b="b"/>
              <a:pathLst>
                <a:path w="502" h="935" extrusionOk="0">
                  <a:moveTo>
                    <a:pt x="334" y="0"/>
                  </a:moveTo>
                  <a:cubicBezTo>
                    <a:pt x="234" y="0"/>
                    <a:pt x="168" y="67"/>
                    <a:pt x="168" y="167"/>
                  </a:cubicBezTo>
                  <a:cubicBezTo>
                    <a:pt x="201" y="367"/>
                    <a:pt x="134" y="534"/>
                    <a:pt x="68" y="701"/>
                  </a:cubicBezTo>
                  <a:cubicBezTo>
                    <a:pt x="1" y="767"/>
                    <a:pt x="34" y="867"/>
                    <a:pt x="101" y="934"/>
                  </a:cubicBezTo>
                  <a:lnTo>
                    <a:pt x="201" y="934"/>
                  </a:lnTo>
                  <a:cubicBezTo>
                    <a:pt x="234" y="934"/>
                    <a:pt x="301" y="901"/>
                    <a:pt x="334" y="867"/>
                  </a:cubicBezTo>
                  <a:cubicBezTo>
                    <a:pt x="468" y="634"/>
                    <a:pt x="501" y="400"/>
                    <a:pt x="501" y="133"/>
                  </a:cubicBezTo>
                  <a:cubicBezTo>
                    <a:pt x="468" y="67"/>
                    <a:pt x="401"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83"/>
            <p:cNvSpPr/>
            <p:nvPr/>
          </p:nvSpPr>
          <p:spPr>
            <a:xfrm>
              <a:off x="2831350" y="1612425"/>
              <a:ext cx="9200" cy="27550"/>
            </a:xfrm>
            <a:custGeom>
              <a:avLst/>
              <a:gdLst/>
              <a:ahLst/>
              <a:cxnLst/>
              <a:rect l="l" t="t" r="r" b="b"/>
              <a:pathLst>
                <a:path w="368" h="1102" extrusionOk="0">
                  <a:moveTo>
                    <a:pt x="168" y="1"/>
                  </a:moveTo>
                  <a:cubicBezTo>
                    <a:pt x="68" y="1"/>
                    <a:pt x="1" y="101"/>
                    <a:pt x="34" y="167"/>
                  </a:cubicBezTo>
                  <a:cubicBezTo>
                    <a:pt x="34" y="434"/>
                    <a:pt x="34" y="668"/>
                    <a:pt x="1" y="901"/>
                  </a:cubicBezTo>
                  <a:cubicBezTo>
                    <a:pt x="1" y="1001"/>
                    <a:pt x="34" y="1068"/>
                    <a:pt x="134" y="1101"/>
                  </a:cubicBezTo>
                  <a:lnTo>
                    <a:pt x="168" y="1101"/>
                  </a:lnTo>
                  <a:cubicBezTo>
                    <a:pt x="234" y="1101"/>
                    <a:pt x="301" y="1035"/>
                    <a:pt x="301" y="968"/>
                  </a:cubicBezTo>
                  <a:cubicBezTo>
                    <a:pt x="368" y="701"/>
                    <a:pt x="368" y="434"/>
                    <a:pt x="334" y="134"/>
                  </a:cubicBezTo>
                  <a:cubicBezTo>
                    <a:pt x="334" y="67"/>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83"/>
            <p:cNvSpPr/>
            <p:nvPr/>
          </p:nvSpPr>
          <p:spPr>
            <a:xfrm>
              <a:off x="1705550" y="1161900"/>
              <a:ext cx="10875" cy="26925"/>
            </a:xfrm>
            <a:custGeom>
              <a:avLst/>
              <a:gdLst/>
              <a:ahLst/>
              <a:cxnLst/>
              <a:rect l="l" t="t" r="r" b="b"/>
              <a:pathLst>
                <a:path w="435" h="1077" extrusionOk="0">
                  <a:moveTo>
                    <a:pt x="284" y="0"/>
                  </a:moveTo>
                  <a:cubicBezTo>
                    <a:pt x="269" y="0"/>
                    <a:pt x="252" y="3"/>
                    <a:pt x="234" y="9"/>
                  </a:cubicBezTo>
                  <a:cubicBezTo>
                    <a:pt x="134" y="9"/>
                    <a:pt x="101" y="76"/>
                    <a:pt x="101" y="176"/>
                  </a:cubicBezTo>
                  <a:cubicBezTo>
                    <a:pt x="134" y="409"/>
                    <a:pt x="101" y="643"/>
                    <a:pt x="1" y="876"/>
                  </a:cubicBezTo>
                  <a:cubicBezTo>
                    <a:pt x="1" y="943"/>
                    <a:pt x="34" y="1043"/>
                    <a:pt x="101" y="1076"/>
                  </a:cubicBezTo>
                  <a:lnTo>
                    <a:pt x="168" y="1076"/>
                  </a:lnTo>
                  <a:cubicBezTo>
                    <a:pt x="234" y="1076"/>
                    <a:pt x="268" y="1043"/>
                    <a:pt x="301" y="976"/>
                  </a:cubicBezTo>
                  <a:cubicBezTo>
                    <a:pt x="401" y="709"/>
                    <a:pt x="434" y="409"/>
                    <a:pt x="401" y="142"/>
                  </a:cubicBezTo>
                  <a:cubicBezTo>
                    <a:pt x="401" y="60"/>
                    <a:pt x="356" y="0"/>
                    <a:pt x="2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83"/>
            <p:cNvSpPr/>
            <p:nvPr/>
          </p:nvSpPr>
          <p:spPr>
            <a:xfrm>
              <a:off x="1743925" y="1176075"/>
              <a:ext cx="9200" cy="24425"/>
            </a:xfrm>
            <a:custGeom>
              <a:avLst/>
              <a:gdLst/>
              <a:ahLst/>
              <a:cxnLst/>
              <a:rect l="l" t="t" r="r" b="b"/>
              <a:pathLst>
                <a:path w="368" h="977" extrusionOk="0">
                  <a:moveTo>
                    <a:pt x="217" y="0"/>
                  </a:moveTo>
                  <a:cubicBezTo>
                    <a:pt x="201" y="0"/>
                    <a:pt x="185" y="3"/>
                    <a:pt x="167" y="9"/>
                  </a:cubicBezTo>
                  <a:cubicBezTo>
                    <a:pt x="67" y="9"/>
                    <a:pt x="34" y="76"/>
                    <a:pt x="34" y="176"/>
                  </a:cubicBezTo>
                  <a:cubicBezTo>
                    <a:pt x="67" y="376"/>
                    <a:pt x="67" y="609"/>
                    <a:pt x="0" y="809"/>
                  </a:cubicBezTo>
                  <a:cubicBezTo>
                    <a:pt x="0" y="876"/>
                    <a:pt x="34" y="976"/>
                    <a:pt x="134" y="976"/>
                  </a:cubicBezTo>
                  <a:lnTo>
                    <a:pt x="167" y="976"/>
                  </a:lnTo>
                  <a:cubicBezTo>
                    <a:pt x="234" y="976"/>
                    <a:pt x="300" y="943"/>
                    <a:pt x="300" y="876"/>
                  </a:cubicBezTo>
                  <a:cubicBezTo>
                    <a:pt x="367" y="609"/>
                    <a:pt x="367" y="376"/>
                    <a:pt x="334" y="142"/>
                  </a:cubicBezTo>
                  <a:cubicBezTo>
                    <a:pt x="334" y="60"/>
                    <a:pt x="289" y="0"/>
                    <a:pt x="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83"/>
            <p:cNvSpPr/>
            <p:nvPr/>
          </p:nvSpPr>
          <p:spPr>
            <a:xfrm>
              <a:off x="1776450" y="1190450"/>
              <a:ext cx="10025" cy="23375"/>
            </a:xfrm>
            <a:custGeom>
              <a:avLst/>
              <a:gdLst/>
              <a:ahLst/>
              <a:cxnLst/>
              <a:rect l="l" t="t" r="r" b="b"/>
              <a:pathLst>
                <a:path w="401" h="935" extrusionOk="0">
                  <a:moveTo>
                    <a:pt x="234" y="1"/>
                  </a:moveTo>
                  <a:cubicBezTo>
                    <a:pt x="134" y="34"/>
                    <a:pt x="67" y="101"/>
                    <a:pt x="67" y="168"/>
                  </a:cubicBezTo>
                  <a:cubicBezTo>
                    <a:pt x="67" y="368"/>
                    <a:pt x="67" y="568"/>
                    <a:pt x="0" y="768"/>
                  </a:cubicBezTo>
                  <a:cubicBezTo>
                    <a:pt x="0" y="835"/>
                    <a:pt x="33" y="935"/>
                    <a:pt x="134" y="935"/>
                  </a:cubicBezTo>
                  <a:lnTo>
                    <a:pt x="167" y="935"/>
                  </a:lnTo>
                  <a:cubicBezTo>
                    <a:pt x="234" y="935"/>
                    <a:pt x="300" y="902"/>
                    <a:pt x="334" y="835"/>
                  </a:cubicBezTo>
                  <a:cubicBezTo>
                    <a:pt x="367" y="601"/>
                    <a:pt x="400" y="368"/>
                    <a:pt x="400" y="168"/>
                  </a:cubicBezTo>
                  <a:cubicBezTo>
                    <a:pt x="367" y="68"/>
                    <a:pt x="300"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83"/>
            <p:cNvSpPr/>
            <p:nvPr/>
          </p:nvSpPr>
          <p:spPr>
            <a:xfrm>
              <a:off x="1808125" y="1202750"/>
              <a:ext cx="11700" cy="27775"/>
            </a:xfrm>
            <a:custGeom>
              <a:avLst/>
              <a:gdLst/>
              <a:ahLst/>
              <a:cxnLst/>
              <a:rect l="l" t="t" r="r" b="b"/>
              <a:pathLst>
                <a:path w="468" h="1111" extrusionOk="0">
                  <a:moveTo>
                    <a:pt x="272" y="1"/>
                  </a:moveTo>
                  <a:cubicBezTo>
                    <a:pt x="259" y="1"/>
                    <a:pt x="246" y="3"/>
                    <a:pt x="234" y="9"/>
                  </a:cubicBezTo>
                  <a:cubicBezTo>
                    <a:pt x="134" y="9"/>
                    <a:pt x="67" y="109"/>
                    <a:pt x="101" y="176"/>
                  </a:cubicBezTo>
                  <a:cubicBezTo>
                    <a:pt x="134" y="410"/>
                    <a:pt x="134" y="676"/>
                    <a:pt x="34" y="877"/>
                  </a:cubicBezTo>
                  <a:cubicBezTo>
                    <a:pt x="1" y="943"/>
                    <a:pt x="34" y="1043"/>
                    <a:pt x="134" y="1077"/>
                  </a:cubicBezTo>
                  <a:cubicBezTo>
                    <a:pt x="134" y="1077"/>
                    <a:pt x="167" y="1110"/>
                    <a:pt x="167" y="1110"/>
                  </a:cubicBezTo>
                  <a:cubicBezTo>
                    <a:pt x="234" y="1110"/>
                    <a:pt x="301" y="1043"/>
                    <a:pt x="334" y="1010"/>
                  </a:cubicBezTo>
                  <a:cubicBezTo>
                    <a:pt x="434" y="710"/>
                    <a:pt x="468" y="410"/>
                    <a:pt x="401" y="143"/>
                  </a:cubicBezTo>
                  <a:cubicBezTo>
                    <a:pt x="401" y="60"/>
                    <a:pt x="333" y="1"/>
                    <a:pt x="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83"/>
            <p:cNvSpPr/>
            <p:nvPr/>
          </p:nvSpPr>
          <p:spPr>
            <a:xfrm>
              <a:off x="1845650" y="1212150"/>
              <a:ext cx="10050" cy="30050"/>
            </a:xfrm>
            <a:custGeom>
              <a:avLst/>
              <a:gdLst/>
              <a:ahLst/>
              <a:cxnLst/>
              <a:rect l="l" t="t" r="r" b="b"/>
              <a:pathLst>
                <a:path w="402" h="1202" extrusionOk="0">
                  <a:moveTo>
                    <a:pt x="201" y="0"/>
                  </a:moveTo>
                  <a:cubicBezTo>
                    <a:pt x="101" y="34"/>
                    <a:pt x="34" y="100"/>
                    <a:pt x="34" y="200"/>
                  </a:cubicBezTo>
                  <a:cubicBezTo>
                    <a:pt x="67" y="467"/>
                    <a:pt x="67" y="734"/>
                    <a:pt x="34" y="1034"/>
                  </a:cubicBezTo>
                  <a:cubicBezTo>
                    <a:pt x="1" y="1101"/>
                    <a:pt x="67" y="1201"/>
                    <a:pt x="134" y="1201"/>
                  </a:cubicBezTo>
                  <a:lnTo>
                    <a:pt x="168" y="1201"/>
                  </a:lnTo>
                  <a:cubicBezTo>
                    <a:pt x="268" y="1201"/>
                    <a:pt x="334" y="1134"/>
                    <a:pt x="334" y="1068"/>
                  </a:cubicBezTo>
                  <a:cubicBezTo>
                    <a:pt x="368" y="767"/>
                    <a:pt x="401" y="467"/>
                    <a:pt x="368" y="167"/>
                  </a:cubicBezTo>
                  <a:cubicBezTo>
                    <a:pt x="368" y="67"/>
                    <a:pt x="268" y="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83"/>
            <p:cNvSpPr/>
            <p:nvPr/>
          </p:nvSpPr>
          <p:spPr>
            <a:xfrm>
              <a:off x="1881525" y="1230500"/>
              <a:ext cx="10025" cy="25875"/>
            </a:xfrm>
            <a:custGeom>
              <a:avLst/>
              <a:gdLst/>
              <a:ahLst/>
              <a:cxnLst/>
              <a:rect l="l" t="t" r="r" b="b"/>
              <a:pathLst>
                <a:path w="401" h="1035" extrusionOk="0">
                  <a:moveTo>
                    <a:pt x="267" y="0"/>
                  </a:moveTo>
                  <a:cubicBezTo>
                    <a:pt x="167" y="0"/>
                    <a:pt x="100" y="33"/>
                    <a:pt x="67" y="134"/>
                  </a:cubicBezTo>
                  <a:cubicBezTo>
                    <a:pt x="33" y="367"/>
                    <a:pt x="0" y="634"/>
                    <a:pt x="33" y="901"/>
                  </a:cubicBezTo>
                  <a:cubicBezTo>
                    <a:pt x="33" y="967"/>
                    <a:pt x="100" y="1034"/>
                    <a:pt x="167" y="1034"/>
                  </a:cubicBezTo>
                  <a:cubicBezTo>
                    <a:pt x="267" y="1034"/>
                    <a:pt x="334" y="967"/>
                    <a:pt x="334" y="867"/>
                  </a:cubicBezTo>
                  <a:cubicBezTo>
                    <a:pt x="334" y="634"/>
                    <a:pt x="334" y="400"/>
                    <a:pt x="367" y="200"/>
                  </a:cubicBezTo>
                  <a:cubicBezTo>
                    <a:pt x="400" y="100"/>
                    <a:pt x="334" y="33"/>
                    <a:pt x="2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83"/>
            <p:cNvSpPr/>
            <p:nvPr/>
          </p:nvSpPr>
          <p:spPr>
            <a:xfrm>
              <a:off x="1915700" y="1244675"/>
              <a:ext cx="9200" cy="26700"/>
            </a:xfrm>
            <a:custGeom>
              <a:avLst/>
              <a:gdLst/>
              <a:ahLst/>
              <a:cxnLst/>
              <a:rect l="l" t="t" r="r" b="b"/>
              <a:pathLst>
                <a:path w="368" h="1068" extrusionOk="0">
                  <a:moveTo>
                    <a:pt x="234" y="0"/>
                  </a:moveTo>
                  <a:cubicBezTo>
                    <a:pt x="134" y="0"/>
                    <a:pt x="67" y="67"/>
                    <a:pt x="67" y="167"/>
                  </a:cubicBezTo>
                  <a:lnTo>
                    <a:pt x="1" y="901"/>
                  </a:lnTo>
                  <a:cubicBezTo>
                    <a:pt x="1" y="968"/>
                    <a:pt x="67" y="1034"/>
                    <a:pt x="134" y="1068"/>
                  </a:cubicBezTo>
                  <a:lnTo>
                    <a:pt x="168" y="1068"/>
                  </a:lnTo>
                  <a:cubicBezTo>
                    <a:pt x="234" y="1068"/>
                    <a:pt x="301" y="1001"/>
                    <a:pt x="301" y="901"/>
                  </a:cubicBezTo>
                  <a:lnTo>
                    <a:pt x="368" y="167"/>
                  </a:lnTo>
                  <a:cubicBezTo>
                    <a:pt x="368" y="100"/>
                    <a:pt x="301" y="34"/>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83"/>
            <p:cNvSpPr/>
            <p:nvPr/>
          </p:nvSpPr>
          <p:spPr>
            <a:xfrm>
              <a:off x="1949075" y="1254675"/>
              <a:ext cx="9175" cy="30050"/>
            </a:xfrm>
            <a:custGeom>
              <a:avLst/>
              <a:gdLst/>
              <a:ahLst/>
              <a:cxnLst/>
              <a:rect l="l" t="t" r="r" b="b"/>
              <a:pathLst>
                <a:path w="367" h="1202" extrusionOk="0">
                  <a:moveTo>
                    <a:pt x="133" y="0"/>
                  </a:moveTo>
                  <a:cubicBezTo>
                    <a:pt x="67" y="0"/>
                    <a:pt x="0" y="101"/>
                    <a:pt x="0" y="167"/>
                  </a:cubicBezTo>
                  <a:cubicBezTo>
                    <a:pt x="33" y="467"/>
                    <a:pt x="33" y="734"/>
                    <a:pt x="33" y="1035"/>
                  </a:cubicBezTo>
                  <a:cubicBezTo>
                    <a:pt x="0" y="1101"/>
                    <a:pt x="67" y="1168"/>
                    <a:pt x="167" y="1201"/>
                  </a:cubicBezTo>
                  <a:cubicBezTo>
                    <a:pt x="267" y="1201"/>
                    <a:pt x="334" y="1135"/>
                    <a:pt x="334" y="1035"/>
                  </a:cubicBezTo>
                  <a:cubicBezTo>
                    <a:pt x="367" y="734"/>
                    <a:pt x="334" y="434"/>
                    <a:pt x="300" y="134"/>
                  </a:cubicBezTo>
                  <a:cubicBezTo>
                    <a:pt x="300" y="67"/>
                    <a:pt x="200" y="0"/>
                    <a:pt x="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83"/>
            <p:cNvSpPr/>
            <p:nvPr/>
          </p:nvSpPr>
          <p:spPr>
            <a:xfrm>
              <a:off x="1981575" y="1276350"/>
              <a:ext cx="10050" cy="20050"/>
            </a:xfrm>
            <a:custGeom>
              <a:avLst/>
              <a:gdLst/>
              <a:ahLst/>
              <a:cxnLst/>
              <a:rect l="l" t="t" r="r" b="b"/>
              <a:pathLst>
                <a:path w="402" h="802" extrusionOk="0">
                  <a:moveTo>
                    <a:pt x="234" y="1"/>
                  </a:moveTo>
                  <a:lnTo>
                    <a:pt x="68" y="34"/>
                  </a:lnTo>
                  <a:lnTo>
                    <a:pt x="34" y="635"/>
                  </a:lnTo>
                  <a:cubicBezTo>
                    <a:pt x="1" y="735"/>
                    <a:pt x="68" y="801"/>
                    <a:pt x="168" y="801"/>
                  </a:cubicBezTo>
                  <a:cubicBezTo>
                    <a:pt x="268" y="801"/>
                    <a:pt x="335" y="735"/>
                    <a:pt x="335" y="668"/>
                  </a:cubicBezTo>
                  <a:lnTo>
                    <a:pt x="401" y="34"/>
                  </a:lnTo>
                  <a:lnTo>
                    <a:pt x="2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83"/>
            <p:cNvSpPr/>
            <p:nvPr/>
          </p:nvSpPr>
          <p:spPr>
            <a:xfrm>
              <a:off x="2017450" y="1283850"/>
              <a:ext cx="7525" cy="26725"/>
            </a:xfrm>
            <a:custGeom>
              <a:avLst/>
              <a:gdLst/>
              <a:ahLst/>
              <a:cxnLst/>
              <a:rect l="l" t="t" r="r" b="b"/>
              <a:pathLst>
                <a:path w="301" h="1069" extrusionOk="0">
                  <a:moveTo>
                    <a:pt x="167" y="1"/>
                  </a:moveTo>
                  <a:cubicBezTo>
                    <a:pt x="67" y="1"/>
                    <a:pt x="0" y="68"/>
                    <a:pt x="0" y="168"/>
                  </a:cubicBezTo>
                  <a:lnTo>
                    <a:pt x="0" y="935"/>
                  </a:lnTo>
                  <a:cubicBezTo>
                    <a:pt x="0" y="1002"/>
                    <a:pt x="67" y="1068"/>
                    <a:pt x="167" y="1068"/>
                  </a:cubicBezTo>
                  <a:cubicBezTo>
                    <a:pt x="234" y="1068"/>
                    <a:pt x="301" y="1002"/>
                    <a:pt x="301" y="935"/>
                  </a:cubicBezTo>
                  <a:lnTo>
                    <a:pt x="301" y="168"/>
                  </a:lnTo>
                  <a:cubicBezTo>
                    <a:pt x="301" y="68"/>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83"/>
            <p:cNvSpPr/>
            <p:nvPr/>
          </p:nvSpPr>
          <p:spPr>
            <a:xfrm>
              <a:off x="2052475" y="1299700"/>
              <a:ext cx="7525" cy="25875"/>
            </a:xfrm>
            <a:custGeom>
              <a:avLst/>
              <a:gdLst/>
              <a:ahLst/>
              <a:cxnLst/>
              <a:rect l="l" t="t" r="r" b="b"/>
              <a:pathLst>
                <a:path w="301" h="1035" extrusionOk="0">
                  <a:moveTo>
                    <a:pt x="167" y="1"/>
                  </a:moveTo>
                  <a:cubicBezTo>
                    <a:pt x="67" y="1"/>
                    <a:pt x="0" y="67"/>
                    <a:pt x="0" y="134"/>
                  </a:cubicBezTo>
                  <a:lnTo>
                    <a:pt x="0" y="868"/>
                  </a:lnTo>
                  <a:cubicBezTo>
                    <a:pt x="0" y="968"/>
                    <a:pt x="67" y="1035"/>
                    <a:pt x="167" y="1035"/>
                  </a:cubicBezTo>
                  <a:cubicBezTo>
                    <a:pt x="234" y="1035"/>
                    <a:pt x="301" y="968"/>
                    <a:pt x="301" y="868"/>
                  </a:cubicBezTo>
                  <a:lnTo>
                    <a:pt x="301" y="134"/>
                  </a:lnTo>
                  <a:cubicBezTo>
                    <a:pt x="301" y="67"/>
                    <a:pt x="234"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83"/>
            <p:cNvSpPr/>
            <p:nvPr/>
          </p:nvSpPr>
          <p:spPr>
            <a:xfrm>
              <a:off x="2087500" y="1313050"/>
              <a:ext cx="7525" cy="23375"/>
            </a:xfrm>
            <a:custGeom>
              <a:avLst/>
              <a:gdLst/>
              <a:ahLst/>
              <a:cxnLst/>
              <a:rect l="l" t="t" r="r" b="b"/>
              <a:pathLst>
                <a:path w="301" h="935" extrusionOk="0">
                  <a:moveTo>
                    <a:pt x="167" y="0"/>
                  </a:moveTo>
                  <a:cubicBezTo>
                    <a:pt x="67" y="0"/>
                    <a:pt x="0" y="67"/>
                    <a:pt x="0" y="134"/>
                  </a:cubicBezTo>
                  <a:lnTo>
                    <a:pt x="0" y="768"/>
                  </a:lnTo>
                  <a:cubicBezTo>
                    <a:pt x="0" y="868"/>
                    <a:pt x="67" y="934"/>
                    <a:pt x="167" y="934"/>
                  </a:cubicBezTo>
                  <a:cubicBezTo>
                    <a:pt x="234" y="934"/>
                    <a:pt x="301" y="868"/>
                    <a:pt x="301" y="768"/>
                  </a:cubicBezTo>
                  <a:lnTo>
                    <a:pt x="301" y="134"/>
                  </a:lnTo>
                  <a:cubicBezTo>
                    <a:pt x="301" y="67"/>
                    <a:pt x="234"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83"/>
            <p:cNvSpPr/>
            <p:nvPr/>
          </p:nvSpPr>
          <p:spPr>
            <a:xfrm>
              <a:off x="1453700" y="1062400"/>
              <a:ext cx="52575" cy="53025"/>
            </a:xfrm>
            <a:custGeom>
              <a:avLst/>
              <a:gdLst/>
              <a:ahLst/>
              <a:cxnLst/>
              <a:rect l="l" t="t" r="r" b="b"/>
              <a:pathLst>
                <a:path w="2103" h="2121" extrusionOk="0">
                  <a:moveTo>
                    <a:pt x="368" y="319"/>
                  </a:moveTo>
                  <a:lnTo>
                    <a:pt x="368" y="319"/>
                  </a:lnTo>
                  <a:cubicBezTo>
                    <a:pt x="568" y="353"/>
                    <a:pt x="1035" y="453"/>
                    <a:pt x="1335" y="653"/>
                  </a:cubicBezTo>
                  <a:cubicBezTo>
                    <a:pt x="1469" y="720"/>
                    <a:pt x="1569" y="820"/>
                    <a:pt x="1569" y="887"/>
                  </a:cubicBezTo>
                  <a:cubicBezTo>
                    <a:pt x="1635" y="1254"/>
                    <a:pt x="1735" y="1721"/>
                    <a:pt x="1702" y="1787"/>
                  </a:cubicBezTo>
                  <a:cubicBezTo>
                    <a:pt x="1696" y="1794"/>
                    <a:pt x="1682" y="1796"/>
                    <a:pt x="1663" y="1796"/>
                  </a:cubicBezTo>
                  <a:cubicBezTo>
                    <a:pt x="1581" y="1796"/>
                    <a:pt x="1397" y="1747"/>
                    <a:pt x="1235" y="1721"/>
                  </a:cubicBezTo>
                  <a:cubicBezTo>
                    <a:pt x="1102" y="1687"/>
                    <a:pt x="902" y="1654"/>
                    <a:pt x="701" y="1620"/>
                  </a:cubicBezTo>
                  <a:cubicBezTo>
                    <a:pt x="701" y="1587"/>
                    <a:pt x="668" y="1587"/>
                    <a:pt x="668" y="1587"/>
                  </a:cubicBezTo>
                  <a:cubicBezTo>
                    <a:pt x="668" y="1587"/>
                    <a:pt x="668" y="1620"/>
                    <a:pt x="635" y="1620"/>
                  </a:cubicBezTo>
                  <a:lnTo>
                    <a:pt x="468" y="786"/>
                  </a:lnTo>
                  <a:cubicBezTo>
                    <a:pt x="401" y="553"/>
                    <a:pt x="368" y="420"/>
                    <a:pt x="368" y="319"/>
                  </a:cubicBezTo>
                  <a:close/>
                  <a:moveTo>
                    <a:pt x="305" y="1"/>
                  </a:moveTo>
                  <a:cubicBezTo>
                    <a:pt x="201" y="1"/>
                    <a:pt x="112" y="30"/>
                    <a:pt x="68" y="119"/>
                  </a:cubicBezTo>
                  <a:cubicBezTo>
                    <a:pt x="1" y="219"/>
                    <a:pt x="1" y="219"/>
                    <a:pt x="168" y="853"/>
                  </a:cubicBezTo>
                  <a:lnTo>
                    <a:pt x="368" y="1754"/>
                  </a:lnTo>
                  <a:cubicBezTo>
                    <a:pt x="401" y="1921"/>
                    <a:pt x="601" y="1921"/>
                    <a:pt x="635" y="1921"/>
                  </a:cubicBezTo>
                  <a:cubicBezTo>
                    <a:pt x="835" y="1954"/>
                    <a:pt x="1035" y="1987"/>
                    <a:pt x="1168" y="2021"/>
                  </a:cubicBezTo>
                  <a:cubicBezTo>
                    <a:pt x="1369" y="2087"/>
                    <a:pt x="1535" y="2121"/>
                    <a:pt x="1669" y="2121"/>
                  </a:cubicBezTo>
                  <a:cubicBezTo>
                    <a:pt x="1769" y="2121"/>
                    <a:pt x="1869" y="2087"/>
                    <a:pt x="1936" y="2021"/>
                  </a:cubicBezTo>
                  <a:cubicBezTo>
                    <a:pt x="2102" y="1854"/>
                    <a:pt x="2036" y="1587"/>
                    <a:pt x="1869" y="820"/>
                  </a:cubicBezTo>
                  <a:cubicBezTo>
                    <a:pt x="1769" y="353"/>
                    <a:pt x="902" y="86"/>
                    <a:pt x="468" y="19"/>
                  </a:cubicBezTo>
                  <a:cubicBezTo>
                    <a:pt x="412" y="8"/>
                    <a:pt x="357"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83"/>
            <p:cNvSpPr/>
            <p:nvPr/>
          </p:nvSpPr>
          <p:spPr>
            <a:xfrm>
              <a:off x="1387000" y="1058700"/>
              <a:ext cx="65075" cy="42550"/>
            </a:xfrm>
            <a:custGeom>
              <a:avLst/>
              <a:gdLst/>
              <a:ahLst/>
              <a:cxnLst/>
              <a:rect l="l" t="t" r="r" b="b"/>
              <a:pathLst>
                <a:path w="2603" h="1702" extrusionOk="0">
                  <a:moveTo>
                    <a:pt x="1222" y="328"/>
                  </a:moveTo>
                  <a:cubicBezTo>
                    <a:pt x="1559" y="328"/>
                    <a:pt x="1960" y="394"/>
                    <a:pt x="2102" y="434"/>
                  </a:cubicBezTo>
                  <a:cubicBezTo>
                    <a:pt x="2169" y="634"/>
                    <a:pt x="2269" y="1201"/>
                    <a:pt x="2202" y="1402"/>
                  </a:cubicBezTo>
                  <a:cubicBezTo>
                    <a:pt x="1635" y="1301"/>
                    <a:pt x="1101" y="1101"/>
                    <a:pt x="601" y="934"/>
                  </a:cubicBezTo>
                  <a:lnTo>
                    <a:pt x="567" y="901"/>
                  </a:lnTo>
                  <a:cubicBezTo>
                    <a:pt x="501" y="901"/>
                    <a:pt x="434" y="868"/>
                    <a:pt x="367" y="834"/>
                  </a:cubicBezTo>
                  <a:cubicBezTo>
                    <a:pt x="401" y="801"/>
                    <a:pt x="467" y="734"/>
                    <a:pt x="534" y="668"/>
                  </a:cubicBezTo>
                  <a:cubicBezTo>
                    <a:pt x="601" y="601"/>
                    <a:pt x="667" y="501"/>
                    <a:pt x="734" y="434"/>
                  </a:cubicBezTo>
                  <a:cubicBezTo>
                    <a:pt x="813" y="356"/>
                    <a:pt x="1004" y="328"/>
                    <a:pt x="1222" y="328"/>
                  </a:cubicBezTo>
                  <a:close/>
                  <a:moveTo>
                    <a:pt x="1134" y="0"/>
                  </a:moveTo>
                  <a:cubicBezTo>
                    <a:pt x="834" y="0"/>
                    <a:pt x="634" y="67"/>
                    <a:pt x="501" y="201"/>
                  </a:cubicBezTo>
                  <a:cubicBezTo>
                    <a:pt x="434" y="301"/>
                    <a:pt x="367" y="367"/>
                    <a:pt x="301" y="434"/>
                  </a:cubicBezTo>
                  <a:cubicBezTo>
                    <a:pt x="100" y="668"/>
                    <a:pt x="0" y="768"/>
                    <a:pt x="34" y="901"/>
                  </a:cubicBezTo>
                  <a:cubicBezTo>
                    <a:pt x="67" y="1068"/>
                    <a:pt x="200" y="1101"/>
                    <a:pt x="434" y="1201"/>
                  </a:cubicBezTo>
                  <a:lnTo>
                    <a:pt x="501" y="1201"/>
                  </a:lnTo>
                  <a:cubicBezTo>
                    <a:pt x="1001" y="1402"/>
                    <a:pt x="1601" y="1602"/>
                    <a:pt x="2202" y="1702"/>
                  </a:cubicBezTo>
                  <a:lnTo>
                    <a:pt x="2235" y="1702"/>
                  </a:lnTo>
                  <a:cubicBezTo>
                    <a:pt x="2335" y="1702"/>
                    <a:pt x="2435" y="1635"/>
                    <a:pt x="2469" y="1535"/>
                  </a:cubicBezTo>
                  <a:cubicBezTo>
                    <a:pt x="2602" y="1268"/>
                    <a:pt x="2469" y="334"/>
                    <a:pt x="2335" y="201"/>
                  </a:cubicBezTo>
                  <a:cubicBezTo>
                    <a:pt x="2235" y="101"/>
                    <a:pt x="1568" y="0"/>
                    <a:pt x="1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83"/>
            <p:cNvSpPr/>
            <p:nvPr/>
          </p:nvSpPr>
          <p:spPr>
            <a:xfrm>
              <a:off x="1306950" y="1054700"/>
              <a:ext cx="90075" cy="29050"/>
            </a:xfrm>
            <a:custGeom>
              <a:avLst/>
              <a:gdLst/>
              <a:ahLst/>
              <a:cxnLst/>
              <a:rect l="l" t="t" r="r" b="b"/>
              <a:pathLst>
                <a:path w="3603" h="1162" extrusionOk="0">
                  <a:moveTo>
                    <a:pt x="2546" y="1"/>
                  </a:moveTo>
                  <a:cubicBezTo>
                    <a:pt x="2192" y="1"/>
                    <a:pt x="1823" y="34"/>
                    <a:pt x="1568" y="94"/>
                  </a:cubicBezTo>
                  <a:cubicBezTo>
                    <a:pt x="1468" y="94"/>
                    <a:pt x="1434" y="194"/>
                    <a:pt x="1434" y="261"/>
                  </a:cubicBezTo>
                  <a:cubicBezTo>
                    <a:pt x="1468" y="361"/>
                    <a:pt x="1534" y="394"/>
                    <a:pt x="1635" y="394"/>
                  </a:cubicBezTo>
                  <a:cubicBezTo>
                    <a:pt x="1931" y="331"/>
                    <a:pt x="2320" y="307"/>
                    <a:pt x="2651" y="307"/>
                  </a:cubicBezTo>
                  <a:cubicBezTo>
                    <a:pt x="2842" y="307"/>
                    <a:pt x="3013" y="315"/>
                    <a:pt x="3136" y="327"/>
                  </a:cubicBezTo>
                  <a:cubicBezTo>
                    <a:pt x="2935" y="561"/>
                    <a:pt x="2635" y="794"/>
                    <a:pt x="2602" y="828"/>
                  </a:cubicBezTo>
                  <a:cubicBezTo>
                    <a:pt x="2568" y="833"/>
                    <a:pt x="2485" y="836"/>
                    <a:pt x="2370" y="836"/>
                  </a:cubicBezTo>
                  <a:cubicBezTo>
                    <a:pt x="1816" y="836"/>
                    <a:pt x="510" y="771"/>
                    <a:pt x="234" y="661"/>
                  </a:cubicBezTo>
                  <a:cubicBezTo>
                    <a:pt x="133" y="661"/>
                    <a:pt x="33" y="694"/>
                    <a:pt x="33" y="761"/>
                  </a:cubicBezTo>
                  <a:cubicBezTo>
                    <a:pt x="0" y="861"/>
                    <a:pt x="33" y="961"/>
                    <a:pt x="100" y="961"/>
                  </a:cubicBezTo>
                  <a:cubicBezTo>
                    <a:pt x="400" y="1061"/>
                    <a:pt x="1534" y="1161"/>
                    <a:pt x="2202" y="1161"/>
                  </a:cubicBezTo>
                  <a:cubicBezTo>
                    <a:pt x="2468" y="1161"/>
                    <a:pt x="2669" y="1128"/>
                    <a:pt x="2702" y="1128"/>
                  </a:cubicBezTo>
                  <a:cubicBezTo>
                    <a:pt x="2802" y="1061"/>
                    <a:pt x="3036" y="861"/>
                    <a:pt x="3469" y="461"/>
                  </a:cubicBezTo>
                  <a:lnTo>
                    <a:pt x="3536" y="394"/>
                  </a:lnTo>
                  <a:cubicBezTo>
                    <a:pt x="3569" y="361"/>
                    <a:pt x="3603" y="327"/>
                    <a:pt x="3603" y="261"/>
                  </a:cubicBezTo>
                  <a:cubicBezTo>
                    <a:pt x="3603" y="227"/>
                    <a:pt x="3569" y="160"/>
                    <a:pt x="3536" y="160"/>
                  </a:cubicBezTo>
                  <a:cubicBezTo>
                    <a:pt x="3389" y="50"/>
                    <a:pt x="2979" y="1"/>
                    <a:pt x="2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83"/>
            <p:cNvSpPr/>
            <p:nvPr/>
          </p:nvSpPr>
          <p:spPr>
            <a:xfrm>
              <a:off x="1361975" y="1614600"/>
              <a:ext cx="206000" cy="157125"/>
            </a:xfrm>
            <a:custGeom>
              <a:avLst/>
              <a:gdLst/>
              <a:ahLst/>
              <a:cxnLst/>
              <a:rect l="l" t="t" r="r" b="b"/>
              <a:pathLst>
                <a:path w="8240" h="6285" extrusionOk="0">
                  <a:moveTo>
                    <a:pt x="7852" y="1"/>
                  </a:moveTo>
                  <a:cubicBezTo>
                    <a:pt x="7826" y="1"/>
                    <a:pt x="7800" y="5"/>
                    <a:pt x="7773" y="14"/>
                  </a:cubicBezTo>
                  <a:lnTo>
                    <a:pt x="1435" y="3116"/>
                  </a:lnTo>
                  <a:cubicBezTo>
                    <a:pt x="34" y="4050"/>
                    <a:pt x="34" y="5518"/>
                    <a:pt x="34" y="5584"/>
                  </a:cubicBezTo>
                  <a:cubicBezTo>
                    <a:pt x="1" y="5785"/>
                    <a:pt x="101" y="5985"/>
                    <a:pt x="267" y="6118"/>
                  </a:cubicBezTo>
                  <a:cubicBezTo>
                    <a:pt x="401" y="6218"/>
                    <a:pt x="534" y="6285"/>
                    <a:pt x="668" y="6285"/>
                  </a:cubicBezTo>
                  <a:cubicBezTo>
                    <a:pt x="734" y="6285"/>
                    <a:pt x="801" y="6285"/>
                    <a:pt x="868" y="6252"/>
                  </a:cubicBezTo>
                  <a:lnTo>
                    <a:pt x="8106" y="4050"/>
                  </a:lnTo>
                  <a:cubicBezTo>
                    <a:pt x="8206" y="4017"/>
                    <a:pt x="8240" y="3917"/>
                    <a:pt x="8206" y="3850"/>
                  </a:cubicBezTo>
                  <a:cubicBezTo>
                    <a:pt x="8206" y="3775"/>
                    <a:pt x="8150" y="3737"/>
                    <a:pt x="8094" y="3737"/>
                  </a:cubicBezTo>
                  <a:cubicBezTo>
                    <a:pt x="8075" y="3737"/>
                    <a:pt x="8056" y="3741"/>
                    <a:pt x="8040" y="3750"/>
                  </a:cubicBezTo>
                  <a:lnTo>
                    <a:pt x="768" y="5951"/>
                  </a:lnTo>
                  <a:cubicBezTo>
                    <a:pt x="741" y="5960"/>
                    <a:pt x="714" y="5964"/>
                    <a:pt x="687" y="5964"/>
                  </a:cubicBezTo>
                  <a:cubicBezTo>
                    <a:pt x="614" y="5964"/>
                    <a:pt x="541" y="5933"/>
                    <a:pt x="468" y="5885"/>
                  </a:cubicBezTo>
                  <a:cubicBezTo>
                    <a:pt x="368" y="5818"/>
                    <a:pt x="334" y="5718"/>
                    <a:pt x="334" y="5584"/>
                  </a:cubicBezTo>
                  <a:cubicBezTo>
                    <a:pt x="334" y="5551"/>
                    <a:pt x="368" y="4183"/>
                    <a:pt x="1602" y="3383"/>
                  </a:cubicBezTo>
                  <a:lnTo>
                    <a:pt x="7940" y="314"/>
                  </a:lnTo>
                  <a:cubicBezTo>
                    <a:pt x="8006" y="281"/>
                    <a:pt x="8040" y="181"/>
                    <a:pt x="8006" y="80"/>
                  </a:cubicBezTo>
                  <a:cubicBezTo>
                    <a:pt x="7982" y="32"/>
                    <a:pt x="7922" y="1"/>
                    <a:pt x="7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83"/>
            <p:cNvSpPr/>
            <p:nvPr/>
          </p:nvSpPr>
          <p:spPr>
            <a:xfrm>
              <a:off x="1506250" y="1662450"/>
              <a:ext cx="184325" cy="110125"/>
            </a:xfrm>
            <a:custGeom>
              <a:avLst/>
              <a:gdLst/>
              <a:ahLst/>
              <a:cxnLst/>
              <a:rect l="l" t="t" r="r" b="b"/>
              <a:pathLst>
                <a:path w="7373" h="4405" extrusionOk="0">
                  <a:moveTo>
                    <a:pt x="467" y="301"/>
                  </a:moveTo>
                  <a:cubicBezTo>
                    <a:pt x="734" y="335"/>
                    <a:pt x="1301" y="501"/>
                    <a:pt x="1902" y="668"/>
                  </a:cubicBezTo>
                  <a:cubicBezTo>
                    <a:pt x="2335" y="768"/>
                    <a:pt x="2836" y="902"/>
                    <a:pt x="3403" y="1069"/>
                  </a:cubicBezTo>
                  <a:cubicBezTo>
                    <a:pt x="5237" y="1502"/>
                    <a:pt x="6171" y="2069"/>
                    <a:pt x="6972" y="4104"/>
                  </a:cubicBezTo>
                  <a:cubicBezTo>
                    <a:pt x="6071" y="4104"/>
                    <a:pt x="5338" y="4104"/>
                    <a:pt x="1735" y="1369"/>
                  </a:cubicBezTo>
                  <a:cubicBezTo>
                    <a:pt x="1068" y="835"/>
                    <a:pt x="634" y="501"/>
                    <a:pt x="467" y="301"/>
                  </a:cubicBezTo>
                  <a:close/>
                  <a:moveTo>
                    <a:pt x="390" y="0"/>
                  </a:moveTo>
                  <a:cubicBezTo>
                    <a:pt x="231" y="0"/>
                    <a:pt x="151" y="46"/>
                    <a:pt x="100" y="135"/>
                  </a:cubicBezTo>
                  <a:cubicBezTo>
                    <a:pt x="0" y="335"/>
                    <a:pt x="201" y="568"/>
                    <a:pt x="1535" y="1602"/>
                  </a:cubicBezTo>
                  <a:cubicBezTo>
                    <a:pt x="4937" y="4237"/>
                    <a:pt x="5871" y="4404"/>
                    <a:pt x="6772" y="4404"/>
                  </a:cubicBezTo>
                  <a:lnTo>
                    <a:pt x="7206" y="4404"/>
                  </a:lnTo>
                  <a:cubicBezTo>
                    <a:pt x="7239" y="4404"/>
                    <a:pt x="7306" y="4371"/>
                    <a:pt x="7339" y="4338"/>
                  </a:cubicBezTo>
                  <a:cubicBezTo>
                    <a:pt x="7339" y="4271"/>
                    <a:pt x="7372" y="4237"/>
                    <a:pt x="7339" y="4171"/>
                  </a:cubicBezTo>
                  <a:cubicBezTo>
                    <a:pt x="6472" y="1869"/>
                    <a:pt x="5438" y="1235"/>
                    <a:pt x="3503" y="768"/>
                  </a:cubicBezTo>
                  <a:cubicBezTo>
                    <a:pt x="2936" y="602"/>
                    <a:pt x="2435" y="468"/>
                    <a:pt x="2002" y="368"/>
                  </a:cubicBezTo>
                  <a:cubicBezTo>
                    <a:pt x="1114" y="120"/>
                    <a:pt x="648"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83"/>
            <p:cNvSpPr/>
            <p:nvPr/>
          </p:nvSpPr>
          <p:spPr>
            <a:xfrm>
              <a:off x="1614650" y="1665800"/>
              <a:ext cx="93425" cy="31725"/>
            </a:xfrm>
            <a:custGeom>
              <a:avLst/>
              <a:gdLst/>
              <a:ahLst/>
              <a:cxnLst/>
              <a:rect l="l" t="t" r="r" b="b"/>
              <a:pathLst>
                <a:path w="3737" h="1269" extrusionOk="0">
                  <a:moveTo>
                    <a:pt x="3537" y="1"/>
                  </a:moveTo>
                  <a:lnTo>
                    <a:pt x="134" y="935"/>
                  </a:lnTo>
                  <a:cubicBezTo>
                    <a:pt x="68" y="968"/>
                    <a:pt x="1" y="1068"/>
                    <a:pt x="34" y="1135"/>
                  </a:cubicBezTo>
                  <a:cubicBezTo>
                    <a:pt x="34" y="1201"/>
                    <a:pt x="101" y="1268"/>
                    <a:pt x="201" y="1268"/>
                  </a:cubicBezTo>
                  <a:cubicBezTo>
                    <a:pt x="201" y="1268"/>
                    <a:pt x="201" y="1268"/>
                    <a:pt x="234" y="1235"/>
                  </a:cubicBezTo>
                  <a:lnTo>
                    <a:pt x="3603" y="301"/>
                  </a:lnTo>
                  <a:cubicBezTo>
                    <a:pt x="3703" y="301"/>
                    <a:pt x="3737" y="201"/>
                    <a:pt x="3737" y="134"/>
                  </a:cubicBezTo>
                  <a:cubicBezTo>
                    <a:pt x="3703" y="34"/>
                    <a:pt x="3603" y="1"/>
                    <a:pt x="35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73" name="Google Shape;3673;p83"/>
          <p:cNvSpPr txBox="1">
            <a:spLocks noGrp="1"/>
          </p:cNvSpPr>
          <p:nvPr>
            <p:ph type="ctrTitle"/>
          </p:nvPr>
        </p:nvSpPr>
        <p:spPr>
          <a:xfrm>
            <a:off x="1125300" y="2269950"/>
            <a:ext cx="6893400" cy="98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700"/>
              <a:t>Describe Aircraft Control Surfaces</a:t>
            </a:r>
            <a:endParaRPr sz="2700"/>
          </a:p>
        </p:txBody>
      </p:sp>
      <p:sp>
        <p:nvSpPr>
          <p:cNvPr id="3674" name="Google Shape;3674;p83"/>
          <p:cNvSpPr txBox="1">
            <a:spLocks noGrp="1"/>
          </p:cNvSpPr>
          <p:nvPr>
            <p:ph type="subTitle" idx="1"/>
          </p:nvPr>
        </p:nvSpPr>
        <p:spPr>
          <a:xfrm>
            <a:off x="5407100" y="955125"/>
            <a:ext cx="2548500" cy="677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dirty="0">
              <a:latin typeface="Orbitron"/>
              <a:ea typeface="Orbitron"/>
              <a:cs typeface="Orbitron"/>
              <a:sym typeface="Orbitron"/>
            </a:endParaRPr>
          </a:p>
        </p:txBody>
      </p:sp>
      <p:sp>
        <p:nvSpPr>
          <p:cNvPr id="3675" name="Google Shape;3675;p83"/>
          <p:cNvSpPr txBox="1">
            <a:spLocks noGrp="1"/>
          </p:cNvSpPr>
          <p:nvPr>
            <p:ph type="ctrTitle"/>
          </p:nvPr>
        </p:nvSpPr>
        <p:spPr>
          <a:xfrm>
            <a:off x="-1043525" y="1548550"/>
            <a:ext cx="3820500" cy="985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200"/>
              <a:t>THE END OF</a:t>
            </a:r>
            <a:endParaRPr sz="1200"/>
          </a:p>
        </p:txBody>
      </p:sp>
    </p:spTree>
  </p:cSld>
  <p:clrMapOvr>
    <a:masterClrMapping/>
  </p:clrMapOvr>
</p:sld>
</file>

<file path=ppt/theme/theme1.xml><?xml version="1.0" encoding="utf-8"?>
<a:theme xmlns:a="http://schemas.openxmlformats.org/drawingml/2006/main" name="Aeronautics by Slidesgo">
  <a:themeElements>
    <a:clrScheme name="Simple Light">
      <a:dk1>
        <a:srgbClr val="FFFFFF"/>
      </a:dk1>
      <a:lt1>
        <a:srgbClr val="031538"/>
      </a:lt1>
      <a:dk2>
        <a:srgbClr val="07348F"/>
      </a:dk2>
      <a:lt2>
        <a:srgbClr val="4D74C3"/>
      </a:lt2>
      <a:accent1>
        <a:srgbClr val="6B98B6"/>
      </a:accent1>
      <a:accent2>
        <a:srgbClr val="9E9D9D"/>
      </a:accent2>
      <a:accent3>
        <a:srgbClr val="D4D4D4"/>
      </a:accent3>
      <a:accent4>
        <a:srgbClr val="010E27"/>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2141</Words>
  <Application>Microsoft Office PowerPoint</Application>
  <PresentationFormat>On-screen Show (16:9)</PresentationFormat>
  <Paragraphs>273</Paragraphs>
  <Slides>48</Slides>
  <Notes>48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Google Sans</vt:lpstr>
      <vt:lpstr>Orbitron</vt:lpstr>
      <vt:lpstr>Space Grotesk</vt:lpstr>
      <vt:lpstr>Space Grotesk Medium</vt:lpstr>
      <vt:lpstr>Arial</vt:lpstr>
      <vt:lpstr>IBM Plex Sans</vt:lpstr>
      <vt:lpstr>PT Sans</vt:lpstr>
      <vt:lpstr>Roboto</vt:lpstr>
      <vt:lpstr>Aeronautics by Slidesgo</vt:lpstr>
      <vt:lpstr>EO M231.05 </vt:lpstr>
      <vt:lpstr>Objective</vt:lpstr>
      <vt:lpstr>Teaching  Points</vt:lpstr>
      <vt:lpstr>Identify Control  Surfaces of the Empennage</vt:lpstr>
      <vt:lpstr>PowerPoint Presentation</vt:lpstr>
      <vt:lpstr>TEACHING POINT 1  CONFIRMATION</vt:lpstr>
      <vt:lpstr>TEACHING POINT 1  CONFIRMATION</vt:lpstr>
      <vt:lpstr>Explain How Stabilizers Reduce Unwanted Axial Movement</vt:lpstr>
      <vt:lpstr>PowerPoint Presentation</vt:lpstr>
      <vt:lpstr>TEACHING POINT 2  CONFIRMATION</vt:lpstr>
      <vt:lpstr>TEACHING POINT 2  CONFIRMATION</vt:lpstr>
      <vt:lpstr>Explain How the Rudder Produces Yaw</vt:lpstr>
      <vt:lpstr>PowerPoint Presentation</vt:lpstr>
      <vt:lpstr>TEACHING POINT 3  CONFIRMATION</vt:lpstr>
      <vt:lpstr>TEACHING POINT 3 CONFIRMATION</vt:lpstr>
      <vt:lpstr>Explain How the  Elevator Controls Pitch</vt:lpstr>
      <vt:lpstr>PowerPoint Presentation</vt:lpstr>
      <vt:lpstr>TEACHING POINT 4 CONFIRMATION</vt:lpstr>
      <vt:lpstr>TEACHING POINT 4  CONFIRMATION</vt:lpstr>
      <vt:lpstr> Enact Control  Surface Movements Controlled by a Pilot</vt:lpstr>
      <vt:lpstr>In-Class Activity</vt:lpstr>
      <vt:lpstr>Explain How the  Aileron Induces Roll</vt:lpstr>
      <vt:lpstr>PowerPoint Presentation</vt:lpstr>
      <vt:lpstr>TEACHING POINT 6  CONFIRMATION</vt:lpstr>
      <vt:lpstr>TEACHING POINT 6  CONFIRMATION</vt:lpstr>
      <vt:lpstr>Explain the Operation  of Ailerons</vt:lpstr>
      <vt:lpstr>PowerPoint Presentation</vt:lpstr>
      <vt:lpstr>TEACHING POINT 7  CONFIRMATION</vt:lpstr>
      <vt:lpstr>TEACHING POINT 7  CONFIRMATION</vt:lpstr>
      <vt:lpstr>Explain the Operation  of Flaps</vt:lpstr>
      <vt:lpstr>PowerPoint Presentation</vt:lpstr>
      <vt:lpstr>TEACHING POINT 8  CONFIRMATION</vt:lpstr>
      <vt:lpstr>TEACHING POINT 8  CONFIRMATION</vt:lpstr>
      <vt:lpstr>Explain the Use of Trim Tabs</vt:lpstr>
      <vt:lpstr>PowerPoint Presentation</vt:lpstr>
      <vt:lpstr>TEACHING POINT 9  CONFIRMATION</vt:lpstr>
      <vt:lpstr>TEACHING POINT 9  CONFIRMATION</vt:lpstr>
      <vt:lpstr>Explain the Use of Dynamically Balanced Control Surfaces</vt:lpstr>
      <vt:lpstr>PowerPoint Presentation</vt:lpstr>
      <vt:lpstr>TEACHING POINT 9  CONFIRMATION</vt:lpstr>
      <vt:lpstr>TEACHING POINT 9  CONFIRMATION</vt:lpstr>
      <vt:lpstr>Label the Control Surfaces in a Drawing of an Aircraft</vt:lpstr>
      <vt:lpstr>PowerPoint Presentation</vt:lpstr>
      <vt:lpstr>PowerPoint Presentation</vt:lpstr>
      <vt:lpstr>END OF LESSON CONFIRMATION</vt:lpstr>
      <vt:lpstr>END OF LESSON CONFIRMATION</vt:lpstr>
      <vt:lpstr>Objective</vt:lpstr>
      <vt:lpstr>EO M231.05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Zhu</cp:lastModifiedBy>
  <cp:revision>8</cp:revision>
  <dcterms:modified xsi:type="dcterms:W3CDTF">2025-05-26T02:57:13Z</dcterms:modified>
</cp:coreProperties>
</file>