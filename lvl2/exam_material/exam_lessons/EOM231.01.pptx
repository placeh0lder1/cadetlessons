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56" r:id="rId5"/>
    <p:sldId id="303" r:id="rId6"/>
    <p:sldId id="258" r:id="rId7"/>
    <p:sldId id="302" r:id="rId8"/>
    <p:sldId id="260" r:id="rId9"/>
    <p:sldId id="261" r:id="rId10"/>
    <p:sldId id="262" r:id="rId11"/>
    <p:sldId id="263" r:id="rId12"/>
    <p:sldId id="264" r:id="rId13"/>
    <p:sldId id="265" r:id="rId14"/>
    <p:sldId id="299" r:id="rId15"/>
    <p:sldId id="266" r:id="rId16"/>
    <p:sldId id="285" r:id="rId17"/>
    <p:sldId id="298" r:id="rId18"/>
    <p:sldId id="286" r:id="rId19"/>
    <p:sldId id="297" r:id="rId20"/>
    <p:sldId id="29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86DA52-72CA-47AB-A7A8-0CF1DB38B9B6}" v="129" dt="2023-11-22T01:31:16.2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0784" autoAdjust="0"/>
  </p:normalViewPr>
  <p:slideViewPr>
    <p:cSldViewPr snapToGrid="0">
      <p:cViewPr varScale="1">
        <p:scale>
          <a:sx n="89" d="100"/>
          <a:sy n="89" d="100"/>
        </p:scale>
        <p:origin x="143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u, Kevin cdt" userId="222ab88e-4b8c-4b5a-96c4-54185ae9c1a8" providerId="ADAL" clId="{5F86DA52-72CA-47AB-A7A8-0CF1DB38B9B6}"/>
    <pc:docChg chg="undo custSel addSld modSld sldOrd">
      <pc:chgData name="Zhu, Kevin cdt" userId="222ab88e-4b8c-4b5a-96c4-54185ae9c1a8" providerId="ADAL" clId="{5F86DA52-72CA-47AB-A7A8-0CF1DB38B9B6}" dt="2023-11-22T01:31:16.231" v="430" actId="20577"/>
      <pc:docMkLst>
        <pc:docMk/>
      </pc:docMkLst>
      <pc:sldChg chg="modSp mod">
        <pc:chgData name="Zhu, Kevin cdt" userId="222ab88e-4b8c-4b5a-96c4-54185ae9c1a8" providerId="ADAL" clId="{5F86DA52-72CA-47AB-A7A8-0CF1DB38B9B6}" dt="2023-11-22T00:20:22.632" v="426" actId="20577"/>
        <pc:sldMkLst>
          <pc:docMk/>
          <pc:sldMk cId="635544256" sldId="256"/>
        </pc:sldMkLst>
        <pc:spChg chg="mod">
          <ac:chgData name="Zhu, Kevin cdt" userId="222ab88e-4b8c-4b5a-96c4-54185ae9c1a8" providerId="ADAL" clId="{5F86DA52-72CA-47AB-A7A8-0CF1DB38B9B6}" dt="2023-11-22T00:20:22.632" v="426" actId="20577"/>
          <ac:spMkLst>
            <pc:docMk/>
            <pc:sldMk cId="635544256" sldId="256"/>
            <ac:spMk id="3" creationId="{93D37599-B4B4-0002-0A48-739AF0E13C91}"/>
          </ac:spMkLst>
        </pc:spChg>
      </pc:sldChg>
      <pc:sldChg chg="modSp mod">
        <pc:chgData name="Zhu, Kevin cdt" userId="222ab88e-4b8c-4b5a-96c4-54185ae9c1a8" providerId="ADAL" clId="{5F86DA52-72CA-47AB-A7A8-0CF1DB38B9B6}" dt="2023-11-22T00:15:50.374" v="413" actId="115"/>
        <pc:sldMkLst>
          <pc:docMk/>
          <pc:sldMk cId="3175987811" sldId="258"/>
        </pc:sldMkLst>
        <pc:spChg chg="mod">
          <ac:chgData name="Zhu, Kevin cdt" userId="222ab88e-4b8c-4b5a-96c4-54185ae9c1a8" providerId="ADAL" clId="{5F86DA52-72CA-47AB-A7A8-0CF1DB38B9B6}" dt="2023-11-22T00:15:50.374" v="413" actId="115"/>
          <ac:spMkLst>
            <pc:docMk/>
            <pc:sldMk cId="3175987811" sldId="258"/>
            <ac:spMk id="3" creationId="{359DD54D-B6E5-25BF-F3B7-CAF465B80068}"/>
          </ac:spMkLst>
        </pc:spChg>
      </pc:sldChg>
      <pc:sldChg chg="addSp delSp modSp mod delAnim modAnim">
        <pc:chgData name="Zhu, Kevin cdt" userId="222ab88e-4b8c-4b5a-96c4-54185ae9c1a8" providerId="ADAL" clId="{5F86DA52-72CA-47AB-A7A8-0CF1DB38B9B6}" dt="2023-11-22T00:36:10.115" v="429" actId="1038"/>
        <pc:sldMkLst>
          <pc:docMk/>
          <pc:sldMk cId="793932453" sldId="259"/>
        </pc:sldMkLst>
        <pc:picChg chg="add del mod">
          <ac:chgData name="Zhu, Kevin cdt" userId="222ab88e-4b8c-4b5a-96c4-54185ae9c1a8" providerId="ADAL" clId="{5F86DA52-72CA-47AB-A7A8-0CF1DB38B9B6}" dt="2023-11-21T21:13:48.156" v="2" actId="478"/>
          <ac:picMkLst>
            <pc:docMk/>
            <pc:sldMk cId="793932453" sldId="259"/>
            <ac:picMk id="2" creationId="{C3CEE85E-2A29-5FC1-AE72-18B2D3E9360D}"/>
          </ac:picMkLst>
        </pc:picChg>
        <pc:picChg chg="mod">
          <ac:chgData name="Zhu, Kevin cdt" userId="222ab88e-4b8c-4b5a-96c4-54185ae9c1a8" providerId="ADAL" clId="{5F86DA52-72CA-47AB-A7A8-0CF1DB38B9B6}" dt="2023-11-22T00:36:10.115" v="429" actId="1038"/>
          <ac:picMkLst>
            <pc:docMk/>
            <pc:sldMk cId="793932453" sldId="259"/>
            <ac:picMk id="6" creationId="{E47C3971-53D8-14E9-EAF2-B623B0805F0E}"/>
          </ac:picMkLst>
        </pc:picChg>
      </pc:sldChg>
      <pc:sldChg chg="addSp modSp mod">
        <pc:chgData name="Zhu, Kevin cdt" userId="222ab88e-4b8c-4b5a-96c4-54185ae9c1a8" providerId="ADAL" clId="{5F86DA52-72CA-47AB-A7A8-0CF1DB38B9B6}" dt="2023-11-21T23:02:14.858" v="200" actId="29295"/>
        <pc:sldMkLst>
          <pc:docMk/>
          <pc:sldMk cId="1715957307" sldId="261"/>
        </pc:sldMkLst>
        <pc:picChg chg="add mod">
          <ac:chgData name="Zhu, Kevin cdt" userId="222ab88e-4b8c-4b5a-96c4-54185ae9c1a8" providerId="ADAL" clId="{5F86DA52-72CA-47AB-A7A8-0CF1DB38B9B6}" dt="2023-11-21T23:01:06.582" v="177" actId="1076"/>
          <ac:picMkLst>
            <pc:docMk/>
            <pc:sldMk cId="1715957307" sldId="261"/>
            <ac:picMk id="2" creationId="{C2138DE8-A92E-BB10-CC81-D456CA90D407}"/>
          </ac:picMkLst>
        </pc:picChg>
        <pc:picChg chg="mod">
          <ac:chgData name="Zhu, Kevin cdt" userId="222ab88e-4b8c-4b5a-96c4-54185ae9c1a8" providerId="ADAL" clId="{5F86DA52-72CA-47AB-A7A8-0CF1DB38B9B6}" dt="2023-11-21T23:02:14.858" v="200" actId="29295"/>
          <ac:picMkLst>
            <pc:docMk/>
            <pc:sldMk cId="1715957307" sldId="261"/>
            <ac:picMk id="5" creationId="{5739EA70-7E9F-3233-DF2A-2A65AAC9C9A9}"/>
          </ac:picMkLst>
        </pc:picChg>
      </pc:sldChg>
      <pc:sldChg chg="addSp modSp">
        <pc:chgData name="Zhu, Kevin cdt" userId="222ab88e-4b8c-4b5a-96c4-54185ae9c1a8" providerId="ADAL" clId="{5F86DA52-72CA-47AB-A7A8-0CF1DB38B9B6}" dt="2023-11-22T00:01:52.461" v="224" actId="1076"/>
        <pc:sldMkLst>
          <pc:docMk/>
          <pc:sldMk cId="3936748086" sldId="263"/>
        </pc:sldMkLst>
        <pc:picChg chg="add mod">
          <ac:chgData name="Zhu, Kevin cdt" userId="222ab88e-4b8c-4b5a-96c4-54185ae9c1a8" providerId="ADAL" clId="{5F86DA52-72CA-47AB-A7A8-0CF1DB38B9B6}" dt="2023-11-22T00:01:52.461" v="224" actId="1076"/>
          <ac:picMkLst>
            <pc:docMk/>
            <pc:sldMk cId="3936748086" sldId="263"/>
            <ac:picMk id="2" creationId="{D2DDA131-41B7-1985-5195-72A1F963E040}"/>
          </ac:picMkLst>
        </pc:picChg>
      </pc:sldChg>
      <pc:sldChg chg="addSp modSp mod">
        <pc:chgData name="Zhu, Kevin cdt" userId="222ab88e-4b8c-4b5a-96c4-54185ae9c1a8" providerId="ADAL" clId="{5F86DA52-72CA-47AB-A7A8-0CF1DB38B9B6}" dt="2023-11-22T00:03:57.545" v="242" actId="29295"/>
        <pc:sldMkLst>
          <pc:docMk/>
          <pc:sldMk cId="2341982256" sldId="265"/>
        </pc:sldMkLst>
        <pc:picChg chg="add mod">
          <ac:chgData name="Zhu, Kevin cdt" userId="222ab88e-4b8c-4b5a-96c4-54185ae9c1a8" providerId="ADAL" clId="{5F86DA52-72CA-47AB-A7A8-0CF1DB38B9B6}" dt="2023-11-22T00:03:44.074" v="240" actId="1076"/>
          <ac:picMkLst>
            <pc:docMk/>
            <pc:sldMk cId="2341982256" sldId="265"/>
            <ac:picMk id="2" creationId="{0F59E9D6-C8C5-AD09-DA14-1E610B94E858}"/>
          </ac:picMkLst>
        </pc:picChg>
        <pc:picChg chg="mod">
          <ac:chgData name="Zhu, Kevin cdt" userId="222ab88e-4b8c-4b5a-96c4-54185ae9c1a8" providerId="ADAL" clId="{5F86DA52-72CA-47AB-A7A8-0CF1DB38B9B6}" dt="2023-11-22T00:03:57.545" v="242" actId="29295"/>
          <ac:picMkLst>
            <pc:docMk/>
            <pc:sldMk cId="2341982256" sldId="265"/>
            <ac:picMk id="5" creationId="{6D821DFC-7300-AE2C-9351-2BE9EFB30DB8}"/>
          </ac:picMkLst>
        </pc:picChg>
      </pc:sldChg>
      <pc:sldChg chg="addSp delSp modSp mod">
        <pc:chgData name="Zhu, Kevin cdt" userId="222ab88e-4b8c-4b5a-96c4-54185ae9c1a8" providerId="ADAL" clId="{5F86DA52-72CA-47AB-A7A8-0CF1DB38B9B6}" dt="2023-11-21T23:59:11.474" v="206" actId="29295"/>
        <pc:sldMkLst>
          <pc:docMk/>
          <pc:sldMk cId="2092702787" sldId="270"/>
        </pc:sldMkLst>
        <pc:spChg chg="mod">
          <ac:chgData name="Zhu, Kevin cdt" userId="222ab88e-4b8c-4b5a-96c4-54185ae9c1a8" providerId="ADAL" clId="{5F86DA52-72CA-47AB-A7A8-0CF1DB38B9B6}" dt="2023-11-21T23:58:58.927" v="204" actId="207"/>
          <ac:spMkLst>
            <pc:docMk/>
            <pc:sldMk cId="2092702787" sldId="270"/>
            <ac:spMk id="8" creationId="{5A19FCA5-4E66-9456-D372-0615AFF2DDAC}"/>
          </ac:spMkLst>
        </pc:spChg>
        <pc:picChg chg="add del mod">
          <ac:chgData name="Zhu, Kevin cdt" userId="222ab88e-4b8c-4b5a-96c4-54185ae9c1a8" providerId="ADAL" clId="{5F86DA52-72CA-47AB-A7A8-0CF1DB38B9B6}" dt="2023-11-21T23:01:14.048" v="180" actId="478"/>
          <ac:picMkLst>
            <pc:docMk/>
            <pc:sldMk cId="2092702787" sldId="270"/>
            <ac:picMk id="3" creationId="{DCB2CB0A-7CB2-B7C0-C965-85104DE77DA7}"/>
          </ac:picMkLst>
        </pc:picChg>
        <pc:picChg chg="add mod">
          <ac:chgData name="Zhu, Kevin cdt" userId="222ab88e-4b8c-4b5a-96c4-54185ae9c1a8" providerId="ADAL" clId="{5F86DA52-72CA-47AB-A7A8-0CF1DB38B9B6}" dt="2023-11-21T23:01:16.333" v="181" actId="1076"/>
          <ac:picMkLst>
            <pc:docMk/>
            <pc:sldMk cId="2092702787" sldId="270"/>
            <ac:picMk id="4" creationId="{9419D9B9-60D9-009D-A9AB-6711459C6EE9}"/>
          </ac:picMkLst>
        </pc:picChg>
        <pc:picChg chg="del">
          <ac:chgData name="Zhu, Kevin cdt" userId="222ab88e-4b8c-4b5a-96c4-54185ae9c1a8" providerId="ADAL" clId="{5F86DA52-72CA-47AB-A7A8-0CF1DB38B9B6}" dt="2023-11-21T23:02:20.742" v="201" actId="478"/>
          <ac:picMkLst>
            <pc:docMk/>
            <pc:sldMk cId="2092702787" sldId="270"/>
            <ac:picMk id="5" creationId="{5739EA70-7E9F-3233-DF2A-2A65AAC9C9A9}"/>
          </ac:picMkLst>
        </pc:picChg>
        <pc:picChg chg="add mod ord">
          <ac:chgData name="Zhu, Kevin cdt" userId="222ab88e-4b8c-4b5a-96c4-54185ae9c1a8" providerId="ADAL" clId="{5F86DA52-72CA-47AB-A7A8-0CF1DB38B9B6}" dt="2023-11-21T23:59:11.474" v="206" actId="29295"/>
          <ac:picMkLst>
            <pc:docMk/>
            <pc:sldMk cId="2092702787" sldId="270"/>
            <ac:picMk id="6" creationId="{17CA0A6D-4C61-37D3-0895-402FAD7C42CC}"/>
          </ac:picMkLst>
        </pc:picChg>
      </pc:sldChg>
      <pc:sldChg chg="addSp delSp modSp mod">
        <pc:chgData name="Zhu, Kevin cdt" userId="222ab88e-4b8c-4b5a-96c4-54185ae9c1a8" providerId="ADAL" clId="{5F86DA52-72CA-47AB-A7A8-0CF1DB38B9B6}" dt="2023-11-22T00:01:11.074" v="220" actId="1076"/>
        <pc:sldMkLst>
          <pc:docMk/>
          <pc:sldMk cId="2563270529" sldId="271"/>
        </pc:sldMkLst>
        <pc:spChg chg="mod">
          <ac:chgData name="Zhu, Kevin cdt" userId="222ab88e-4b8c-4b5a-96c4-54185ae9c1a8" providerId="ADAL" clId="{5F86DA52-72CA-47AB-A7A8-0CF1DB38B9B6}" dt="2023-11-22T00:01:11.074" v="220" actId="1076"/>
          <ac:spMkLst>
            <pc:docMk/>
            <pc:sldMk cId="2563270529" sldId="271"/>
            <ac:spMk id="3" creationId="{B5E95F82-6CE4-88B0-C01E-57B588D227D7}"/>
          </ac:spMkLst>
        </pc:spChg>
        <pc:picChg chg="del">
          <ac:chgData name="Zhu, Kevin cdt" userId="222ab88e-4b8c-4b5a-96c4-54185ae9c1a8" providerId="ADAL" clId="{5F86DA52-72CA-47AB-A7A8-0CF1DB38B9B6}" dt="2023-11-22T00:00:51.376" v="215" actId="478"/>
          <ac:picMkLst>
            <pc:docMk/>
            <pc:sldMk cId="2563270529" sldId="271"/>
            <ac:picMk id="5" creationId="{5739EA70-7E9F-3233-DF2A-2A65AAC9C9A9}"/>
          </ac:picMkLst>
        </pc:picChg>
        <pc:picChg chg="add mod">
          <ac:chgData name="Zhu, Kevin cdt" userId="222ab88e-4b8c-4b5a-96c4-54185ae9c1a8" providerId="ADAL" clId="{5F86DA52-72CA-47AB-A7A8-0CF1DB38B9B6}" dt="2023-11-21T23:01:37.144" v="189" actId="1076"/>
          <ac:picMkLst>
            <pc:docMk/>
            <pc:sldMk cId="2563270529" sldId="271"/>
            <ac:picMk id="6" creationId="{62861990-B059-D40F-DB7E-14F2F1D59536}"/>
          </ac:picMkLst>
        </pc:picChg>
        <pc:picChg chg="add mod ord">
          <ac:chgData name="Zhu, Kevin cdt" userId="222ab88e-4b8c-4b5a-96c4-54185ae9c1a8" providerId="ADAL" clId="{5F86DA52-72CA-47AB-A7A8-0CF1DB38B9B6}" dt="2023-11-22T00:00:56.143" v="217" actId="167"/>
          <ac:picMkLst>
            <pc:docMk/>
            <pc:sldMk cId="2563270529" sldId="271"/>
            <ac:picMk id="7" creationId="{9EFB6601-DF26-1F4D-A33D-399BA804FAAD}"/>
          </ac:picMkLst>
        </pc:picChg>
      </pc:sldChg>
      <pc:sldChg chg="addSp delSp modSp mod">
        <pc:chgData name="Zhu, Kevin cdt" userId="222ab88e-4b8c-4b5a-96c4-54185ae9c1a8" providerId="ADAL" clId="{5F86DA52-72CA-47AB-A7A8-0CF1DB38B9B6}" dt="2023-11-22T00:01:20.024" v="221" actId="255"/>
        <pc:sldMkLst>
          <pc:docMk/>
          <pc:sldMk cId="968228473" sldId="272"/>
        </pc:sldMkLst>
        <pc:spChg chg="mod">
          <ac:chgData name="Zhu, Kevin cdt" userId="222ab88e-4b8c-4b5a-96c4-54185ae9c1a8" providerId="ADAL" clId="{5F86DA52-72CA-47AB-A7A8-0CF1DB38B9B6}" dt="2023-11-22T00:01:20.024" v="221" actId="255"/>
          <ac:spMkLst>
            <pc:docMk/>
            <pc:sldMk cId="968228473" sldId="272"/>
            <ac:spMk id="3" creationId="{096FC859-C134-F010-4DD4-8160EBA65E21}"/>
          </ac:spMkLst>
        </pc:spChg>
        <pc:picChg chg="add mod">
          <ac:chgData name="Zhu, Kevin cdt" userId="222ab88e-4b8c-4b5a-96c4-54185ae9c1a8" providerId="ADAL" clId="{5F86DA52-72CA-47AB-A7A8-0CF1DB38B9B6}" dt="2023-11-21T23:01:19.764" v="183" actId="1076"/>
          <ac:picMkLst>
            <pc:docMk/>
            <pc:sldMk cId="968228473" sldId="272"/>
            <ac:picMk id="2" creationId="{38D34199-D39A-430B-BF6C-5D98ACA5CCF5}"/>
          </ac:picMkLst>
        </pc:picChg>
        <pc:picChg chg="add del">
          <ac:chgData name="Zhu, Kevin cdt" userId="222ab88e-4b8c-4b5a-96c4-54185ae9c1a8" providerId="ADAL" clId="{5F86DA52-72CA-47AB-A7A8-0CF1DB38B9B6}" dt="2023-11-21T23:59:23.096" v="211" actId="478"/>
          <ac:picMkLst>
            <pc:docMk/>
            <pc:sldMk cId="968228473" sldId="272"/>
            <ac:picMk id="5" creationId="{5739EA70-7E9F-3233-DF2A-2A65AAC9C9A9}"/>
          </ac:picMkLst>
        </pc:picChg>
        <pc:picChg chg="add del mod">
          <ac:chgData name="Zhu, Kevin cdt" userId="222ab88e-4b8c-4b5a-96c4-54185ae9c1a8" providerId="ADAL" clId="{5F86DA52-72CA-47AB-A7A8-0CF1DB38B9B6}" dt="2023-11-21T23:59:20.468" v="209"/>
          <ac:picMkLst>
            <pc:docMk/>
            <pc:sldMk cId="968228473" sldId="272"/>
            <ac:picMk id="7" creationId="{E9F1F26E-4C36-413E-4704-332C518ABB4D}"/>
          </ac:picMkLst>
        </pc:picChg>
        <pc:picChg chg="add mod ord">
          <ac:chgData name="Zhu, Kevin cdt" userId="222ab88e-4b8c-4b5a-96c4-54185ae9c1a8" providerId="ADAL" clId="{5F86DA52-72CA-47AB-A7A8-0CF1DB38B9B6}" dt="2023-11-21T23:59:26.916" v="213" actId="167"/>
          <ac:picMkLst>
            <pc:docMk/>
            <pc:sldMk cId="968228473" sldId="272"/>
            <ac:picMk id="8" creationId="{57D747BB-CF58-12AB-862D-4BBF45D72ECA}"/>
          </ac:picMkLst>
        </pc:picChg>
      </pc:sldChg>
      <pc:sldChg chg="addSp modSp mod">
        <pc:chgData name="Zhu, Kevin cdt" userId="222ab88e-4b8c-4b5a-96c4-54185ae9c1a8" providerId="ADAL" clId="{5F86DA52-72CA-47AB-A7A8-0CF1DB38B9B6}" dt="2023-11-22T00:02:27.024" v="232" actId="255"/>
        <pc:sldMkLst>
          <pc:docMk/>
          <pc:sldMk cId="3954657558" sldId="276"/>
        </pc:sldMkLst>
        <pc:spChg chg="mod">
          <ac:chgData name="Zhu, Kevin cdt" userId="222ab88e-4b8c-4b5a-96c4-54185ae9c1a8" providerId="ADAL" clId="{5F86DA52-72CA-47AB-A7A8-0CF1DB38B9B6}" dt="2023-11-22T00:02:27.024" v="232" actId="255"/>
          <ac:spMkLst>
            <pc:docMk/>
            <pc:sldMk cId="3954657558" sldId="276"/>
            <ac:spMk id="2" creationId="{E08D5E7A-FE98-6A2F-9473-8A691919D426}"/>
          </ac:spMkLst>
        </pc:spChg>
        <pc:picChg chg="add mod">
          <ac:chgData name="Zhu, Kevin cdt" userId="222ab88e-4b8c-4b5a-96c4-54185ae9c1a8" providerId="ADAL" clId="{5F86DA52-72CA-47AB-A7A8-0CF1DB38B9B6}" dt="2023-11-22T00:01:55.883" v="225"/>
          <ac:picMkLst>
            <pc:docMk/>
            <pc:sldMk cId="3954657558" sldId="276"/>
            <ac:picMk id="4" creationId="{0D5C5C67-73EE-2F94-BDD1-0DC7744D2264}"/>
          </ac:picMkLst>
        </pc:picChg>
      </pc:sldChg>
      <pc:sldChg chg="addSp modSp mod">
        <pc:chgData name="Zhu, Kevin cdt" userId="222ab88e-4b8c-4b5a-96c4-54185ae9c1a8" providerId="ADAL" clId="{5F86DA52-72CA-47AB-A7A8-0CF1DB38B9B6}" dt="2023-11-22T00:02:17.876" v="231"/>
        <pc:sldMkLst>
          <pc:docMk/>
          <pc:sldMk cId="2978961082" sldId="278"/>
        </pc:sldMkLst>
        <pc:spChg chg="mod">
          <ac:chgData name="Zhu, Kevin cdt" userId="222ab88e-4b8c-4b5a-96c4-54185ae9c1a8" providerId="ADAL" clId="{5F86DA52-72CA-47AB-A7A8-0CF1DB38B9B6}" dt="2023-11-22T00:02:16.350" v="230" actId="255"/>
          <ac:spMkLst>
            <pc:docMk/>
            <pc:sldMk cId="2978961082" sldId="278"/>
            <ac:spMk id="3" creationId="{FBA37BE0-6694-E40C-ECE9-BB3FD8041F8F}"/>
          </ac:spMkLst>
        </pc:spChg>
        <pc:picChg chg="add mod">
          <ac:chgData name="Zhu, Kevin cdt" userId="222ab88e-4b8c-4b5a-96c4-54185ae9c1a8" providerId="ADAL" clId="{5F86DA52-72CA-47AB-A7A8-0CF1DB38B9B6}" dt="2023-11-22T00:02:17.876" v="231"/>
          <ac:picMkLst>
            <pc:docMk/>
            <pc:sldMk cId="2978961082" sldId="278"/>
            <ac:picMk id="2" creationId="{EFE1BB45-8409-8AD0-C3B1-0F6BE0FBB2CE}"/>
          </ac:picMkLst>
        </pc:picChg>
      </pc:sldChg>
      <pc:sldChg chg="addSp modSp mod">
        <pc:chgData name="Zhu, Kevin cdt" userId="222ab88e-4b8c-4b5a-96c4-54185ae9c1a8" providerId="ADAL" clId="{5F86DA52-72CA-47AB-A7A8-0CF1DB38B9B6}" dt="2023-11-22T00:02:52.818" v="236" actId="255"/>
        <pc:sldMkLst>
          <pc:docMk/>
          <pc:sldMk cId="1070327007" sldId="279"/>
        </pc:sldMkLst>
        <pc:spChg chg="mod">
          <ac:chgData name="Zhu, Kevin cdt" userId="222ab88e-4b8c-4b5a-96c4-54185ae9c1a8" providerId="ADAL" clId="{5F86DA52-72CA-47AB-A7A8-0CF1DB38B9B6}" dt="2023-11-22T00:02:52.818" v="236" actId="255"/>
          <ac:spMkLst>
            <pc:docMk/>
            <pc:sldMk cId="1070327007" sldId="279"/>
            <ac:spMk id="3" creationId="{025BF77C-12C6-49A9-FCEC-831B488D9D89}"/>
          </ac:spMkLst>
        </pc:spChg>
        <pc:picChg chg="add mod">
          <ac:chgData name="Zhu, Kevin cdt" userId="222ab88e-4b8c-4b5a-96c4-54185ae9c1a8" providerId="ADAL" clId="{5F86DA52-72CA-47AB-A7A8-0CF1DB38B9B6}" dt="2023-11-22T00:02:41.487" v="234"/>
          <ac:picMkLst>
            <pc:docMk/>
            <pc:sldMk cId="1070327007" sldId="279"/>
            <ac:picMk id="2" creationId="{6607FAF4-07C6-181D-E80F-58FA41BEF819}"/>
          </ac:picMkLst>
        </pc:picChg>
      </pc:sldChg>
      <pc:sldChg chg="addSp modSp">
        <pc:chgData name="Zhu, Kevin cdt" userId="222ab88e-4b8c-4b5a-96c4-54185ae9c1a8" providerId="ADAL" clId="{5F86DA52-72CA-47AB-A7A8-0CF1DB38B9B6}" dt="2023-11-22T00:03:07.303" v="237"/>
        <pc:sldMkLst>
          <pc:docMk/>
          <pc:sldMk cId="1285207949" sldId="280"/>
        </pc:sldMkLst>
        <pc:picChg chg="add mod">
          <ac:chgData name="Zhu, Kevin cdt" userId="222ab88e-4b8c-4b5a-96c4-54185ae9c1a8" providerId="ADAL" clId="{5F86DA52-72CA-47AB-A7A8-0CF1DB38B9B6}" dt="2023-11-22T00:03:07.303" v="237"/>
          <ac:picMkLst>
            <pc:docMk/>
            <pc:sldMk cId="1285207949" sldId="280"/>
            <ac:picMk id="3" creationId="{8C0496B8-6597-7F0D-304F-C3EDA4F3FD64}"/>
          </ac:picMkLst>
        </pc:picChg>
      </pc:sldChg>
      <pc:sldChg chg="addSp delSp modSp mod">
        <pc:chgData name="Zhu, Kevin cdt" userId="222ab88e-4b8c-4b5a-96c4-54185ae9c1a8" providerId="ADAL" clId="{5F86DA52-72CA-47AB-A7A8-0CF1DB38B9B6}" dt="2023-11-22T00:05:20.114" v="269"/>
        <pc:sldMkLst>
          <pc:docMk/>
          <pc:sldMk cId="1762485847" sldId="281"/>
        </pc:sldMkLst>
        <pc:picChg chg="add mod">
          <ac:chgData name="Zhu, Kevin cdt" userId="222ab88e-4b8c-4b5a-96c4-54185ae9c1a8" providerId="ADAL" clId="{5F86DA52-72CA-47AB-A7A8-0CF1DB38B9B6}" dt="2023-11-22T00:04:30.159" v="255"/>
          <ac:picMkLst>
            <pc:docMk/>
            <pc:sldMk cId="1762485847" sldId="281"/>
            <ac:picMk id="3" creationId="{02B01305-8BB7-45EB-5798-0A4863A9DF9B}"/>
          </ac:picMkLst>
        </pc:picChg>
        <pc:picChg chg="add mod">
          <ac:chgData name="Zhu, Kevin cdt" userId="222ab88e-4b8c-4b5a-96c4-54185ae9c1a8" providerId="ADAL" clId="{5F86DA52-72CA-47AB-A7A8-0CF1DB38B9B6}" dt="2023-11-22T00:05:20.114" v="269"/>
          <ac:picMkLst>
            <pc:docMk/>
            <pc:sldMk cId="1762485847" sldId="281"/>
            <ac:picMk id="4" creationId="{D10D0E7B-3676-92F7-4B73-AD918991DC59}"/>
          </ac:picMkLst>
        </pc:picChg>
        <pc:picChg chg="del">
          <ac:chgData name="Zhu, Kevin cdt" userId="222ab88e-4b8c-4b5a-96c4-54185ae9c1a8" providerId="ADAL" clId="{5F86DA52-72CA-47AB-A7A8-0CF1DB38B9B6}" dt="2023-11-22T00:04:29.749" v="254" actId="478"/>
          <ac:picMkLst>
            <pc:docMk/>
            <pc:sldMk cId="1762485847" sldId="281"/>
            <ac:picMk id="5" creationId="{6D821DFC-7300-AE2C-9351-2BE9EFB30DB8}"/>
          </ac:picMkLst>
        </pc:picChg>
      </pc:sldChg>
      <pc:sldChg chg="addSp delSp modSp mod">
        <pc:chgData name="Zhu, Kevin cdt" userId="222ab88e-4b8c-4b5a-96c4-54185ae9c1a8" providerId="ADAL" clId="{5F86DA52-72CA-47AB-A7A8-0CF1DB38B9B6}" dt="2023-11-22T00:05:15.816" v="268" actId="255"/>
        <pc:sldMkLst>
          <pc:docMk/>
          <pc:sldMk cId="2868479633" sldId="282"/>
        </pc:sldMkLst>
        <pc:spChg chg="mod">
          <ac:chgData name="Zhu, Kevin cdt" userId="222ab88e-4b8c-4b5a-96c4-54185ae9c1a8" providerId="ADAL" clId="{5F86DA52-72CA-47AB-A7A8-0CF1DB38B9B6}" dt="2023-11-22T00:05:15.816" v="268" actId="255"/>
          <ac:spMkLst>
            <pc:docMk/>
            <pc:sldMk cId="2868479633" sldId="282"/>
            <ac:spMk id="3" creationId="{01404B4F-D33F-DF64-E049-8BA35AE18FC0}"/>
          </ac:spMkLst>
        </pc:spChg>
        <pc:picChg chg="add del mod">
          <ac:chgData name="Zhu, Kevin cdt" userId="222ab88e-4b8c-4b5a-96c4-54185ae9c1a8" providerId="ADAL" clId="{5F86DA52-72CA-47AB-A7A8-0CF1DB38B9B6}" dt="2023-11-22T00:04:20.210" v="250" actId="478"/>
          <ac:picMkLst>
            <pc:docMk/>
            <pc:sldMk cId="2868479633" sldId="282"/>
            <ac:picMk id="2" creationId="{1D1625EA-836D-931E-1ACE-AA7607E77C1F}"/>
          </ac:picMkLst>
        </pc:picChg>
        <pc:picChg chg="del">
          <ac:chgData name="Zhu, Kevin cdt" userId="222ab88e-4b8c-4b5a-96c4-54185ae9c1a8" providerId="ADAL" clId="{5F86DA52-72CA-47AB-A7A8-0CF1DB38B9B6}" dt="2023-11-22T00:04:22.237" v="251" actId="478"/>
          <ac:picMkLst>
            <pc:docMk/>
            <pc:sldMk cId="2868479633" sldId="282"/>
            <ac:picMk id="5" creationId="{6D821DFC-7300-AE2C-9351-2BE9EFB30DB8}"/>
          </ac:picMkLst>
        </pc:picChg>
        <pc:picChg chg="add mod ord">
          <ac:chgData name="Zhu, Kevin cdt" userId="222ab88e-4b8c-4b5a-96c4-54185ae9c1a8" providerId="ADAL" clId="{5F86DA52-72CA-47AB-A7A8-0CF1DB38B9B6}" dt="2023-11-22T00:04:25.737" v="253" actId="167"/>
          <ac:picMkLst>
            <pc:docMk/>
            <pc:sldMk cId="2868479633" sldId="282"/>
            <ac:picMk id="7" creationId="{25F561D3-D2B2-4325-6212-2B539CB298E9}"/>
          </ac:picMkLst>
        </pc:picChg>
        <pc:picChg chg="add mod">
          <ac:chgData name="Zhu, Kevin cdt" userId="222ab88e-4b8c-4b5a-96c4-54185ae9c1a8" providerId="ADAL" clId="{5F86DA52-72CA-47AB-A7A8-0CF1DB38B9B6}" dt="2023-11-22T00:05:07.627" v="265"/>
          <ac:picMkLst>
            <pc:docMk/>
            <pc:sldMk cId="2868479633" sldId="282"/>
            <ac:picMk id="8" creationId="{C0A18D67-008C-4482-8450-589A8A29EC89}"/>
          </ac:picMkLst>
        </pc:picChg>
      </pc:sldChg>
      <pc:sldChg chg="addSp delSp modSp mod">
        <pc:chgData name="Zhu, Kevin cdt" userId="222ab88e-4b8c-4b5a-96c4-54185ae9c1a8" providerId="ADAL" clId="{5F86DA52-72CA-47AB-A7A8-0CF1DB38B9B6}" dt="2023-11-22T00:05:02.859" v="264" actId="255"/>
        <pc:sldMkLst>
          <pc:docMk/>
          <pc:sldMk cId="1809230093" sldId="283"/>
        </pc:sldMkLst>
        <pc:spChg chg="mod">
          <ac:chgData name="Zhu, Kevin cdt" userId="222ab88e-4b8c-4b5a-96c4-54185ae9c1a8" providerId="ADAL" clId="{5F86DA52-72CA-47AB-A7A8-0CF1DB38B9B6}" dt="2023-11-22T00:05:02.859" v="264" actId="255"/>
          <ac:spMkLst>
            <pc:docMk/>
            <pc:sldMk cId="1809230093" sldId="283"/>
            <ac:spMk id="4" creationId="{8967993A-4BA6-542B-049A-7197FD7ED8C6}"/>
          </ac:spMkLst>
        </pc:spChg>
        <pc:picChg chg="add mod ord">
          <ac:chgData name="Zhu, Kevin cdt" userId="222ab88e-4b8c-4b5a-96c4-54185ae9c1a8" providerId="ADAL" clId="{5F86DA52-72CA-47AB-A7A8-0CF1DB38B9B6}" dt="2023-11-22T00:04:15.492" v="248" actId="167"/>
          <ac:picMkLst>
            <pc:docMk/>
            <pc:sldMk cId="1809230093" sldId="283"/>
            <ac:picMk id="3" creationId="{53486378-A6A2-3FDA-1DE5-77ACCC6A76F3}"/>
          </ac:picMkLst>
        </pc:picChg>
        <pc:picChg chg="del">
          <ac:chgData name="Zhu, Kevin cdt" userId="222ab88e-4b8c-4b5a-96c4-54185ae9c1a8" providerId="ADAL" clId="{5F86DA52-72CA-47AB-A7A8-0CF1DB38B9B6}" dt="2023-11-22T00:04:10.779" v="246" actId="478"/>
          <ac:picMkLst>
            <pc:docMk/>
            <pc:sldMk cId="1809230093" sldId="283"/>
            <ac:picMk id="5" creationId="{6D821DFC-7300-AE2C-9351-2BE9EFB30DB8}"/>
          </ac:picMkLst>
        </pc:picChg>
        <pc:picChg chg="add mod">
          <ac:chgData name="Zhu, Kevin cdt" userId="222ab88e-4b8c-4b5a-96c4-54185ae9c1a8" providerId="ADAL" clId="{5F86DA52-72CA-47AB-A7A8-0CF1DB38B9B6}" dt="2023-11-22T00:04:52.657" v="261"/>
          <ac:picMkLst>
            <pc:docMk/>
            <pc:sldMk cId="1809230093" sldId="283"/>
            <ac:picMk id="7" creationId="{09C398FA-0AE4-7D33-D6FC-8B871B0A7F39}"/>
          </ac:picMkLst>
        </pc:picChg>
      </pc:sldChg>
      <pc:sldChg chg="addSp delSp modSp mod">
        <pc:chgData name="Zhu, Kevin cdt" userId="222ab88e-4b8c-4b5a-96c4-54185ae9c1a8" providerId="ADAL" clId="{5F86DA52-72CA-47AB-A7A8-0CF1DB38B9B6}" dt="2023-11-22T00:04:49.783" v="260"/>
        <pc:sldMkLst>
          <pc:docMk/>
          <pc:sldMk cId="2500815228" sldId="284"/>
        </pc:sldMkLst>
        <pc:spChg chg="mod">
          <ac:chgData name="Zhu, Kevin cdt" userId="222ab88e-4b8c-4b5a-96c4-54185ae9c1a8" providerId="ADAL" clId="{5F86DA52-72CA-47AB-A7A8-0CF1DB38B9B6}" dt="2023-11-22T00:04:45.522" v="259" actId="14100"/>
          <ac:spMkLst>
            <pc:docMk/>
            <pc:sldMk cId="2500815228" sldId="284"/>
            <ac:spMk id="4" creationId="{5BA4ABEB-71C6-FE0F-88C2-04F194EB1402}"/>
          </ac:spMkLst>
        </pc:spChg>
        <pc:picChg chg="add mod ord">
          <ac:chgData name="Zhu, Kevin cdt" userId="222ab88e-4b8c-4b5a-96c4-54185ae9c1a8" providerId="ADAL" clId="{5F86DA52-72CA-47AB-A7A8-0CF1DB38B9B6}" dt="2023-11-22T00:04:08.066" v="245" actId="167"/>
          <ac:picMkLst>
            <pc:docMk/>
            <pc:sldMk cId="2500815228" sldId="284"/>
            <ac:picMk id="3" creationId="{48568331-C3AB-3CB6-E711-608208FC577D}"/>
          </ac:picMkLst>
        </pc:picChg>
        <pc:picChg chg="del">
          <ac:chgData name="Zhu, Kevin cdt" userId="222ab88e-4b8c-4b5a-96c4-54185ae9c1a8" providerId="ADAL" clId="{5F86DA52-72CA-47AB-A7A8-0CF1DB38B9B6}" dt="2023-11-22T00:04:04.077" v="243" actId="478"/>
          <ac:picMkLst>
            <pc:docMk/>
            <pc:sldMk cId="2500815228" sldId="284"/>
            <ac:picMk id="5" creationId="{6D821DFC-7300-AE2C-9351-2BE9EFB30DB8}"/>
          </ac:picMkLst>
        </pc:picChg>
        <pc:picChg chg="add mod">
          <ac:chgData name="Zhu, Kevin cdt" userId="222ab88e-4b8c-4b5a-96c4-54185ae9c1a8" providerId="ADAL" clId="{5F86DA52-72CA-47AB-A7A8-0CF1DB38B9B6}" dt="2023-11-22T00:04:49.783" v="260"/>
          <ac:picMkLst>
            <pc:docMk/>
            <pc:sldMk cId="2500815228" sldId="284"/>
            <ac:picMk id="7" creationId="{0C12A9D4-BBF1-B4D7-7205-FE16A32F1F9E}"/>
          </ac:picMkLst>
        </pc:picChg>
      </pc:sldChg>
      <pc:sldChg chg="addSp delSp modSp">
        <pc:chgData name="Zhu, Kevin cdt" userId="222ab88e-4b8c-4b5a-96c4-54185ae9c1a8" providerId="ADAL" clId="{5F86DA52-72CA-47AB-A7A8-0CF1DB38B9B6}" dt="2023-11-22T00:06:16.617" v="294"/>
        <pc:sldMkLst>
          <pc:docMk/>
          <pc:sldMk cId="1465244889" sldId="285"/>
        </pc:sldMkLst>
        <pc:picChg chg="add del mod">
          <ac:chgData name="Zhu, Kevin cdt" userId="222ab88e-4b8c-4b5a-96c4-54185ae9c1a8" providerId="ADAL" clId="{5F86DA52-72CA-47AB-A7A8-0CF1DB38B9B6}" dt="2023-11-22T00:06:13.545" v="293" actId="478"/>
          <ac:picMkLst>
            <pc:docMk/>
            <pc:sldMk cId="1465244889" sldId="285"/>
            <ac:picMk id="2" creationId="{F8B3CE9F-1DF4-E037-7378-27E03C05D800}"/>
          </ac:picMkLst>
        </pc:picChg>
        <pc:picChg chg="add mod">
          <ac:chgData name="Zhu, Kevin cdt" userId="222ab88e-4b8c-4b5a-96c4-54185ae9c1a8" providerId="ADAL" clId="{5F86DA52-72CA-47AB-A7A8-0CF1DB38B9B6}" dt="2023-11-22T00:06:16.617" v="294"/>
          <ac:picMkLst>
            <pc:docMk/>
            <pc:sldMk cId="1465244889" sldId="285"/>
            <ac:picMk id="3" creationId="{EC348CA2-58E2-722B-C41B-BAF7AD7CB1C0}"/>
          </ac:picMkLst>
        </pc:picChg>
      </pc:sldChg>
      <pc:sldChg chg="modSp mod">
        <pc:chgData name="Zhu, Kevin cdt" userId="222ab88e-4b8c-4b5a-96c4-54185ae9c1a8" providerId="ADAL" clId="{5F86DA52-72CA-47AB-A7A8-0CF1DB38B9B6}" dt="2023-11-22T00:14:36.265" v="401" actId="115"/>
        <pc:sldMkLst>
          <pc:docMk/>
          <pc:sldMk cId="2277967190" sldId="286"/>
        </pc:sldMkLst>
        <pc:spChg chg="mod">
          <ac:chgData name="Zhu, Kevin cdt" userId="222ab88e-4b8c-4b5a-96c4-54185ae9c1a8" providerId="ADAL" clId="{5F86DA52-72CA-47AB-A7A8-0CF1DB38B9B6}" dt="2023-11-22T00:14:36.265" v="401" actId="115"/>
          <ac:spMkLst>
            <pc:docMk/>
            <pc:sldMk cId="2277967190" sldId="286"/>
            <ac:spMk id="3" creationId="{D142E53C-E356-6C39-0509-88264B1BD3AA}"/>
          </ac:spMkLst>
        </pc:spChg>
      </pc:sldChg>
      <pc:sldChg chg="addSp modSp mod modAnim modNotesTx">
        <pc:chgData name="Zhu, Kevin cdt" userId="222ab88e-4b8c-4b5a-96c4-54185ae9c1a8" providerId="ADAL" clId="{5F86DA52-72CA-47AB-A7A8-0CF1DB38B9B6}" dt="2023-11-22T01:31:16.231" v="430" actId="20577"/>
        <pc:sldMkLst>
          <pc:docMk/>
          <pc:sldMk cId="1315691578" sldId="287"/>
        </pc:sldMkLst>
        <pc:spChg chg="add mod">
          <ac:chgData name="Zhu, Kevin cdt" userId="222ab88e-4b8c-4b5a-96c4-54185ae9c1a8" providerId="ADAL" clId="{5F86DA52-72CA-47AB-A7A8-0CF1DB38B9B6}" dt="2023-11-21T21:34:55.076" v="64" actId="113"/>
          <ac:spMkLst>
            <pc:docMk/>
            <pc:sldMk cId="1315691578" sldId="287"/>
            <ac:spMk id="3" creationId="{2970921F-4446-EDD6-D30A-4027111615FE}"/>
          </ac:spMkLst>
        </pc:spChg>
        <pc:spChg chg="add mod">
          <ac:chgData name="Zhu, Kevin cdt" userId="222ab88e-4b8c-4b5a-96c4-54185ae9c1a8" providerId="ADAL" clId="{5F86DA52-72CA-47AB-A7A8-0CF1DB38B9B6}" dt="2023-11-22T01:31:16.231" v="430" actId="20577"/>
          <ac:spMkLst>
            <pc:docMk/>
            <pc:sldMk cId="1315691578" sldId="287"/>
            <ac:spMk id="7" creationId="{E8348912-1159-9311-AE97-997D2FCE1E2C}"/>
          </ac:spMkLst>
        </pc:spChg>
        <pc:picChg chg="add mod">
          <ac:chgData name="Zhu, Kevin cdt" userId="222ab88e-4b8c-4b5a-96c4-54185ae9c1a8" providerId="ADAL" clId="{5F86DA52-72CA-47AB-A7A8-0CF1DB38B9B6}" dt="2023-11-21T22:22:23.286" v="98" actId="1076"/>
          <ac:picMkLst>
            <pc:docMk/>
            <pc:sldMk cId="1315691578" sldId="287"/>
            <ac:picMk id="2" creationId="{F2D62E79-E800-2510-A115-80F8F33FA83B}"/>
          </ac:picMkLst>
        </pc:picChg>
        <pc:picChg chg="add mod">
          <ac:chgData name="Zhu, Kevin cdt" userId="222ab88e-4b8c-4b5a-96c4-54185ae9c1a8" providerId="ADAL" clId="{5F86DA52-72CA-47AB-A7A8-0CF1DB38B9B6}" dt="2023-11-21T22:22:21.941" v="97" actId="1076"/>
          <ac:picMkLst>
            <pc:docMk/>
            <pc:sldMk cId="1315691578" sldId="287"/>
            <ac:picMk id="4" creationId="{304978AF-882F-957E-9ABA-7E30740C2356}"/>
          </ac:picMkLst>
        </pc:picChg>
      </pc:sldChg>
      <pc:sldChg chg="addSp modSp">
        <pc:chgData name="Zhu, Kevin cdt" userId="222ab88e-4b8c-4b5a-96c4-54185ae9c1a8" providerId="ADAL" clId="{5F86DA52-72CA-47AB-A7A8-0CF1DB38B9B6}" dt="2023-11-22T00:06:46.980" v="302"/>
        <pc:sldMkLst>
          <pc:docMk/>
          <pc:sldMk cId="3081948323" sldId="288"/>
        </pc:sldMkLst>
        <pc:picChg chg="add mod">
          <ac:chgData name="Zhu, Kevin cdt" userId="222ab88e-4b8c-4b5a-96c4-54185ae9c1a8" providerId="ADAL" clId="{5F86DA52-72CA-47AB-A7A8-0CF1DB38B9B6}" dt="2023-11-22T00:06:46.980" v="302"/>
          <ac:picMkLst>
            <pc:docMk/>
            <pc:sldMk cId="3081948323" sldId="288"/>
            <ac:picMk id="4" creationId="{644D3A91-12C3-43FF-16A6-9C2E46BBC766}"/>
          </ac:picMkLst>
        </pc:picChg>
      </pc:sldChg>
      <pc:sldChg chg="addSp modSp mod">
        <pc:chgData name="Zhu, Kevin cdt" userId="222ab88e-4b8c-4b5a-96c4-54185ae9c1a8" providerId="ADAL" clId="{5F86DA52-72CA-47AB-A7A8-0CF1DB38B9B6}" dt="2023-11-22T00:06:44.298" v="301" actId="255"/>
        <pc:sldMkLst>
          <pc:docMk/>
          <pc:sldMk cId="115761229" sldId="289"/>
        </pc:sldMkLst>
        <pc:spChg chg="mod">
          <ac:chgData name="Zhu, Kevin cdt" userId="222ab88e-4b8c-4b5a-96c4-54185ae9c1a8" providerId="ADAL" clId="{5F86DA52-72CA-47AB-A7A8-0CF1DB38B9B6}" dt="2023-11-22T00:06:44.298" v="301" actId="255"/>
          <ac:spMkLst>
            <pc:docMk/>
            <pc:sldMk cId="115761229" sldId="289"/>
            <ac:spMk id="4" creationId="{4E06B0CC-E962-000A-7055-9B8EC4425DE9}"/>
          </ac:spMkLst>
        </pc:spChg>
        <pc:picChg chg="add mod">
          <ac:chgData name="Zhu, Kevin cdt" userId="222ab88e-4b8c-4b5a-96c4-54185ae9c1a8" providerId="ADAL" clId="{5F86DA52-72CA-47AB-A7A8-0CF1DB38B9B6}" dt="2023-11-22T00:06:33.549" v="298"/>
          <ac:picMkLst>
            <pc:docMk/>
            <pc:sldMk cId="115761229" sldId="289"/>
            <ac:picMk id="5" creationId="{A59C74C5-4CB0-6E2F-55A0-F5E556431427}"/>
          </ac:picMkLst>
        </pc:picChg>
      </pc:sldChg>
      <pc:sldChg chg="addSp modSp mod">
        <pc:chgData name="Zhu, Kevin cdt" userId="222ab88e-4b8c-4b5a-96c4-54185ae9c1a8" providerId="ADAL" clId="{5F86DA52-72CA-47AB-A7A8-0CF1DB38B9B6}" dt="2023-11-22T00:06:29.782" v="297" actId="255"/>
        <pc:sldMkLst>
          <pc:docMk/>
          <pc:sldMk cId="2827581503" sldId="290"/>
        </pc:sldMkLst>
        <pc:spChg chg="mod">
          <ac:chgData name="Zhu, Kevin cdt" userId="222ab88e-4b8c-4b5a-96c4-54185ae9c1a8" providerId="ADAL" clId="{5F86DA52-72CA-47AB-A7A8-0CF1DB38B9B6}" dt="2023-11-22T00:06:29.782" v="297" actId="255"/>
          <ac:spMkLst>
            <pc:docMk/>
            <pc:sldMk cId="2827581503" sldId="290"/>
            <ac:spMk id="3" creationId="{56290998-ACE8-DF54-335C-3368975E0C5E}"/>
          </ac:spMkLst>
        </pc:spChg>
        <pc:picChg chg="add mod">
          <ac:chgData name="Zhu, Kevin cdt" userId="222ab88e-4b8c-4b5a-96c4-54185ae9c1a8" providerId="ADAL" clId="{5F86DA52-72CA-47AB-A7A8-0CF1DB38B9B6}" dt="2023-11-22T00:06:19.382" v="295"/>
          <ac:picMkLst>
            <pc:docMk/>
            <pc:sldMk cId="2827581503" sldId="290"/>
            <ac:picMk id="6" creationId="{E810B79E-C3FF-DE35-0083-6FA51912F678}"/>
          </ac:picMkLst>
        </pc:picChg>
      </pc:sldChg>
      <pc:sldChg chg="addSp modSp mod">
        <pc:chgData name="Zhu, Kevin cdt" userId="222ab88e-4b8c-4b5a-96c4-54185ae9c1a8" providerId="ADAL" clId="{5F86DA52-72CA-47AB-A7A8-0CF1DB38B9B6}" dt="2023-11-22T00:06:09.304" v="292" actId="1037"/>
        <pc:sldMkLst>
          <pc:docMk/>
          <pc:sldMk cId="319109648" sldId="291"/>
        </pc:sldMkLst>
        <pc:spChg chg="mod">
          <ac:chgData name="Zhu, Kevin cdt" userId="222ab88e-4b8c-4b5a-96c4-54185ae9c1a8" providerId="ADAL" clId="{5F86DA52-72CA-47AB-A7A8-0CF1DB38B9B6}" dt="2023-11-22T00:06:03.432" v="275" actId="14100"/>
          <ac:spMkLst>
            <pc:docMk/>
            <pc:sldMk cId="319109648" sldId="291"/>
            <ac:spMk id="3" creationId="{648CA5B8-0002-342B-10F7-13DE4842422D}"/>
          </ac:spMkLst>
        </pc:spChg>
        <pc:picChg chg="add mod">
          <ac:chgData name="Zhu, Kevin cdt" userId="222ab88e-4b8c-4b5a-96c4-54185ae9c1a8" providerId="ADAL" clId="{5F86DA52-72CA-47AB-A7A8-0CF1DB38B9B6}" dt="2023-11-22T00:06:09.304" v="292" actId="1037"/>
          <ac:picMkLst>
            <pc:docMk/>
            <pc:sldMk cId="319109648" sldId="291"/>
            <ac:picMk id="5" creationId="{E6EA3F7E-7211-9989-C36C-CFB3D7256724}"/>
          </ac:picMkLst>
        </pc:picChg>
      </pc:sldChg>
      <pc:sldChg chg="addSp delSp modSp mod modAnim modNotesTx">
        <pc:chgData name="Zhu, Kevin cdt" userId="222ab88e-4b8c-4b5a-96c4-54185ae9c1a8" providerId="ADAL" clId="{5F86DA52-72CA-47AB-A7A8-0CF1DB38B9B6}" dt="2023-11-21T22:54:36.468" v="141"/>
        <pc:sldMkLst>
          <pc:docMk/>
          <pc:sldMk cId="3470546757" sldId="292"/>
        </pc:sldMkLst>
        <pc:spChg chg="add del mod">
          <ac:chgData name="Zhu, Kevin cdt" userId="222ab88e-4b8c-4b5a-96c4-54185ae9c1a8" providerId="ADAL" clId="{5F86DA52-72CA-47AB-A7A8-0CF1DB38B9B6}" dt="2023-11-21T21:17:12.772" v="13" actId="478"/>
          <ac:spMkLst>
            <pc:docMk/>
            <pc:sldMk cId="3470546757" sldId="292"/>
            <ac:spMk id="2" creationId="{D323FF07-4A84-FC58-375A-9184BF0816F5}"/>
          </ac:spMkLst>
        </pc:spChg>
        <pc:spChg chg="add mod">
          <ac:chgData name="Zhu, Kevin cdt" userId="222ab88e-4b8c-4b5a-96c4-54185ae9c1a8" providerId="ADAL" clId="{5F86DA52-72CA-47AB-A7A8-0CF1DB38B9B6}" dt="2023-11-21T21:34:52.103" v="63" actId="113"/>
          <ac:spMkLst>
            <pc:docMk/>
            <pc:sldMk cId="3470546757" sldId="292"/>
            <ac:spMk id="4" creationId="{DCD6B212-3E0B-A763-FD64-0C8ABAC0444A}"/>
          </ac:spMkLst>
        </pc:spChg>
        <pc:spChg chg="add mod">
          <ac:chgData name="Zhu, Kevin cdt" userId="222ab88e-4b8c-4b5a-96c4-54185ae9c1a8" providerId="ADAL" clId="{5F86DA52-72CA-47AB-A7A8-0CF1DB38B9B6}" dt="2023-11-21T22:54:24.138" v="139" actId="14100"/>
          <ac:spMkLst>
            <pc:docMk/>
            <pc:sldMk cId="3470546757" sldId="292"/>
            <ac:spMk id="9" creationId="{82B86A03-88D3-E614-3E2F-7AF9A42BECA7}"/>
          </ac:spMkLst>
        </pc:spChg>
        <pc:picChg chg="add mod">
          <ac:chgData name="Zhu, Kevin cdt" userId="222ab88e-4b8c-4b5a-96c4-54185ae9c1a8" providerId="ADAL" clId="{5F86DA52-72CA-47AB-A7A8-0CF1DB38B9B6}" dt="2023-11-21T22:35:10.819" v="105" actId="1076"/>
          <ac:picMkLst>
            <pc:docMk/>
            <pc:sldMk cId="3470546757" sldId="292"/>
            <ac:picMk id="2" creationId="{4B08D515-F266-1413-EA0C-B73436B7AA9C}"/>
          </ac:picMkLst>
        </pc:picChg>
        <pc:picChg chg="add mod">
          <ac:chgData name="Zhu, Kevin cdt" userId="222ab88e-4b8c-4b5a-96c4-54185ae9c1a8" providerId="ADAL" clId="{5F86DA52-72CA-47AB-A7A8-0CF1DB38B9B6}" dt="2023-11-21T22:37:28.175" v="107" actId="1076"/>
          <ac:picMkLst>
            <pc:docMk/>
            <pc:sldMk cId="3470546757" sldId="292"/>
            <ac:picMk id="3" creationId="{47AF1FC5-8B84-3DCE-008D-80C7C89B2107}"/>
          </ac:picMkLst>
        </pc:picChg>
        <pc:picChg chg="add mod">
          <ac:chgData name="Zhu, Kevin cdt" userId="222ab88e-4b8c-4b5a-96c4-54185ae9c1a8" providerId="ADAL" clId="{5F86DA52-72CA-47AB-A7A8-0CF1DB38B9B6}" dt="2023-11-21T21:18:18.363" v="22" actId="732"/>
          <ac:picMkLst>
            <pc:docMk/>
            <pc:sldMk cId="3470546757" sldId="292"/>
            <ac:picMk id="1028" creationId="{50E01B17-61CF-1B51-DFCE-DACCB68FDA87}"/>
          </ac:picMkLst>
        </pc:picChg>
      </pc:sldChg>
      <pc:sldChg chg="addSp modSp mod ord modAnim modNotesTx">
        <pc:chgData name="Zhu, Kevin cdt" userId="222ab88e-4b8c-4b5a-96c4-54185ae9c1a8" providerId="ADAL" clId="{5F86DA52-72CA-47AB-A7A8-0CF1DB38B9B6}" dt="2023-11-22T00:08:34.361" v="342"/>
        <pc:sldMkLst>
          <pc:docMk/>
          <pc:sldMk cId="3602963406" sldId="293"/>
        </pc:sldMkLst>
        <pc:spChg chg="add mod">
          <ac:chgData name="Zhu, Kevin cdt" userId="222ab88e-4b8c-4b5a-96c4-54185ae9c1a8" providerId="ADAL" clId="{5F86DA52-72CA-47AB-A7A8-0CF1DB38B9B6}" dt="2023-11-21T21:35:52.376" v="76" actId="113"/>
          <ac:spMkLst>
            <pc:docMk/>
            <pc:sldMk cId="3602963406" sldId="293"/>
            <ac:spMk id="3" creationId="{4184CEBA-1E95-08A2-282E-E60886AABBBF}"/>
          </ac:spMkLst>
        </pc:spChg>
        <pc:spChg chg="add mod">
          <ac:chgData name="Zhu, Kevin cdt" userId="222ab88e-4b8c-4b5a-96c4-54185ae9c1a8" providerId="ADAL" clId="{5F86DA52-72CA-47AB-A7A8-0CF1DB38B9B6}" dt="2023-11-21T22:59:31.620" v="173" actId="14100"/>
          <ac:spMkLst>
            <pc:docMk/>
            <pc:sldMk cId="3602963406" sldId="293"/>
            <ac:spMk id="9" creationId="{76CAA6F6-060B-1413-17EC-7A7EED6DE837}"/>
          </ac:spMkLst>
        </pc:spChg>
        <pc:picChg chg="add mod">
          <ac:chgData name="Zhu, Kevin cdt" userId="222ab88e-4b8c-4b5a-96c4-54185ae9c1a8" providerId="ADAL" clId="{5F86DA52-72CA-47AB-A7A8-0CF1DB38B9B6}" dt="2023-11-21T22:52:36.348" v="127" actId="1076"/>
          <ac:picMkLst>
            <pc:docMk/>
            <pc:sldMk cId="3602963406" sldId="293"/>
            <ac:picMk id="2" creationId="{0982D0E7-54BD-E157-B3F2-5DAD6F11C813}"/>
          </ac:picMkLst>
        </pc:picChg>
        <pc:picChg chg="add mod">
          <ac:chgData name="Zhu, Kevin cdt" userId="222ab88e-4b8c-4b5a-96c4-54185ae9c1a8" providerId="ADAL" clId="{5F86DA52-72CA-47AB-A7A8-0CF1DB38B9B6}" dt="2023-11-21T22:53:39.626" v="131" actId="1076"/>
          <ac:picMkLst>
            <pc:docMk/>
            <pc:sldMk cId="3602963406" sldId="293"/>
            <ac:picMk id="4" creationId="{ABE3ABA2-F698-F714-BF45-25665F8FE828}"/>
          </ac:picMkLst>
        </pc:picChg>
        <pc:picChg chg="mod">
          <ac:chgData name="Zhu, Kevin cdt" userId="222ab88e-4b8c-4b5a-96c4-54185ae9c1a8" providerId="ADAL" clId="{5F86DA52-72CA-47AB-A7A8-0CF1DB38B9B6}" dt="2023-11-21T22:59:27.837" v="171" actId="1076"/>
          <ac:picMkLst>
            <pc:docMk/>
            <pc:sldMk cId="3602963406" sldId="293"/>
            <ac:picMk id="5" creationId="{0D450025-75C0-6416-3003-B35B284886EB}"/>
          </ac:picMkLst>
        </pc:picChg>
        <pc:picChg chg="add mod">
          <ac:chgData name="Zhu, Kevin cdt" userId="222ab88e-4b8c-4b5a-96c4-54185ae9c1a8" providerId="ADAL" clId="{5F86DA52-72CA-47AB-A7A8-0CF1DB38B9B6}" dt="2023-11-21T21:33:24.319" v="37" actId="732"/>
          <ac:picMkLst>
            <pc:docMk/>
            <pc:sldMk cId="3602963406" sldId="293"/>
            <ac:picMk id="4098" creationId="{BADF7D4A-CEB5-53B6-3B91-6CAD6C6EA9BC}"/>
          </ac:picMkLst>
        </pc:picChg>
      </pc:sldChg>
      <pc:sldChg chg="addSp modSp mod modAnim modNotesTx">
        <pc:chgData name="Zhu, Kevin cdt" userId="222ab88e-4b8c-4b5a-96c4-54185ae9c1a8" providerId="ADAL" clId="{5F86DA52-72CA-47AB-A7A8-0CF1DB38B9B6}" dt="2023-11-21T22:59:13.657" v="165"/>
        <pc:sldMkLst>
          <pc:docMk/>
          <pc:sldMk cId="345303570" sldId="294"/>
        </pc:sldMkLst>
        <pc:spChg chg="add mod">
          <ac:chgData name="Zhu, Kevin cdt" userId="222ab88e-4b8c-4b5a-96c4-54185ae9c1a8" providerId="ADAL" clId="{5F86DA52-72CA-47AB-A7A8-0CF1DB38B9B6}" dt="2023-11-21T21:35:55.208" v="77" actId="14100"/>
          <ac:spMkLst>
            <pc:docMk/>
            <pc:sldMk cId="345303570" sldId="294"/>
            <ac:spMk id="3" creationId="{4943D4CF-3D9C-D133-2428-94F7D31FAD08}"/>
          </ac:spMkLst>
        </pc:spChg>
        <pc:spChg chg="add mod">
          <ac:chgData name="Zhu, Kevin cdt" userId="222ab88e-4b8c-4b5a-96c4-54185ae9c1a8" providerId="ADAL" clId="{5F86DA52-72CA-47AB-A7A8-0CF1DB38B9B6}" dt="2023-11-21T22:59:07.137" v="163" actId="1076"/>
          <ac:spMkLst>
            <pc:docMk/>
            <pc:sldMk cId="345303570" sldId="294"/>
            <ac:spMk id="9" creationId="{F0F1A4F5-4DA4-2B71-7E56-ECDD947BB192}"/>
          </ac:spMkLst>
        </pc:spChg>
        <pc:picChg chg="add mod">
          <ac:chgData name="Zhu, Kevin cdt" userId="222ab88e-4b8c-4b5a-96c4-54185ae9c1a8" providerId="ADAL" clId="{5F86DA52-72CA-47AB-A7A8-0CF1DB38B9B6}" dt="2023-11-21T22:47:31.958" v="121" actId="1076"/>
          <ac:picMkLst>
            <pc:docMk/>
            <pc:sldMk cId="345303570" sldId="294"/>
            <ac:picMk id="2" creationId="{CA7F9051-7022-015E-1CA2-5D3E5FE95570}"/>
          </ac:picMkLst>
        </pc:picChg>
        <pc:picChg chg="add mod">
          <ac:chgData name="Zhu, Kevin cdt" userId="222ab88e-4b8c-4b5a-96c4-54185ae9c1a8" providerId="ADAL" clId="{5F86DA52-72CA-47AB-A7A8-0CF1DB38B9B6}" dt="2023-11-21T22:49:22.648" v="125" actId="1076"/>
          <ac:picMkLst>
            <pc:docMk/>
            <pc:sldMk cId="345303570" sldId="294"/>
            <ac:picMk id="4" creationId="{B01396BA-4DEC-036E-8408-1147750CFAE7}"/>
          </ac:picMkLst>
        </pc:picChg>
        <pc:picChg chg="mod">
          <ac:chgData name="Zhu, Kevin cdt" userId="222ab88e-4b8c-4b5a-96c4-54185ae9c1a8" providerId="ADAL" clId="{5F86DA52-72CA-47AB-A7A8-0CF1DB38B9B6}" dt="2023-11-21T22:59:04.140" v="162" actId="1076"/>
          <ac:picMkLst>
            <pc:docMk/>
            <pc:sldMk cId="345303570" sldId="294"/>
            <ac:picMk id="5" creationId="{0D450025-75C0-6416-3003-B35B284886EB}"/>
          </ac:picMkLst>
        </pc:picChg>
        <pc:picChg chg="add mod">
          <ac:chgData name="Zhu, Kevin cdt" userId="222ab88e-4b8c-4b5a-96c4-54185ae9c1a8" providerId="ADAL" clId="{5F86DA52-72CA-47AB-A7A8-0CF1DB38B9B6}" dt="2023-11-21T21:27:16.200" v="32" actId="1076"/>
          <ac:picMkLst>
            <pc:docMk/>
            <pc:sldMk cId="345303570" sldId="294"/>
            <ac:picMk id="3074" creationId="{A62C54DC-B46E-2E71-2848-74AE909FF882}"/>
          </ac:picMkLst>
        </pc:picChg>
      </pc:sldChg>
      <pc:sldChg chg="addSp modSp mod modAnim modNotesTx">
        <pc:chgData name="Zhu, Kevin cdt" userId="222ab88e-4b8c-4b5a-96c4-54185ae9c1a8" providerId="ADAL" clId="{5F86DA52-72CA-47AB-A7A8-0CF1DB38B9B6}" dt="2023-11-21T22:56:50.262" v="150"/>
        <pc:sldMkLst>
          <pc:docMk/>
          <pc:sldMk cId="2340669459" sldId="295"/>
        </pc:sldMkLst>
        <pc:spChg chg="add mod">
          <ac:chgData name="Zhu, Kevin cdt" userId="222ab88e-4b8c-4b5a-96c4-54185ae9c1a8" providerId="ADAL" clId="{5F86DA52-72CA-47AB-A7A8-0CF1DB38B9B6}" dt="2023-11-21T21:34:49.241" v="62" actId="113"/>
          <ac:spMkLst>
            <pc:docMk/>
            <pc:sldMk cId="2340669459" sldId="295"/>
            <ac:spMk id="3" creationId="{2EC8825D-08AB-18D7-CD9B-C24917E8E47C}"/>
          </ac:spMkLst>
        </pc:spChg>
        <pc:spChg chg="add mod">
          <ac:chgData name="Zhu, Kevin cdt" userId="222ab88e-4b8c-4b5a-96c4-54185ae9c1a8" providerId="ADAL" clId="{5F86DA52-72CA-47AB-A7A8-0CF1DB38B9B6}" dt="2023-11-21T22:56:40.761" v="148" actId="1076"/>
          <ac:spMkLst>
            <pc:docMk/>
            <pc:sldMk cId="2340669459" sldId="295"/>
            <ac:spMk id="9" creationId="{106D1051-BBED-42D6-8306-B48EACCC1318}"/>
          </ac:spMkLst>
        </pc:spChg>
        <pc:picChg chg="add mod">
          <ac:chgData name="Zhu, Kevin cdt" userId="222ab88e-4b8c-4b5a-96c4-54185ae9c1a8" providerId="ADAL" clId="{5F86DA52-72CA-47AB-A7A8-0CF1DB38B9B6}" dt="2023-11-21T22:39:15.135" v="112" actId="14100"/>
          <ac:picMkLst>
            <pc:docMk/>
            <pc:sldMk cId="2340669459" sldId="295"/>
            <ac:picMk id="2" creationId="{F1C63047-AF81-2993-53C5-20159760F58A}"/>
          </ac:picMkLst>
        </pc:picChg>
        <pc:picChg chg="add mod">
          <ac:chgData name="Zhu, Kevin cdt" userId="222ab88e-4b8c-4b5a-96c4-54185ae9c1a8" providerId="ADAL" clId="{5F86DA52-72CA-47AB-A7A8-0CF1DB38B9B6}" dt="2023-11-21T22:41:22.944" v="116" actId="1076"/>
          <ac:picMkLst>
            <pc:docMk/>
            <pc:sldMk cId="2340669459" sldId="295"/>
            <ac:picMk id="4" creationId="{A346CA58-B579-731F-2FD6-1889F9DE9F67}"/>
          </ac:picMkLst>
        </pc:picChg>
        <pc:picChg chg="add mod">
          <ac:chgData name="Zhu, Kevin cdt" userId="222ab88e-4b8c-4b5a-96c4-54185ae9c1a8" providerId="ADAL" clId="{5F86DA52-72CA-47AB-A7A8-0CF1DB38B9B6}" dt="2023-11-21T21:22:22.660" v="27" actId="1076"/>
          <ac:picMkLst>
            <pc:docMk/>
            <pc:sldMk cId="2340669459" sldId="295"/>
            <ac:picMk id="2050" creationId="{DBC434FE-E317-FB18-59ED-25680B71B1C8}"/>
          </ac:picMkLst>
        </pc:picChg>
      </pc:sldChg>
      <pc:sldChg chg="modSp new mod">
        <pc:chgData name="Zhu, Kevin cdt" userId="222ab88e-4b8c-4b5a-96c4-54185ae9c1a8" providerId="ADAL" clId="{5F86DA52-72CA-47AB-A7A8-0CF1DB38B9B6}" dt="2023-11-22T00:12:01.725" v="383" actId="20577"/>
        <pc:sldMkLst>
          <pc:docMk/>
          <pc:sldMk cId="603524027" sldId="296"/>
        </pc:sldMkLst>
        <pc:spChg chg="mod">
          <ac:chgData name="Zhu, Kevin cdt" userId="222ab88e-4b8c-4b5a-96c4-54185ae9c1a8" providerId="ADAL" clId="{5F86DA52-72CA-47AB-A7A8-0CF1DB38B9B6}" dt="2023-11-22T00:11:30.286" v="372" actId="207"/>
          <ac:spMkLst>
            <pc:docMk/>
            <pc:sldMk cId="603524027" sldId="296"/>
            <ac:spMk id="2" creationId="{76FCC16B-6894-E8DF-8F11-ABAC664F2C44}"/>
          </ac:spMkLst>
        </pc:spChg>
        <pc:spChg chg="mod">
          <ac:chgData name="Zhu, Kevin cdt" userId="222ab88e-4b8c-4b5a-96c4-54185ae9c1a8" providerId="ADAL" clId="{5F86DA52-72CA-47AB-A7A8-0CF1DB38B9B6}" dt="2023-11-22T00:12:01.725" v="383" actId="20577"/>
          <ac:spMkLst>
            <pc:docMk/>
            <pc:sldMk cId="603524027" sldId="296"/>
            <ac:spMk id="3" creationId="{28F4AC3A-43A8-7732-7FA2-E4B54325484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11T01:41:30.63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961D43-42F3-4E74-BAB8-B0773481E81B}" type="datetimeFigureOut">
              <a:rPr lang="en-CA" smtClean="0"/>
              <a:t>2025-05-25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07BC3C-CB27-41DF-AF43-4E8A226678B2}" type="slidenum">
              <a:rPr lang="en-CA" smtClean="0"/>
              <a:t>‹#›</a:t>
            </a:fld>
            <a:endParaRPr lang="en-CA"/>
          </a:p>
        </p:txBody>
      </p:sp>
    </p:spTree>
    <p:extLst>
      <p:ext uri="{BB962C8B-B14F-4D97-AF65-F5344CB8AC3E}">
        <p14:creationId xmlns:p14="http://schemas.microsoft.com/office/powerpoint/2010/main" val="4275424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40B50-AB86-FE40-9E43-F54CCF1EE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FEB45-EED5-BC85-70C5-939C4DFD1F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F7959F-BC71-DA95-224F-8E1E2E1B99B9}"/>
              </a:ext>
            </a:extLst>
          </p:cNvPr>
          <p:cNvSpPr>
            <a:spLocks noGrp="1"/>
          </p:cNvSpPr>
          <p:nvPr>
            <p:ph type="body" idx="1"/>
          </p:nvPr>
        </p:nvSpPr>
        <p:spPr/>
        <p:txBody>
          <a:bodyPr/>
          <a:lstStyle/>
          <a:p>
            <a:r>
              <a:rPr lang="en-CA" dirty="0"/>
              <a:t>B</a:t>
            </a:r>
          </a:p>
        </p:txBody>
      </p:sp>
      <p:sp>
        <p:nvSpPr>
          <p:cNvPr id="4" name="Slide Number Placeholder 3">
            <a:extLst>
              <a:ext uri="{FF2B5EF4-FFF2-40B4-BE49-F238E27FC236}">
                <a16:creationId xmlns:a16="http://schemas.microsoft.com/office/drawing/2014/main" id="{E795B164-E19F-7F3F-60CB-57DE203C70FC}"/>
              </a:ext>
            </a:extLst>
          </p:cNvPr>
          <p:cNvSpPr>
            <a:spLocks noGrp="1"/>
          </p:cNvSpPr>
          <p:nvPr>
            <p:ph type="sldNum" sz="quarter" idx="5"/>
          </p:nvPr>
        </p:nvSpPr>
        <p:spPr/>
        <p:txBody>
          <a:bodyPr/>
          <a:lstStyle/>
          <a:p>
            <a:fld id="{7507BC3C-CB27-41DF-AF43-4E8A226678B2}" type="slidenum">
              <a:rPr lang="en-CA" smtClean="0"/>
              <a:t>4</a:t>
            </a:fld>
            <a:endParaRPr lang="en-CA"/>
          </a:p>
        </p:txBody>
      </p:sp>
    </p:spTree>
    <p:extLst>
      <p:ext uri="{BB962C8B-B14F-4D97-AF65-F5344CB8AC3E}">
        <p14:creationId xmlns:p14="http://schemas.microsoft.com/office/powerpoint/2010/main" val="3100371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a:t>
            </a:r>
          </a:p>
        </p:txBody>
      </p:sp>
      <p:sp>
        <p:nvSpPr>
          <p:cNvPr id="4" name="Slide Number Placeholder 3"/>
          <p:cNvSpPr>
            <a:spLocks noGrp="1"/>
          </p:cNvSpPr>
          <p:nvPr>
            <p:ph type="sldNum" sz="quarter" idx="5"/>
          </p:nvPr>
        </p:nvSpPr>
        <p:spPr/>
        <p:txBody>
          <a:bodyPr/>
          <a:lstStyle/>
          <a:p>
            <a:fld id="{7507BC3C-CB27-41DF-AF43-4E8A226678B2}" type="slidenum">
              <a:rPr lang="en-CA" smtClean="0"/>
              <a:t>6</a:t>
            </a:fld>
            <a:endParaRPr lang="en-CA"/>
          </a:p>
        </p:txBody>
      </p:sp>
    </p:spTree>
    <p:extLst>
      <p:ext uri="{BB962C8B-B14F-4D97-AF65-F5344CB8AC3E}">
        <p14:creationId xmlns:p14="http://schemas.microsoft.com/office/powerpoint/2010/main" val="76404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7507BC3C-CB27-41DF-AF43-4E8A226678B2}" type="slidenum">
              <a:rPr lang="en-CA" smtClean="0"/>
              <a:t>7</a:t>
            </a:fld>
            <a:endParaRPr lang="en-CA"/>
          </a:p>
        </p:txBody>
      </p:sp>
    </p:spTree>
    <p:extLst>
      <p:ext uri="{BB962C8B-B14F-4D97-AF65-F5344CB8AC3E}">
        <p14:creationId xmlns:p14="http://schemas.microsoft.com/office/powerpoint/2010/main" val="1441031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a:t>
            </a:r>
          </a:p>
        </p:txBody>
      </p:sp>
      <p:sp>
        <p:nvSpPr>
          <p:cNvPr id="4" name="Slide Number Placeholder 3"/>
          <p:cNvSpPr>
            <a:spLocks noGrp="1"/>
          </p:cNvSpPr>
          <p:nvPr>
            <p:ph type="sldNum" sz="quarter" idx="5"/>
          </p:nvPr>
        </p:nvSpPr>
        <p:spPr/>
        <p:txBody>
          <a:bodyPr/>
          <a:lstStyle/>
          <a:p>
            <a:fld id="{7507BC3C-CB27-41DF-AF43-4E8A226678B2}" type="slidenum">
              <a:rPr lang="en-CA" smtClean="0"/>
              <a:t>8</a:t>
            </a:fld>
            <a:endParaRPr lang="en-CA"/>
          </a:p>
        </p:txBody>
      </p:sp>
    </p:spTree>
    <p:extLst>
      <p:ext uri="{BB962C8B-B14F-4D97-AF65-F5344CB8AC3E}">
        <p14:creationId xmlns:p14="http://schemas.microsoft.com/office/powerpoint/2010/main" val="1209167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glider’s wings are designed to project out into the passing air. Glider’s wings are usually very large As air moves over and under the wing, the air is used by the wing to generate lift. The purpose of a glider’s wings is not to go fast to minimize descent. The object of soaring is to get as much forward distance as possible, while losing as little altitude as possible for each unit of energy that the glider loses in descent. The distance travelled forward compared to the altitude lost is referred to as glide ratio. This should be a very large number such as 30 </a:t>
            </a:r>
            <a:r>
              <a:rPr lang="en-US" dirty="0" err="1"/>
              <a:t>metres</a:t>
            </a:r>
            <a:r>
              <a:rPr lang="en-US" dirty="0"/>
              <a:t> forward for each </a:t>
            </a:r>
            <a:r>
              <a:rPr lang="en-US" dirty="0" err="1"/>
              <a:t>metre</a:t>
            </a:r>
            <a:r>
              <a:rPr lang="en-US" dirty="0"/>
              <a:t> of descent. The glider’s wing is designed to develop lift because lift reduces the rate of descent while allowing forward motion. The lift of the aircraft’s wing will counteract the aircraft’s weight, to a degree, and this will improve the aircraft’s glide ratio. Generally, the larger the wing, the more lift can be developed. A wing generates lift by acting upon the passing air in a highly sophisticated manner that will be explored in the next lesson.</a:t>
            </a:r>
            <a:endParaRPr lang="en-CA" dirty="0"/>
          </a:p>
          <a:p>
            <a:endParaRPr lang="en-CA" dirty="0"/>
          </a:p>
        </p:txBody>
      </p:sp>
      <p:sp>
        <p:nvSpPr>
          <p:cNvPr id="4" name="Slide Number Placeholder 3"/>
          <p:cNvSpPr>
            <a:spLocks noGrp="1"/>
          </p:cNvSpPr>
          <p:nvPr>
            <p:ph type="sldNum" sz="quarter" idx="5"/>
          </p:nvPr>
        </p:nvSpPr>
        <p:spPr/>
        <p:txBody>
          <a:bodyPr/>
          <a:lstStyle/>
          <a:p>
            <a:fld id="{7507BC3C-CB27-41DF-AF43-4E8A226678B2}" type="slidenum">
              <a:rPr lang="en-CA" smtClean="0"/>
              <a:t>9</a:t>
            </a:fld>
            <a:endParaRPr lang="en-CA"/>
          </a:p>
        </p:txBody>
      </p:sp>
    </p:spTree>
    <p:extLst>
      <p:ext uri="{BB962C8B-B14F-4D97-AF65-F5344CB8AC3E}">
        <p14:creationId xmlns:p14="http://schemas.microsoft.com/office/powerpoint/2010/main" val="152649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7507BC3C-CB27-41DF-AF43-4E8A226678B2}" type="slidenum">
              <a:rPr lang="en-CA" smtClean="0"/>
              <a:t>10</a:t>
            </a:fld>
            <a:endParaRPr lang="en-CA"/>
          </a:p>
        </p:txBody>
      </p:sp>
    </p:spTree>
    <p:extLst>
      <p:ext uri="{BB962C8B-B14F-4D97-AF65-F5344CB8AC3E}">
        <p14:creationId xmlns:p14="http://schemas.microsoft.com/office/powerpoint/2010/main" val="2771489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3FE86-0902-28D7-130E-29844CC907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FD00F5-F328-E081-5019-A15C39B94E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BA125A-1BB0-B2EE-DBBC-609224C8A4BC}"/>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1151238A-9E5C-83F2-0BF5-363DD582D483}"/>
              </a:ext>
            </a:extLst>
          </p:cNvPr>
          <p:cNvSpPr>
            <a:spLocks noGrp="1"/>
          </p:cNvSpPr>
          <p:nvPr>
            <p:ph type="sldNum" sz="quarter" idx="5"/>
          </p:nvPr>
        </p:nvSpPr>
        <p:spPr/>
        <p:txBody>
          <a:bodyPr/>
          <a:lstStyle/>
          <a:p>
            <a:fld id="{7507BC3C-CB27-41DF-AF43-4E8A226678B2}" type="slidenum">
              <a:rPr lang="en-CA" smtClean="0"/>
              <a:t>11</a:t>
            </a:fld>
            <a:endParaRPr lang="en-CA"/>
          </a:p>
        </p:txBody>
      </p:sp>
    </p:spTree>
    <p:extLst>
      <p:ext uri="{BB962C8B-B14F-4D97-AF65-F5344CB8AC3E}">
        <p14:creationId xmlns:p14="http://schemas.microsoft.com/office/powerpoint/2010/main" val="1495823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powered aircraft also experiences weight, drag and lift as does a glider. However, while a glider can gain forward motion only by trading the energy of its descent for thrust, a powered aircraft can generate thrust by running its engine. In this case, thrust is provided to the aircraft via a driven propeller or a high-speed jet exhaust.</a:t>
            </a:r>
          </a:p>
          <a:p>
            <a:r>
              <a:rPr lang="en-US" dirty="0"/>
              <a:t>On the other hand, the engine adds weight to the aircraft and both the propeller and engine body add to the drag that the aircraft experiences. A powered aircraft, therefore, will usually not have the high glide ratio of a glider. A powered aircraft, though, can attain equilibrium, which is something a glider cannot do. Equilibrium is a condition where lift equals weight or thrust equals drag. Pilots often refer to this as flying straight and level.</a:t>
            </a:r>
            <a:endParaRPr lang="en-CA" dirty="0"/>
          </a:p>
          <a:p>
            <a:endParaRPr lang="en-CA" dirty="0"/>
          </a:p>
        </p:txBody>
      </p:sp>
      <p:sp>
        <p:nvSpPr>
          <p:cNvPr id="4" name="Slide Number Placeholder 3"/>
          <p:cNvSpPr>
            <a:spLocks noGrp="1"/>
          </p:cNvSpPr>
          <p:nvPr>
            <p:ph type="sldNum" sz="quarter" idx="5"/>
          </p:nvPr>
        </p:nvSpPr>
        <p:spPr/>
        <p:txBody>
          <a:bodyPr/>
          <a:lstStyle/>
          <a:p>
            <a:fld id="{7507BC3C-CB27-41DF-AF43-4E8A226678B2}" type="slidenum">
              <a:rPr lang="en-CA" smtClean="0"/>
              <a:t>12</a:t>
            </a:fld>
            <a:endParaRPr lang="en-CA"/>
          </a:p>
        </p:txBody>
      </p:sp>
    </p:spTree>
    <p:extLst>
      <p:ext uri="{BB962C8B-B14F-4D97-AF65-F5344CB8AC3E}">
        <p14:creationId xmlns:p14="http://schemas.microsoft.com/office/powerpoint/2010/main" val="22660347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7507BC3C-CB27-41DF-AF43-4E8A226678B2}" type="slidenum">
              <a:rPr lang="en-CA" smtClean="0"/>
              <a:t>13</a:t>
            </a:fld>
            <a:endParaRPr lang="en-CA"/>
          </a:p>
        </p:txBody>
      </p:sp>
    </p:spTree>
    <p:extLst>
      <p:ext uri="{BB962C8B-B14F-4D97-AF65-F5344CB8AC3E}">
        <p14:creationId xmlns:p14="http://schemas.microsoft.com/office/powerpoint/2010/main" val="23562014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87398-9237-D1D7-0AC5-2243EEBC03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1D0A8-B802-8D25-2942-EE8EFF3B83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041FB-A6D4-019E-09EE-2D02E462312E}"/>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460D267-9A2E-0B38-DE60-6C0ACEABAB5B}"/>
              </a:ext>
            </a:extLst>
          </p:cNvPr>
          <p:cNvSpPr>
            <a:spLocks noGrp="1"/>
          </p:cNvSpPr>
          <p:nvPr>
            <p:ph type="sldNum" sz="quarter" idx="5"/>
          </p:nvPr>
        </p:nvSpPr>
        <p:spPr/>
        <p:txBody>
          <a:bodyPr/>
          <a:lstStyle/>
          <a:p>
            <a:fld id="{7507BC3C-CB27-41DF-AF43-4E8A226678B2}" type="slidenum">
              <a:rPr lang="en-CA" smtClean="0"/>
              <a:t>14</a:t>
            </a:fld>
            <a:endParaRPr lang="en-CA"/>
          </a:p>
        </p:txBody>
      </p:sp>
    </p:spTree>
    <p:extLst>
      <p:ext uri="{BB962C8B-B14F-4D97-AF65-F5344CB8AC3E}">
        <p14:creationId xmlns:p14="http://schemas.microsoft.com/office/powerpoint/2010/main" val="17260613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D</a:t>
            </a:r>
          </a:p>
        </p:txBody>
      </p:sp>
      <p:sp>
        <p:nvSpPr>
          <p:cNvPr id="4" name="Slide Number Placeholder 3"/>
          <p:cNvSpPr>
            <a:spLocks noGrp="1"/>
          </p:cNvSpPr>
          <p:nvPr>
            <p:ph type="sldNum" sz="quarter" idx="5"/>
          </p:nvPr>
        </p:nvSpPr>
        <p:spPr/>
        <p:txBody>
          <a:bodyPr/>
          <a:lstStyle/>
          <a:p>
            <a:fld id="{7507BC3C-CB27-41DF-AF43-4E8A226678B2}" type="slidenum">
              <a:rPr lang="en-CA" smtClean="0"/>
              <a:t>16</a:t>
            </a:fld>
            <a:endParaRPr lang="en-CA"/>
          </a:p>
        </p:txBody>
      </p:sp>
    </p:spTree>
    <p:extLst>
      <p:ext uri="{BB962C8B-B14F-4D97-AF65-F5344CB8AC3E}">
        <p14:creationId xmlns:p14="http://schemas.microsoft.com/office/powerpoint/2010/main" val="980841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999A8DD2-C443-44AD-85B3-4CE72B962C5F}" type="datetimeFigureOut">
              <a:rPr lang="en-US" smtClean="0"/>
              <a:t>5/25/2025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3156951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9A8DD2-C443-44AD-85B3-4CE72B962C5F}" type="datetimeFigureOut">
              <a:rPr lang="en-US" smtClean="0"/>
              <a:t>5/25/2025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2275010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999A8DD2-C443-44AD-85B3-4CE72B962C5F}" type="datetimeFigureOut">
              <a:rPr lang="en-US" smtClean="0"/>
              <a:t>5/25/2025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3903247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99A8DD2-C443-44AD-85B3-4CE72B962C5F}" type="datetimeFigureOut">
              <a:rPr lang="en-US" smtClean="0"/>
              <a:t>5/25/2025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644103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999A8DD2-C443-44AD-85B3-4CE72B962C5F}" type="datetimeFigureOut">
              <a:rPr lang="en-US" smtClean="0"/>
              <a:t>5/25/2025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1204120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999A8DD2-C443-44AD-85B3-4CE72B962C5F}" type="datetimeFigureOut">
              <a:rPr lang="en-US" smtClean="0"/>
              <a:t>5/25/2025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259299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99A8DD2-C443-44AD-85B3-4CE72B962C5F}" type="datetimeFigureOut">
              <a:rPr lang="en-US" smtClean="0"/>
              <a:t>5/25/2025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1249858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999A8DD2-C443-44AD-85B3-4CE72B962C5F}" type="datetimeFigureOut">
              <a:rPr lang="en-US" smtClean="0"/>
              <a:t>5/25/2025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4062311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99A8DD2-C443-44AD-85B3-4CE72B962C5F}" type="datetimeFigureOut">
              <a:rPr lang="en-US" smtClean="0"/>
              <a:t>5/25/2025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2446143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999A8DD2-C443-44AD-85B3-4CE72B962C5F}" type="datetimeFigureOut">
              <a:rPr lang="en-US" smtClean="0"/>
              <a:t>5/25/2025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3047914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99A8DD2-C443-44AD-85B3-4CE72B962C5F}" type="datetimeFigureOut">
              <a:rPr lang="en-US" smtClean="0"/>
              <a:t>5/25/2025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FA4FCA09-A334-4A38-8A78-E51DCD588AB3}" type="slidenum">
              <a:rPr lang="en-US" smtClean="0"/>
              <a:t>‹#›</a:t>
            </a:fld>
            <a:endParaRPr lang="en-US"/>
          </a:p>
        </p:txBody>
      </p:sp>
    </p:spTree>
    <p:extLst>
      <p:ext uri="{BB962C8B-B14F-4D97-AF65-F5344CB8AC3E}">
        <p14:creationId xmlns:p14="http://schemas.microsoft.com/office/powerpoint/2010/main" val="352880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999A8DD2-C443-44AD-85B3-4CE72B962C5F}" type="datetimeFigureOut">
              <a:rPr lang="en-US" smtClean="0"/>
              <a:t>5/25/2025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FA4FCA09-A334-4A38-8A78-E51DCD588AB3}" type="slidenum">
              <a:rPr lang="en-US" smtClean="0"/>
              <a:t>‹#›</a:t>
            </a:fld>
            <a:endParaRPr lang="en-US"/>
          </a:p>
        </p:txBody>
      </p:sp>
    </p:spTree>
    <p:extLst>
      <p:ext uri="{BB962C8B-B14F-4D97-AF65-F5344CB8AC3E}">
        <p14:creationId xmlns:p14="http://schemas.microsoft.com/office/powerpoint/2010/main" val="187386288"/>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publicdomainpictures.net/view-image.php?image=95726&amp;picture=small-airplan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pxhere.com/en/photo/706540"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hyperlink" Target="https://pixabay.com/en/biplane-glider-planes-aviation-629389/"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pixabay.com/en/biplane-glider-planes-aviation-629389/"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hyperlink" Target="https://hdqwalls.com/passenger-airplanes-clouds-5k-wallpaper"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customXml" Target="../ink/ink1.xml"/><Relationship Id="rId5" Type="http://schemas.openxmlformats.org/officeDocument/2006/relationships/image" Target="../media/image16.png"/><Relationship Id="rId4" Type="http://schemas.openxmlformats.org/officeDocument/2006/relationships/hyperlink" Target="https://hdqwalls.com/passenger-airplanes-clouds-5k-wallpaper"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Video 3" descr="3D Jet Planes">
            <a:extLst>
              <a:ext uri="{FF2B5EF4-FFF2-40B4-BE49-F238E27FC236}">
                <a16:creationId xmlns:a16="http://schemas.microsoft.com/office/drawing/2014/main" id="{97B9A334-D7CE-0C8B-C288-6E26B4C5E683}"/>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r="-1" b="283"/>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581985" y="-752015"/>
            <a:ext cx="6858000" cy="8362030"/>
          </a:xfrm>
          <a:prstGeom prst="rect">
            <a:avLst/>
          </a:prstGeom>
          <a:gradFill>
            <a:gsLst>
              <a:gs pos="0">
                <a:srgbClr val="000000">
                  <a:alpha val="0"/>
                </a:srgbClr>
              </a:gs>
              <a:gs pos="55000">
                <a:srgbClr val="000000">
                  <a:alpha val="50000"/>
                </a:srgbClr>
              </a:gs>
              <a:gs pos="92000">
                <a:srgbClr val="000000">
                  <a:alpha val="6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87626C-E808-FA98-56AA-F152D3D308E6}"/>
              </a:ext>
            </a:extLst>
          </p:cNvPr>
          <p:cNvSpPr>
            <a:spLocks noGrp="1"/>
          </p:cNvSpPr>
          <p:nvPr>
            <p:ph type="ctrTitle"/>
          </p:nvPr>
        </p:nvSpPr>
        <p:spPr>
          <a:xfrm>
            <a:off x="7024745" y="1890286"/>
            <a:ext cx="5167256" cy="1810050"/>
          </a:xfrm>
        </p:spPr>
        <p:txBody>
          <a:bodyPr>
            <a:noAutofit/>
          </a:bodyPr>
          <a:lstStyle/>
          <a:p>
            <a:r>
              <a:rPr lang="en-US" dirty="0">
                <a:solidFill>
                  <a:srgbClr val="FFFFFF"/>
                </a:solidFill>
              </a:rPr>
              <a:t>EO M231.01 – IDENTIFY THE FOUR FORCES THAT ACT UPON AN AIRCRAFT</a:t>
            </a:r>
            <a:endParaRPr lang="en-CA" dirty="0">
              <a:solidFill>
                <a:srgbClr val="FFFFFF"/>
              </a:solidFill>
            </a:endParaRPr>
          </a:p>
        </p:txBody>
      </p:sp>
      <p:sp>
        <p:nvSpPr>
          <p:cNvPr id="3" name="Subtitle 2">
            <a:extLst>
              <a:ext uri="{FF2B5EF4-FFF2-40B4-BE49-F238E27FC236}">
                <a16:creationId xmlns:a16="http://schemas.microsoft.com/office/drawing/2014/main" id="{93D37599-B4B4-0002-0A48-739AF0E13C91}"/>
              </a:ext>
            </a:extLst>
          </p:cNvPr>
          <p:cNvSpPr>
            <a:spLocks noGrp="1"/>
          </p:cNvSpPr>
          <p:nvPr>
            <p:ph type="subTitle" idx="1"/>
          </p:nvPr>
        </p:nvSpPr>
        <p:spPr>
          <a:xfrm>
            <a:off x="7513106" y="4021796"/>
            <a:ext cx="4190533" cy="1257371"/>
          </a:xfrm>
        </p:spPr>
        <p:txBody>
          <a:bodyPr>
            <a:normAutofit/>
          </a:bodyPr>
          <a:lstStyle/>
          <a:p>
            <a:r>
              <a:rPr lang="en-CA" dirty="0">
                <a:solidFill>
                  <a:srgbClr val="FFFFFF"/>
                </a:solidFill>
              </a:rPr>
              <a:t>By:</a:t>
            </a:r>
          </a:p>
        </p:txBody>
      </p:sp>
    </p:spTree>
    <p:extLst>
      <p:ext uri="{BB962C8B-B14F-4D97-AF65-F5344CB8AC3E}">
        <p14:creationId xmlns:p14="http://schemas.microsoft.com/office/powerpoint/2010/main" val="63554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15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4CD7-D388-B7C3-A80A-D4F2876600B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8133264-BA1E-530F-B475-05178A927EAB}"/>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5A34CD79-24A3-9B6E-F558-5493D35DCA82}"/>
              </a:ext>
            </a:extLst>
          </p:cNvPr>
          <p:cNvPicPr>
            <a:picLocks noChangeAspect="1"/>
          </p:cNvPicPr>
          <p:nvPr/>
        </p:nvPicPr>
        <p:blipFill>
          <a:blip r:embed="rId2"/>
          <a:stretch>
            <a:fillRect/>
          </a:stretch>
        </p:blipFill>
        <p:spPr>
          <a:xfrm>
            <a:off x="5134" y="0"/>
            <a:ext cx="12181731" cy="6858000"/>
          </a:xfrm>
          <a:prstGeom prst="rect">
            <a:avLst/>
          </a:prstGeom>
        </p:spPr>
      </p:pic>
    </p:spTree>
    <p:extLst>
      <p:ext uri="{BB962C8B-B14F-4D97-AF65-F5344CB8AC3E}">
        <p14:creationId xmlns:p14="http://schemas.microsoft.com/office/powerpoint/2010/main" val="2308276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6DC6B5-E569-F8D3-4CE7-8778EF53B385}"/>
              </a:ext>
            </a:extLst>
          </p:cNvPr>
          <p:cNvPicPr>
            <a:picLocks noChangeAspect="1"/>
          </p:cNvPicPr>
          <p:nvPr/>
        </p:nvPicPr>
        <p:blipFill>
          <a:blip r:embed="rId2"/>
          <a:stretch>
            <a:fillRect/>
          </a:stretch>
        </p:blipFill>
        <p:spPr>
          <a:xfrm>
            <a:off x="0" y="2882"/>
            <a:ext cx="12192000" cy="6852236"/>
          </a:xfrm>
          <a:prstGeom prst="rect">
            <a:avLst/>
          </a:prstGeom>
        </p:spPr>
      </p:pic>
      <p:pic>
        <p:nvPicPr>
          <p:cNvPr id="2050" name="Picture 2" descr="Four Forces of Flight | Overview &amp; Aerodynamics | Study.com">
            <a:extLst>
              <a:ext uri="{FF2B5EF4-FFF2-40B4-BE49-F238E27FC236}">
                <a16:creationId xmlns:a16="http://schemas.microsoft.com/office/drawing/2014/main" id="{0BB45AF4-1225-E22D-6634-C2DBF857F2D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1427" y="3074690"/>
            <a:ext cx="5640673" cy="3626146"/>
          </a:xfrm>
          <a:prstGeom prst="rect">
            <a:avLst/>
          </a:prstGeom>
          <a:solidFill>
            <a:srgbClr val="FFFFFF"/>
          </a:solidFill>
        </p:spPr>
      </p:pic>
      <p:sp>
        <p:nvSpPr>
          <p:cNvPr id="2" name="Title 1">
            <a:extLst>
              <a:ext uri="{FF2B5EF4-FFF2-40B4-BE49-F238E27FC236}">
                <a16:creationId xmlns:a16="http://schemas.microsoft.com/office/drawing/2014/main" id="{59FAD32A-8025-BE2B-126E-6144E023BDC0}"/>
              </a:ext>
            </a:extLst>
          </p:cNvPr>
          <p:cNvSpPr>
            <a:spLocks noGrp="1"/>
          </p:cNvSpPr>
          <p:nvPr>
            <p:ph type="title"/>
          </p:nvPr>
        </p:nvSpPr>
        <p:spPr>
          <a:xfrm>
            <a:off x="0" y="1247886"/>
            <a:ext cx="4927002" cy="2623277"/>
          </a:xfrm>
        </p:spPr>
        <p:txBody>
          <a:bodyPr anchor="t">
            <a:normAutofit/>
          </a:bodyPr>
          <a:lstStyle/>
          <a:p>
            <a:pPr algn="r"/>
            <a:r>
              <a:rPr lang="en-US" sz="2300" dirty="0"/>
              <a:t>TP1 Explain That Every Aircraft Has Weight and That a Glider on Tow Gains Energy As It Gains Altitude </a:t>
            </a:r>
            <a:endParaRPr lang="en-CA" sz="2300" dirty="0"/>
          </a:p>
        </p:txBody>
      </p:sp>
      <p:sp>
        <p:nvSpPr>
          <p:cNvPr id="3" name="Content Placeholder 2">
            <a:extLst>
              <a:ext uri="{FF2B5EF4-FFF2-40B4-BE49-F238E27FC236}">
                <a16:creationId xmlns:a16="http://schemas.microsoft.com/office/drawing/2014/main" id="{359DD54D-B6E5-25BF-F3B7-CAF465B80068}"/>
              </a:ext>
            </a:extLst>
          </p:cNvPr>
          <p:cNvSpPr>
            <a:spLocks noGrp="1"/>
          </p:cNvSpPr>
          <p:nvPr>
            <p:ph idx="1"/>
          </p:nvPr>
        </p:nvSpPr>
        <p:spPr>
          <a:xfrm>
            <a:off x="5370653" y="153348"/>
            <a:ext cx="6821347" cy="4306236"/>
          </a:xfrm>
        </p:spPr>
        <p:txBody>
          <a:bodyPr>
            <a:noAutofit/>
          </a:bodyPr>
          <a:lstStyle/>
          <a:p>
            <a:r>
              <a:rPr lang="en-US" sz="2400" dirty="0"/>
              <a:t>Every aircraft has weight, which influences the </a:t>
            </a:r>
            <a:r>
              <a:rPr lang="en-US" sz="2400" b="1" u="sng" dirty="0"/>
              <a:t>design and performance </a:t>
            </a:r>
            <a:r>
              <a:rPr lang="en-US" sz="2400" dirty="0"/>
              <a:t>of the aircraft.</a:t>
            </a:r>
          </a:p>
          <a:p>
            <a:r>
              <a:rPr lang="en-US" sz="2400" dirty="0"/>
              <a:t>The gliders used in the Air Cadet gliding program are </a:t>
            </a:r>
            <a:r>
              <a:rPr lang="en-US" sz="2400" b="1" u="sng" dirty="0"/>
              <a:t>towed to their determined altitude</a:t>
            </a:r>
            <a:r>
              <a:rPr lang="en-US" sz="2400" dirty="0"/>
              <a:t> by a tow-plane. There are other methods of getting altitude, such as using a winch to get up to speed on the ground. </a:t>
            </a:r>
          </a:p>
          <a:p>
            <a:r>
              <a:rPr lang="en-US" sz="2400" dirty="0"/>
              <a:t>An aircraft </a:t>
            </a:r>
            <a:r>
              <a:rPr lang="en-US" sz="2400" b="1" u="sng" dirty="0"/>
              <a:t>gains energy as it gains altitude. </a:t>
            </a:r>
            <a:r>
              <a:rPr lang="en-US" sz="2400" dirty="0"/>
              <a:t>The energy that the glider gains as it is taken to its determined altitude can be </a:t>
            </a:r>
            <a:r>
              <a:rPr lang="en-US" sz="2400" b="1" u="sng" dirty="0"/>
              <a:t>spent quickly in a rapid descent </a:t>
            </a:r>
            <a:r>
              <a:rPr lang="en-US" sz="2400" dirty="0"/>
              <a:t>to Earth or it can be </a:t>
            </a:r>
            <a:r>
              <a:rPr lang="en-US" sz="2400" b="1" u="sng" dirty="0"/>
              <a:t>spent slowly in a long descent</a:t>
            </a:r>
            <a:r>
              <a:rPr lang="en-US" sz="2400" dirty="0"/>
              <a:t>.</a:t>
            </a:r>
            <a:endParaRPr lang="en-CA" sz="2400" dirty="0"/>
          </a:p>
        </p:txBody>
      </p:sp>
      <p:sp>
        <p:nvSpPr>
          <p:cNvPr id="8" name="Date Placeholder 3">
            <a:extLst>
              <a:ext uri="{FF2B5EF4-FFF2-40B4-BE49-F238E27FC236}">
                <a16:creationId xmlns:a16="http://schemas.microsoft.com/office/drawing/2014/main" id="{BB22FCC8-3D16-52CB-A015-ACB8A32E3382}"/>
              </a:ext>
            </a:extLst>
          </p:cNvPr>
          <p:cNvSpPr>
            <a:spLocks noGrp="1"/>
          </p:cNvSpPr>
          <p:nvPr>
            <p:ph type="dt" sz="half" idx="10"/>
          </p:nvPr>
        </p:nvSpPr>
        <p:spPr>
          <a:xfrm>
            <a:off x="137160" y="6453002"/>
            <a:ext cx="3494314" cy="365125"/>
          </a:xfrm>
        </p:spPr>
        <p:txBody>
          <a:bodyPr>
            <a:normAutofit/>
          </a:bodyPr>
          <a:lstStyle/>
          <a:p>
            <a:pPr>
              <a:spcAft>
                <a:spcPts val="600"/>
              </a:spcAft>
            </a:pPr>
            <a:fld id="{5A5C90DC-DB5C-4C88-86F1-8EA0ACFEB7F6}" type="datetime1">
              <a:rPr lang="en-US" smtClean="0"/>
              <a:pPr>
                <a:spcAft>
                  <a:spcPts val="600"/>
                </a:spcAft>
              </a:pPr>
              <a:t>5/25/2025</a:t>
            </a:fld>
            <a:endParaRPr lang="en-US"/>
          </a:p>
        </p:txBody>
      </p:sp>
      <p:sp>
        <p:nvSpPr>
          <p:cNvPr id="10" name="Footer Placeholder 4">
            <a:extLst>
              <a:ext uri="{FF2B5EF4-FFF2-40B4-BE49-F238E27FC236}">
                <a16:creationId xmlns:a16="http://schemas.microsoft.com/office/drawing/2014/main" id="{4E5B1C64-FD06-E3C4-820E-5E735062F413}"/>
              </a:ext>
            </a:extLst>
          </p:cNvPr>
          <p:cNvSpPr>
            <a:spLocks noGrp="1"/>
          </p:cNvSpPr>
          <p:nvPr>
            <p:ph type="ftr" sz="quarter" idx="11"/>
          </p:nvPr>
        </p:nvSpPr>
        <p:spPr>
          <a:xfrm>
            <a:off x="8876521" y="6453002"/>
            <a:ext cx="2805405" cy="365125"/>
          </a:xfrm>
        </p:spPr>
        <p:txBody>
          <a:bodyPr>
            <a:normAutofit/>
          </a:bodyPr>
          <a:lstStyle/>
          <a:p>
            <a:pPr>
              <a:spcAft>
                <a:spcPts val="600"/>
              </a:spcAft>
            </a:pPr>
            <a:r>
              <a:rPr lang="en-US"/>
              <a:t>Sample Footer Text</a:t>
            </a:r>
          </a:p>
        </p:txBody>
      </p:sp>
      <p:sp>
        <p:nvSpPr>
          <p:cNvPr id="12" name="Slide Number Placeholder 5">
            <a:extLst>
              <a:ext uri="{FF2B5EF4-FFF2-40B4-BE49-F238E27FC236}">
                <a16:creationId xmlns:a16="http://schemas.microsoft.com/office/drawing/2014/main" id="{1371EB49-634B-3460-68CA-8802A91D801C}"/>
              </a:ext>
            </a:extLst>
          </p:cNvPr>
          <p:cNvSpPr>
            <a:spLocks noGrp="1"/>
          </p:cNvSpPr>
          <p:nvPr>
            <p:ph type="sldNum" sz="quarter" idx="12"/>
          </p:nvPr>
        </p:nvSpPr>
        <p:spPr>
          <a:xfrm>
            <a:off x="11632162" y="6453002"/>
            <a:ext cx="429207" cy="365125"/>
          </a:xfrm>
        </p:spPr>
        <p:txBody>
          <a:bodyPr>
            <a:normAutofit/>
          </a:bodyPr>
          <a:lstStyle/>
          <a:p>
            <a:pPr>
              <a:spcAft>
                <a:spcPts val="600"/>
              </a:spcAft>
            </a:pPr>
            <a:fld id="{6F391B04-159E-4284-919C-20BE23D169A4}" type="slidenum">
              <a:rPr lang="en-US" smtClean="0"/>
              <a:pPr>
                <a:spcAft>
                  <a:spcPts val="600"/>
                </a:spcAft>
              </a:pPr>
              <a:t>3</a:t>
            </a:fld>
            <a:endParaRPr lang="en-US"/>
          </a:p>
        </p:txBody>
      </p:sp>
    </p:spTree>
    <p:extLst>
      <p:ext uri="{BB962C8B-B14F-4D97-AF65-F5344CB8AC3E}">
        <p14:creationId xmlns:p14="http://schemas.microsoft.com/office/powerpoint/2010/main" val="3175987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28B02-0DBC-2E38-45C6-C109662E11C1}"/>
            </a:ext>
          </a:extLst>
        </p:cNvPr>
        <p:cNvGrpSpPr/>
        <p:nvPr/>
      </p:nvGrpSpPr>
      <p:grpSpPr>
        <a:xfrm>
          <a:off x="0" y="0"/>
          <a:ext cx="0" cy="0"/>
          <a:chOff x="0" y="0"/>
          <a:chExt cx="0" cy="0"/>
        </a:xfrm>
      </p:grpSpPr>
      <p:pic>
        <p:nvPicPr>
          <p:cNvPr id="5" name="Content Placeholder 4" descr="A small airplane on grass&#10;&#10;Description automatically generated">
            <a:extLst>
              <a:ext uri="{FF2B5EF4-FFF2-40B4-BE49-F238E27FC236}">
                <a16:creationId xmlns:a16="http://schemas.microsoft.com/office/drawing/2014/main" id="{6ABFCE48-2BC6-E8C3-47CA-3A993BD03623}"/>
              </a:ext>
            </a:extLst>
          </p:cNvPr>
          <p:cNvPicPr>
            <a:picLocks noGrp="1" noChangeAspect="1"/>
          </p:cNvPicPr>
          <p:nvPr>
            <p:ph idx="4294967295"/>
          </p:nvPr>
        </p:nvPicPr>
        <p:blipFill rotWithShape="1">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5094"/>
          <a:stretch/>
        </p:blipFill>
        <p:spPr>
          <a:xfrm>
            <a:off x="0" y="4442"/>
            <a:ext cx="12191980" cy="6857990"/>
          </a:xfrm>
          <a:noFill/>
        </p:spPr>
      </p:pic>
      <p:sp>
        <p:nvSpPr>
          <p:cNvPr id="14" name="Date Placeholder 9">
            <a:extLst>
              <a:ext uri="{FF2B5EF4-FFF2-40B4-BE49-F238E27FC236}">
                <a16:creationId xmlns:a16="http://schemas.microsoft.com/office/drawing/2014/main" id="{63E1B66F-8D88-2B94-67A9-18E1710FD229}"/>
              </a:ext>
            </a:extLst>
          </p:cNvPr>
          <p:cNvSpPr>
            <a:spLocks noGrp="1"/>
          </p:cNvSpPr>
          <p:nvPr>
            <p:ph type="dt" sz="half" idx="10"/>
          </p:nvPr>
        </p:nvSpPr>
        <p:spPr>
          <a:xfrm>
            <a:off x="137160" y="6453002"/>
            <a:ext cx="3494314" cy="365125"/>
          </a:xfrm>
        </p:spPr>
        <p:txBody>
          <a:bodyPr/>
          <a:lstStyle/>
          <a:p>
            <a:pPr>
              <a:spcAft>
                <a:spcPts val="600"/>
              </a:spcAft>
            </a:pPr>
            <a:fld id="{580478BF-2690-4262-8200-EB1A158FD2CE}" type="datetime1">
              <a:rPr lang="en-US" smtClean="0"/>
              <a:pPr>
                <a:spcAft>
                  <a:spcPts val="600"/>
                </a:spcAft>
              </a:pPr>
              <a:t>5/25/2025</a:t>
            </a:fld>
            <a:endParaRPr lang="en-US"/>
          </a:p>
        </p:txBody>
      </p:sp>
      <p:sp>
        <p:nvSpPr>
          <p:cNvPr id="16" name="Footer Placeholder 13">
            <a:extLst>
              <a:ext uri="{FF2B5EF4-FFF2-40B4-BE49-F238E27FC236}">
                <a16:creationId xmlns:a16="http://schemas.microsoft.com/office/drawing/2014/main" id="{AC1BDCCD-D1E2-E40E-754A-AEA4CD6C1A97}"/>
              </a:ext>
            </a:extLst>
          </p:cNvPr>
          <p:cNvSpPr>
            <a:spLocks noGrp="1"/>
          </p:cNvSpPr>
          <p:nvPr>
            <p:ph type="ftr" sz="quarter" idx="11"/>
          </p:nvPr>
        </p:nvSpPr>
        <p:spPr>
          <a:xfrm>
            <a:off x="8876521" y="6453002"/>
            <a:ext cx="2805405" cy="365125"/>
          </a:xfrm>
        </p:spPr>
        <p:txBody>
          <a:bodyPr/>
          <a:lstStyle/>
          <a:p>
            <a:pPr>
              <a:spcAft>
                <a:spcPts val="600"/>
              </a:spcAft>
            </a:pPr>
            <a:r>
              <a:rPr lang="en-US">
                <a:solidFill>
                  <a:srgbClr val="FFFFFF"/>
                </a:solidFill>
                <a:effectLst>
                  <a:outerShdw blurRad="38100" dist="38100" dir="2700000" algn="tl">
                    <a:srgbClr val="000000">
                      <a:alpha val="43137"/>
                    </a:srgbClr>
                  </a:outerShdw>
                </a:effectLst>
              </a:rPr>
              <a:t>Sample Footer Text</a:t>
            </a:r>
          </a:p>
        </p:txBody>
      </p:sp>
      <p:sp>
        <p:nvSpPr>
          <p:cNvPr id="18" name="Slide Number Placeholder 15">
            <a:extLst>
              <a:ext uri="{FF2B5EF4-FFF2-40B4-BE49-F238E27FC236}">
                <a16:creationId xmlns:a16="http://schemas.microsoft.com/office/drawing/2014/main" id="{9FB001AD-5D93-342B-B5B4-EB42DFD66E9D}"/>
              </a:ext>
            </a:extLst>
          </p:cNvPr>
          <p:cNvSpPr>
            <a:spLocks noGrp="1"/>
          </p:cNvSpPr>
          <p:nvPr>
            <p:ph type="sldNum" sz="quarter" idx="12"/>
          </p:nvPr>
        </p:nvSpPr>
        <p:spPr>
          <a:xfrm>
            <a:off x="11632162" y="6453002"/>
            <a:ext cx="429207" cy="365125"/>
          </a:xfrm>
        </p:spPr>
        <p:txBody>
          <a:bodyPr/>
          <a:lstStyle/>
          <a:p>
            <a:pPr>
              <a:spcAft>
                <a:spcPts val="600"/>
              </a:spcAft>
            </a:pPr>
            <a:fld id="{6F391B04-159E-4284-919C-20BE23D169A4}" type="slidenum">
              <a:rPr lang="en-US" smtClean="0">
                <a:solidFill>
                  <a:srgbClr val="FFFFFF"/>
                </a:solidFill>
                <a:effectLst>
                  <a:outerShdw blurRad="38100" dist="38100" dir="2700000" algn="tl">
                    <a:srgbClr val="000000">
                      <a:alpha val="43137"/>
                    </a:srgbClr>
                  </a:outerShdw>
                </a:effectLst>
              </a:rPr>
              <a:pPr>
                <a:spcAft>
                  <a:spcPts val="600"/>
                </a:spcAft>
              </a:pPr>
              <a:t>4</a:t>
            </a:fld>
            <a:endParaRPr lang="en-US">
              <a:solidFill>
                <a:srgbClr val="FFFFFF"/>
              </a:solidFill>
              <a:effectLst>
                <a:outerShdw blurRad="38100" dist="38100" dir="2700000" algn="tl">
                  <a:srgbClr val="000000">
                    <a:alpha val="43137"/>
                  </a:srgbClr>
                </a:outerShdw>
              </a:effectLst>
            </a:endParaRPr>
          </a:p>
        </p:txBody>
      </p:sp>
      <p:sp>
        <p:nvSpPr>
          <p:cNvPr id="2" name="Title 1">
            <a:extLst>
              <a:ext uri="{FF2B5EF4-FFF2-40B4-BE49-F238E27FC236}">
                <a16:creationId xmlns:a16="http://schemas.microsoft.com/office/drawing/2014/main" id="{7284DF25-20A1-36EF-B321-75B5454263D6}"/>
              </a:ext>
            </a:extLst>
          </p:cNvPr>
          <p:cNvSpPr>
            <a:spLocks noGrp="1"/>
          </p:cNvSpPr>
          <p:nvPr>
            <p:ph type="ctrTitle"/>
          </p:nvPr>
        </p:nvSpPr>
        <p:spPr>
          <a:xfrm>
            <a:off x="0" y="-26356"/>
            <a:ext cx="12371294" cy="5179264"/>
          </a:xfrm>
        </p:spPr>
        <p:txBody>
          <a:bodyPr anchor="t">
            <a:normAutofit/>
          </a:bodyPr>
          <a:lstStyle/>
          <a:p>
            <a:pPr algn="l"/>
            <a:r>
              <a:rPr lang="en-US" sz="3200" dirty="0"/>
              <a:t>A glider’s change in height will influence its _____ while its performance is influenced by its _______</a:t>
            </a:r>
            <a:br>
              <a:rPr lang="en-US" sz="3200" dirty="0"/>
            </a:br>
            <a:br>
              <a:rPr lang="en-US" sz="3200" dirty="0"/>
            </a:br>
            <a:r>
              <a:rPr lang="en-US" sz="3200" dirty="0"/>
              <a:t>A) altitude, pilot</a:t>
            </a:r>
            <a:br>
              <a:rPr lang="en-US" sz="3200" dirty="0"/>
            </a:br>
            <a:r>
              <a:rPr lang="en-US" sz="3200" dirty="0"/>
              <a:t>B) energy, weight</a:t>
            </a:r>
            <a:br>
              <a:rPr lang="en-US" sz="3200" dirty="0"/>
            </a:br>
            <a:r>
              <a:rPr lang="en-US" sz="3200" dirty="0"/>
              <a:t>C) altitude, materials</a:t>
            </a:r>
            <a:br>
              <a:rPr lang="en-US" sz="3200" dirty="0"/>
            </a:br>
            <a:r>
              <a:rPr lang="en-US" sz="3200" dirty="0"/>
              <a:t>D) rate of descent, design</a:t>
            </a:r>
            <a:br>
              <a:rPr lang="en-US" sz="3200" dirty="0"/>
            </a:br>
            <a:r>
              <a:rPr lang="en-US" sz="3200" dirty="0"/>
              <a:t>E) none of the above</a:t>
            </a:r>
          </a:p>
        </p:txBody>
      </p:sp>
      <p:sp>
        <p:nvSpPr>
          <p:cNvPr id="3" name="Oval 2">
            <a:extLst>
              <a:ext uri="{FF2B5EF4-FFF2-40B4-BE49-F238E27FC236}">
                <a16:creationId xmlns:a16="http://schemas.microsoft.com/office/drawing/2014/main" id="{907D75F5-83FE-5A00-6757-6682251CC2ED}"/>
              </a:ext>
            </a:extLst>
          </p:cNvPr>
          <p:cNvSpPr/>
          <p:nvPr/>
        </p:nvSpPr>
        <p:spPr>
          <a:xfrm>
            <a:off x="-148879" y="1705092"/>
            <a:ext cx="4066391" cy="580913"/>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560931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443702-3C03-C522-2DA0-F624410F237B}"/>
              </a:ext>
            </a:extLst>
          </p:cNvPr>
          <p:cNvPicPr>
            <a:picLocks noChangeAspect="1"/>
          </p:cNvPicPr>
          <p:nvPr/>
        </p:nvPicPr>
        <p:blipFill>
          <a:blip r:embed="rId2"/>
          <a:stretch>
            <a:fillRect/>
          </a:stretch>
        </p:blipFill>
        <p:spPr>
          <a:xfrm>
            <a:off x="0" y="288"/>
            <a:ext cx="12192000" cy="6857423"/>
          </a:xfrm>
          <a:prstGeom prst="rect">
            <a:avLst/>
          </a:prstGeom>
        </p:spPr>
      </p:pic>
      <p:pic>
        <p:nvPicPr>
          <p:cNvPr id="5124" name="Picture 4" descr="Drag force poster with airplane 1427641 Vector Art at Vecteezy">
            <a:extLst>
              <a:ext uri="{FF2B5EF4-FFF2-40B4-BE49-F238E27FC236}">
                <a16:creationId xmlns:a16="http://schemas.microsoft.com/office/drawing/2014/main" id="{30F0D3A7-E051-3584-F634-6B924D81B66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5109"/>
          <a:stretch/>
        </p:blipFill>
        <p:spPr bwMode="auto">
          <a:xfrm>
            <a:off x="8697686" y="-99976"/>
            <a:ext cx="3494314" cy="50040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51C265C-8C2E-A0AE-3238-112722D36B6A}"/>
              </a:ext>
            </a:extLst>
          </p:cNvPr>
          <p:cNvSpPr>
            <a:spLocks noGrp="1"/>
          </p:cNvSpPr>
          <p:nvPr>
            <p:ph type="title"/>
          </p:nvPr>
        </p:nvSpPr>
        <p:spPr>
          <a:xfrm>
            <a:off x="597630" y="413318"/>
            <a:ext cx="8278891" cy="1323867"/>
          </a:xfrm>
        </p:spPr>
        <p:txBody>
          <a:bodyPr anchor="b">
            <a:normAutofit/>
          </a:bodyPr>
          <a:lstStyle/>
          <a:p>
            <a:r>
              <a:rPr lang="en-US" sz="2800" dirty="0"/>
              <a:t>TP2 Explain That a Glider Experiences Drag From the Air as It Returns to the Earth After Being Released</a:t>
            </a:r>
            <a:endParaRPr lang="en-CA" sz="2800" dirty="0"/>
          </a:p>
        </p:txBody>
      </p:sp>
      <p:sp>
        <p:nvSpPr>
          <p:cNvPr id="3" name="Content Placeholder 2">
            <a:extLst>
              <a:ext uri="{FF2B5EF4-FFF2-40B4-BE49-F238E27FC236}">
                <a16:creationId xmlns:a16="http://schemas.microsoft.com/office/drawing/2014/main" id="{D262DB77-8A48-BF11-E131-7F252DA7C3B0}"/>
              </a:ext>
            </a:extLst>
          </p:cNvPr>
          <p:cNvSpPr>
            <a:spLocks noGrp="1"/>
          </p:cNvSpPr>
          <p:nvPr>
            <p:ph idx="1"/>
          </p:nvPr>
        </p:nvSpPr>
        <p:spPr>
          <a:xfrm>
            <a:off x="0" y="1963339"/>
            <a:ext cx="9999878" cy="3273426"/>
          </a:xfrm>
        </p:spPr>
        <p:txBody>
          <a:bodyPr>
            <a:noAutofit/>
          </a:bodyPr>
          <a:lstStyle/>
          <a:p>
            <a:pPr>
              <a:lnSpc>
                <a:spcPct val="110000"/>
              </a:lnSpc>
            </a:pPr>
            <a:r>
              <a:rPr lang="en-US" sz="2400" dirty="0"/>
              <a:t>Drag is the </a:t>
            </a:r>
            <a:r>
              <a:rPr lang="en-US" sz="2400" b="1" u="sng" dirty="0"/>
              <a:t>resistance</a:t>
            </a:r>
            <a:r>
              <a:rPr lang="en-US" sz="2400" dirty="0"/>
              <a:t> that any object experiences as it moves through the air. </a:t>
            </a:r>
          </a:p>
          <a:p>
            <a:pPr>
              <a:lnSpc>
                <a:spcPct val="110000"/>
              </a:lnSpc>
            </a:pPr>
            <a:r>
              <a:rPr lang="en-US" sz="2400" dirty="0"/>
              <a:t>You may have experienced the resistance of air on a bicycle or just walking on a windy day. </a:t>
            </a:r>
          </a:p>
          <a:p>
            <a:pPr>
              <a:lnSpc>
                <a:spcPct val="110000"/>
              </a:lnSpc>
            </a:pPr>
            <a:r>
              <a:rPr lang="en-US" sz="2400" dirty="0"/>
              <a:t>Effort is put into aircraft design to </a:t>
            </a:r>
            <a:r>
              <a:rPr lang="en-US" sz="2400" b="1" u="sng" dirty="0"/>
              <a:t>minimize drag</a:t>
            </a:r>
            <a:r>
              <a:rPr lang="en-US" sz="2400" dirty="0"/>
              <a:t>. </a:t>
            </a:r>
          </a:p>
          <a:p>
            <a:pPr>
              <a:lnSpc>
                <a:spcPct val="110000"/>
              </a:lnSpc>
            </a:pPr>
            <a:r>
              <a:rPr lang="en-US" sz="2400" dirty="0"/>
              <a:t>The design of an aircraft can minimize drag but cannot avoid it entirely. The faster an aircraft is designed to fly, the sleeker and more streamlined its design is likely to be.</a:t>
            </a:r>
          </a:p>
          <a:p>
            <a:pPr>
              <a:lnSpc>
                <a:spcPct val="110000"/>
              </a:lnSpc>
            </a:pPr>
            <a:r>
              <a:rPr lang="en-US" sz="2400" dirty="0"/>
              <a:t>A parachute is designed to maximize drag by </a:t>
            </a:r>
            <a:r>
              <a:rPr lang="en-US" sz="2400" b="1" u="sng" dirty="0"/>
              <a:t>catching air </a:t>
            </a:r>
            <a:r>
              <a:rPr lang="en-US" sz="2400" dirty="0"/>
              <a:t>and using it to slow descent</a:t>
            </a:r>
            <a:endParaRPr lang="en-CA" sz="2400" dirty="0"/>
          </a:p>
        </p:txBody>
      </p:sp>
      <p:sp>
        <p:nvSpPr>
          <p:cNvPr id="8" name="Date Placeholder 3">
            <a:extLst>
              <a:ext uri="{FF2B5EF4-FFF2-40B4-BE49-F238E27FC236}">
                <a16:creationId xmlns:a16="http://schemas.microsoft.com/office/drawing/2014/main" id="{DEC411B0-5C6E-E215-C56E-E8EFBD78EA4F}"/>
              </a:ext>
            </a:extLst>
          </p:cNvPr>
          <p:cNvSpPr>
            <a:spLocks noGrp="1"/>
          </p:cNvSpPr>
          <p:nvPr>
            <p:ph type="dt" sz="half" idx="10"/>
          </p:nvPr>
        </p:nvSpPr>
        <p:spPr>
          <a:xfrm>
            <a:off x="137160" y="6453002"/>
            <a:ext cx="3494314" cy="365125"/>
          </a:xfrm>
        </p:spPr>
        <p:txBody>
          <a:bodyPr/>
          <a:lstStyle/>
          <a:p>
            <a:pPr>
              <a:spcAft>
                <a:spcPts val="600"/>
              </a:spcAft>
            </a:pPr>
            <a:fld id="{D18AC4B9-4E2A-4FE4-946F-6EEA1F7C7535}" type="datetime1">
              <a:rPr lang="en-US" smtClean="0"/>
              <a:pPr>
                <a:spcAft>
                  <a:spcPts val="600"/>
                </a:spcAft>
              </a:pPr>
              <a:t>5/25/2025</a:t>
            </a:fld>
            <a:endParaRPr lang="en-US"/>
          </a:p>
        </p:txBody>
      </p:sp>
      <p:sp>
        <p:nvSpPr>
          <p:cNvPr id="10" name="Footer Placeholder 4">
            <a:extLst>
              <a:ext uri="{FF2B5EF4-FFF2-40B4-BE49-F238E27FC236}">
                <a16:creationId xmlns:a16="http://schemas.microsoft.com/office/drawing/2014/main" id="{71CEB2DA-6AA9-FC7F-BD25-9F477656C337}"/>
              </a:ext>
            </a:extLst>
          </p:cNvPr>
          <p:cNvSpPr>
            <a:spLocks noGrp="1"/>
          </p:cNvSpPr>
          <p:nvPr>
            <p:ph type="ftr" sz="quarter" idx="11"/>
          </p:nvPr>
        </p:nvSpPr>
        <p:spPr>
          <a:xfrm>
            <a:off x="8876521" y="6453002"/>
            <a:ext cx="2805405" cy="365125"/>
          </a:xfrm>
        </p:spPr>
        <p:txBody>
          <a:bodyPr/>
          <a:lstStyle/>
          <a:p>
            <a:pPr>
              <a:spcAft>
                <a:spcPts val="600"/>
              </a:spcAft>
            </a:pPr>
            <a:r>
              <a:rPr lang="en-US"/>
              <a:t>Sample Footer Text</a:t>
            </a:r>
          </a:p>
        </p:txBody>
      </p:sp>
      <p:sp>
        <p:nvSpPr>
          <p:cNvPr id="12" name="Slide Number Placeholder 5">
            <a:extLst>
              <a:ext uri="{FF2B5EF4-FFF2-40B4-BE49-F238E27FC236}">
                <a16:creationId xmlns:a16="http://schemas.microsoft.com/office/drawing/2014/main" id="{6E12565A-CC02-62BB-19FD-9F95294060AD}"/>
              </a:ext>
            </a:extLst>
          </p:cNvPr>
          <p:cNvSpPr>
            <a:spLocks noGrp="1"/>
          </p:cNvSpPr>
          <p:nvPr>
            <p:ph type="sldNum" sz="quarter" idx="12"/>
          </p:nvPr>
        </p:nvSpPr>
        <p:spPr>
          <a:xfrm>
            <a:off x="11632162" y="6453002"/>
            <a:ext cx="429207" cy="365125"/>
          </a:xfrm>
        </p:spPr>
        <p:txBody>
          <a:bodyPr/>
          <a:lstStyle/>
          <a:p>
            <a:pPr>
              <a:spcAft>
                <a:spcPts val="600"/>
              </a:spcAft>
            </a:pPr>
            <a:fld id="{6F391B04-159E-4284-919C-20BE23D169A4}" type="slidenum">
              <a:rPr lang="en-US" smtClean="0"/>
              <a:pPr>
                <a:spcAft>
                  <a:spcPts val="600"/>
                </a:spcAft>
              </a:pPr>
              <a:t>5</a:t>
            </a:fld>
            <a:endParaRPr lang="en-US"/>
          </a:p>
        </p:txBody>
      </p:sp>
    </p:spTree>
    <p:extLst>
      <p:ext uri="{BB962C8B-B14F-4D97-AF65-F5344CB8AC3E}">
        <p14:creationId xmlns:p14="http://schemas.microsoft.com/office/powerpoint/2010/main" val="1912666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large airplane taking off&#10;&#10;Description automatically generated">
            <a:extLst>
              <a:ext uri="{FF2B5EF4-FFF2-40B4-BE49-F238E27FC236}">
                <a16:creationId xmlns:a16="http://schemas.microsoft.com/office/drawing/2014/main" id="{5739EA70-7E9F-3233-DF2A-2A65AAC9C9A9}"/>
              </a:ext>
            </a:extLst>
          </p:cNvPr>
          <p:cNvPicPr>
            <a:picLocks noGrp="1" noChangeAspect="1"/>
          </p:cNvPicPr>
          <p:nvPr>
            <p:ph idx="4294967295"/>
          </p:nvPr>
        </p:nvPicPr>
        <p:blipFill rotWithShape="1">
          <a:blip r:embed="rId3">
            <a:alphaModFix amt="22000"/>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9507" b="5493"/>
          <a:stretch/>
        </p:blipFill>
        <p:spPr>
          <a:xfrm>
            <a:off x="20" y="10"/>
            <a:ext cx="12191980" cy="6857990"/>
          </a:xfrm>
          <a:noFill/>
        </p:spPr>
      </p:pic>
      <p:sp>
        <p:nvSpPr>
          <p:cNvPr id="28" name="Date Placeholder 9">
            <a:extLst>
              <a:ext uri="{FF2B5EF4-FFF2-40B4-BE49-F238E27FC236}">
                <a16:creationId xmlns:a16="http://schemas.microsoft.com/office/drawing/2014/main" id="{DA218454-956B-56AB-8567-B317D1786562}"/>
              </a:ext>
            </a:extLst>
          </p:cNvPr>
          <p:cNvSpPr>
            <a:spLocks noGrp="1"/>
          </p:cNvSpPr>
          <p:nvPr>
            <p:ph type="dt" sz="half" idx="10"/>
          </p:nvPr>
        </p:nvSpPr>
        <p:spPr>
          <a:xfrm>
            <a:off x="137160" y="6453002"/>
            <a:ext cx="3494314" cy="365125"/>
          </a:xfrm>
        </p:spPr>
        <p:txBody>
          <a:bodyPr/>
          <a:lstStyle/>
          <a:p>
            <a:pPr>
              <a:spcAft>
                <a:spcPts val="600"/>
              </a:spcAft>
            </a:pPr>
            <a:fld id="{19D730D9-9864-4175-B9CB-E7F0DDBF19B5}" type="datetime1">
              <a:rPr lang="en-US" smtClean="0">
                <a:solidFill>
                  <a:srgbClr val="FFFFFF"/>
                </a:solidFill>
                <a:effectLst>
                  <a:outerShdw blurRad="38100" dist="38100" dir="2700000" algn="tl">
                    <a:srgbClr val="000000">
                      <a:alpha val="43137"/>
                    </a:srgbClr>
                  </a:outerShdw>
                </a:effectLst>
              </a:rPr>
              <a:pPr>
                <a:spcAft>
                  <a:spcPts val="600"/>
                </a:spcAft>
              </a:pPr>
              <a:t>5/25/2025</a:t>
            </a:fld>
            <a:endParaRPr lang="en-US">
              <a:solidFill>
                <a:srgbClr val="FFFFFF"/>
              </a:solidFill>
              <a:effectLst>
                <a:outerShdw blurRad="38100" dist="38100" dir="2700000" algn="tl">
                  <a:srgbClr val="000000">
                    <a:alpha val="43137"/>
                  </a:srgbClr>
                </a:outerShdw>
              </a:effectLst>
            </a:endParaRPr>
          </a:p>
        </p:txBody>
      </p:sp>
      <p:sp>
        <p:nvSpPr>
          <p:cNvPr id="29" name="Footer Placeholder 13">
            <a:extLst>
              <a:ext uri="{FF2B5EF4-FFF2-40B4-BE49-F238E27FC236}">
                <a16:creationId xmlns:a16="http://schemas.microsoft.com/office/drawing/2014/main" id="{21219B40-4343-C8F5-A17E-132F7B97EAD3}"/>
              </a:ext>
            </a:extLst>
          </p:cNvPr>
          <p:cNvSpPr>
            <a:spLocks noGrp="1"/>
          </p:cNvSpPr>
          <p:nvPr>
            <p:ph type="ftr" sz="quarter" idx="11"/>
          </p:nvPr>
        </p:nvSpPr>
        <p:spPr>
          <a:xfrm>
            <a:off x="8876521" y="6453002"/>
            <a:ext cx="2805405" cy="365125"/>
          </a:xfrm>
        </p:spPr>
        <p:txBody>
          <a:bodyPr/>
          <a:lstStyle/>
          <a:p>
            <a:pPr>
              <a:spcAft>
                <a:spcPts val="600"/>
              </a:spcAft>
            </a:pPr>
            <a:r>
              <a:rPr lang="en-US" dirty="0">
                <a:solidFill>
                  <a:srgbClr val="FFFFFF"/>
                </a:solidFill>
                <a:effectLst>
                  <a:outerShdw blurRad="38100" dist="38100" dir="2700000" algn="tl">
                    <a:srgbClr val="000000">
                      <a:alpha val="43137"/>
                    </a:srgbClr>
                  </a:outerShdw>
                </a:effectLst>
              </a:rPr>
              <a:t>Sample Footer Text</a:t>
            </a:r>
          </a:p>
        </p:txBody>
      </p:sp>
      <p:sp>
        <p:nvSpPr>
          <p:cNvPr id="30" name="Slide Number Placeholder 14">
            <a:extLst>
              <a:ext uri="{FF2B5EF4-FFF2-40B4-BE49-F238E27FC236}">
                <a16:creationId xmlns:a16="http://schemas.microsoft.com/office/drawing/2014/main" id="{6DBA7489-9763-DE3E-C63B-1143FAF9283E}"/>
              </a:ext>
            </a:extLst>
          </p:cNvPr>
          <p:cNvSpPr>
            <a:spLocks noGrp="1"/>
          </p:cNvSpPr>
          <p:nvPr>
            <p:ph type="sldNum" sz="quarter" idx="12"/>
          </p:nvPr>
        </p:nvSpPr>
        <p:spPr>
          <a:xfrm>
            <a:off x="11632162" y="6453002"/>
            <a:ext cx="429207" cy="365125"/>
          </a:xfrm>
        </p:spPr>
        <p:txBody>
          <a:bodyPr/>
          <a:lstStyle/>
          <a:p>
            <a:pPr>
              <a:spcAft>
                <a:spcPts val="600"/>
              </a:spcAft>
            </a:pPr>
            <a:fld id="{6F391B04-159E-4284-919C-20BE23D169A4}" type="slidenum">
              <a:rPr lang="en-US" smtClean="0">
                <a:solidFill>
                  <a:srgbClr val="FFFFFF"/>
                </a:solidFill>
                <a:effectLst>
                  <a:outerShdw blurRad="38100" dist="38100" dir="2700000" algn="tl">
                    <a:srgbClr val="000000">
                      <a:alpha val="43137"/>
                    </a:srgbClr>
                  </a:outerShdw>
                </a:effectLst>
              </a:rPr>
              <a:pPr>
                <a:spcAft>
                  <a:spcPts val="600"/>
                </a:spcAft>
              </a:pPr>
              <a:t>6</a:t>
            </a:fld>
            <a:endParaRPr lang="en-US">
              <a:solidFill>
                <a:srgbClr val="FFFFFF"/>
              </a:solidFill>
              <a:effectLst>
                <a:outerShdw blurRad="38100" dist="38100" dir="2700000" algn="tl">
                  <a:srgbClr val="000000">
                    <a:alpha val="43137"/>
                  </a:srgbClr>
                </a:outerShdw>
              </a:effectLst>
            </a:endParaRPr>
          </a:p>
        </p:txBody>
      </p:sp>
      <p:sp>
        <p:nvSpPr>
          <p:cNvPr id="3" name="Title 1">
            <a:extLst>
              <a:ext uri="{FF2B5EF4-FFF2-40B4-BE49-F238E27FC236}">
                <a16:creationId xmlns:a16="http://schemas.microsoft.com/office/drawing/2014/main" id="{3379F15E-F9EA-5856-75EA-45D57257665C}"/>
              </a:ext>
            </a:extLst>
          </p:cNvPr>
          <p:cNvSpPr>
            <a:spLocks noGrp="1"/>
          </p:cNvSpPr>
          <p:nvPr>
            <p:ph type="ctrTitle"/>
          </p:nvPr>
        </p:nvSpPr>
        <p:spPr>
          <a:xfrm>
            <a:off x="-96823" y="-26356"/>
            <a:ext cx="12425087" cy="5179264"/>
          </a:xfrm>
        </p:spPr>
        <p:txBody>
          <a:bodyPr anchor="t">
            <a:normAutofit/>
          </a:bodyPr>
          <a:lstStyle/>
          <a:p>
            <a:pPr algn="l"/>
            <a:r>
              <a:rPr lang="en-US" sz="3500" dirty="0"/>
              <a:t>An aircraft manufacturer is attempting to improve the performance of its aircrafts and is testing a new design. What should the manufacturer keep in mind when minimizing drag.</a:t>
            </a:r>
            <a:br>
              <a:rPr lang="en-US" sz="2900" dirty="0"/>
            </a:br>
            <a:br>
              <a:rPr lang="en-US" sz="2900" dirty="0"/>
            </a:br>
            <a:r>
              <a:rPr lang="en-US" sz="2800" dirty="0"/>
              <a:t>A) An aircraft would experience no drag if there was no air</a:t>
            </a:r>
            <a:br>
              <a:rPr lang="en-US" sz="2800" dirty="0"/>
            </a:br>
            <a:r>
              <a:rPr lang="en-US" sz="2800" dirty="0"/>
              <a:t>B) An aircraft can reduce drag to zero if given the right design</a:t>
            </a:r>
            <a:br>
              <a:rPr lang="en-US" sz="2800" dirty="0"/>
            </a:br>
            <a:r>
              <a:rPr lang="en-US" sz="2800" dirty="0"/>
              <a:t>C) Emergency parachutes function by pulling on the air below it</a:t>
            </a:r>
            <a:br>
              <a:rPr lang="en-US" sz="2800" dirty="0"/>
            </a:br>
            <a:r>
              <a:rPr lang="en-US" sz="2800" dirty="0"/>
              <a:t>D) Two of the above are correct</a:t>
            </a:r>
            <a:br>
              <a:rPr lang="en-US" sz="2800" dirty="0"/>
            </a:br>
            <a:r>
              <a:rPr lang="en-US" sz="2800" dirty="0"/>
              <a:t>E) None of the above are correct </a:t>
            </a:r>
          </a:p>
        </p:txBody>
      </p:sp>
      <p:sp>
        <p:nvSpPr>
          <p:cNvPr id="2" name="Oval 1">
            <a:extLst>
              <a:ext uri="{FF2B5EF4-FFF2-40B4-BE49-F238E27FC236}">
                <a16:creationId xmlns:a16="http://schemas.microsoft.com/office/drawing/2014/main" id="{AF96D060-BA79-4B8C-DD17-E0AE97EC90AB}"/>
              </a:ext>
            </a:extLst>
          </p:cNvPr>
          <p:cNvSpPr/>
          <p:nvPr/>
        </p:nvSpPr>
        <p:spPr>
          <a:xfrm>
            <a:off x="-234940" y="2176000"/>
            <a:ext cx="10928041" cy="580913"/>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715957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92E09C-403F-E92C-805C-A062A01ADF84}"/>
              </a:ext>
            </a:extLst>
          </p:cNvPr>
          <p:cNvPicPr>
            <a:picLocks noChangeAspect="1"/>
          </p:cNvPicPr>
          <p:nvPr/>
        </p:nvPicPr>
        <p:blipFill>
          <a:blip r:embed="rId3"/>
          <a:stretch>
            <a:fillRect/>
          </a:stretch>
        </p:blipFill>
        <p:spPr>
          <a:xfrm>
            <a:off x="6648" y="0"/>
            <a:ext cx="12178704" cy="6858000"/>
          </a:xfrm>
          <a:prstGeom prst="rect">
            <a:avLst/>
          </a:prstGeom>
        </p:spPr>
      </p:pic>
      <p:pic>
        <p:nvPicPr>
          <p:cNvPr id="6146" name="Picture 2" descr="The 4 Forces Of An Aircraft. Thrust, Drag, Lift, and Weight are the… | by  Gilles Heinesch | How To Aviation | Medium">
            <a:extLst>
              <a:ext uri="{FF2B5EF4-FFF2-40B4-BE49-F238E27FC236}">
                <a16:creationId xmlns:a16="http://schemas.microsoft.com/office/drawing/2014/main" id="{8BF6DCAE-F736-1E1A-AABD-C75EBC719F5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44" t="-1" r="262" b="-1"/>
          <a:stretch/>
        </p:blipFill>
        <p:spPr bwMode="auto">
          <a:xfrm>
            <a:off x="7787673" y="-140043"/>
            <a:ext cx="4273696" cy="3017350"/>
          </a:xfrm>
          <a:prstGeom prst="rect">
            <a:avLst/>
          </a:prstGeom>
          <a:solidFill>
            <a:srgbClr val="FFFFFF"/>
          </a:solidFill>
        </p:spPr>
      </p:pic>
      <p:sp>
        <p:nvSpPr>
          <p:cNvPr id="2" name="Title 1">
            <a:extLst>
              <a:ext uri="{FF2B5EF4-FFF2-40B4-BE49-F238E27FC236}">
                <a16:creationId xmlns:a16="http://schemas.microsoft.com/office/drawing/2014/main" id="{885A25F7-1BF2-9543-7490-378B8DA6A018}"/>
              </a:ext>
            </a:extLst>
          </p:cNvPr>
          <p:cNvSpPr>
            <a:spLocks noGrp="1"/>
          </p:cNvSpPr>
          <p:nvPr>
            <p:ph type="title"/>
          </p:nvPr>
        </p:nvSpPr>
        <p:spPr>
          <a:xfrm>
            <a:off x="35945" y="82812"/>
            <a:ext cx="7036187" cy="1648718"/>
          </a:xfrm>
        </p:spPr>
        <p:txBody>
          <a:bodyPr anchor="t">
            <a:noAutofit/>
          </a:bodyPr>
          <a:lstStyle/>
          <a:p>
            <a:r>
              <a:rPr lang="en-US" dirty="0"/>
              <a:t>TP4 Explain That a Descending Glider Converts the Energy of Raised Weight Into Forward Thrust by Acting Upon the Passing Air</a:t>
            </a:r>
            <a:endParaRPr lang="en-CA" dirty="0"/>
          </a:p>
        </p:txBody>
      </p:sp>
      <p:sp>
        <p:nvSpPr>
          <p:cNvPr id="3" name="Content Placeholder 2">
            <a:extLst>
              <a:ext uri="{FF2B5EF4-FFF2-40B4-BE49-F238E27FC236}">
                <a16:creationId xmlns:a16="http://schemas.microsoft.com/office/drawing/2014/main" id="{698FF6DA-AB59-BD3E-2367-C5E08F6E13CE}"/>
              </a:ext>
            </a:extLst>
          </p:cNvPr>
          <p:cNvSpPr>
            <a:spLocks noGrp="1"/>
          </p:cNvSpPr>
          <p:nvPr>
            <p:ph idx="1"/>
          </p:nvPr>
        </p:nvSpPr>
        <p:spPr>
          <a:xfrm>
            <a:off x="35945" y="2755781"/>
            <a:ext cx="12025424" cy="3860482"/>
          </a:xfrm>
        </p:spPr>
        <p:txBody>
          <a:bodyPr>
            <a:noAutofit/>
          </a:bodyPr>
          <a:lstStyle/>
          <a:p>
            <a:pPr>
              <a:lnSpc>
                <a:spcPct val="110000"/>
              </a:lnSpc>
            </a:pPr>
            <a:r>
              <a:rPr lang="en-US" sz="2400" dirty="0"/>
              <a:t>A glider moves forward as it descends, rather than falling straight down. It accomplishes this by acting on the air in a manner like a cadet diving into water.</a:t>
            </a:r>
          </a:p>
          <a:p>
            <a:pPr>
              <a:lnSpc>
                <a:spcPct val="110000"/>
              </a:lnSpc>
            </a:pPr>
            <a:r>
              <a:rPr lang="en-US" sz="2400" dirty="0"/>
              <a:t> A glider is always </a:t>
            </a:r>
            <a:r>
              <a:rPr lang="en-US" sz="2400" b="1" u="sng" dirty="0"/>
              <a:t>gliding downwards </a:t>
            </a:r>
            <a:r>
              <a:rPr lang="en-US" sz="2400" dirty="0"/>
              <a:t>through the air, but by locating </a:t>
            </a:r>
            <a:r>
              <a:rPr lang="en-US" sz="2400" b="1" u="sng" dirty="0"/>
              <a:t>atmospheric lift </a:t>
            </a:r>
            <a:r>
              <a:rPr lang="en-US" sz="2400" dirty="0"/>
              <a:t>(rising air) to offset the downward motion of the aircraft due to gravity, the pilot can </a:t>
            </a:r>
            <a:r>
              <a:rPr lang="en-US" sz="2400" b="1" u="sng" dirty="0"/>
              <a:t>gain altitude and fly great distances </a:t>
            </a:r>
            <a:r>
              <a:rPr lang="en-US" sz="2400" dirty="0"/>
              <a:t>without needing to use artificial lift again.</a:t>
            </a:r>
          </a:p>
          <a:p>
            <a:pPr>
              <a:lnSpc>
                <a:spcPct val="110000"/>
              </a:lnSpc>
            </a:pPr>
            <a:r>
              <a:rPr lang="en-US" sz="2400" dirty="0"/>
              <a:t>Thrust is a force that moves an aircraft forward. A glider spends the energy it has gained and moves forward by </a:t>
            </a:r>
            <a:r>
              <a:rPr lang="en-US" sz="2400" b="1" u="sng" dirty="0"/>
              <a:t>trading the speed of descent for forward motion</a:t>
            </a:r>
            <a:r>
              <a:rPr lang="en-US" sz="2400" dirty="0"/>
              <a:t>. It gets this control by using its weight to push upon the air below.</a:t>
            </a:r>
            <a:endParaRPr lang="en-CA" sz="2400" dirty="0"/>
          </a:p>
        </p:txBody>
      </p:sp>
      <p:sp>
        <p:nvSpPr>
          <p:cNvPr id="6151" name="Date Placeholder 14">
            <a:extLst>
              <a:ext uri="{FF2B5EF4-FFF2-40B4-BE49-F238E27FC236}">
                <a16:creationId xmlns:a16="http://schemas.microsoft.com/office/drawing/2014/main" id="{3CCAB4BC-E2BC-1372-D87E-83E08DB16AB4}"/>
              </a:ext>
            </a:extLst>
          </p:cNvPr>
          <p:cNvSpPr>
            <a:spLocks noGrp="1"/>
          </p:cNvSpPr>
          <p:nvPr>
            <p:ph type="dt" sz="half" idx="10"/>
          </p:nvPr>
        </p:nvSpPr>
        <p:spPr>
          <a:xfrm>
            <a:off x="137160" y="6453002"/>
            <a:ext cx="3494314" cy="365125"/>
          </a:xfrm>
        </p:spPr>
        <p:txBody>
          <a:bodyPr/>
          <a:lstStyle/>
          <a:p>
            <a:pPr>
              <a:spcAft>
                <a:spcPts val="600"/>
              </a:spcAft>
            </a:pPr>
            <a:fld id="{80428FB3-F247-4F4F-8D7A-25F94E34D64F}" type="datetime1">
              <a:rPr lang="en-US" smtClean="0"/>
              <a:pPr>
                <a:spcAft>
                  <a:spcPts val="600"/>
                </a:spcAft>
              </a:pPr>
              <a:t>5/25/2025</a:t>
            </a:fld>
            <a:endParaRPr lang="en-US"/>
          </a:p>
        </p:txBody>
      </p:sp>
      <p:sp>
        <p:nvSpPr>
          <p:cNvPr id="6153" name="Footer Placeholder 15">
            <a:extLst>
              <a:ext uri="{FF2B5EF4-FFF2-40B4-BE49-F238E27FC236}">
                <a16:creationId xmlns:a16="http://schemas.microsoft.com/office/drawing/2014/main" id="{ECCF5871-E347-6A2B-CA34-7B3C5059C9FF}"/>
              </a:ext>
            </a:extLst>
          </p:cNvPr>
          <p:cNvSpPr>
            <a:spLocks noGrp="1"/>
          </p:cNvSpPr>
          <p:nvPr>
            <p:ph type="ftr" sz="quarter" idx="11"/>
          </p:nvPr>
        </p:nvSpPr>
        <p:spPr>
          <a:xfrm>
            <a:off x="8876521" y="6453002"/>
            <a:ext cx="2805405" cy="365125"/>
          </a:xfrm>
        </p:spPr>
        <p:txBody>
          <a:bodyPr/>
          <a:lstStyle/>
          <a:p>
            <a:pPr>
              <a:spcAft>
                <a:spcPts val="600"/>
              </a:spcAft>
            </a:pPr>
            <a:r>
              <a:rPr lang="en-US"/>
              <a:t>Sample Footer Text</a:t>
            </a:r>
          </a:p>
        </p:txBody>
      </p:sp>
      <p:sp>
        <p:nvSpPr>
          <p:cNvPr id="6155" name="Slide Number Placeholder 16">
            <a:extLst>
              <a:ext uri="{FF2B5EF4-FFF2-40B4-BE49-F238E27FC236}">
                <a16:creationId xmlns:a16="http://schemas.microsoft.com/office/drawing/2014/main" id="{B2EABF23-AD68-813D-C200-7F5F0874C54C}"/>
              </a:ext>
            </a:extLst>
          </p:cNvPr>
          <p:cNvSpPr>
            <a:spLocks noGrp="1"/>
          </p:cNvSpPr>
          <p:nvPr>
            <p:ph type="sldNum" sz="quarter" idx="12"/>
          </p:nvPr>
        </p:nvSpPr>
        <p:spPr>
          <a:xfrm>
            <a:off x="11632162" y="6453002"/>
            <a:ext cx="429207" cy="365125"/>
          </a:xfrm>
        </p:spPr>
        <p:txBody>
          <a:bodyPr/>
          <a:lstStyle/>
          <a:p>
            <a:pPr>
              <a:spcAft>
                <a:spcPts val="600"/>
              </a:spcAft>
            </a:pPr>
            <a:fld id="{6F391B04-159E-4284-919C-20BE23D169A4}" type="slidenum">
              <a:rPr lang="en-US" smtClean="0"/>
              <a:pPr>
                <a:spcAft>
                  <a:spcPts val="600"/>
                </a:spcAft>
              </a:pPr>
              <a:t>7</a:t>
            </a:fld>
            <a:endParaRPr lang="en-US"/>
          </a:p>
        </p:txBody>
      </p:sp>
    </p:spTree>
    <p:extLst>
      <p:ext uri="{BB962C8B-B14F-4D97-AF65-F5344CB8AC3E}">
        <p14:creationId xmlns:p14="http://schemas.microsoft.com/office/powerpoint/2010/main" val="499436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lider Pilot Ground School">
            <a:extLst>
              <a:ext uri="{FF2B5EF4-FFF2-40B4-BE49-F238E27FC236}">
                <a16:creationId xmlns:a16="http://schemas.microsoft.com/office/drawing/2014/main" id="{53648367-968B-D0B7-36E3-667CFF5406D9}"/>
              </a:ext>
            </a:extLst>
          </p:cNvPr>
          <p:cNvPicPr>
            <a:picLocks noChangeAspect="1" noChangeArrowheads="1"/>
          </p:cNvPicPr>
          <p:nvPr/>
        </p:nvPicPr>
        <p:blipFill rotWithShape="1">
          <a:blip r:embed="rId3">
            <a:alphaModFix amt="40000"/>
            <a:extLst>
              <a:ext uri="{28A0092B-C50C-407E-A947-70E740481C1C}">
                <a14:useLocalDpi xmlns:a14="http://schemas.microsoft.com/office/drawing/2010/main" val="0"/>
              </a:ext>
            </a:extLst>
          </a:blip>
          <a:srcRect t="5974" b="18775"/>
          <a:stretch/>
        </p:blipFill>
        <p:spPr bwMode="auto">
          <a:xfrm>
            <a:off x="-21496" y="10768"/>
            <a:ext cx="12191980" cy="6857990"/>
          </a:xfrm>
          <a:prstGeom prst="rect">
            <a:avLst/>
          </a:prstGeom>
          <a:solidFill>
            <a:srgbClr val="FFFFFF"/>
          </a:solidFill>
        </p:spPr>
      </p:pic>
      <p:sp>
        <p:nvSpPr>
          <p:cNvPr id="1031" name="Date Placeholder 1">
            <a:extLst>
              <a:ext uri="{FF2B5EF4-FFF2-40B4-BE49-F238E27FC236}">
                <a16:creationId xmlns:a16="http://schemas.microsoft.com/office/drawing/2014/main" id="{F4F8DC92-AEF4-B44B-1FA0-B673291BD59B}"/>
              </a:ext>
            </a:extLst>
          </p:cNvPr>
          <p:cNvSpPr>
            <a:spLocks noGrp="1"/>
          </p:cNvSpPr>
          <p:nvPr>
            <p:ph type="dt" sz="half" idx="10"/>
          </p:nvPr>
        </p:nvSpPr>
        <p:spPr>
          <a:xfrm>
            <a:off x="137160" y="6453002"/>
            <a:ext cx="3494314" cy="365125"/>
          </a:xfrm>
        </p:spPr>
        <p:txBody>
          <a:bodyPr/>
          <a:lstStyle/>
          <a:p>
            <a:pPr>
              <a:spcAft>
                <a:spcPts val="600"/>
              </a:spcAft>
            </a:pPr>
            <a:fld id="{961FE8FD-B23E-4E1A-83EF-0847EBEA0105}" type="datetime1">
              <a:rPr lang="en-US" smtClean="0">
                <a:solidFill>
                  <a:srgbClr val="FFFFFF"/>
                </a:solidFill>
                <a:effectLst>
                  <a:outerShdw blurRad="38100" dist="38100" dir="2700000" algn="tl">
                    <a:srgbClr val="000000">
                      <a:alpha val="43137"/>
                    </a:srgbClr>
                  </a:outerShdw>
                </a:effectLst>
              </a:rPr>
              <a:pPr>
                <a:spcAft>
                  <a:spcPts val="600"/>
                </a:spcAft>
              </a:pPr>
              <a:t>5/25/2025</a:t>
            </a:fld>
            <a:endParaRPr lang="en-US">
              <a:solidFill>
                <a:srgbClr val="FFFFFF"/>
              </a:solidFill>
              <a:effectLst>
                <a:outerShdw blurRad="38100" dist="38100" dir="2700000" algn="tl">
                  <a:srgbClr val="000000">
                    <a:alpha val="43137"/>
                  </a:srgbClr>
                </a:outerShdw>
              </a:effectLst>
            </a:endParaRPr>
          </a:p>
        </p:txBody>
      </p:sp>
      <p:sp>
        <p:nvSpPr>
          <p:cNvPr id="1033" name="Footer Placeholder 2">
            <a:extLst>
              <a:ext uri="{FF2B5EF4-FFF2-40B4-BE49-F238E27FC236}">
                <a16:creationId xmlns:a16="http://schemas.microsoft.com/office/drawing/2014/main" id="{FBE6EAC3-E3A2-13C5-33B9-9B28E731BDD5}"/>
              </a:ext>
            </a:extLst>
          </p:cNvPr>
          <p:cNvSpPr>
            <a:spLocks noGrp="1"/>
          </p:cNvSpPr>
          <p:nvPr>
            <p:ph type="ftr" sz="quarter" idx="11"/>
          </p:nvPr>
        </p:nvSpPr>
        <p:spPr>
          <a:xfrm>
            <a:off x="8876521" y="6453002"/>
            <a:ext cx="2805405" cy="365125"/>
          </a:xfrm>
        </p:spPr>
        <p:txBody>
          <a:bodyPr/>
          <a:lstStyle/>
          <a:p>
            <a:pPr>
              <a:spcAft>
                <a:spcPts val="600"/>
              </a:spcAft>
            </a:pPr>
            <a:r>
              <a:rPr lang="en-US">
                <a:solidFill>
                  <a:srgbClr val="FFFFFF"/>
                </a:solidFill>
                <a:effectLst>
                  <a:outerShdw blurRad="38100" dist="38100" dir="2700000" algn="tl">
                    <a:srgbClr val="000000">
                      <a:alpha val="43137"/>
                    </a:srgbClr>
                  </a:outerShdw>
                </a:effectLst>
              </a:rPr>
              <a:t>Sample Footer Text</a:t>
            </a:r>
          </a:p>
        </p:txBody>
      </p:sp>
      <p:sp>
        <p:nvSpPr>
          <p:cNvPr id="1035" name="Slide Number Placeholder 3">
            <a:extLst>
              <a:ext uri="{FF2B5EF4-FFF2-40B4-BE49-F238E27FC236}">
                <a16:creationId xmlns:a16="http://schemas.microsoft.com/office/drawing/2014/main" id="{0F53EDB3-9543-8113-782B-CB9613304397}"/>
              </a:ext>
            </a:extLst>
          </p:cNvPr>
          <p:cNvSpPr>
            <a:spLocks noGrp="1"/>
          </p:cNvSpPr>
          <p:nvPr>
            <p:ph type="sldNum" sz="quarter" idx="12"/>
          </p:nvPr>
        </p:nvSpPr>
        <p:spPr>
          <a:xfrm>
            <a:off x="11632162" y="6453002"/>
            <a:ext cx="429207" cy="365125"/>
          </a:xfrm>
        </p:spPr>
        <p:txBody>
          <a:bodyPr/>
          <a:lstStyle/>
          <a:p>
            <a:pPr>
              <a:spcAft>
                <a:spcPts val="600"/>
              </a:spcAft>
            </a:pPr>
            <a:fld id="{CC057153-B650-4DEB-B370-79DDCFDCE934}" type="slidenum">
              <a:rPr lang="en-US" smtClean="0">
                <a:solidFill>
                  <a:srgbClr val="FFFFFF"/>
                </a:solidFill>
                <a:effectLst>
                  <a:outerShdw blurRad="38100" dist="38100" dir="2700000" algn="tl">
                    <a:srgbClr val="000000">
                      <a:alpha val="43137"/>
                    </a:srgbClr>
                  </a:outerShdw>
                </a:effectLst>
              </a:rPr>
              <a:pPr>
                <a:spcAft>
                  <a:spcPts val="600"/>
                </a:spcAft>
              </a:pPr>
              <a:t>8</a:t>
            </a:fld>
            <a:endParaRPr lang="en-US">
              <a:solidFill>
                <a:srgbClr val="FFFFFF"/>
              </a:solidFill>
              <a:effectLst>
                <a:outerShdw blurRad="38100" dist="38100" dir="2700000" algn="tl">
                  <a:srgbClr val="000000">
                    <a:alpha val="43137"/>
                  </a:srgbClr>
                </a:outerShdw>
              </a:effectLst>
            </a:endParaRPr>
          </a:p>
        </p:txBody>
      </p:sp>
      <p:sp>
        <p:nvSpPr>
          <p:cNvPr id="3" name="Title 1">
            <a:extLst>
              <a:ext uri="{FF2B5EF4-FFF2-40B4-BE49-F238E27FC236}">
                <a16:creationId xmlns:a16="http://schemas.microsoft.com/office/drawing/2014/main" id="{34B77C95-9EE7-71DB-0EC3-68907B2A0E2F}"/>
              </a:ext>
            </a:extLst>
          </p:cNvPr>
          <p:cNvSpPr txBox="1">
            <a:spLocks/>
          </p:cNvSpPr>
          <p:nvPr/>
        </p:nvSpPr>
        <p:spPr>
          <a:xfrm>
            <a:off x="-96823" y="-26356"/>
            <a:ext cx="12586451" cy="6884356"/>
          </a:xfrm>
          <a:prstGeom prst="rect">
            <a:avLst/>
          </a:prstGeom>
        </p:spPr>
        <p:txBody>
          <a:bodyPr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3500" dirty="0"/>
              <a:t>A glider is slowly descending towards the ground but locates an area of atmospheric lift, can the glider end up higher when leaving than when it entered the area?</a:t>
            </a:r>
          </a:p>
          <a:p>
            <a:endParaRPr lang="en-US" sz="3500" dirty="0"/>
          </a:p>
          <a:p>
            <a:r>
              <a:rPr lang="en-US" sz="2800" dirty="0"/>
              <a:t>A) No, because the warm air will counteract the force of gravity </a:t>
            </a:r>
          </a:p>
          <a:p>
            <a:r>
              <a:rPr lang="en-US" sz="2800" dirty="0"/>
              <a:t>B) Yes, because Bernoulli’s principle will generate the lift</a:t>
            </a:r>
          </a:p>
          <a:p>
            <a:r>
              <a:rPr lang="en-US" sz="2800" dirty="0"/>
              <a:t>C) No, because there is no way for atmospheric lift to counteract the force of gravity</a:t>
            </a:r>
            <a:br>
              <a:rPr lang="en-US" sz="2800" dirty="0"/>
            </a:br>
            <a:r>
              <a:rPr lang="en-US" sz="2800" dirty="0"/>
              <a:t>D) Yes, because lift will be generated by its engines</a:t>
            </a:r>
            <a:br>
              <a:rPr lang="en-US" sz="2800" dirty="0"/>
            </a:br>
            <a:r>
              <a:rPr lang="en-US" sz="2800" dirty="0"/>
              <a:t>E) None of the statements are correct</a:t>
            </a:r>
            <a:br>
              <a:rPr lang="en-US" sz="2800" dirty="0"/>
            </a:br>
            <a:endParaRPr lang="en-US" sz="2800" dirty="0"/>
          </a:p>
          <a:p>
            <a:endParaRPr lang="en-US" sz="3500" dirty="0"/>
          </a:p>
          <a:p>
            <a:endParaRPr lang="en-US" sz="2800" dirty="0"/>
          </a:p>
        </p:txBody>
      </p:sp>
      <p:sp>
        <p:nvSpPr>
          <p:cNvPr id="2" name="Oval 1">
            <a:extLst>
              <a:ext uri="{FF2B5EF4-FFF2-40B4-BE49-F238E27FC236}">
                <a16:creationId xmlns:a16="http://schemas.microsoft.com/office/drawing/2014/main" id="{2A164236-1A9A-3B5C-0D9F-7EE9D919DEB1}"/>
              </a:ext>
            </a:extLst>
          </p:cNvPr>
          <p:cNvSpPr/>
          <p:nvPr/>
        </p:nvSpPr>
        <p:spPr>
          <a:xfrm>
            <a:off x="-340640" y="3727530"/>
            <a:ext cx="7333111" cy="580913"/>
          </a:xfrm>
          <a:prstGeom prst="ellipse">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3936748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52BA57-53B8-836E-755B-1097E2249E69}"/>
              </a:ext>
            </a:extLst>
          </p:cNvPr>
          <p:cNvPicPr>
            <a:picLocks noChangeAspect="1"/>
          </p:cNvPicPr>
          <p:nvPr/>
        </p:nvPicPr>
        <p:blipFill>
          <a:blip r:embed="rId3"/>
          <a:stretch>
            <a:fillRect/>
          </a:stretch>
        </p:blipFill>
        <p:spPr>
          <a:xfrm>
            <a:off x="11250" y="0"/>
            <a:ext cx="12169499" cy="6858000"/>
          </a:xfrm>
          <a:prstGeom prst="rect">
            <a:avLst/>
          </a:prstGeom>
        </p:spPr>
      </p:pic>
      <p:sp>
        <p:nvSpPr>
          <p:cNvPr id="2" name="Title 1">
            <a:extLst>
              <a:ext uri="{FF2B5EF4-FFF2-40B4-BE49-F238E27FC236}">
                <a16:creationId xmlns:a16="http://schemas.microsoft.com/office/drawing/2014/main" id="{61A2E7B2-0F49-554D-5801-C4388DB7AAE5}"/>
              </a:ext>
            </a:extLst>
          </p:cNvPr>
          <p:cNvSpPr>
            <a:spLocks noGrp="1"/>
          </p:cNvSpPr>
          <p:nvPr>
            <p:ph type="title"/>
          </p:nvPr>
        </p:nvSpPr>
        <p:spPr/>
        <p:txBody>
          <a:bodyPr>
            <a:normAutofit fontScale="90000"/>
          </a:bodyPr>
          <a:lstStyle/>
          <a:p>
            <a:r>
              <a:rPr lang="en-US" dirty="0"/>
              <a:t>TP5 Explain That a Glider’s Wings Are Designed To Convert the Energy of the Glider’s Descent From Downward Motion To Lift</a:t>
            </a:r>
            <a:endParaRPr lang="en-CA" dirty="0"/>
          </a:p>
        </p:txBody>
      </p:sp>
      <p:sp>
        <p:nvSpPr>
          <p:cNvPr id="3" name="Content Placeholder 2">
            <a:extLst>
              <a:ext uri="{FF2B5EF4-FFF2-40B4-BE49-F238E27FC236}">
                <a16:creationId xmlns:a16="http://schemas.microsoft.com/office/drawing/2014/main" id="{6EBC89EF-2C1B-5BEC-C4A6-5D9634C51121}"/>
              </a:ext>
            </a:extLst>
          </p:cNvPr>
          <p:cNvSpPr>
            <a:spLocks noGrp="1"/>
          </p:cNvSpPr>
          <p:nvPr>
            <p:ph idx="1"/>
          </p:nvPr>
        </p:nvSpPr>
        <p:spPr>
          <a:xfrm>
            <a:off x="612647" y="1967696"/>
            <a:ext cx="10653579" cy="4341664"/>
          </a:xfrm>
        </p:spPr>
        <p:txBody>
          <a:bodyPr>
            <a:normAutofit lnSpcReduction="10000"/>
          </a:bodyPr>
          <a:lstStyle/>
          <a:p>
            <a:r>
              <a:rPr lang="en-US"/>
              <a:t>Glider’s wings are usually </a:t>
            </a:r>
            <a:r>
              <a:rPr lang="en-US" b="1" u="sng"/>
              <a:t>very large</a:t>
            </a:r>
            <a:r>
              <a:rPr lang="en-US"/>
              <a:t>. As air moves over and under the wing, the air is used by the wing to generate lift</a:t>
            </a:r>
          </a:p>
          <a:p>
            <a:r>
              <a:rPr lang="en-US"/>
              <a:t>The purpose of a glider’s wings is not to go fast to </a:t>
            </a:r>
            <a:r>
              <a:rPr lang="en-US" b="1" u="sng"/>
              <a:t>minimize descent</a:t>
            </a:r>
            <a:r>
              <a:rPr lang="en-US"/>
              <a:t>. </a:t>
            </a:r>
          </a:p>
          <a:p>
            <a:r>
              <a:rPr lang="en-US"/>
              <a:t>The distance travelled forward compared to the altitude lost is referred to as </a:t>
            </a:r>
            <a:r>
              <a:rPr lang="en-US" b="1" u="sng"/>
              <a:t>glide ratio</a:t>
            </a:r>
            <a:r>
              <a:rPr lang="en-US"/>
              <a:t> around 30m forward for 1m of descent. </a:t>
            </a:r>
          </a:p>
          <a:p>
            <a:r>
              <a:rPr lang="en-US"/>
              <a:t>The glider’s wing is designed to develop lift because lift reduces the rate of descent while allowing forward motion. </a:t>
            </a:r>
          </a:p>
          <a:p>
            <a:r>
              <a:rPr lang="en-US"/>
              <a:t>The lift of the aircraft’s wing will </a:t>
            </a:r>
            <a:r>
              <a:rPr lang="en-US" b="1" u="sng"/>
              <a:t>counteract the aircraft’s weight</a:t>
            </a:r>
            <a:r>
              <a:rPr lang="en-US"/>
              <a:t>, to a degree, and this will improve the aircraft’s glide ratio. </a:t>
            </a:r>
          </a:p>
          <a:p>
            <a:r>
              <a:rPr lang="en-US"/>
              <a:t>Generally, the larger the wing, the more lift can be developed. </a:t>
            </a:r>
            <a:endParaRPr lang="en-CA" dirty="0"/>
          </a:p>
        </p:txBody>
      </p:sp>
    </p:spTree>
    <p:extLst>
      <p:ext uri="{BB962C8B-B14F-4D97-AF65-F5344CB8AC3E}">
        <p14:creationId xmlns:p14="http://schemas.microsoft.com/office/powerpoint/2010/main" val="376059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mall airplane parked on grass&#10;&#10;Description automatically generated">
            <a:extLst>
              <a:ext uri="{FF2B5EF4-FFF2-40B4-BE49-F238E27FC236}">
                <a16:creationId xmlns:a16="http://schemas.microsoft.com/office/drawing/2014/main" id="{6D821DFC-7300-AE2C-9351-2BE9EFB30DB8}"/>
              </a:ext>
            </a:extLst>
          </p:cNvPr>
          <p:cNvPicPr>
            <a:picLocks noGrp="1" noChangeAspect="1"/>
          </p:cNvPicPr>
          <p:nvPr>
            <p:ph idx="4294967295"/>
          </p:nvPr>
        </p:nvPicPr>
        <p:blipFill rotWithShape="1">
          <a:blip r:embed="rId3">
            <a:alphaModFix amt="50000"/>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6427" b="8573"/>
          <a:stretch/>
        </p:blipFill>
        <p:spPr>
          <a:xfrm>
            <a:off x="20" y="10"/>
            <a:ext cx="12191980" cy="6857990"/>
          </a:xfrm>
          <a:noFill/>
        </p:spPr>
      </p:pic>
      <p:sp>
        <p:nvSpPr>
          <p:cNvPr id="14" name="Date Placeholder 8">
            <a:extLst>
              <a:ext uri="{FF2B5EF4-FFF2-40B4-BE49-F238E27FC236}">
                <a16:creationId xmlns:a16="http://schemas.microsoft.com/office/drawing/2014/main" id="{5CED8F93-89DF-C57A-C16D-ED6DB8A4ABD2}"/>
              </a:ext>
            </a:extLst>
          </p:cNvPr>
          <p:cNvSpPr>
            <a:spLocks noGrp="1"/>
          </p:cNvSpPr>
          <p:nvPr>
            <p:ph type="dt" sz="half" idx="10"/>
          </p:nvPr>
        </p:nvSpPr>
        <p:spPr>
          <a:xfrm>
            <a:off x="137160" y="6453002"/>
            <a:ext cx="3494314" cy="365125"/>
          </a:xfrm>
        </p:spPr>
        <p:txBody>
          <a:bodyPr/>
          <a:lstStyle/>
          <a:p>
            <a:pPr>
              <a:spcAft>
                <a:spcPts val="600"/>
              </a:spcAft>
            </a:pPr>
            <a:fld id="{77E47C71-6100-4338-9CC0-1E8CC3825F12}" type="datetime1">
              <a:rPr lang="en-US" smtClean="0">
                <a:solidFill>
                  <a:srgbClr val="FFFFFF"/>
                </a:solidFill>
              </a:rPr>
              <a:pPr>
                <a:spcAft>
                  <a:spcPts val="600"/>
                </a:spcAft>
              </a:pPr>
              <a:t>5/25/2025</a:t>
            </a:fld>
            <a:endParaRPr lang="en-US">
              <a:solidFill>
                <a:srgbClr val="FFFFFF"/>
              </a:solidFill>
            </a:endParaRPr>
          </a:p>
        </p:txBody>
      </p:sp>
      <p:sp>
        <p:nvSpPr>
          <p:cNvPr id="16" name="Footer Placeholder 9">
            <a:extLst>
              <a:ext uri="{FF2B5EF4-FFF2-40B4-BE49-F238E27FC236}">
                <a16:creationId xmlns:a16="http://schemas.microsoft.com/office/drawing/2014/main" id="{686A37D2-FCE1-13C6-0D6A-A5741404C749}"/>
              </a:ext>
            </a:extLst>
          </p:cNvPr>
          <p:cNvSpPr>
            <a:spLocks noGrp="1"/>
          </p:cNvSpPr>
          <p:nvPr>
            <p:ph type="ftr" sz="quarter" idx="11"/>
          </p:nvPr>
        </p:nvSpPr>
        <p:spPr>
          <a:xfrm>
            <a:off x="8876521" y="6453002"/>
            <a:ext cx="2805405" cy="365125"/>
          </a:xfrm>
        </p:spPr>
        <p:txBody>
          <a:bodyPr/>
          <a:lstStyle/>
          <a:p>
            <a:pPr>
              <a:spcAft>
                <a:spcPts val="600"/>
              </a:spcAft>
            </a:pPr>
            <a:r>
              <a:rPr lang="en-US">
                <a:solidFill>
                  <a:srgbClr val="FFFFFF"/>
                </a:solidFill>
              </a:rPr>
              <a:t>Sample Footer Text</a:t>
            </a:r>
          </a:p>
        </p:txBody>
      </p:sp>
      <p:sp>
        <p:nvSpPr>
          <p:cNvPr id="18" name="Slide Number Placeholder 10">
            <a:extLst>
              <a:ext uri="{FF2B5EF4-FFF2-40B4-BE49-F238E27FC236}">
                <a16:creationId xmlns:a16="http://schemas.microsoft.com/office/drawing/2014/main" id="{5A26D70B-1C4A-C5CF-75A5-DB2CC5C418D7}"/>
              </a:ext>
            </a:extLst>
          </p:cNvPr>
          <p:cNvSpPr>
            <a:spLocks noGrp="1"/>
          </p:cNvSpPr>
          <p:nvPr>
            <p:ph type="sldNum" sz="quarter" idx="12"/>
          </p:nvPr>
        </p:nvSpPr>
        <p:spPr>
          <a:xfrm>
            <a:off x="11632162" y="6453002"/>
            <a:ext cx="429207" cy="365125"/>
          </a:xfrm>
        </p:spPr>
        <p:txBody>
          <a:bodyPr/>
          <a:lstStyle/>
          <a:p>
            <a:pPr>
              <a:spcAft>
                <a:spcPts val="600"/>
              </a:spcAft>
            </a:pPr>
            <a:fld id="{6F391B04-159E-4284-919C-20BE23D169A4}" type="slidenum">
              <a:rPr lang="en-US" smtClean="0">
                <a:solidFill>
                  <a:srgbClr val="FFFFFF"/>
                </a:solidFill>
              </a:rPr>
              <a:pPr>
                <a:spcAft>
                  <a:spcPts val="600"/>
                </a:spcAft>
              </a:pPr>
              <a:t>10</a:t>
            </a:fld>
            <a:endParaRPr lang="en-US">
              <a:solidFill>
                <a:srgbClr val="FFFFFF"/>
              </a:solidFill>
            </a:endParaRPr>
          </a:p>
        </p:txBody>
      </p:sp>
      <p:sp>
        <p:nvSpPr>
          <p:cNvPr id="3" name="Title 1">
            <a:extLst>
              <a:ext uri="{FF2B5EF4-FFF2-40B4-BE49-F238E27FC236}">
                <a16:creationId xmlns:a16="http://schemas.microsoft.com/office/drawing/2014/main" id="{E9ADEA27-2B20-5FA7-CDE8-BE1B67C21A36}"/>
              </a:ext>
            </a:extLst>
          </p:cNvPr>
          <p:cNvSpPr txBox="1">
            <a:spLocks/>
          </p:cNvSpPr>
          <p:nvPr/>
        </p:nvSpPr>
        <p:spPr>
          <a:xfrm>
            <a:off x="-96823" y="-26356"/>
            <a:ext cx="12586451" cy="6884356"/>
          </a:xfrm>
          <a:prstGeom prst="rect">
            <a:avLst/>
          </a:prstGeom>
        </p:spPr>
        <p:txBody>
          <a:bodyPr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br>
              <a:rPr lang="en-US" sz="2800" dirty="0"/>
            </a:br>
            <a:endParaRPr lang="en-US" sz="2800" dirty="0"/>
          </a:p>
          <a:p>
            <a:endParaRPr lang="en-US" sz="3500" dirty="0"/>
          </a:p>
          <a:p>
            <a:endParaRPr lang="en-US" sz="2800" dirty="0"/>
          </a:p>
        </p:txBody>
      </p:sp>
      <p:sp>
        <p:nvSpPr>
          <p:cNvPr id="8" name="Title 1">
            <a:extLst>
              <a:ext uri="{FF2B5EF4-FFF2-40B4-BE49-F238E27FC236}">
                <a16:creationId xmlns:a16="http://schemas.microsoft.com/office/drawing/2014/main" id="{75334983-2563-EF54-4B35-58D3EABC9DCF}"/>
              </a:ext>
            </a:extLst>
          </p:cNvPr>
          <p:cNvSpPr txBox="1">
            <a:spLocks/>
          </p:cNvSpPr>
          <p:nvPr/>
        </p:nvSpPr>
        <p:spPr>
          <a:xfrm>
            <a:off x="-86065" y="39873"/>
            <a:ext cx="12586451" cy="6884356"/>
          </a:xfrm>
          <a:prstGeom prst="rect">
            <a:avLst/>
          </a:prstGeom>
        </p:spPr>
        <p:txBody>
          <a:bodyPr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3500" dirty="0"/>
              <a:t>A glider is gliding through the sky. Which of the following statements is(are) TRUE?</a:t>
            </a:r>
          </a:p>
          <a:p>
            <a:endParaRPr lang="en-US" sz="3500" dirty="0"/>
          </a:p>
          <a:p>
            <a:r>
              <a:rPr lang="en-US" sz="2800" dirty="0"/>
              <a:t>I. Generating more lift will decrease the amount of distance travelled</a:t>
            </a:r>
          </a:p>
          <a:p>
            <a:r>
              <a:rPr lang="en-US" sz="2800" dirty="0"/>
              <a:t>II. The larger the wing, the greater the glide ratio</a:t>
            </a:r>
          </a:p>
          <a:p>
            <a:r>
              <a:rPr lang="en-US" sz="2800" dirty="0"/>
              <a:t>III. The speed of the glider has no impact on its rate of descent</a:t>
            </a:r>
          </a:p>
          <a:p>
            <a:r>
              <a:rPr lang="en-US" sz="2800" dirty="0"/>
              <a:t>IV. The glide ratio is only dependent on the glider’s thrust and weight</a:t>
            </a:r>
          </a:p>
          <a:p>
            <a:endParaRPr lang="en-US" sz="2800" dirty="0"/>
          </a:p>
          <a:p>
            <a:r>
              <a:rPr lang="en-US" sz="2800" dirty="0"/>
              <a:t>A)One statement is TRUE.</a:t>
            </a:r>
          </a:p>
          <a:p>
            <a:r>
              <a:rPr lang="en-US" sz="2800" dirty="0"/>
              <a:t>B)Two statements are TRUE.</a:t>
            </a:r>
            <a:br>
              <a:rPr lang="en-US" sz="2800" dirty="0"/>
            </a:br>
            <a:r>
              <a:rPr lang="en-US" sz="2800" dirty="0"/>
              <a:t>C)Three statements are TRUE.</a:t>
            </a:r>
            <a:br>
              <a:rPr lang="en-US" sz="2800" dirty="0"/>
            </a:br>
            <a:r>
              <a:rPr lang="en-US" sz="2800" dirty="0"/>
              <a:t>D)All statements are TRUE.</a:t>
            </a:r>
            <a:br>
              <a:rPr lang="en-US" sz="2800" dirty="0"/>
            </a:br>
            <a:r>
              <a:rPr lang="en-US" sz="2800" dirty="0"/>
              <a:t>E)None of the statements are TRUE.</a:t>
            </a:r>
            <a:br>
              <a:rPr lang="en-US" sz="1400" dirty="0"/>
            </a:br>
            <a:endParaRPr lang="en-US" sz="2800" dirty="0"/>
          </a:p>
          <a:p>
            <a:endParaRPr lang="en-US" sz="3500" dirty="0"/>
          </a:p>
          <a:p>
            <a:endParaRPr lang="en-US" sz="2800" dirty="0"/>
          </a:p>
        </p:txBody>
      </p:sp>
    </p:spTree>
    <p:extLst>
      <p:ext uri="{BB962C8B-B14F-4D97-AF65-F5344CB8AC3E}">
        <p14:creationId xmlns:p14="http://schemas.microsoft.com/office/powerpoint/2010/main" val="2341982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CDB28-2DEA-B5BA-3076-2F4BE8CD7E76}"/>
            </a:ext>
          </a:extLst>
        </p:cNvPr>
        <p:cNvGrpSpPr/>
        <p:nvPr/>
      </p:nvGrpSpPr>
      <p:grpSpPr>
        <a:xfrm>
          <a:off x="0" y="0"/>
          <a:ext cx="0" cy="0"/>
          <a:chOff x="0" y="0"/>
          <a:chExt cx="0" cy="0"/>
        </a:xfrm>
      </p:grpSpPr>
      <p:pic>
        <p:nvPicPr>
          <p:cNvPr id="5" name="Content Placeholder 4" descr="A small airplane parked on grass&#10;&#10;Description automatically generated">
            <a:extLst>
              <a:ext uri="{FF2B5EF4-FFF2-40B4-BE49-F238E27FC236}">
                <a16:creationId xmlns:a16="http://schemas.microsoft.com/office/drawing/2014/main" id="{294169E7-1013-D8C4-7E7D-746B34D180D0}"/>
              </a:ext>
            </a:extLst>
          </p:cNvPr>
          <p:cNvPicPr>
            <a:picLocks noGrp="1" noChangeAspect="1"/>
          </p:cNvPicPr>
          <p:nvPr>
            <p:ph idx="4294967295"/>
          </p:nvPr>
        </p:nvPicPr>
        <p:blipFill rotWithShape="1">
          <a:blip r:embed="rId3">
            <a:alphaModFix amt="50000"/>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6427" b="8573"/>
          <a:stretch/>
        </p:blipFill>
        <p:spPr>
          <a:xfrm>
            <a:off x="20" y="10"/>
            <a:ext cx="12191980" cy="6857990"/>
          </a:xfrm>
          <a:noFill/>
        </p:spPr>
      </p:pic>
      <p:sp>
        <p:nvSpPr>
          <p:cNvPr id="14" name="Date Placeholder 8">
            <a:extLst>
              <a:ext uri="{FF2B5EF4-FFF2-40B4-BE49-F238E27FC236}">
                <a16:creationId xmlns:a16="http://schemas.microsoft.com/office/drawing/2014/main" id="{35A28E6E-1629-53C2-58F9-242D29D71A9C}"/>
              </a:ext>
            </a:extLst>
          </p:cNvPr>
          <p:cNvSpPr>
            <a:spLocks noGrp="1"/>
          </p:cNvSpPr>
          <p:nvPr>
            <p:ph type="dt" sz="half" idx="10"/>
          </p:nvPr>
        </p:nvSpPr>
        <p:spPr>
          <a:xfrm>
            <a:off x="137160" y="6453002"/>
            <a:ext cx="3494314" cy="365125"/>
          </a:xfrm>
        </p:spPr>
        <p:txBody>
          <a:bodyPr/>
          <a:lstStyle/>
          <a:p>
            <a:pPr>
              <a:spcAft>
                <a:spcPts val="600"/>
              </a:spcAft>
            </a:pPr>
            <a:fld id="{77E47C71-6100-4338-9CC0-1E8CC3825F12}" type="datetime1">
              <a:rPr lang="en-US" smtClean="0">
                <a:solidFill>
                  <a:srgbClr val="FFFFFF"/>
                </a:solidFill>
              </a:rPr>
              <a:pPr>
                <a:spcAft>
                  <a:spcPts val="600"/>
                </a:spcAft>
              </a:pPr>
              <a:t>5/25/2025</a:t>
            </a:fld>
            <a:endParaRPr lang="en-US">
              <a:solidFill>
                <a:srgbClr val="FFFFFF"/>
              </a:solidFill>
            </a:endParaRPr>
          </a:p>
        </p:txBody>
      </p:sp>
      <p:sp>
        <p:nvSpPr>
          <p:cNvPr id="16" name="Footer Placeholder 9">
            <a:extLst>
              <a:ext uri="{FF2B5EF4-FFF2-40B4-BE49-F238E27FC236}">
                <a16:creationId xmlns:a16="http://schemas.microsoft.com/office/drawing/2014/main" id="{68273BA7-E0DA-44B9-DBA3-E2D2A29CAE46}"/>
              </a:ext>
            </a:extLst>
          </p:cNvPr>
          <p:cNvSpPr>
            <a:spLocks noGrp="1"/>
          </p:cNvSpPr>
          <p:nvPr>
            <p:ph type="ftr" sz="quarter" idx="11"/>
          </p:nvPr>
        </p:nvSpPr>
        <p:spPr>
          <a:xfrm>
            <a:off x="8876521" y="6453002"/>
            <a:ext cx="2805405" cy="365125"/>
          </a:xfrm>
        </p:spPr>
        <p:txBody>
          <a:bodyPr/>
          <a:lstStyle/>
          <a:p>
            <a:pPr>
              <a:spcAft>
                <a:spcPts val="600"/>
              </a:spcAft>
            </a:pPr>
            <a:r>
              <a:rPr lang="en-US">
                <a:solidFill>
                  <a:srgbClr val="FFFFFF"/>
                </a:solidFill>
              </a:rPr>
              <a:t>Sample Footer Text</a:t>
            </a:r>
          </a:p>
        </p:txBody>
      </p:sp>
      <p:sp>
        <p:nvSpPr>
          <p:cNvPr id="18" name="Slide Number Placeholder 10">
            <a:extLst>
              <a:ext uri="{FF2B5EF4-FFF2-40B4-BE49-F238E27FC236}">
                <a16:creationId xmlns:a16="http://schemas.microsoft.com/office/drawing/2014/main" id="{69FD6615-0CD1-9D5F-E8B1-7FAFAAD77964}"/>
              </a:ext>
            </a:extLst>
          </p:cNvPr>
          <p:cNvSpPr>
            <a:spLocks noGrp="1"/>
          </p:cNvSpPr>
          <p:nvPr>
            <p:ph type="sldNum" sz="quarter" idx="12"/>
          </p:nvPr>
        </p:nvSpPr>
        <p:spPr>
          <a:xfrm>
            <a:off x="11632162" y="6453002"/>
            <a:ext cx="429207" cy="365125"/>
          </a:xfrm>
        </p:spPr>
        <p:txBody>
          <a:bodyPr/>
          <a:lstStyle/>
          <a:p>
            <a:pPr>
              <a:spcAft>
                <a:spcPts val="600"/>
              </a:spcAft>
            </a:pPr>
            <a:fld id="{6F391B04-159E-4284-919C-20BE23D169A4}" type="slidenum">
              <a:rPr lang="en-US" smtClean="0">
                <a:solidFill>
                  <a:srgbClr val="FFFFFF"/>
                </a:solidFill>
              </a:rPr>
              <a:pPr>
                <a:spcAft>
                  <a:spcPts val="600"/>
                </a:spcAft>
              </a:pPr>
              <a:t>11</a:t>
            </a:fld>
            <a:endParaRPr lang="en-US">
              <a:solidFill>
                <a:srgbClr val="FFFFFF"/>
              </a:solidFill>
            </a:endParaRPr>
          </a:p>
        </p:txBody>
      </p:sp>
      <p:sp>
        <p:nvSpPr>
          <p:cNvPr id="3" name="Title 1">
            <a:extLst>
              <a:ext uri="{FF2B5EF4-FFF2-40B4-BE49-F238E27FC236}">
                <a16:creationId xmlns:a16="http://schemas.microsoft.com/office/drawing/2014/main" id="{2759877D-67C6-1F56-36AB-2A569E65808A}"/>
              </a:ext>
            </a:extLst>
          </p:cNvPr>
          <p:cNvSpPr txBox="1">
            <a:spLocks/>
          </p:cNvSpPr>
          <p:nvPr/>
        </p:nvSpPr>
        <p:spPr>
          <a:xfrm>
            <a:off x="-96823" y="-26356"/>
            <a:ext cx="12586451" cy="6884356"/>
          </a:xfrm>
          <a:prstGeom prst="rect">
            <a:avLst/>
          </a:prstGeom>
        </p:spPr>
        <p:txBody>
          <a:bodyPr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br>
              <a:rPr lang="en-US" sz="2800" dirty="0"/>
            </a:br>
            <a:endParaRPr lang="en-US" sz="2800" dirty="0"/>
          </a:p>
          <a:p>
            <a:endParaRPr lang="en-US" sz="3500" dirty="0"/>
          </a:p>
          <a:p>
            <a:endParaRPr lang="en-US" sz="2800" dirty="0"/>
          </a:p>
        </p:txBody>
      </p:sp>
      <p:sp>
        <p:nvSpPr>
          <p:cNvPr id="8" name="Title 1">
            <a:extLst>
              <a:ext uri="{FF2B5EF4-FFF2-40B4-BE49-F238E27FC236}">
                <a16:creationId xmlns:a16="http://schemas.microsoft.com/office/drawing/2014/main" id="{CC012824-21D3-05F5-17E3-F1DED1C79755}"/>
              </a:ext>
            </a:extLst>
          </p:cNvPr>
          <p:cNvSpPr txBox="1">
            <a:spLocks/>
          </p:cNvSpPr>
          <p:nvPr/>
        </p:nvSpPr>
        <p:spPr>
          <a:xfrm>
            <a:off x="-86065" y="39873"/>
            <a:ext cx="12586451" cy="6884356"/>
          </a:xfrm>
          <a:prstGeom prst="rect">
            <a:avLst/>
          </a:prstGeom>
        </p:spPr>
        <p:txBody>
          <a:bodyPr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3500" dirty="0"/>
              <a:t>A glider is gliding through the sky. Which of the following statements is(are) TRUE?</a:t>
            </a:r>
          </a:p>
          <a:p>
            <a:endParaRPr lang="en-US" sz="3500" dirty="0"/>
          </a:p>
          <a:p>
            <a:r>
              <a:rPr lang="en-US" sz="2800" dirty="0"/>
              <a:t>I. Generating more lift will decrease the amount of distance travelled</a:t>
            </a:r>
          </a:p>
          <a:p>
            <a:r>
              <a:rPr lang="en-US" sz="2800" dirty="0"/>
              <a:t>II. The larger the wing, the greater the glide ratio</a:t>
            </a:r>
          </a:p>
          <a:p>
            <a:r>
              <a:rPr lang="en-US" sz="2800" dirty="0"/>
              <a:t>III. The speed of the glider has no impact on its rate of descent</a:t>
            </a:r>
          </a:p>
          <a:p>
            <a:r>
              <a:rPr lang="en-US" sz="2800" dirty="0"/>
              <a:t>IV. The glide ratio is only dependent on the glider’s thrust and weight</a:t>
            </a:r>
          </a:p>
          <a:p>
            <a:endParaRPr lang="en-US" sz="2800" dirty="0"/>
          </a:p>
          <a:p>
            <a:r>
              <a:rPr lang="en-US" sz="2800" dirty="0"/>
              <a:t>A)One statement is TRUE.</a:t>
            </a:r>
          </a:p>
          <a:p>
            <a:pPr marL="571500" indent="-571500">
              <a:buAutoNum type="romanUcPeriod"/>
            </a:pPr>
            <a:r>
              <a:rPr lang="en-US" sz="2800" dirty="0"/>
              <a:t>More lift = higher off the ground = more time to travel (false)</a:t>
            </a:r>
          </a:p>
          <a:p>
            <a:pPr marL="571500" indent="-571500">
              <a:buAutoNum type="romanUcPeriod"/>
            </a:pPr>
            <a:r>
              <a:rPr lang="en-US" sz="2800" dirty="0"/>
              <a:t>More wing area to generate lift(to a degree) (true)</a:t>
            </a:r>
          </a:p>
          <a:p>
            <a:pPr marL="571500" indent="-571500">
              <a:buAutoNum type="romanUcPeriod"/>
            </a:pPr>
            <a:r>
              <a:rPr lang="en-US" sz="2800" dirty="0"/>
              <a:t>Speed generated will result in more lift (false)</a:t>
            </a:r>
          </a:p>
          <a:p>
            <a:pPr marL="571500" indent="-571500">
              <a:buAutoNum type="romanUcPeriod"/>
            </a:pPr>
            <a:r>
              <a:rPr lang="en-US" sz="2800" dirty="0"/>
              <a:t>Glide ratio is dependent on all 4 forces (false)</a:t>
            </a:r>
          </a:p>
          <a:p>
            <a:endParaRPr lang="en-US" sz="2800" dirty="0"/>
          </a:p>
          <a:p>
            <a:endParaRPr lang="en-US" sz="3500" dirty="0"/>
          </a:p>
          <a:p>
            <a:endParaRPr lang="en-US" sz="2800" dirty="0"/>
          </a:p>
        </p:txBody>
      </p:sp>
    </p:spTree>
    <p:extLst>
      <p:ext uri="{BB962C8B-B14F-4D97-AF65-F5344CB8AC3E}">
        <p14:creationId xmlns:p14="http://schemas.microsoft.com/office/powerpoint/2010/main" val="659515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EA991E-04B3-2B86-6452-06BD35038925}"/>
              </a:ext>
            </a:extLst>
          </p:cNvPr>
          <p:cNvPicPr>
            <a:picLocks noChangeAspect="1"/>
          </p:cNvPicPr>
          <p:nvPr/>
        </p:nvPicPr>
        <p:blipFill>
          <a:blip r:embed="rId3"/>
          <a:stretch>
            <a:fillRect/>
          </a:stretch>
        </p:blipFill>
        <p:spPr>
          <a:xfrm>
            <a:off x="0" y="14132"/>
            <a:ext cx="12192000" cy="6829735"/>
          </a:xfrm>
          <a:prstGeom prst="rect">
            <a:avLst/>
          </a:prstGeom>
        </p:spPr>
      </p:pic>
      <p:sp>
        <p:nvSpPr>
          <p:cNvPr id="2" name="Title 1">
            <a:extLst>
              <a:ext uri="{FF2B5EF4-FFF2-40B4-BE49-F238E27FC236}">
                <a16:creationId xmlns:a16="http://schemas.microsoft.com/office/drawing/2014/main" id="{D9917EC6-3D70-0143-9FA5-9FB3E8044A74}"/>
              </a:ext>
            </a:extLst>
          </p:cNvPr>
          <p:cNvSpPr>
            <a:spLocks noGrp="1"/>
          </p:cNvSpPr>
          <p:nvPr>
            <p:ph type="title"/>
          </p:nvPr>
        </p:nvSpPr>
        <p:spPr/>
        <p:txBody>
          <a:bodyPr>
            <a:normAutofit fontScale="90000"/>
          </a:bodyPr>
          <a:lstStyle/>
          <a:p>
            <a:r>
              <a:rPr lang="en-US" dirty="0"/>
              <a:t>TP6 Explain That a Powered Aircraft Has Weight and, When in Flight, Also Experiences Drag, Thrust, and Lift</a:t>
            </a:r>
            <a:endParaRPr lang="en-CA" dirty="0"/>
          </a:p>
        </p:txBody>
      </p:sp>
      <p:sp>
        <p:nvSpPr>
          <p:cNvPr id="3" name="Content Placeholder 2">
            <a:extLst>
              <a:ext uri="{FF2B5EF4-FFF2-40B4-BE49-F238E27FC236}">
                <a16:creationId xmlns:a16="http://schemas.microsoft.com/office/drawing/2014/main" id="{6C29E8BF-1428-0A81-1841-CBA19E2668CA}"/>
              </a:ext>
            </a:extLst>
          </p:cNvPr>
          <p:cNvSpPr>
            <a:spLocks noGrp="1"/>
          </p:cNvSpPr>
          <p:nvPr>
            <p:ph idx="1"/>
          </p:nvPr>
        </p:nvSpPr>
        <p:spPr>
          <a:xfrm>
            <a:off x="612647" y="2025570"/>
            <a:ext cx="10653579" cy="4283790"/>
          </a:xfrm>
        </p:spPr>
        <p:txBody>
          <a:bodyPr/>
          <a:lstStyle/>
          <a:p>
            <a:r>
              <a:rPr lang="en-US" dirty="0"/>
              <a:t>While a glider can gain forward motion only by </a:t>
            </a:r>
            <a:r>
              <a:rPr lang="en-US" b="1" u="sng" dirty="0"/>
              <a:t>trading the energy </a:t>
            </a:r>
            <a:r>
              <a:rPr lang="en-US" dirty="0"/>
              <a:t>of its descent for thrust, a powered aircraft can generate thrust by running its engine like a driven propeller or a high-speed jet exhaust.</a:t>
            </a:r>
          </a:p>
          <a:p>
            <a:r>
              <a:rPr lang="en-US" dirty="0"/>
              <a:t>The engine </a:t>
            </a:r>
            <a:r>
              <a:rPr lang="en-US" b="1" u="sng" dirty="0"/>
              <a:t>adds weight </a:t>
            </a:r>
            <a:r>
              <a:rPr lang="en-US" dirty="0"/>
              <a:t>to the aircraft and both the propeller and engine body </a:t>
            </a:r>
            <a:r>
              <a:rPr lang="en-US" b="1" u="sng" dirty="0"/>
              <a:t>add to the drag</a:t>
            </a:r>
            <a:r>
              <a:rPr lang="en-US" dirty="0"/>
              <a:t> that the aircraft experiences. </a:t>
            </a:r>
          </a:p>
          <a:p>
            <a:r>
              <a:rPr lang="en-US" dirty="0"/>
              <a:t>A powered aircraft, therefore, will usually not have the high glide ratio of a glider. </a:t>
            </a:r>
          </a:p>
          <a:p>
            <a:r>
              <a:rPr lang="en-US" dirty="0"/>
              <a:t>A powered aircraft, though, can attain </a:t>
            </a:r>
            <a:r>
              <a:rPr lang="en-US" b="1" u="sng" dirty="0"/>
              <a:t>equilibrium</a:t>
            </a:r>
            <a:r>
              <a:rPr lang="en-US" dirty="0"/>
              <a:t>, which is something a glider cannot do. Equilibrium is a condition where </a:t>
            </a:r>
            <a:r>
              <a:rPr lang="en-US" b="1" u="sng" dirty="0"/>
              <a:t>lift equals weight or thrust equals drag</a:t>
            </a:r>
            <a:r>
              <a:rPr lang="en-US" dirty="0"/>
              <a:t>. Pilots often refer to this as flying straight and level.</a:t>
            </a:r>
            <a:endParaRPr lang="en-CA" dirty="0"/>
          </a:p>
          <a:p>
            <a:endParaRPr lang="en-CA" dirty="0"/>
          </a:p>
        </p:txBody>
      </p:sp>
    </p:spTree>
    <p:extLst>
      <p:ext uri="{BB962C8B-B14F-4D97-AF65-F5344CB8AC3E}">
        <p14:creationId xmlns:p14="http://schemas.microsoft.com/office/powerpoint/2010/main" val="3532166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ate Placeholder 1">
            <a:extLst>
              <a:ext uri="{FF2B5EF4-FFF2-40B4-BE49-F238E27FC236}">
                <a16:creationId xmlns:a16="http://schemas.microsoft.com/office/drawing/2014/main" id="{F4F8DC92-AEF4-B44B-1FA0-B673291BD59B}"/>
              </a:ext>
            </a:extLst>
          </p:cNvPr>
          <p:cNvSpPr>
            <a:spLocks noGrp="1"/>
          </p:cNvSpPr>
          <p:nvPr>
            <p:ph type="dt" sz="half" idx="10"/>
          </p:nvPr>
        </p:nvSpPr>
        <p:spPr>
          <a:xfrm>
            <a:off x="137160" y="6453002"/>
            <a:ext cx="3494314" cy="365125"/>
          </a:xfrm>
        </p:spPr>
        <p:txBody>
          <a:bodyPr/>
          <a:lstStyle/>
          <a:p>
            <a:pPr>
              <a:spcAft>
                <a:spcPts val="600"/>
              </a:spcAft>
            </a:pPr>
            <a:fld id="{961FE8FD-B23E-4E1A-83EF-0847EBEA0105}" type="datetime1">
              <a:rPr lang="en-US" smtClean="0">
                <a:solidFill>
                  <a:srgbClr val="FFFFFF"/>
                </a:solidFill>
                <a:effectLst>
                  <a:outerShdw blurRad="38100" dist="38100" dir="2700000" algn="tl">
                    <a:srgbClr val="000000">
                      <a:alpha val="43137"/>
                    </a:srgbClr>
                  </a:outerShdw>
                </a:effectLst>
              </a:rPr>
              <a:pPr>
                <a:spcAft>
                  <a:spcPts val="600"/>
                </a:spcAft>
              </a:pPr>
              <a:t>5/25/2025</a:t>
            </a:fld>
            <a:endParaRPr lang="en-US">
              <a:solidFill>
                <a:srgbClr val="FFFFFF"/>
              </a:solidFill>
              <a:effectLst>
                <a:outerShdw blurRad="38100" dist="38100" dir="2700000" algn="tl">
                  <a:srgbClr val="000000">
                    <a:alpha val="43137"/>
                  </a:srgbClr>
                </a:outerShdw>
              </a:effectLst>
            </a:endParaRPr>
          </a:p>
        </p:txBody>
      </p:sp>
      <p:sp>
        <p:nvSpPr>
          <p:cNvPr id="12" name="Footer Placeholder 2">
            <a:extLst>
              <a:ext uri="{FF2B5EF4-FFF2-40B4-BE49-F238E27FC236}">
                <a16:creationId xmlns:a16="http://schemas.microsoft.com/office/drawing/2014/main" id="{FBE6EAC3-E3A2-13C5-33B9-9B28E731BDD5}"/>
              </a:ext>
            </a:extLst>
          </p:cNvPr>
          <p:cNvSpPr>
            <a:spLocks noGrp="1"/>
          </p:cNvSpPr>
          <p:nvPr>
            <p:ph type="ftr" sz="quarter" idx="11"/>
          </p:nvPr>
        </p:nvSpPr>
        <p:spPr>
          <a:xfrm>
            <a:off x="8876521" y="6453002"/>
            <a:ext cx="2805405" cy="365125"/>
          </a:xfrm>
        </p:spPr>
        <p:txBody>
          <a:bodyPr/>
          <a:lstStyle/>
          <a:p>
            <a:pPr>
              <a:spcAft>
                <a:spcPts val="600"/>
              </a:spcAft>
            </a:pPr>
            <a:r>
              <a:rPr lang="en-US">
                <a:solidFill>
                  <a:srgbClr val="FFFFFF"/>
                </a:solidFill>
                <a:effectLst>
                  <a:outerShdw blurRad="38100" dist="38100" dir="2700000" algn="tl">
                    <a:srgbClr val="000000">
                      <a:alpha val="43137"/>
                    </a:srgbClr>
                  </a:outerShdw>
                </a:effectLst>
              </a:rPr>
              <a:t>Sample Footer Text</a:t>
            </a:r>
          </a:p>
        </p:txBody>
      </p:sp>
      <p:sp>
        <p:nvSpPr>
          <p:cNvPr id="14" name="Slide Number Placeholder 3">
            <a:extLst>
              <a:ext uri="{FF2B5EF4-FFF2-40B4-BE49-F238E27FC236}">
                <a16:creationId xmlns:a16="http://schemas.microsoft.com/office/drawing/2014/main" id="{0F53EDB3-9543-8113-782B-CB9613304397}"/>
              </a:ext>
            </a:extLst>
          </p:cNvPr>
          <p:cNvSpPr>
            <a:spLocks noGrp="1"/>
          </p:cNvSpPr>
          <p:nvPr>
            <p:ph type="sldNum" sz="quarter" idx="12"/>
          </p:nvPr>
        </p:nvSpPr>
        <p:spPr>
          <a:xfrm>
            <a:off x="11632162" y="6453002"/>
            <a:ext cx="429207" cy="365125"/>
          </a:xfrm>
        </p:spPr>
        <p:txBody>
          <a:bodyPr/>
          <a:lstStyle/>
          <a:p>
            <a:pPr>
              <a:spcAft>
                <a:spcPts val="600"/>
              </a:spcAft>
            </a:pPr>
            <a:fld id="{CC057153-B650-4DEB-B370-79DDCFDCE934}" type="slidenum">
              <a:rPr lang="en-US" smtClean="0">
                <a:solidFill>
                  <a:srgbClr val="FFFFFF"/>
                </a:solidFill>
                <a:effectLst>
                  <a:outerShdw blurRad="38100" dist="38100" dir="2700000" algn="tl">
                    <a:srgbClr val="000000">
                      <a:alpha val="43137"/>
                    </a:srgbClr>
                  </a:outerShdw>
                </a:effectLst>
              </a:rPr>
              <a:pPr>
                <a:spcAft>
                  <a:spcPts val="600"/>
                </a:spcAft>
              </a:pPr>
              <a:t>13</a:t>
            </a:fld>
            <a:endParaRPr lang="en-US">
              <a:solidFill>
                <a:srgbClr val="FFFFFF"/>
              </a:solidFill>
              <a:effectLst>
                <a:outerShdw blurRad="38100" dist="38100" dir="2700000" algn="tl">
                  <a:srgbClr val="000000">
                    <a:alpha val="43137"/>
                  </a:srgbClr>
                </a:outerShdw>
              </a:effectLst>
            </a:endParaRPr>
          </a:p>
        </p:txBody>
      </p:sp>
      <p:pic>
        <p:nvPicPr>
          <p:cNvPr id="6" name="Content Placeholder 4" descr="An airplane flying in the sky&#10;&#10;Description automatically generated">
            <a:extLst>
              <a:ext uri="{FF2B5EF4-FFF2-40B4-BE49-F238E27FC236}">
                <a16:creationId xmlns:a16="http://schemas.microsoft.com/office/drawing/2014/main" id="{C7F5C079-3F62-F6B7-1B51-FCFC6BC8F99F}"/>
              </a:ext>
            </a:extLst>
          </p:cNvPr>
          <p:cNvPicPr>
            <a:picLocks noChangeAspect="1"/>
          </p:cNvPicPr>
          <p:nvPr/>
        </p:nvPicPr>
        <p:blipFill rotWithShape="1">
          <a:blip r:embed="rId3">
            <a:alphaModFix amt="39000"/>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5730"/>
          <a:stretch/>
        </p:blipFill>
        <p:spPr>
          <a:xfrm>
            <a:off x="20" y="10"/>
            <a:ext cx="12191980" cy="6857990"/>
          </a:xfrm>
          <a:prstGeom prst="rect">
            <a:avLst/>
          </a:prstGeom>
          <a:noFill/>
        </p:spPr>
      </p:pic>
      <p:pic>
        <p:nvPicPr>
          <p:cNvPr id="13" name="Picture 12">
            <a:extLst>
              <a:ext uri="{FF2B5EF4-FFF2-40B4-BE49-F238E27FC236}">
                <a16:creationId xmlns:a16="http://schemas.microsoft.com/office/drawing/2014/main" id="{D1614FC2-C612-8EE5-6B94-5E43F8C0B9E7}"/>
              </a:ext>
            </a:extLst>
          </p:cNvPr>
          <p:cNvPicPr>
            <a:picLocks noChangeAspect="1"/>
          </p:cNvPicPr>
          <p:nvPr/>
        </p:nvPicPr>
        <p:blipFill>
          <a:blip r:embed="rId5"/>
          <a:stretch>
            <a:fillRect/>
          </a:stretch>
        </p:blipFill>
        <p:spPr>
          <a:xfrm>
            <a:off x="5472324" y="1816987"/>
            <a:ext cx="6719656" cy="4818577"/>
          </a:xfrm>
          <a:prstGeom prst="rect">
            <a:avLst/>
          </a:prstGeom>
        </p:spPr>
      </p:pic>
      <p:sp>
        <p:nvSpPr>
          <p:cNvPr id="5" name="Title 1">
            <a:extLst>
              <a:ext uri="{FF2B5EF4-FFF2-40B4-BE49-F238E27FC236}">
                <a16:creationId xmlns:a16="http://schemas.microsoft.com/office/drawing/2014/main" id="{136FE037-7062-730A-520A-1321EE2B43BB}"/>
              </a:ext>
            </a:extLst>
          </p:cNvPr>
          <p:cNvSpPr txBox="1">
            <a:spLocks/>
          </p:cNvSpPr>
          <p:nvPr/>
        </p:nvSpPr>
        <p:spPr>
          <a:xfrm>
            <a:off x="-86065" y="39872"/>
            <a:ext cx="12403572" cy="4684653"/>
          </a:xfrm>
          <a:prstGeom prst="rect">
            <a:avLst/>
          </a:prstGeom>
        </p:spPr>
        <p:txBody>
          <a:bodyPr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3500" dirty="0"/>
              <a:t>The glider in the picture is currently 60km above the ground needs to make it over the mountain 60km ahead and 40km above the ground. What can the glider do?</a:t>
            </a:r>
          </a:p>
          <a:p>
            <a:endParaRPr lang="en-US" sz="3500" dirty="0"/>
          </a:p>
          <a:p>
            <a:r>
              <a:rPr lang="en-US" sz="3500" dirty="0"/>
              <a:t>I) Decrease </a:t>
            </a:r>
            <a:r>
              <a:rPr lang="en-US" sz="3500" dirty="0" err="1"/>
              <a:t>AoA</a:t>
            </a:r>
            <a:endParaRPr lang="en-US" sz="3500" dirty="0"/>
          </a:p>
          <a:p>
            <a:r>
              <a:rPr lang="en-US" sz="3500" dirty="0"/>
              <a:t>II) Decrease its weight</a:t>
            </a:r>
          </a:p>
          <a:p>
            <a:r>
              <a:rPr lang="en-US" sz="3500" dirty="0"/>
              <a:t>III) Decrease its drag</a:t>
            </a:r>
          </a:p>
        </p:txBody>
      </p:sp>
      <p:sp>
        <p:nvSpPr>
          <p:cNvPr id="24" name="Title 1">
            <a:extLst>
              <a:ext uri="{FF2B5EF4-FFF2-40B4-BE49-F238E27FC236}">
                <a16:creationId xmlns:a16="http://schemas.microsoft.com/office/drawing/2014/main" id="{747CFB26-630F-6939-383D-71AD488DB614}"/>
              </a:ext>
            </a:extLst>
          </p:cNvPr>
          <p:cNvSpPr txBox="1">
            <a:spLocks/>
          </p:cNvSpPr>
          <p:nvPr/>
        </p:nvSpPr>
        <p:spPr>
          <a:xfrm>
            <a:off x="0" y="4764399"/>
            <a:ext cx="10577336" cy="2701535"/>
          </a:xfrm>
          <a:prstGeom prst="rect">
            <a:avLst/>
          </a:prstGeom>
        </p:spPr>
        <p:txBody>
          <a:bodyPr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2800" dirty="0"/>
              <a:t>A) I and II are correct</a:t>
            </a:r>
          </a:p>
          <a:p>
            <a:r>
              <a:rPr lang="en-US" sz="2800" dirty="0"/>
              <a:t>B) II and III are correct</a:t>
            </a:r>
          </a:p>
          <a:p>
            <a:r>
              <a:rPr lang="en-US" sz="2800" dirty="0"/>
              <a:t>C) I and III are correct</a:t>
            </a:r>
            <a:br>
              <a:rPr lang="en-US" sz="2800" dirty="0"/>
            </a:br>
            <a:r>
              <a:rPr lang="en-US" sz="2800" dirty="0"/>
              <a:t>D) Only one of the statements are correct</a:t>
            </a:r>
          </a:p>
          <a:p>
            <a:r>
              <a:rPr lang="en-US" sz="2800" dirty="0"/>
              <a:t>E) All the statements are correct</a:t>
            </a:r>
          </a:p>
        </p:txBody>
      </p:sp>
    </p:spTree>
    <p:extLst>
      <p:ext uri="{BB962C8B-B14F-4D97-AF65-F5344CB8AC3E}">
        <p14:creationId xmlns:p14="http://schemas.microsoft.com/office/powerpoint/2010/main" val="1465244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87B7-2C35-CF5B-9066-1E119A219022}"/>
            </a:ext>
          </a:extLst>
        </p:cNvPr>
        <p:cNvGrpSpPr/>
        <p:nvPr/>
      </p:nvGrpSpPr>
      <p:grpSpPr>
        <a:xfrm>
          <a:off x="0" y="0"/>
          <a:ext cx="0" cy="0"/>
          <a:chOff x="0" y="0"/>
          <a:chExt cx="0" cy="0"/>
        </a:xfrm>
      </p:grpSpPr>
      <p:sp>
        <p:nvSpPr>
          <p:cNvPr id="10" name="Date Placeholder 1">
            <a:extLst>
              <a:ext uri="{FF2B5EF4-FFF2-40B4-BE49-F238E27FC236}">
                <a16:creationId xmlns:a16="http://schemas.microsoft.com/office/drawing/2014/main" id="{3C73975A-781D-9929-E5B2-ECCE58EE4B8C}"/>
              </a:ext>
            </a:extLst>
          </p:cNvPr>
          <p:cNvSpPr>
            <a:spLocks noGrp="1"/>
          </p:cNvSpPr>
          <p:nvPr>
            <p:ph type="dt" sz="half" idx="10"/>
          </p:nvPr>
        </p:nvSpPr>
        <p:spPr>
          <a:xfrm>
            <a:off x="137160" y="6453002"/>
            <a:ext cx="3494314" cy="365125"/>
          </a:xfrm>
        </p:spPr>
        <p:txBody>
          <a:bodyPr/>
          <a:lstStyle/>
          <a:p>
            <a:pPr>
              <a:spcAft>
                <a:spcPts val="600"/>
              </a:spcAft>
            </a:pPr>
            <a:fld id="{961FE8FD-B23E-4E1A-83EF-0847EBEA0105}" type="datetime1">
              <a:rPr lang="en-US" smtClean="0">
                <a:solidFill>
                  <a:srgbClr val="FFFFFF"/>
                </a:solidFill>
                <a:effectLst>
                  <a:outerShdw blurRad="38100" dist="38100" dir="2700000" algn="tl">
                    <a:srgbClr val="000000">
                      <a:alpha val="43137"/>
                    </a:srgbClr>
                  </a:outerShdw>
                </a:effectLst>
              </a:rPr>
              <a:pPr>
                <a:spcAft>
                  <a:spcPts val="600"/>
                </a:spcAft>
              </a:pPr>
              <a:t>5/25/2025</a:t>
            </a:fld>
            <a:endParaRPr lang="en-US">
              <a:solidFill>
                <a:srgbClr val="FFFFFF"/>
              </a:solidFill>
              <a:effectLst>
                <a:outerShdw blurRad="38100" dist="38100" dir="2700000" algn="tl">
                  <a:srgbClr val="000000">
                    <a:alpha val="43137"/>
                  </a:srgbClr>
                </a:outerShdw>
              </a:effectLst>
            </a:endParaRPr>
          </a:p>
        </p:txBody>
      </p:sp>
      <p:sp>
        <p:nvSpPr>
          <p:cNvPr id="12" name="Footer Placeholder 2">
            <a:extLst>
              <a:ext uri="{FF2B5EF4-FFF2-40B4-BE49-F238E27FC236}">
                <a16:creationId xmlns:a16="http://schemas.microsoft.com/office/drawing/2014/main" id="{F92E9A70-B333-D733-051A-1DFE05B784E1}"/>
              </a:ext>
            </a:extLst>
          </p:cNvPr>
          <p:cNvSpPr>
            <a:spLocks noGrp="1"/>
          </p:cNvSpPr>
          <p:nvPr>
            <p:ph type="ftr" sz="quarter" idx="11"/>
          </p:nvPr>
        </p:nvSpPr>
        <p:spPr>
          <a:xfrm>
            <a:off x="8876521" y="6453002"/>
            <a:ext cx="2805405" cy="365125"/>
          </a:xfrm>
        </p:spPr>
        <p:txBody>
          <a:bodyPr/>
          <a:lstStyle/>
          <a:p>
            <a:pPr>
              <a:spcAft>
                <a:spcPts val="600"/>
              </a:spcAft>
            </a:pPr>
            <a:r>
              <a:rPr lang="en-US">
                <a:solidFill>
                  <a:srgbClr val="FFFFFF"/>
                </a:solidFill>
                <a:effectLst>
                  <a:outerShdw blurRad="38100" dist="38100" dir="2700000" algn="tl">
                    <a:srgbClr val="000000">
                      <a:alpha val="43137"/>
                    </a:srgbClr>
                  </a:outerShdw>
                </a:effectLst>
              </a:rPr>
              <a:t>Sample Footer Text</a:t>
            </a:r>
          </a:p>
        </p:txBody>
      </p:sp>
      <p:sp>
        <p:nvSpPr>
          <p:cNvPr id="14" name="Slide Number Placeholder 3">
            <a:extLst>
              <a:ext uri="{FF2B5EF4-FFF2-40B4-BE49-F238E27FC236}">
                <a16:creationId xmlns:a16="http://schemas.microsoft.com/office/drawing/2014/main" id="{E0FA5520-8F1A-294B-DE68-D737D4F6A4F5}"/>
              </a:ext>
            </a:extLst>
          </p:cNvPr>
          <p:cNvSpPr>
            <a:spLocks noGrp="1"/>
          </p:cNvSpPr>
          <p:nvPr>
            <p:ph type="sldNum" sz="quarter" idx="12"/>
          </p:nvPr>
        </p:nvSpPr>
        <p:spPr>
          <a:xfrm>
            <a:off x="11632162" y="6453002"/>
            <a:ext cx="429207" cy="365125"/>
          </a:xfrm>
        </p:spPr>
        <p:txBody>
          <a:bodyPr/>
          <a:lstStyle/>
          <a:p>
            <a:pPr>
              <a:spcAft>
                <a:spcPts val="600"/>
              </a:spcAft>
            </a:pPr>
            <a:fld id="{CC057153-B650-4DEB-B370-79DDCFDCE934}" type="slidenum">
              <a:rPr lang="en-US" smtClean="0">
                <a:solidFill>
                  <a:srgbClr val="FFFFFF"/>
                </a:solidFill>
                <a:effectLst>
                  <a:outerShdw blurRad="38100" dist="38100" dir="2700000" algn="tl">
                    <a:srgbClr val="000000">
                      <a:alpha val="43137"/>
                    </a:srgbClr>
                  </a:outerShdw>
                </a:effectLst>
              </a:rPr>
              <a:pPr>
                <a:spcAft>
                  <a:spcPts val="600"/>
                </a:spcAft>
              </a:pPr>
              <a:t>14</a:t>
            </a:fld>
            <a:endParaRPr lang="en-US">
              <a:solidFill>
                <a:srgbClr val="FFFFFF"/>
              </a:solidFill>
              <a:effectLst>
                <a:outerShdw blurRad="38100" dist="38100" dir="2700000" algn="tl">
                  <a:srgbClr val="000000">
                    <a:alpha val="43137"/>
                  </a:srgbClr>
                </a:outerShdw>
              </a:effectLst>
            </a:endParaRPr>
          </a:p>
        </p:txBody>
      </p:sp>
      <p:pic>
        <p:nvPicPr>
          <p:cNvPr id="6" name="Content Placeholder 4" descr="An airplane flying in the sky&#10;&#10;Description automatically generated">
            <a:extLst>
              <a:ext uri="{FF2B5EF4-FFF2-40B4-BE49-F238E27FC236}">
                <a16:creationId xmlns:a16="http://schemas.microsoft.com/office/drawing/2014/main" id="{FF188198-E3C6-9000-56DF-5D7087480FE1}"/>
              </a:ext>
            </a:extLst>
          </p:cNvPr>
          <p:cNvPicPr>
            <a:picLocks noChangeAspect="1"/>
          </p:cNvPicPr>
          <p:nvPr/>
        </p:nvPicPr>
        <p:blipFill rotWithShape="1">
          <a:blip r:embed="rId3">
            <a:alphaModFix amt="39000"/>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5730"/>
          <a:stretch/>
        </p:blipFill>
        <p:spPr>
          <a:xfrm>
            <a:off x="20" y="10"/>
            <a:ext cx="12191980" cy="6857990"/>
          </a:xfrm>
          <a:prstGeom prst="rect">
            <a:avLst/>
          </a:prstGeom>
          <a:noFill/>
        </p:spPr>
      </p:pic>
      <p:sp>
        <p:nvSpPr>
          <p:cNvPr id="5" name="Title 1">
            <a:extLst>
              <a:ext uri="{FF2B5EF4-FFF2-40B4-BE49-F238E27FC236}">
                <a16:creationId xmlns:a16="http://schemas.microsoft.com/office/drawing/2014/main" id="{536037F4-D577-485B-4606-04E0F898B7D9}"/>
              </a:ext>
            </a:extLst>
          </p:cNvPr>
          <p:cNvSpPr txBox="1">
            <a:spLocks/>
          </p:cNvSpPr>
          <p:nvPr/>
        </p:nvSpPr>
        <p:spPr>
          <a:xfrm>
            <a:off x="-86066" y="39873"/>
            <a:ext cx="12414329" cy="6884356"/>
          </a:xfrm>
          <a:prstGeom prst="rect">
            <a:avLst/>
          </a:prstGeom>
        </p:spPr>
        <p:txBody>
          <a:bodyPr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3500" dirty="0"/>
              <a:t>The glider in the picture is currently 60km above the ground needs to make it over the mountain 60km ahead and 40km above the ground. What can the glider do?</a:t>
            </a:r>
          </a:p>
          <a:p>
            <a:br>
              <a:rPr lang="en-US" sz="3500" dirty="0"/>
            </a:br>
            <a:r>
              <a:rPr lang="en-US" sz="3500" dirty="0"/>
              <a:t>I) Decrease </a:t>
            </a:r>
            <a:r>
              <a:rPr lang="en-US" sz="3500" dirty="0" err="1"/>
              <a:t>AoA</a:t>
            </a:r>
            <a:endParaRPr lang="en-US" sz="3500" dirty="0"/>
          </a:p>
          <a:p>
            <a:r>
              <a:rPr lang="en-US" sz="3500" dirty="0"/>
              <a:t>II) Decrease its weight</a:t>
            </a:r>
          </a:p>
          <a:p>
            <a:r>
              <a:rPr lang="en-US" sz="3500" dirty="0"/>
              <a:t>III) Decrease its drag</a:t>
            </a:r>
            <a:br>
              <a:rPr lang="en-US" sz="3500" dirty="0"/>
            </a:br>
            <a:endParaRPr lang="en-US" sz="3500" dirty="0"/>
          </a:p>
          <a:p>
            <a:endParaRPr lang="en-US" sz="2800" dirty="0"/>
          </a:p>
        </p:txBody>
      </p:sp>
      <p:pic>
        <p:nvPicPr>
          <p:cNvPr id="13" name="Picture 12">
            <a:extLst>
              <a:ext uri="{FF2B5EF4-FFF2-40B4-BE49-F238E27FC236}">
                <a16:creationId xmlns:a16="http://schemas.microsoft.com/office/drawing/2014/main" id="{F9DDAD77-A356-E1B7-2299-D286D721EC6D}"/>
              </a:ext>
            </a:extLst>
          </p:cNvPr>
          <p:cNvPicPr>
            <a:picLocks noChangeAspect="1"/>
          </p:cNvPicPr>
          <p:nvPr/>
        </p:nvPicPr>
        <p:blipFill>
          <a:blip r:embed="rId5"/>
          <a:stretch>
            <a:fillRect/>
          </a:stretch>
        </p:blipFill>
        <p:spPr>
          <a:xfrm>
            <a:off x="7875372" y="1551919"/>
            <a:ext cx="4316608" cy="3095383"/>
          </a:xfrm>
          <a:prstGeom prst="rect">
            <a:avLst/>
          </a:prstGeom>
        </p:spPr>
      </p:pic>
      <p:sp>
        <p:nvSpPr>
          <p:cNvPr id="24" name="Title 1">
            <a:extLst>
              <a:ext uri="{FF2B5EF4-FFF2-40B4-BE49-F238E27FC236}">
                <a16:creationId xmlns:a16="http://schemas.microsoft.com/office/drawing/2014/main" id="{0A6420DC-4865-788E-2354-299789BA9C1B}"/>
              </a:ext>
            </a:extLst>
          </p:cNvPr>
          <p:cNvSpPr txBox="1">
            <a:spLocks/>
          </p:cNvSpPr>
          <p:nvPr/>
        </p:nvSpPr>
        <p:spPr>
          <a:xfrm>
            <a:off x="0" y="5467359"/>
            <a:ext cx="10577336" cy="2701535"/>
          </a:xfrm>
          <a:prstGeom prst="rect">
            <a:avLst/>
          </a:prstGeom>
        </p:spPr>
        <p:txBody>
          <a:bodyPr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endParaRPr lang="en-US" sz="2000" dirty="0"/>
          </a:p>
        </p:txBody>
      </p:sp>
      <p:sp>
        <p:nvSpPr>
          <p:cNvPr id="2" name="TextBox 1">
            <a:extLst>
              <a:ext uri="{FF2B5EF4-FFF2-40B4-BE49-F238E27FC236}">
                <a16:creationId xmlns:a16="http://schemas.microsoft.com/office/drawing/2014/main" id="{497164B9-A4DE-11A8-30CD-C648E5C181E2}"/>
              </a:ext>
            </a:extLst>
          </p:cNvPr>
          <p:cNvSpPr txBox="1"/>
          <p:nvPr/>
        </p:nvSpPr>
        <p:spPr>
          <a:xfrm>
            <a:off x="87274" y="4234907"/>
            <a:ext cx="11551295" cy="2400657"/>
          </a:xfrm>
          <a:prstGeom prst="rect">
            <a:avLst/>
          </a:prstGeom>
          <a:noFill/>
        </p:spPr>
        <p:txBody>
          <a:bodyPr wrap="square" rtlCol="0">
            <a:spAutoFit/>
          </a:bodyPr>
          <a:lstStyle/>
          <a:p>
            <a:r>
              <a:rPr lang="en-CA" sz="3000" b="1" dirty="0"/>
              <a:t>D) Only one of the statements are correct</a:t>
            </a:r>
          </a:p>
          <a:p>
            <a:r>
              <a:rPr lang="en-CA" sz="3000" b="1" dirty="0"/>
              <a:t>Decreasing </a:t>
            </a:r>
            <a:r>
              <a:rPr lang="en-CA" sz="3000" b="1" dirty="0" err="1"/>
              <a:t>AoA</a:t>
            </a:r>
            <a:r>
              <a:rPr lang="en-CA" sz="3000" b="1" dirty="0"/>
              <a:t> lowers lift (false)</a:t>
            </a:r>
          </a:p>
          <a:p>
            <a:r>
              <a:rPr lang="en-CA" sz="3000" b="1" dirty="0"/>
              <a:t>Decreasing weight would allow glider to make it (true)</a:t>
            </a:r>
          </a:p>
          <a:p>
            <a:r>
              <a:rPr lang="en-CA" sz="3000" b="1" dirty="0"/>
              <a:t>Decreasing drag to 0 would still not allow glider to make it as 40 forward over 20 down would not be enough (false)</a:t>
            </a:r>
            <a:endParaRPr lang="en-CA" dirty="0"/>
          </a:p>
        </p:txBody>
      </p:sp>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70D9EFA6-B760-B8C5-F52F-A1E53CEABB26}"/>
                  </a:ext>
                </a:extLst>
              </p14:cNvPr>
              <p14:cNvContentPartPr/>
              <p14:nvPr/>
            </p14:nvContentPartPr>
            <p14:xfrm>
              <a:off x="1172562" y="5497115"/>
              <a:ext cx="360" cy="360"/>
            </p14:xfrm>
          </p:contentPart>
        </mc:Choice>
        <mc:Fallback xmlns="">
          <p:pic>
            <p:nvPicPr>
              <p:cNvPr id="3" name="Ink 2">
                <a:extLst>
                  <a:ext uri="{FF2B5EF4-FFF2-40B4-BE49-F238E27FC236}">
                    <a16:creationId xmlns:a16="http://schemas.microsoft.com/office/drawing/2014/main" id="{70D9EFA6-B760-B8C5-F52F-A1E53CEABB26}"/>
                  </a:ext>
                </a:extLst>
              </p:cNvPr>
              <p:cNvPicPr/>
              <p:nvPr/>
            </p:nvPicPr>
            <p:blipFill>
              <a:blip r:embed="rId7"/>
              <a:stretch>
                <a:fillRect/>
              </a:stretch>
            </p:blipFill>
            <p:spPr>
              <a:xfrm>
                <a:off x="1118562" y="5389115"/>
                <a:ext cx="108000" cy="216000"/>
              </a:xfrm>
              <a:prstGeom prst="rect">
                <a:avLst/>
              </a:prstGeom>
            </p:spPr>
          </p:pic>
        </mc:Fallback>
      </mc:AlternateContent>
    </p:spTree>
    <p:extLst>
      <p:ext uri="{BB962C8B-B14F-4D97-AF65-F5344CB8AC3E}">
        <p14:creationId xmlns:p14="http://schemas.microsoft.com/office/powerpoint/2010/main" val="25124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AEB5848-9899-942F-0ED0-91A2546836A8}"/>
              </a:ext>
            </a:extLst>
          </p:cNvPr>
          <p:cNvPicPr>
            <a:picLocks noChangeAspect="1"/>
          </p:cNvPicPr>
          <p:nvPr/>
        </p:nvPicPr>
        <p:blipFill>
          <a:blip r:embed="rId2"/>
          <a:stretch>
            <a:fillRect/>
          </a:stretch>
        </p:blipFill>
        <p:spPr>
          <a:xfrm>
            <a:off x="16899" y="0"/>
            <a:ext cx="12158202" cy="6858000"/>
          </a:xfrm>
          <a:prstGeom prst="rect">
            <a:avLst/>
          </a:prstGeom>
        </p:spPr>
      </p:pic>
      <p:sp>
        <p:nvSpPr>
          <p:cNvPr id="2" name="Title 1">
            <a:extLst>
              <a:ext uri="{FF2B5EF4-FFF2-40B4-BE49-F238E27FC236}">
                <a16:creationId xmlns:a16="http://schemas.microsoft.com/office/drawing/2014/main" id="{53FAD3E1-83F2-90BC-DB8D-D1474431ED3F}"/>
              </a:ext>
            </a:extLst>
          </p:cNvPr>
          <p:cNvSpPr>
            <a:spLocks noGrp="1"/>
          </p:cNvSpPr>
          <p:nvPr>
            <p:ph type="title"/>
          </p:nvPr>
        </p:nvSpPr>
        <p:spPr/>
        <p:txBody>
          <a:bodyPr>
            <a:normAutofit fontScale="90000"/>
          </a:bodyPr>
          <a:lstStyle/>
          <a:p>
            <a:r>
              <a:rPr lang="en-US" dirty="0"/>
              <a:t>TP7 Explain That Thrust and Lift Allow an Aircraft To Fly by Overcoming Drag and Weight</a:t>
            </a:r>
            <a:endParaRPr lang="en-CA" dirty="0"/>
          </a:p>
        </p:txBody>
      </p:sp>
      <p:sp>
        <p:nvSpPr>
          <p:cNvPr id="3" name="Content Placeholder 2">
            <a:extLst>
              <a:ext uri="{FF2B5EF4-FFF2-40B4-BE49-F238E27FC236}">
                <a16:creationId xmlns:a16="http://schemas.microsoft.com/office/drawing/2014/main" id="{D142E53C-E356-6C39-0509-88264B1BD3AA}"/>
              </a:ext>
            </a:extLst>
          </p:cNvPr>
          <p:cNvSpPr>
            <a:spLocks noGrp="1"/>
          </p:cNvSpPr>
          <p:nvPr>
            <p:ph idx="1"/>
          </p:nvPr>
        </p:nvSpPr>
        <p:spPr/>
        <p:txBody>
          <a:bodyPr>
            <a:normAutofit/>
          </a:bodyPr>
          <a:lstStyle/>
          <a:p>
            <a:r>
              <a:rPr lang="en-US" sz="2400" dirty="0"/>
              <a:t>A glider can fly even though it does not </a:t>
            </a:r>
            <a:r>
              <a:rPr lang="en-US" sz="2400" b="1" u="sng" dirty="0"/>
              <a:t>produce its own thrust</a:t>
            </a:r>
            <a:r>
              <a:rPr lang="en-US" sz="2400" dirty="0"/>
              <a:t>. </a:t>
            </a:r>
          </a:p>
          <a:p>
            <a:r>
              <a:rPr lang="en-US" sz="2400" dirty="0"/>
              <a:t>It can fly even though its </a:t>
            </a:r>
            <a:r>
              <a:rPr lang="en-US" sz="2400" b="1" u="sng" dirty="0"/>
              <a:t>weight is greater than its lift</a:t>
            </a:r>
            <a:r>
              <a:rPr lang="en-US" sz="2400" dirty="0"/>
              <a:t>. </a:t>
            </a:r>
          </a:p>
          <a:p>
            <a:r>
              <a:rPr lang="en-US" sz="2400" dirty="0"/>
              <a:t>However, in the Earth’s gravity, its flight is </a:t>
            </a:r>
            <a:r>
              <a:rPr lang="en-US" sz="2400" b="1" u="sng" dirty="0"/>
              <a:t>limited by atmospheric conditions and the pilot’s skill</a:t>
            </a:r>
            <a:r>
              <a:rPr lang="en-US" sz="2400" dirty="0"/>
              <a:t>. On a day without wind, even the most skillful pilot will soon return to Earth after being released. </a:t>
            </a:r>
          </a:p>
          <a:p>
            <a:r>
              <a:rPr lang="en-US" sz="2400" dirty="0"/>
              <a:t>With a powered aircraft, descent can be delayed by </a:t>
            </a:r>
            <a:r>
              <a:rPr lang="en-US" sz="2400" b="1" u="sng" dirty="0"/>
              <a:t>turning the energy of burning fuel into thrust</a:t>
            </a:r>
            <a:r>
              <a:rPr lang="en-US" sz="2400" dirty="0"/>
              <a:t> because thrust can then be </a:t>
            </a:r>
            <a:r>
              <a:rPr lang="en-US" sz="2400" b="1" u="sng" dirty="0"/>
              <a:t>turned into lift by the aircraft’s wings</a:t>
            </a:r>
            <a:r>
              <a:rPr lang="en-US" sz="2400" dirty="0"/>
              <a:t>. </a:t>
            </a:r>
            <a:endParaRPr lang="en-CA" sz="2400" dirty="0"/>
          </a:p>
        </p:txBody>
      </p:sp>
    </p:spTree>
    <p:extLst>
      <p:ext uri="{BB962C8B-B14F-4D97-AF65-F5344CB8AC3E}">
        <p14:creationId xmlns:p14="http://schemas.microsoft.com/office/powerpoint/2010/main" val="2277967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DB697-C906-7079-07E7-97A63C1E050F}"/>
              </a:ext>
            </a:extLst>
          </p:cNvPr>
          <p:cNvSpPr>
            <a:spLocks noGrp="1"/>
          </p:cNvSpPr>
          <p:nvPr>
            <p:ph type="title"/>
          </p:nvPr>
        </p:nvSpPr>
        <p:spPr/>
        <p:txBody>
          <a:bodyPr/>
          <a:lstStyle/>
          <a:p>
            <a:r>
              <a:rPr lang="en-CA" dirty="0"/>
              <a:t>What is the most correct sequence required for a powered aircraft to generate lift.</a:t>
            </a:r>
          </a:p>
        </p:txBody>
      </p:sp>
      <p:sp>
        <p:nvSpPr>
          <p:cNvPr id="3" name="Content Placeholder 2">
            <a:extLst>
              <a:ext uri="{FF2B5EF4-FFF2-40B4-BE49-F238E27FC236}">
                <a16:creationId xmlns:a16="http://schemas.microsoft.com/office/drawing/2014/main" id="{3E44597D-A454-B6BC-44A1-C88E5451BBB6}"/>
              </a:ext>
            </a:extLst>
          </p:cNvPr>
          <p:cNvSpPr>
            <a:spLocks noGrp="1"/>
          </p:cNvSpPr>
          <p:nvPr>
            <p:ph idx="1"/>
          </p:nvPr>
        </p:nvSpPr>
        <p:spPr>
          <a:xfrm>
            <a:off x="612647" y="1715532"/>
            <a:ext cx="11231522" cy="4593828"/>
          </a:xfrm>
        </p:spPr>
        <p:txBody>
          <a:bodyPr/>
          <a:lstStyle/>
          <a:p>
            <a:pPr marL="0" indent="0">
              <a:buNone/>
            </a:pPr>
            <a:r>
              <a:rPr lang="en-CA" dirty="0"/>
              <a:t>A) </a:t>
            </a:r>
            <a:r>
              <a:rPr lang="en-CA" dirty="0" err="1"/>
              <a:t>Engine</a:t>
            </a:r>
            <a:r>
              <a:rPr lang="en-CA" dirty="0" err="1">
                <a:sym typeface="Wingdings" panose="05000000000000000000" pitchFamily="2" charset="2"/>
              </a:rPr>
              <a:t>airspeedthrustNewton’s</a:t>
            </a:r>
            <a:r>
              <a:rPr lang="en-CA" dirty="0">
                <a:sym typeface="Wingdings" panose="05000000000000000000" pitchFamily="2" charset="2"/>
              </a:rPr>
              <a:t> third law of </a:t>
            </a:r>
            <a:r>
              <a:rPr lang="en-CA" dirty="0" err="1">
                <a:sym typeface="Wingdings" panose="05000000000000000000" pitchFamily="2" charset="2"/>
              </a:rPr>
              <a:t>motionWingsLift</a:t>
            </a:r>
            <a:br>
              <a:rPr lang="en-CA" dirty="0"/>
            </a:br>
            <a:r>
              <a:rPr lang="en-CA" dirty="0"/>
              <a:t>B) </a:t>
            </a:r>
            <a:r>
              <a:rPr lang="en-CA" dirty="0" err="1"/>
              <a:t>AoA</a:t>
            </a:r>
            <a:r>
              <a:rPr lang="en-CA" dirty="0" err="1">
                <a:sym typeface="Wingdings" panose="05000000000000000000" pitchFamily="2" charset="2"/>
              </a:rPr>
              <a:t>airspeed</a:t>
            </a:r>
            <a:r>
              <a:rPr lang="en-CA" dirty="0" err="1"/>
              <a:t>Engine</a:t>
            </a:r>
            <a:r>
              <a:rPr lang="en-CA" dirty="0" err="1">
                <a:sym typeface="Wingdings" panose="05000000000000000000" pitchFamily="2" charset="2"/>
              </a:rPr>
              <a:t>Wingspressure</a:t>
            </a:r>
            <a:r>
              <a:rPr lang="en-CA" dirty="0">
                <a:sym typeface="Wingdings" panose="05000000000000000000" pitchFamily="2" charset="2"/>
              </a:rPr>
              <a:t> </a:t>
            </a:r>
            <a:r>
              <a:rPr lang="en-CA" dirty="0" err="1">
                <a:sym typeface="Wingdings" panose="05000000000000000000" pitchFamily="2" charset="2"/>
              </a:rPr>
              <a:t>differenceLift</a:t>
            </a:r>
            <a:br>
              <a:rPr lang="en-CA" dirty="0"/>
            </a:br>
            <a:r>
              <a:rPr lang="en-CA" dirty="0"/>
              <a:t>C) </a:t>
            </a:r>
            <a:r>
              <a:rPr lang="en-CA" dirty="0" err="1"/>
              <a:t>Engine</a:t>
            </a:r>
            <a:r>
              <a:rPr lang="en-CA" dirty="0" err="1">
                <a:sym typeface="Wingdings" panose="05000000000000000000" pitchFamily="2" charset="2"/>
              </a:rPr>
              <a:t>airspeedBernoulli’s</a:t>
            </a:r>
            <a:r>
              <a:rPr lang="en-CA" dirty="0">
                <a:sym typeface="Wingdings" panose="05000000000000000000" pitchFamily="2" charset="2"/>
              </a:rPr>
              <a:t> </a:t>
            </a:r>
            <a:r>
              <a:rPr lang="en-CA" dirty="0" err="1">
                <a:sym typeface="Wingdings" panose="05000000000000000000" pitchFamily="2" charset="2"/>
              </a:rPr>
              <a:t>principlethrustLift</a:t>
            </a:r>
            <a:br>
              <a:rPr lang="en-CA" dirty="0">
                <a:sym typeface="Wingdings" panose="05000000000000000000" pitchFamily="2" charset="2"/>
              </a:rPr>
            </a:br>
            <a:r>
              <a:rPr lang="en-CA" dirty="0">
                <a:sym typeface="Wingdings" panose="05000000000000000000" pitchFamily="2" charset="2"/>
              </a:rPr>
              <a:t>D) </a:t>
            </a:r>
            <a:r>
              <a:rPr lang="en-CA" dirty="0" err="1"/>
              <a:t>AoA</a:t>
            </a:r>
            <a:r>
              <a:rPr lang="en-CA" dirty="0" err="1">
                <a:sym typeface="Wingdings" panose="05000000000000000000" pitchFamily="2" charset="2"/>
              </a:rPr>
              <a:t></a:t>
            </a:r>
            <a:r>
              <a:rPr lang="en-CA" dirty="0" err="1"/>
              <a:t>Engine</a:t>
            </a:r>
            <a:r>
              <a:rPr lang="en-CA" dirty="0" err="1">
                <a:sym typeface="Wingdings" panose="05000000000000000000" pitchFamily="2" charset="2"/>
              </a:rPr>
              <a:t>thrustBernoulli’s</a:t>
            </a:r>
            <a:r>
              <a:rPr lang="en-CA" dirty="0">
                <a:sym typeface="Wingdings" panose="05000000000000000000" pitchFamily="2" charset="2"/>
              </a:rPr>
              <a:t> </a:t>
            </a:r>
            <a:r>
              <a:rPr lang="en-CA" dirty="0" err="1">
                <a:sym typeface="Wingdings" panose="05000000000000000000" pitchFamily="2" charset="2"/>
              </a:rPr>
              <a:t>principleWingsLift</a:t>
            </a:r>
            <a:br>
              <a:rPr lang="en-CA" dirty="0"/>
            </a:br>
            <a:r>
              <a:rPr lang="en-CA" dirty="0"/>
              <a:t>E) </a:t>
            </a:r>
            <a:r>
              <a:rPr lang="en-CA" dirty="0" err="1"/>
              <a:t>Engine</a:t>
            </a:r>
            <a:r>
              <a:rPr lang="en-CA" dirty="0" err="1">
                <a:sym typeface="Wingdings" panose="05000000000000000000" pitchFamily="2" charset="2"/>
              </a:rPr>
              <a:t>thrustNewton’s</a:t>
            </a:r>
            <a:r>
              <a:rPr lang="en-CA" dirty="0">
                <a:sym typeface="Wingdings" panose="05000000000000000000" pitchFamily="2" charset="2"/>
              </a:rPr>
              <a:t> first law of </a:t>
            </a:r>
            <a:r>
              <a:rPr lang="en-CA" dirty="0" err="1">
                <a:sym typeface="Wingdings" panose="05000000000000000000" pitchFamily="2" charset="2"/>
              </a:rPr>
              <a:t>motionpressure</a:t>
            </a:r>
            <a:r>
              <a:rPr lang="en-CA" dirty="0">
                <a:sym typeface="Wingdings" panose="05000000000000000000" pitchFamily="2" charset="2"/>
              </a:rPr>
              <a:t> </a:t>
            </a:r>
            <a:r>
              <a:rPr lang="en-CA" dirty="0" err="1">
                <a:sym typeface="Wingdings" panose="05000000000000000000" pitchFamily="2" charset="2"/>
              </a:rPr>
              <a:t>differenceLift</a:t>
            </a:r>
            <a:endParaRPr lang="en-CA" dirty="0"/>
          </a:p>
          <a:p>
            <a:pPr marL="0" indent="0">
              <a:buNone/>
            </a:pPr>
            <a:endParaRPr lang="en-CA" dirty="0"/>
          </a:p>
          <a:p>
            <a:pPr marL="0" indent="0">
              <a:buNone/>
            </a:pPr>
            <a:r>
              <a:rPr lang="en-CA" dirty="0" err="1"/>
              <a:t>AoA</a:t>
            </a:r>
            <a:r>
              <a:rPr lang="en-CA" dirty="0" err="1">
                <a:sym typeface="Wingdings" panose="05000000000000000000" pitchFamily="2" charset="2"/>
              </a:rPr>
              <a:t>EnginethrustairspeedBernoulli’s</a:t>
            </a:r>
            <a:r>
              <a:rPr lang="en-CA" dirty="0">
                <a:sym typeface="Wingdings" panose="05000000000000000000" pitchFamily="2" charset="2"/>
              </a:rPr>
              <a:t> </a:t>
            </a:r>
            <a:r>
              <a:rPr lang="en-CA" dirty="0" err="1">
                <a:sym typeface="Wingdings" panose="05000000000000000000" pitchFamily="2" charset="2"/>
              </a:rPr>
              <a:t>principleWingspressure</a:t>
            </a:r>
            <a:r>
              <a:rPr lang="en-CA" dirty="0">
                <a:sym typeface="Wingdings" panose="05000000000000000000" pitchFamily="2" charset="2"/>
              </a:rPr>
              <a:t> </a:t>
            </a:r>
            <a:r>
              <a:rPr lang="en-CA" dirty="0" err="1">
                <a:sym typeface="Wingdings" panose="05000000000000000000" pitchFamily="2" charset="2"/>
              </a:rPr>
              <a:t>differenceLift</a:t>
            </a:r>
            <a:endParaRPr lang="en-CA" dirty="0"/>
          </a:p>
        </p:txBody>
      </p:sp>
    </p:spTree>
    <p:extLst>
      <p:ext uri="{BB962C8B-B14F-4D97-AF65-F5344CB8AC3E}">
        <p14:creationId xmlns:p14="http://schemas.microsoft.com/office/powerpoint/2010/main" val="1551632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CC16B-6894-E8DF-8F11-ABAC664F2C44}"/>
              </a:ext>
            </a:extLst>
          </p:cNvPr>
          <p:cNvSpPr>
            <a:spLocks noGrp="1"/>
          </p:cNvSpPr>
          <p:nvPr>
            <p:ph type="title"/>
          </p:nvPr>
        </p:nvSpPr>
        <p:spPr/>
        <p:txBody>
          <a:bodyPr>
            <a:normAutofit fontScale="90000"/>
          </a:bodyPr>
          <a:lstStyle/>
          <a:p>
            <a:r>
              <a:rPr lang="en-CA" dirty="0"/>
              <a:t>Conclusion – EOM231.01</a:t>
            </a:r>
            <a:r>
              <a:rPr lang="en-US" sz="3600" dirty="0"/>
              <a:t> IDENTIFY THE FOUR FORCES THAT ACT UPON AN AIRCRAFT</a:t>
            </a:r>
            <a:br>
              <a:rPr lang="en-CA" dirty="0"/>
            </a:br>
            <a:endParaRPr lang="en-CA" dirty="0"/>
          </a:p>
        </p:txBody>
      </p:sp>
      <p:sp>
        <p:nvSpPr>
          <p:cNvPr id="5" name="Content Placeholder 4">
            <a:extLst>
              <a:ext uri="{FF2B5EF4-FFF2-40B4-BE49-F238E27FC236}">
                <a16:creationId xmlns:a16="http://schemas.microsoft.com/office/drawing/2014/main" id="{68C324C0-0B4E-5216-B03F-29284B803960}"/>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603524027"/>
      </p:ext>
    </p:extLst>
  </p:cSld>
  <p:clrMapOvr>
    <a:masterClrMapping/>
  </p:clrMapOvr>
</p:sld>
</file>

<file path=ppt/theme/theme1.xml><?xml version="1.0" encoding="utf-8"?>
<a:theme xmlns:a="http://schemas.openxmlformats.org/drawingml/2006/main" name="VanillaVTI">
  <a:themeElements>
    <a:clrScheme name="AnalogousFromLightSeedRightStep">
      <a:dk1>
        <a:srgbClr val="000000"/>
      </a:dk1>
      <a:lt1>
        <a:srgbClr val="FFFFFF"/>
      </a:lt1>
      <a:dk2>
        <a:srgbClr val="242F41"/>
      </a:dk2>
      <a:lt2>
        <a:srgbClr val="E8E5E2"/>
      </a:lt2>
      <a:accent1>
        <a:srgbClr val="67A7E2"/>
      </a:accent1>
      <a:accent2>
        <a:srgbClr val="5967DF"/>
      </a:accent2>
      <a:accent3>
        <a:srgbClr val="9A77E5"/>
      </a:accent3>
      <a:accent4>
        <a:srgbClr val="BB59DF"/>
      </a:accent4>
      <a:accent5>
        <a:srgbClr val="E577D5"/>
      </a:accent5>
      <a:accent6>
        <a:srgbClr val="DF5994"/>
      </a:accent6>
      <a:hlink>
        <a:srgbClr val="9E7D5E"/>
      </a:hlink>
      <a:folHlink>
        <a:srgbClr val="7F7F7F"/>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75568F124B8E64CA160D5286EF7ADE4" ma:contentTypeVersion="4" ma:contentTypeDescription="Create a new document." ma:contentTypeScope="" ma:versionID="34c20954b99212be6e73a87691169e62">
  <xsd:schema xmlns:xsd="http://www.w3.org/2001/XMLSchema" xmlns:xs="http://www.w3.org/2001/XMLSchema" xmlns:p="http://schemas.microsoft.com/office/2006/metadata/properties" xmlns:ns3="f3e0226b-5040-4966-a003-d950b7dfa5d2" targetNamespace="http://schemas.microsoft.com/office/2006/metadata/properties" ma:root="true" ma:fieldsID="b5d9ec6ca01d7d7d8a4aeb4b26a39225" ns3:_="">
    <xsd:import namespace="f3e0226b-5040-4966-a003-d950b7dfa5d2"/>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e0226b-5040-4966-a003-d950b7dfa5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f3e0226b-5040-4966-a003-d950b7dfa5d2" xsi:nil="true"/>
  </documentManagement>
</p:properties>
</file>

<file path=customXml/itemProps1.xml><?xml version="1.0" encoding="utf-8"?>
<ds:datastoreItem xmlns:ds="http://schemas.openxmlformats.org/officeDocument/2006/customXml" ds:itemID="{73584BBB-126F-44B6-AE9E-6448D835D5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e0226b-5040-4966-a003-d950b7dfa5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EAD908F-24C0-4E8B-8302-B2039C581A67}">
  <ds:schemaRefs>
    <ds:schemaRef ds:uri="http://schemas.microsoft.com/sharepoint/v3/contenttype/forms"/>
  </ds:schemaRefs>
</ds:datastoreItem>
</file>

<file path=customXml/itemProps3.xml><?xml version="1.0" encoding="utf-8"?>
<ds:datastoreItem xmlns:ds="http://schemas.openxmlformats.org/officeDocument/2006/customXml" ds:itemID="{C2DF04F3-1060-4566-BBC9-7D1BB3B40CE4}">
  <ds:schemaRefs>
    <ds:schemaRef ds:uri="http://schemas.openxmlformats.org/package/2006/metadata/core-properties"/>
    <ds:schemaRef ds:uri="http://schemas.microsoft.com/office/2006/metadata/properties"/>
    <ds:schemaRef ds:uri="http://schemas.microsoft.com/office/2006/documentManagement/types"/>
    <ds:schemaRef ds:uri="f3e0226b-5040-4966-a003-d950b7dfa5d2"/>
    <ds:schemaRef ds:uri="http://purl.org/dc/elements/1.1/"/>
    <ds:schemaRef ds:uri="http://purl.org/dc/terms/"/>
    <ds:schemaRef ds:uri="http://purl.org/dc/dcmitype/"/>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962</TotalTime>
  <Words>2007</Words>
  <Application>Microsoft Office PowerPoint</Application>
  <PresentationFormat>Widescreen</PresentationFormat>
  <Paragraphs>134</Paragraphs>
  <Slides>17</Slides>
  <Notes>11</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Neue Haas Grotesk Text Pro</vt:lpstr>
      <vt:lpstr>Wingdings</vt:lpstr>
      <vt:lpstr>VanillaVTI</vt:lpstr>
      <vt:lpstr>EO M231.01 – IDENTIFY THE FOUR FORCES THAT ACT UPON AN AIRCRAFT</vt:lpstr>
      <vt:lpstr>PowerPoint Presentation</vt:lpstr>
      <vt:lpstr>TP1 Explain That Every Aircraft Has Weight and That a Glider on Tow Gains Energy As It Gains Altitude </vt:lpstr>
      <vt:lpstr>A glider’s change in height will influence its _____ while its performance is influenced by its _______  A) altitude, pilot B) energy, weight C) altitude, materials D) rate of descent, design E) none of the above</vt:lpstr>
      <vt:lpstr>TP2 Explain That a Glider Experiences Drag From the Air as It Returns to the Earth After Being Released</vt:lpstr>
      <vt:lpstr>An aircraft manufacturer is attempting to improve the performance of its aircrafts and is testing a new design. What should the manufacturer keep in mind when minimizing drag.  A) An aircraft would experience no drag if there was no air B) An aircraft can reduce drag to zero if given the right design C) Emergency parachutes function by pulling on the air below it D) Two of the above are correct E) None of the above are correct </vt:lpstr>
      <vt:lpstr>TP4 Explain That a Descending Glider Converts the Energy of Raised Weight Into Forward Thrust by Acting Upon the Passing Air</vt:lpstr>
      <vt:lpstr>PowerPoint Presentation</vt:lpstr>
      <vt:lpstr>TP5 Explain That a Glider’s Wings Are Designed To Convert the Energy of the Glider’s Descent From Downward Motion To Lift</vt:lpstr>
      <vt:lpstr>PowerPoint Presentation</vt:lpstr>
      <vt:lpstr>PowerPoint Presentation</vt:lpstr>
      <vt:lpstr>TP6 Explain That a Powered Aircraft Has Weight and, When in Flight, Also Experiences Drag, Thrust, and Lift</vt:lpstr>
      <vt:lpstr>PowerPoint Presentation</vt:lpstr>
      <vt:lpstr>PowerPoint Presentation</vt:lpstr>
      <vt:lpstr>TP7 Explain That Thrust and Lift Allow an Aircraft To Fly by Overcoming Drag and Weight</vt:lpstr>
      <vt:lpstr>What is the most correct sequence required for a powered aircraft to generate lift.</vt:lpstr>
      <vt:lpstr>Conclusion – EOM231.01 IDENTIFY THE FOUR FORCES THAT ACT UPON AN AIRCRAFT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 M231.01 – IDENTIFY THE FOUR FORCES THAT ACT UPON AN AIRCRAFT</dc:title>
  <dc:creator>Zhu, Kevin cdt</dc:creator>
  <cp:lastModifiedBy>Kevin Zhu</cp:lastModifiedBy>
  <cp:revision>50</cp:revision>
  <dcterms:created xsi:type="dcterms:W3CDTF">2023-11-21T00:34:52Z</dcterms:created>
  <dcterms:modified xsi:type="dcterms:W3CDTF">2025-05-26T01:58:28Z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0x010100875568F124B8E64CA160D5286EF7ADE4</vt:lpwstr>
  </property>
</Properties>
</file>