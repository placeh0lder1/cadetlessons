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8345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125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130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638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162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466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72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000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516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1353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1203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6362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5690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3197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8626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151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500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1819881-2597-4BCE-A79A-689C557975FD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4F4F3-5341-4100-9CC7-61D907AC8C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91587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10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Basics of Aircraft Axes: Pitch, Yaw and Roll - CalAero">
            <a:extLst>
              <a:ext uri="{FF2B5EF4-FFF2-40B4-BE49-F238E27FC236}">
                <a16:creationId xmlns:a16="http://schemas.microsoft.com/office/drawing/2014/main" id="{A316FFB4-694C-B6C5-ED1B-19833C956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23585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D1E04C-AF15-A788-90DA-4E712E5FA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55195"/>
            <a:ext cx="3402124" cy="2012717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100" dirty="0">
                <a:solidFill>
                  <a:schemeClr val="tx1"/>
                </a:solidFill>
              </a:rPr>
              <a:t>EOM231.04 – DESCRIBE THE AXIAL MOVEMENTS OF AN AIRCRAFT</a:t>
            </a:r>
            <a:endParaRPr lang="en-CA" sz="41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8BFBA-A96F-F35B-37EA-8943839DE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77" y="4626034"/>
            <a:ext cx="3299048" cy="1208141"/>
          </a:xfrm>
        </p:spPr>
        <p:txBody>
          <a:bodyPr>
            <a:normAutofit/>
          </a:bodyPr>
          <a:lstStyle/>
          <a:p>
            <a:pPr algn="l"/>
            <a:endParaRPr lang="en-C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80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8C27-5F6B-80B8-CE04-4D4E1809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TP1 Identify the Three Axes of Aircraft Movement</a:t>
            </a:r>
            <a:endParaRPr lang="en-C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7EB0B3-3EBB-7BC2-BA8A-506EF81B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88" y="2053944"/>
            <a:ext cx="5424055" cy="4351338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All movement of the aircraft takes place around the </a:t>
            </a:r>
            <a:r>
              <a:rPr lang="en-US" sz="2800" dirty="0">
                <a:solidFill>
                  <a:srgbClr val="FF0000"/>
                </a:solidFill>
              </a:rPr>
              <a:t>centre of gravity</a:t>
            </a:r>
          </a:p>
          <a:p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vertical axis </a:t>
            </a:r>
            <a:r>
              <a:rPr lang="en-US" sz="2800" dirty="0"/>
              <a:t>runs vertically through the centre of gravity.</a:t>
            </a:r>
          </a:p>
          <a:p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longitudinal axis </a:t>
            </a:r>
            <a:r>
              <a:rPr lang="en-US" sz="2800" dirty="0"/>
              <a:t>runs lengthwise</a:t>
            </a:r>
          </a:p>
          <a:p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lateral axis </a:t>
            </a:r>
            <a:r>
              <a:rPr lang="en-US" sz="2800" dirty="0"/>
              <a:t>runs from wingtip to wingtip</a:t>
            </a:r>
          </a:p>
          <a:p>
            <a:endParaRPr lang="en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73CD4C-E82F-EACD-092E-20ED2284A22F}"/>
              </a:ext>
            </a:extLst>
          </p:cNvPr>
          <p:cNvSpPr/>
          <p:nvPr/>
        </p:nvSpPr>
        <p:spPr>
          <a:xfrm>
            <a:off x="7481455" y="2068945"/>
            <a:ext cx="1071418" cy="295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884D6A-1A41-29DA-F169-3A6EF5603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945" y="1662979"/>
            <a:ext cx="5858693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2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E451-BFEF-18BB-EEBF-5446EE9B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TP2 Describe the Three Axial Movements</a:t>
            </a:r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F110AE-5D26-F5D0-0441-6A89FA3A3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239" y="3689571"/>
            <a:ext cx="8745170" cy="3172268"/>
          </a:xfrm>
          <a:prstGeom prst="rect">
            <a:avLst/>
          </a:prstGeom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45A63DEF-B2D2-AE6F-E66E-8136C4AD8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647" y="1325563"/>
            <a:ext cx="2923261" cy="233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56CB97C4-7883-0FBD-5F6D-C7F048842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239" y="1338842"/>
            <a:ext cx="2904454" cy="233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392D72EC-D272-7565-5BA6-52B65DF12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193" y="1325563"/>
            <a:ext cx="2904454" cy="234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077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438B-C728-E33B-A93B-98A82223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Axes of movement [5IkPWZjUQlw]">
            <a:hlinkClick r:id="" action="ppaction://media"/>
            <a:extLst>
              <a:ext uri="{FF2B5EF4-FFF2-40B4-BE49-F238E27FC236}">
                <a16:creationId xmlns:a16="http://schemas.microsoft.com/office/drawing/2014/main" id="{B5136D79-E09E-4E58-7D1A-A51B8BF01EC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0624" y="236601"/>
            <a:ext cx="11350752" cy="6384798"/>
          </a:xfrm>
        </p:spPr>
      </p:pic>
    </p:spTree>
    <p:extLst>
      <p:ext uri="{BB962C8B-B14F-4D97-AF65-F5344CB8AC3E}">
        <p14:creationId xmlns:p14="http://schemas.microsoft.com/office/powerpoint/2010/main" val="331620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1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0414-9412-444B-AF47-B61204702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TP3 Simultaneous Axial Movement of an Aircraft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7DCC-7311-F983-60BF-F80E4D96C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Often, aircrafts need to perform 2 or more axial movements during flight maneuvers</a:t>
            </a:r>
          </a:p>
        </p:txBody>
      </p:sp>
    </p:spTree>
    <p:extLst>
      <p:ext uri="{BB962C8B-B14F-4D97-AF65-F5344CB8AC3E}">
        <p14:creationId xmlns:p14="http://schemas.microsoft.com/office/powerpoint/2010/main" val="4276733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C169-B059-7573-ACD4-CCC77BDA4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50DDC-97ED-0D4A-2FF9-517DAC39C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21C11-B425-267B-3C44-09B4C75F3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648" y="2090168"/>
            <a:ext cx="5249008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68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79</TotalTime>
  <Words>80</Words>
  <Application>Microsoft Office PowerPoint</Application>
  <PresentationFormat>Widescreen</PresentationFormat>
  <Paragraphs>9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EOM231.04 – DESCRIBE THE AXIAL MOVEMENTS OF AN AIRCRAFT</vt:lpstr>
      <vt:lpstr>TP1 Identify the Three Axes of Aircraft Movement</vt:lpstr>
      <vt:lpstr>TP2 Describe the Three Axial Movements</vt:lpstr>
      <vt:lpstr>PowerPoint Presentation</vt:lpstr>
      <vt:lpstr>TP3 Simultaneous Axial Movement of an Aircraft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Zhu, Kevin cdt</dc:creator>
  <cp:lastModifiedBy>Kevin Zhu</cp:lastModifiedBy>
  <cp:revision>10</cp:revision>
  <dcterms:created xsi:type="dcterms:W3CDTF">2025-01-02T19:21:59Z</dcterms:created>
  <dcterms:modified xsi:type="dcterms:W3CDTF">2025-05-26T02:02:52Z</dcterms:modified>
</cp:coreProperties>
</file>