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  <p:sldMasterId id="2147483682" r:id="rId2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5143500" type="screen16x9"/>
  <p:notesSz cx="6858000" cy="9144000"/>
  <p:embeddedFontLst>
    <p:embeddedFont>
      <p:font typeface="Asap" panose="020B0604020202020204" charset="0"/>
      <p:regular r:id="rId14"/>
      <p:bold r:id="rId15"/>
      <p:italic r:id="rId16"/>
      <p:boldItalic r:id="rId17"/>
    </p:embeddedFont>
    <p:embeddedFont>
      <p:font typeface="Bebas Neue" panose="020B0606020202050201" pitchFamily="34" charset="0"/>
      <p:regular r:id="rId18"/>
    </p:embeddedFont>
    <p:embeddedFont>
      <p:font typeface="Nunito Light" pitchFamily="2" charset="0"/>
      <p:regular r:id="rId19"/>
    </p:embeddedFont>
    <p:embeddedFont>
      <p:font typeface="Raleway" pitchFamily="2" charset="0"/>
      <p:regular r:id="rId20"/>
      <p:bold r:id="rId21"/>
      <p:italic r:id="rId22"/>
      <p:boldItalic r:id="rId23"/>
    </p:embeddedFont>
    <p:embeddedFont>
      <p:font typeface="Syne" panose="020B0604020202020204" charset="0"/>
      <p:regular r:id="rId24"/>
      <p:bold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6122FAA-5E03-40F1-B703-EE15CDE46E5B}">
  <a:tblStyle styleId="{76122FAA-5E03-40F1-B703-EE15CDE46E5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5" d="100"/>
          <a:sy n="135" d="100"/>
        </p:scale>
        <p:origin x="116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font" Target="fonts/font8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11.fntdata"/><Relationship Id="rId5" Type="http://schemas.openxmlformats.org/officeDocument/2006/relationships/slide" Target="slides/slide3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font" Target="fonts/font6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247904c1019_0_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247904c1019_0_3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247904c1019_0_6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247904c1019_0_6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247904c1019_0_6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247904c1019_0_6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247904c1019_0_6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247904c1019_0_6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247904c1019_0_7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247904c1019_0_7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247904c1019_0_6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247904c1019_0_6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247904c1019_0_6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247904c1019_0_6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247904c1019_0_7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247904c1019_0_7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247904c1019_0_7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247904c1019_0_7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247904c1019_0_1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247904c1019_0_1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://bit.ly/2TtBDfr" TargetMode="Externa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>
            <a:spLocks noGrp="1"/>
          </p:cNvSpPr>
          <p:nvPr>
            <p:ph type="ctrTitle"/>
          </p:nvPr>
        </p:nvSpPr>
        <p:spPr>
          <a:xfrm>
            <a:off x="2817325" y="1297600"/>
            <a:ext cx="5313300" cy="167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14"/>
          <p:cNvSpPr txBox="1">
            <a:spLocks noGrp="1"/>
          </p:cNvSpPr>
          <p:nvPr>
            <p:ph type="subTitle" idx="1"/>
          </p:nvPr>
        </p:nvSpPr>
        <p:spPr>
          <a:xfrm>
            <a:off x="2817325" y="3086006"/>
            <a:ext cx="2549700" cy="75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56" name="Google Shape;56;p14"/>
          <p:cNvGrpSpPr/>
          <p:nvPr/>
        </p:nvGrpSpPr>
        <p:grpSpPr>
          <a:xfrm>
            <a:off x="-674400" y="-2853400"/>
            <a:ext cx="4459203" cy="4665836"/>
            <a:chOff x="-674400" y="-2853400"/>
            <a:chExt cx="4459203" cy="4665836"/>
          </a:xfrm>
        </p:grpSpPr>
        <p:sp>
          <p:nvSpPr>
            <p:cNvPr id="57" name="Google Shape;57;p14"/>
            <p:cNvSpPr/>
            <p:nvPr/>
          </p:nvSpPr>
          <p:spPr>
            <a:xfrm>
              <a:off x="-674400" y="-2853400"/>
              <a:ext cx="4300847" cy="4665836"/>
            </a:xfrm>
            <a:custGeom>
              <a:avLst/>
              <a:gdLst/>
              <a:ahLst/>
              <a:cxnLst/>
              <a:rect l="l" t="t" r="r" b="b"/>
              <a:pathLst>
                <a:path w="91381" h="99136" extrusionOk="0">
                  <a:moveTo>
                    <a:pt x="77092" y="1"/>
                  </a:moveTo>
                  <a:cubicBezTo>
                    <a:pt x="75139" y="1"/>
                    <a:pt x="73192" y="742"/>
                    <a:pt x="71711" y="2223"/>
                  </a:cubicBezTo>
                  <a:lnTo>
                    <a:pt x="5191" y="68755"/>
                  </a:lnTo>
                  <a:cubicBezTo>
                    <a:pt x="1857" y="72065"/>
                    <a:pt x="0" y="76589"/>
                    <a:pt x="36" y="81292"/>
                  </a:cubicBezTo>
                  <a:cubicBezTo>
                    <a:pt x="48" y="86019"/>
                    <a:pt x="1941" y="90555"/>
                    <a:pt x="5298" y="93889"/>
                  </a:cubicBezTo>
                  <a:cubicBezTo>
                    <a:pt x="8800" y="97385"/>
                    <a:pt x="13392" y="99135"/>
                    <a:pt x="17968" y="99135"/>
                  </a:cubicBezTo>
                  <a:cubicBezTo>
                    <a:pt x="22494" y="99135"/>
                    <a:pt x="27005" y="97424"/>
                    <a:pt x="30432" y="93996"/>
                  </a:cubicBezTo>
                  <a:lnTo>
                    <a:pt x="32921" y="91508"/>
                  </a:lnTo>
                  <a:cubicBezTo>
                    <a:pt x="33111" y="91353"/>
                    <a:pt x="33302" y="91186"/>
                    <a:pt x="33480" y="90996"/>
                  </a:cubicBezTo>
                  <a:lnTo>
                    <a:pt x="88392" y="36084"/>
                  </a:lnTo>
                  <a:cubicBezTo>
                    <a:pt x="91381" y="33096"/>
                    <a:pt x="91369" y="28226"/>
                    <a:pt x="88344" y="25202"/>
                  </a:cubicBezTo>
                  <a:cubicBezTo>
                    <a:pt x="86829" y="23687"/>
                    <a:pt x="84844" y="22928"/>
                    <a:pt x="82865" y="22928"/>
                  </a:cubicBezTo>
                  <a:cubicBezTo>
                    <a:pt x="80909" y="22928"/>
                    <a:pt x="78959" y="23669"/>
                    <a:pt x="77474" y="25154"/>
                  </a:cubicBezTo>
                  <a:lnTo>
                    <a:pt x="19574" y="83054"/>
                  </a:lnTo>
                  <a:cubicBezTo>
                    <a:pt x="19090" y="83538"/>
                    <a:pt x="18452" y="83783"/>
                    <a:pt x="17813" y="83783"/>
                  </a:cubicBezTo>
                  <a:cubicBezTo>
                    <a:pt x="17210" y="83783"/>
                    <a:pt x="16607" y="83565"/>
                    <a:pt x="16133" y="83126"/>
                  </a:cubicBezTo>
                  <a:cubicBezTo>
                    <a:pt x="15657" y="82661"/>
                    <a:pt x="15383" y="82030"/>
                    <a:pt x="15371" y="81364"/>
                  </a:cubicBezTo>
                  <a:cubicBezTo>
                    <a:pt x="15371" y="80721"/>
                    <a:pt x="15621" y="80102"/>
                    <a:pt x="16085" y="79649"/>
                  </a:cubicBezTo>
                  <a:lnTo>
                    <a:pt x="82606" y="13129"/>
                  </a:lnTo>
                  <a:cubicBezTo>
                    <a:pt x="85582" y="10152"/>
                    <a:pt x="85570" y="5283"/>
                    <a:pt x="82558" y="2271"/>
                  </a:cubicBezTo>
                  <a:cubicBezTo>
                    <a:pt x="81044" y="757"/>
                    <a:pt x="79065" y="1"/>
                    <a:pt x="770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14"/>
            <p:cNvSpPr/>
            <p:nvPr/>
          </p:nvSpPr>
          <p:spPr>
            <a:xfrm rot="2699645">
              <a:off x="2674891" y="-1012245"/>
              <a:ext cx="358440" cy="2273920"/>
            </a:xfrm>
            <a:custGeom>
              <a:avLst/>
              <a:gdLst/>
              <a:ahLst/>
              <a:cxnLst/>
              <a:rect l="l" t="t" r="r" b="b"/>
              <a:pathLst>
                <a:path w="10455" h="66319" extrusionOk="0">
                  <a:moveTo>
                    <a:pt x="1" y="1"/>
                  </a:moveTo>
                  <a:lnTo>
                    <a:pt x="1" y="61091"/>
                  </a:lnTo>
                  <a:cubicBezTo>
                    <a:pt x="1" y="63985"/>
                    <a:pt x="2334" y="66318"/>
                    <a:pt x="5227" y="66318"/>
                  </a:cubicBezTo>
                  <a:cubicBezTo>
                    <a:pt x="8109" y="66318"/>
                    <a:pt x="10454" y="63973"/>
                    <a:pt x="10454" y="61091"/>
                  </a:cubicBezTo>
                  <a:lnTo>
                    <a:pt x="104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14"/>
          <p:cNvSpPr/>
          <p:nvPr/>
        </p:nvSpPr>
        <p:spPr>
          <a:xfrm rot="-8100195">
            <a:off x="7166010" y="3660571"/>
            <a:ext cx="651971" cy="4135636"/>
          </a:xfrm>
          <a:custGeom>
            <a:avLst/>
            <a:gdLst/>
            <a:ahLst/>
            <a:cxnLst/>
            <a:rect l="l" t="t" r="r" b="b"/>
            <a:pathLst>
              <a:path w="10455" h="66319" extrusionOk="0">
                <a:moveTo>
                  <a:pt x="1" y="1"/>
                </a:moveTo>
                <a:lnTo>
                  <a:pt x="1" y="61091"/>
                </a:lnTo>
                <a:cubicBezTo>
                  <a:pt x="1" y="63985"/>
                  <a:pt x="2334" y="66318"/>
                  <a:pt x="5227" y="66318"/>
                </a:cubicBezTo>
                <a:cubicBezTo>
                  <a:pt x="8109" y="66318"/>
                  <a:pt x="10454" y="63973"/>
                  <a:pt x="10454" y="61091"/>
                </a:cubicBezTo>
                <a:lnTo>
                  <a:pt x="1045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0" name="Google Shape;60;p14"/>
          <p:cNvGrpSpPr/>
          <p:nvPr/>
        </p:nvGrpSpPr>
        <p:grpSpPr>
          <a:xfrm>
            <a:off x="8120113" y="534988"/>
            <a:ext cx="1269225" cy="740575"/>
            <a:chOff x="878675" y="4238213"/>
            <a:chExt cx="1269225" cy="740575"/>
          </a:xfrm>
        </p:grpSpPr>
        <p:sp>
          <p:nvSpPr>
            <p:cNvPr id="61" name="Google Shape;61;p14"/>
            <p:cNvSpPr/>
            <p:nvPr/>
          </p:nvSpPr>
          <p:spPr>
            <a:xfrm>
              <a:off x="878675" y="4238213"/>
              <a:ext cx="1269225" cy="198850"/>
            </a:xfrm>
            <a:custGeom>
              <a:avLst/>
              <a:gdLst/>
              <a:ahLst/>
              <a:cxnLst/>
              <a:rect l="l" t="t" r="r" b="b"/>
              <a:pathLst>
                <a:path w="50769" h="7954" extrusionOk="0">
                  <a:moveTo>
                    <a:pt x="0" y="0"/>
                  </a:moveTo>
                  <a:lnTo>
                    <a:pt x="0" y="5227"/>
                  </a:lnTo>
                  <a:cubicBezTo>
                    <a:pt x="1346" y="5227"/>
                    <a:pt x="1870" y="5560"/>
                    <a:pt x="2822" y="6168"/>
                  </a:cubicBezTo>
                  <a:cubicBezTo>
                    <a:pt x="3989" y="6930"/>
                    <a:pt x="5584" y="7954"/>
                    <a:pt x="8466" y="7954"/>
                  </a:cubicBezTo>
                  <a:cubicBezTo>
                    <a:pt x="11347" y="7954"/>
                    <a:pt x="12943" y="6930"/>
                    <a:pt x="14109" y="6168"/>
                  </a:cubicBezTo>
                  <a:cubicBezTo>
                    <a:pt x="15062" y="5560"/>
                    <a:pt x="15574" y="5227"/>
                    <a:pt x="16919" y="5227"/>
                  </a:cubicBezTo>
                  <a:cubicBezTo>
                    <a:pt x="18265" y="5227"/>
                    <a:pt x="18788" y="5560"/>
                    <a:pt x="19741" y="6168"/>
                  </a:cubicBezTo>
                  <a:cubicBezTo>
                    <a:pt x="20908" y="6930"/>
                    <a:pt x="22503" y="7954"/>
                    <a:pt x="25385" y="7954"/>
                  </a:cubicBezTo>
                  <a:cubicBezTo>
                    <a:pt x="28266" y="7954"/>
                    <a:pt x="29861" y="6930"/>
                    <a:pt x="31028" y="6168"/>
                  </a:cubicBezTo>
                  <a:cubicBezTo>
                    <a:pt x="31981" y="5560"/>
                    <a:pt x="32493" y="5227"/>
                    <a:pt x="33838" y="5227"/>
                  </a:cubicBezTo>
                  <a:cubicBezTo>
                    <a:pt x="35195" y="5227"/>
                    <a:pt x="35707" y="5560"/>
                    <a:pt x="36660" y="6168"/>
                  </a:cubicBezTo>
                  <a:cubicBezTo>
                    <a:pt x="37827" y="6930"/>
                    <a:pt x="39422" y="7954"/>
                    <a:pt x="42303" y="7954"/>
                  </a:cubicBezTo>
                  <a:cubicBezTo>
                    <a:pt x="45185" y="7954"/>
                    <a:pt x="46780" y="6930"/>
                    <a:pt x="47947" y="6168"/>
                  </a:cubicBezTo>
                  <a:cubicBezTo>
                    <a:pt x="48899" y="5560"/>
                    <a:pt x="49423" y="5227"/>
                    <a:pt x="50769" y="5227"/>
                  </a:cubicBezTo>
                  <a:lnTo>
                    <a:pt x="50769" y="0"/>
                  </a:lnTo>
                  <a:cubicBezTo>
                    <a:pt x="47875" y="0"/>
                    <a:pt x="46280" y="1024"/>
                    <a:pt x="45113" y="1786"/>
                  </a:cubicBezTo>
                  <a:cubicBezTo>
                    <a:pt x="44173" y="2393"/>
                    <a:pt x="43649" y="2727"/>
                    <a:pt x="42303" y="2727"/>
                  </a:cubicBezTo>
                  <a:cubicBezTo>
                    <a:pt x="40958" y="2727"/>
                    <a:pt x="40434" y="2393"/>
                    <a:pt x="39493" y="1786"/>
                  </a:cubicBezTo>
                  <a:cubicBezTo>
                    <a:pt x="38327" y="1024"/>
                    <a:pt x="36731" y="0"/>
                    <a:pt x="33838" y="0"/>
                  </a:cubicBezTo>
                  <a:cubicBezTo>
                    <a:pt x="30957" y="0"/>
                    <a:pt x="29361" y="1036"/>
                    <a:pt x="28194" y="1786"/>
                  </a:cubicBezTo>
                  <a:cubicBezTo>
                    <a:pt x="27254" y="2393"/>
                    <a:pt x="26730" y="2727"/>
                    <a:pt x="25385" y="2727"/>
                  </a:cubicBezTo>
                  <a:cubicBezTo>
                    <a:pt x="24039" y="2727"/>
                    <a:pt x="23515" y="2393"/>
                    <a:pt x="22575" y="1786"/>
                  </a:cubicBezTo>
                  <a:cubicBezTo>
                    <a:pt x="21408" y="1024"/>
                    <a:pt x="19812" y="0"/>
                    <a:pt x="16919" y="0"/>
                  </a:cubicBezTo>
                  <a:cubicBezTo>
                    <a:pt x="14038" y="0"/>
                    <a:pt x="12442" y="1036"/>
                    <a:pt x="11276" y="1786"/>
                  </a:cubicBezTo>
                  <a:cubicBezTo>
                    <a:pt x="10335" y="2393"/>
                    <a:pt x="9811" y="2727"/>
                    <a:pt x="8466" y="2727"/>
                  </a:cubicBezTo>
                  <a:cubicBezTo>
                    <a:pt x="7120" y="2727"/>
                    <a:pt x="6596" y="2393"/>
                    <a:pt x="5656" y="1786"/>
                  </a:cubicBezTo>
                  <a:cubicBezTo>
                    <a:pt x="4489" y="1024"/>
                    <a:pt x="2894" y="0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14"/>
            <p:cNvSpPr/>
            <p:nvPr/>
          </p:nvSpPr>
          <p:spPr>
            <a:xfrm>
              <a:off x="878675" y="4509063"/>
              <a:ext cx="1269225" cy="199175"/>
            </a:xfrm>
            <a:custGeom>
              <a:avLst/>
              <a:gdLst/>
              <a:ahLst/>
              <a:cxnLst/>
              <a:rect l="l" t="t" r="r" b="b"/>
              <a:pathLst>
                <a:path w="50769" h="7967" extrusionOk="0">
                  <a:moveTo>
                    <a:pt x="0" y="1"/>
                  </a:moveTo>
                  <a:lnTo>
                    <a:pt x="0" y="5228"/>
                  </a:lnTo>
                  <a:cubicBezTo>
                    <a:pt x="1346" y="5228"/>
                    <a:pt x="1870" y="5561"/>
                    <a:pt x="2822" y="6180"/>
                  </a:cubicBezTo>
                  <a:cubicBezTo>
                    <a:pt x="3989" y="6930"/>
                    <a:pt x="5584" y="7966"/>
                    <a:pt x="8466" y="7966"/>
                  </a:cubicBezTo>
                  <a:cubicBezTo>
                    <a:pt x="11347" y="7966"/>
                    <a:pt x="12943" y="6918"/>
                    <a:pt x="14109" y="6180"/>
                  </a:cubicBezTo>
                  <a:cubicBezTo>
                    <a:pt x="15062" y="5561"/>
                    <a:pt x="15574" y="5228"/>
                    <a:pt x="16919" y="5228"/>
                  </a:cubicBezTo>
                  <a:cubicBezTo>
                    <a:pt x="18265" y="5228"/>
                    <a:pt x="18788" y="5561"/>
                    <a:pt x="19741" y="6180"/>
                  </a:cubicBezTo>
                  <a:cubicBezTo>
                    <a:pt x="20908" y="6930"/>
                    <a:pt x="22503" y="7966"/>
                    <a:pt x="25385" y="7966"/>
                  </a:cubicBezTo>
                  <a:cubicBezTo>
                    <a:pt x="28266" y="7966"/>
                    <a:pt x="29861" y="6918"/>
                    <a:pt x="31028" y="6180"/>
                  </a:cubicBezTo>
                  <a:cubicBezTo>
                    <a:pt x="31981" y="5561"/>
                    <a:pt x="32493" y="5228"/>
                    <a:pt x="33838" y="5228"/>
                  </a:cubicBezTo>
                  <a:cubicBezTo>
                    <a:pt x="35195" y="5228"/>
                    <a:pt x="35707" y="5561"/>
                    <a:pt x="36660" y="6180"/>
                  </a:cubicBezTo>
                  <a:cubicBezTo>
                    <a:pt x="37827" y="6930"/>
                    <a:pt x="39422" y="7966"/>
                    <a:pt x="42303" y="7966"/>
                  </a:cubicBezTo>
                  <a:cubicBezTo>
                    <a:pt x="45185" y="7966"/>
                    <a:pt x="46780" y="6918"/>
                    <a:pt x="47947" y="6180"/>
                  </a:cubicBezTo>
                  <a:cubicBezTo>
                    <a:pt x="48899" y="5561"/>
                    <a:pt x="49423" y="5228"/>
                    <a:pt x="50769" y="5228"/>
                  </a:cubicBezTo>
                  <a:lnTo>
                    <a:pt x="50769" y="1"/>
                  </a:lnTo>
                  <a:cubicBezTo>
                    <a:pt x="47875" y="1"/>
                    <a:pt x="46280" y="1025"/>
                    <a:pt x="45113" y="1787"/>
                  </a:cubicBezTo>
                  <a:cubicBezTo>
                    <a:pt x="44173" y="2394"/>
                    <a:pt x="43649" y="2739"/>
                    <a:pt x="42303" y="2739"/>
                  </a:cubicBezTo>
                  <a:cubicBezTo>
                    <a:pt x="40958" y="2739"/>
                    <a:pt x="40434" y="2394"/>
                    <a:pt x="39493" y="1787"/>
                  </a:cubicBezTo>
                  <a:cubicBezTo>
                    <a:pt x="38327" y="1025"/>
                    <a:pt x="36731" y="1"/>
                    <a:pt x="33838" y="1"/>
                  </a:cubicBezTo>
                  <a:cubicBezTo>
                    <a:pt x="30957" y="1"/>
                    <a:pt x="29361" y="1049"/>
                    <a:pt x="28194" y="1787"/>
                  </a:cubicBezTo>
                  <a:cubicBezTo>
                    <a:pt x="27254" y="2394"/>
                    <a:pt x="26730" y="2739"/>
                    <a:pt x="25385" y="2739"/>
                  </a:cubicBezTo>
                  <a:cubicBezTo>
                    <a:pt x="24039" y="2739"/>
                    <a:pt x="23515" y="2394"/>
                    <a:pt x="22575" y="1787"/>
                  </a:cubicBezTo>
                  <a:cubicBezTo>
                    <a:pt x="21408" y="1025"/>
                    <a:pt x="19812" y="1"/>
                    <a:pt x="16919" y="1"/>
                  </a:cubicBezTo>
                  <a:cubicBezTo>
                    <a:pt x="14038" y="1"/>
                    <a:pt x="12442" y="1049"/>
                    <a:pt x="11276" y="1787"/>
                  </a:cubicBezTo>
                  <a:cubicBezTo>
                    <a:pt x="10335" y="2394"/>
                    <a:pt x="9811" y="2739"/>
                    <a:pt x="8466" y="2739"/>
                  </a:cubicBezTo>
                  <a:cubicBezTo>
                    <a:pt x="7120" y="2739"/>
                    <a:pt x="6596" y="2394"/>
                    <a:pt x="5656" y="1787"/>
                  </a:cubicBezTo>
                  <a:cubicBezTo>
                    <a:pt x="4489" y="1025"/>
                    <a:pt x="2894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14"/>
            <p:cNvSpPr/>
            <p:nvPr/>
          </p:nvSpPr>
          <p:spPr>
            <a:xfrm>
              <a:off x="878675" y="4779638"/>
              <a:ext cx="1269225" cy="199150"/>
            </a:xfrm>
            <a:custGeom>
              <a:avLst/>
              <a:gdLst/>
              <a:ahLst/>
              <a:cxnLst/>
              <a:rect l="l" t="t" r="r" b="b"/>
              <a:pathLst>
                <a:path w="50769" h="7966" extrusionOk="0">
                  <a:moveTo>
                    <a:pt x="0" y="1"/>
                  </a:moveTo>
                  <a:lnTo>
                    <a:pt x="0" y="5227"/>
                  </a:lnTo>
                  <a:cubicBezTo>
                    <a:pt x="1346" y="5227"/>
                    <a:pt x="1870" y="5573"/>
                    <a:pt x="2822" y="6180"/>
                  </a:cubicBezTo>
                  <a:cubicBezTo>
                    <a:pt x="3989" y="6942"/>
                    <a:pt x="5584" y="7966"/>
                    <a:pt x="8466" y="7966"/>
                  </a:cubicBezTo>
                  <a:cubicBezTo>
                    <a:pt x="11347" y="7966"/>
                    <a:pt x="12943" y="6918"/>
                    <a:pt x="14109" y="6180"/>
                  </a:cubicBezTo>
                  <a:cubicBezTo>
                    <a:pt x="15062" y="5573"/>
                    <a:pt x="15574" y="5227"/>
                    <a:pt x="16919" y="5227"/>
                  </a:cubicBezTo>
                  <a:cubicBezTo>
                    <a:pt x="18265" y="5227"/>
                    <a:pt x="18788" y="5573"/>
                    <a:pt x="19741" y="6180"/>
                  </a:cubicBezTo>
                  <a:cubicBezTo>
                    <a:pt x="20908" y="6942"/>
                    <a:pt x="22503" y="7966"/>
                    <a:pt x="25385" y="7966"/>
                  </a:cubicBezTo>
                  <a:cubicBezTo>
                    <a:pt x="28266" y="7966"/>
                    <a:pt x="29861" y="6918"/>
                    <a:pt x="31028" y="6180"/>
                  </a:cubicBezTo>
                  <a:cubicBezTo>
                    <a:pt x="31981" y="5573"/>
                    <a:pt x="32493" y="5227"/>
                    <a:pt x="33838" y="5227"/>
                  </a:cubicBezTo>
                  <a:cubicBezTo>
                    <a:pt x="35195" y="5227"/>
                    <a:pt x="35707" y="5573"/>
                    <a:pt x="36660" y="6180"/>
                  </a:cubicBezTo>
                  <a:cubicBezTo>
                    <a:pt x="37827" y="6942"/>
                    <a:pt x="39422" y="7966"/>
                    <a:pt x="42303" y="7966"/>
                  </a:cubicBezTo>
                  <a:cubicBezTo>
                    <a:pt x="45185" y="7966"/>
                    <a:pt x="46780" y="6918"/>
                    <a:pt x="47947" y="6180"/>
                  </a:cubicBezTo>
                  <a:cubicBezTo>
                    <a:pt x="48899" y="5573"/>
                    <a:pt x="49423" y="5227"/>
                    <a:pt x="50769" y="5227"/>
                  </a:cubicBezTo>
                  <a:lnTo>
                    <a:pt x="50769" y="1"/>
                  </a:lnTo>
                  <a:cubicBezTo>
                    <a:pt x="47875" y="1"/>
                    <a:pt x="46280" y="1036"/>
                    <a:pt x="45113" y="1787"/>
                  </a:cubicBezTo>
                  <a:cubicBezTo>
                    <a:pt x="44173" y="2406"/>
                    <a:pt x="43649" y="2739"/>
                    <a:pt x="42303" y="2739"/>
                  </a:cubicBezTo>
                  <a:cubicBezTo>
                    <a:pt x="40958" y="2739"/>
                    <a:pt x="40434" y="2406"/>
                    <a:pt x="39493" y="1787"/>
                  </a:cubicBezTo>
                  <a:cubicBezTo>
                    <a:pt x="38327" y="1036"/>
                    <a:pt x="36731" y="1"/>
                    <a:pt x="33838" y="1"/>
                  </a:cubicBezTo>
                  <a:cubicBezTo>
                    <a:pt x="30957" y="1"/>
                    <a:pt x="29361" y="1036"/>
                    <a:pt x="28194" y="1787"/>
                  </a:cubicBezTo>
                  <a:cubicBezTo>
                    <a:pt x="27254" y="2406"/>
                    <a:pt x="26730" y="2739"/>
                    <a:pt x="25385" y="2739"/>
                  </a:cubicBezTo>
                  <a:cubicBezTo>
                    <a:pt x="24039" y="2739"/>
                    <a:pt x="23515" y="2406"/>
                    <a:pt x="22575" y="1787"/>
                  </a:cubicBezTo>
                  <a:cubicBezTo>
                    <a:pt x="21408" y="1036"/>
                    <a:pt x="19812" y="1"/>
                    <a:pt x="16919" y="1"/>
                  </a:cubicBezTo>
                  <a:cubicBezTo>
                    <a:pt x="14038" y="1"/>
                    <a:pt x="12442" y="1036"/>
                    <a:pt x="11276" y="1787"/>
                  </a:cubicBezTo>
                  <a:cubicBezTo>
                    <a:pt x="10335" y="2406"/>
                    <a:pt x="9811" y="2739"/>
                    <a:pt x="8466" y="2739"/>
                  </a:cubicBezTo>
                  <a:cubicBezTo>
                    <a:pt x="7120" y="2739"/>
                    <a:pt x="6596" y="2406"/>
                    <a:pt x="5656" y="1787"/>
                  </a:cubicBezTo>
                  <a:cubicBezTo>
                    <a:pt x="4489" y="1036"/>
                    <a:pt x="2894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4" name="Google Shape;64;p14"/>
          <p:cNvGrpSpPr/>
          <p:nvPr/>
        </p:nvGrpSpPr>
        <p:grpSpPr>
          <a:xfrm>
            <a:off x="7257684" y="198047"/>
            <a:ext cx="660720" cy="201300"/>
            <a:chOff x="3004984" y="4544318"/>
            <a:chExt cx="660720" cy="201300"/>
          </a:xfrm>
        </p:grpSpPr>
        <p:sp>
          <p:nvSpPr>
            <p:cNvPr id="65" name="Google Shape;65;p14"/>
            <p:cNvSpPr/>
            <p:nvPr/>
          </p:nvSpPr>
          <p:spPr>
            <a:xfrm>
              <a:off x="3004984" y="4544318"/>
              <a:ext cx="201300" cy="201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14"/>
            <p:cNvSpPr/>
            <p:nvPr/>
          </p:nvSpPr>
          <p:spPr>
            <a:xfrm>
              <a:off x="3432904" y="4544318"/>
              <a:ext cx="232800" cy="201300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" name="Google Shape;67;p14"/>
          <p:cNvGrpSpPr/>
          <p:nvPr/>
        </p:nvGrpSpPr>
        <p:grpSpPr>
          <a:xfrm>
            <a:off x="2577059" y="4744153"/>
            <a:ext cx="1088650" cy="201300"/>
            <a:chOff x="2577059" y="4745624"/>
            <a:chExt cx="1088650" cy="201300"/>
          </a:xfrm>
        </p:grpSpPr>
        <p:sp>
          <p:nvSpPr>
            <p:cNvPr id="68" name="Google Shape;68;p14"/>
            <p:cNvSpPr/>
            <p:nvPr/>
          </p:nvSpPr>
          <p:spPr>
            <a:xfrm>
              <a:off x="2577059" y="4745624"/>
              <a:ext cx="201300" cy="201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14"/>
            <p:cNvSpPr/>
            <p:nvPr/>
          </p:nvSpPr>
          <p:spPr>
            <a:xfrm>
              <a:off x="3004984" y="4745624"/>
              <a:ext cx="201300" cy="201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14"/>
            <p:cNvSpPr/>
            <p:nvPr/>
          </p:nvSpPr>
          <p:spPr>
            <a:xfrm>
              <a:off x="3432909" y="4745624"/>
              <a:ext cx="232800" cy="2013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4541375"/>
            <a:ext cx="9144000" cy="60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title"/>
          </p:nvPr>
        </p:nvSpPr>
        <p:spPr>
          <a:xfrm>
            <a:off x="2391900" y="2141197"/>
            <a:ext cx="4360200" cy="9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74" name="Google Shape;74;p15"/>
          <p:cNvSpPr txBox="1">
            <a:spLocks noGrp="1"/>
          </p:cNvSpPr>
          <p:nvPr>
            <p:ph type="title" idx="2" hasCustomPrompt="1"/>
          </p:nvPr>
        </p:nvSpPr>
        <p:spPr>
          <a:xfrm>
            <a:off x="3933450" y="1482841"/>
            <a:ext cx="1277100" cy="768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grpSp>
        <p:nvGrpSpPr>
          <p:cNvPr id="75" name="Google Shape;75;p15"/>
          <p:cNvGrpSpPr/>
          <p:nvPr/>
        </p:nvGrpSpPr>
        <p:grpSpPr>
          <a:xfrm flipH="1">
            <a:off x="578418" y="-286676"/>
            <a:ext cx="1269225" cy="740575"/>
            <a:chOff x="4805650" y="2718925"/>
            <a:chExt cx="1269225" cy="740575"/>
          </a:xfrm>
        </p:grpSpPr>
        <p:sp>
          <p:nvSpPr>
            <p:cNvPr id="76" name="Google Shape;76;p15"/>
            <p:cNvSpPr/>
            <p:nvPr/>
          </p:nvSpPr>
          <p:spPr>
            <a:xfrm>
              <a:off x="4805650" y="2718925"/>
              <a:ext cx="1269225" cy="198850"/>
            </a:xfrm>
            <a:custGeom>
              <a:avLst/>
              <a:gdLst/>
              <a:ahLst/>
              <a:cxnLst/>
              <a:rect l="l" t="t" r="r" b="b"/>
              <a:pathLst>
                <a:path w="50769" h="7954" extrusionOk="0">
                  <a:moveTo>
                    <a:pt x="0" y="0"/>
                  </a:moveTo>
                  <a:lnTo>
                    <a:pt x="0" y="5227"/>
                  </a:lnTo>
                  <a:cubicBezTo>
                    <a:pt x="1346" y="5227"/>
                    <a:pt x="1870" y="5560"/>
                    <a:pt x="2822" y="6168"/>
                  </a:cubicBezTo>
                  <a:cubicBezTo>
                    <a:pt x="3989" y="6930"/>
                    <a:pt x="5584" y="7954"/>
                    <a:pt x="8466" y="7954"/>
                  </a:cubicBezTo>
                  <a:cubicBezTo>
                    <a:pt x="11347" y="7954"/>
                    <a:pt x="12943" y="6930"/>
                    <a:pt x="14109" y="6168"/>
                  </a:cubicBezTo>
                  <a:cubicBezTo>
                    <a:pt x="15062" y="5560"/>
                    <a:pt x="15574" y="5227"/>
                    <a:pt x="16919" y="5227"/>
                  </a:cubicBezTo>
                  <a:cubicBezTo>
                    <a:pt x="18265" y="5227"/>
                    <a:pt x="18788" y="5560"/>
                    <a:pt x="19741" y="6168"/>
                  </a:cubicBezTo>
                  <a:cubicBezTo>
                    <a:pt x="20908" y="6930"/>
                    <a:pt x="22503" y="7954"/>
                    <a:pt x="25385" y="7954"/>
                  </a:cubicBezTo>
                  <a:cubicBezTo>
                    <a:pt x="28266" y="7954"/>
                    <a:pt x="29861" y="6930"/>
                    <a:pt x="31028" y="6168"/>
                  </a:cubicBezTo>
                  <a:cubicBezTo>
                    <a:pt x="31981" y="5560"/>
                    <a:pt x="32493" y="5227"/>
                    <a:pt x="33838" y="5227"/>
                  </a:cubicBezTo>
                  <a:cubicBezTo>
                    <a:pt x="35195" y="5227"/>
                    <a:pt x="35707" y="5560"/>
                    <a:pt x="36660" y="6168"/>
                  </a:cubicBezTo>
                  <a:cubicBezTo>
                    <a:pt x="37827" y="6930"/>
                    <a:pt x="39422" y="7954"/>
                    <a:pt x="42303" y="7954"/>
                  </a:cubicBezTo>
                  <a:cubicBezTo>
                    <a:pt x="45185" y="7954"/>
                    <a:pt x="46780" y="6930"/>
                    <a:pt x="47947" y="6168"/>
                  </a:cubicBezTo>
                  <a:cubicBezTo>
                    <a:pt x="48899" y="5560"/>
                    <a:pt x="49423" y="5227"/>
                    <a:pt x="50769" y="5227"/>
                  </a:cubicBezTo>
                  <a:lnTo>
                    <a:pt x="50769" y="0"/>
                  </a:lnTo>
                  <a:cubicBezTo>
                    <a:pt x="47875" y="0"/>
                    <a:pt x="46280" y="1024"/>
                    <a:pt x="45113" y="1786"/>
                  </a:cubicBezTo>
                  <a:cubicBezTo>
                    <a:pt x="44173" y="2393"/>
                    <a:pt x="43649" y="2727"/>
                    <a:pt x="42303" y="2727"/>
                  </a:cubicBezTo>
                  <a:cubicBezTo>
                    <a:pt x="40958" y="2727"/>
                    <a:pt x="40434" y="2393"/>
                    <a:pt x="39493" y="1786"/>
                  </a:cubicBezTo>
                  <a:cubicBezTo>
                    <a:pt x="38327" y="1024"/>
                    <a:pt x="36731" y="0"/>
                    <a:pt x="33838" y="0"/>
                  </a:cubicBezTo>
                  <a:cubicBezTo>
                    <a:pt x="30957" y="0"/>
                    <a:pt x="29361" y="1036"/>
                    <a:pt x="28194" y="1786"/>
                  </a:cubicBezTo>
                  <a:cubicBezTo>
                    <a:pt x="27254" y="2393"/>
                    <a:pt x="26730" y="2727"/>
                    <a:pt x="25385" y="2727"/>
                  </a:cubicBezTo>
                  <a:cubicBezTo>
                    <a:pt x="24039" y="2727"/>
                    <a:pt x="23515" y="2393"/>
                    <a:pt x="22575" y="1786"/>
                  </a:cubicBezTo>
                  <a:cubicBezTo>
                    <a:pt x="21408" y="1024"/>
                    <a:pt x="19812" y="0"/>
                    <a:pt x="16919" y="0"/>
                  </a:cubicBezTo>
                  <a:cubicBezTo>
                    <a:pt x="14038" y="0"/>
                    <a:pt x="12442" y="1036"/>
                    <a:pt x="11276" y="1786"/>
                  </a:cubicBezTo>
                  <a:cubicBezTo>
                    <a:pt x="10335" y="2393"/>
                    <a:pt x="9811" y="2727"/>
                    <a:pt x="8466" y="2727"/>
                  </a:cubicBezTo>
                  <a:cubicBezTo>
                    <a:pt x="7120" y="2727"/>
                    <a:pt x="6596" y="2393"/>
                    <a:pt x="5656" y="1786"/>
                  </a:cubicBezTo>
                  <a:cubicBezTo>
                    <a:pt x="4489" y="1024"/>
                    <a:pt x="2894" y="0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5"/>
            <p:cNvSpPr/>
            <p:nvPr/>
          </p:nvSpPr>
          <p:spPr>
            <a:xfrm>
              <a:off x="4805650" y="2989775"/>
              <a:ext cx="1269225" cy="199175"/>
            </a:xfrm>
            <a:custGeom>
              <a:avLst/>
              <a:gdLst/>
              <a:ahLst/>
              <a:cxnLst/>
              <a:rect l="l" t="t" r="r" b="b"/>
              <a:pathLst>
                <a:path w="50769" h="7967" extrusionOk="0">
                  <a:moveTo>
                    <a:pt x="0" y="1"/>
                  </a:moveTo>
                  <a:lnTo>
                    <a:pt x="0" y="5228"/>
                  </a:lnTo>
                  <a:cubicBezTo>
                    <a:pt x="1346" y="5228"/>
                    <a:pt x="1870" y="5561"/>
                    <a:pt x="2822" y="6180"/>
                  </a:cubicBezTo>
                  <a:cubicBezTo>
                    <a:pt x="3989" y="6930"/>
                    <a:pt x="5584" y="7966"/>
                    <a:pt x="8466" y="7966"/>
                  </a:cubicBezTo>
                  <a:cubicBezTo>
                    <a:pt x="11347" y="7966"/>
                    <a:pt x="12943" y="6918"/>
                    <a:pt x="14109" y="6180"/>
                  </a:cubicBezTo>
                  <a:cubicBezTo>
                    <a:pt x="15062" y="5561"/>
                    <a:pt x="15574" y="5228"/>
                    <a:pt x="16919" y="5228"/>
                  </a:cubicBezTo>
                  <a:cubicBezTo>
                    <a:pt x="18265" y="5228"/>
                    <a:pt x="18788" y="5561"/>
                    <a:pt x="19741" y="6180"/>
                  </a:cubicBezTo>
                  <a:cubicBezTo>
                    <a:pt x="20908" y="6930"/>
                    <a:pt x="22503" y="7966"/>
                    <a:pt x="25385" y="7966"/>
                  </a:cubicBezTo>
                  <a:cubicBezTo>
                    <a:pt x="28266" y="7966"/>
                    <a:pt x="29861" y="6918"/>
                    <a:pt x="31028" y="6180"/>
                  </a:cubicBezTo>
                  <a:cubicBezTo>
                    <a:pt x="31981" y="5561"/>
                    <a:pt x="32493" y="5228"/>
                    <a:pt x="33838" y="5228"/>
                  </a:cubicBezTo>
                  <a:cubicBezTo>
                    <a:pt x="35195" y="5228"/>
                    <a:pt x="35707" y="5561"/>
                    <a:pt x="36660" y="6180"/>
                  </a:cubicBezTo>
                  <a:cubicBezTo>
                    <a:pt x="37827" y="6930"/>
                    <a:pt x="39422" y="7966"/>
                    <a:pt x="42303" y="7966"/>
                  </a:cubicBezTo>
                  <a:cubicBezTo>
                    <a:pt x="45185" y="7966"/>
                    <a:pt x="46780" y="6918"/>
                    <a:pt x="47947" y="6180"/>
                  </a:cubicBezTo>
                  <a:cubicBezTo>
                    <a:pt x="48899" y="5561"/>
                    <a:pt x="49423" y="5228"/>
                    <a:pt x="50769" y="5228"/>
                  </a:cubicBezTo>
                  <a:lnTo>
                    <a:pt x="50769" y="1"/>
                  </a:lnTo>
                  <a:cubicBezTo>
                    <a:pt x="47875" y="1"/>
                    <a:pt x="46280" y="1025"/>
                    <a:pt x="45113" y="1787"/>
                  </a:cubicBezTo>
                  <a:cubicBezTo>
                    <a:pt x="44173" y="2394"/>
                    <a:pt x="43649" y="2739"/>
                    <a:pt x="42303" y="2739"/>
                  </a:cubicBezTo>
                  <a:cubicBezTo>
                    <a:pt x="40958" y="2739"/>
                    <a:pt x="40434" y="2394"/>
                    <a:pt x="39493" y="1787"/>
                  </a:cubicBezTo>
                  <a:cubicBezTo>
                    <a:pt x="38327" y="1025"/>
                    <a:pt x="36731" y="1"/>
                    <a:pt x="33838" y="1"/>
                  </a:cubicBezTo>
                  <a:cubicBezTo>
                    <a:pt x="30957" y="1"/>
                    <a:pt x="29361" y="1049"/>
                    <a:pt x="28194" y="1787"/>
                  </a:cubicBezTo>
                  <a:cubicBezTo>
                    <a:pt x="27254" y="2394"/>
                    <a:pt x="26730" y="2739"/>
                    <a:pt x="25385" y="2739"/>
                  </a:cubicBezTo>
                  <a:cubicBezTo>
                    <a:pt x="24039" y="2739"/>
                    <a:pt x="23515" y="2394"/>
                    <a:pt x="22575" y="1787"/>
                  </a:cubicBezTo>
                  <a:cubicBezTo>
                    <a:pt x="21408" y="1025"/>
                    <a:pt x="19812" y="1"/>
                    <a:pt x="16919" y="1"/>
                  </a:cubicBezTo>
                  <a:cubicBezTo>
                    <a:pt x="14038" y="1"/>
                    <a:pt x="12442" y="1049"/>
                    <a:pt x="11276" y="1787"/>
                  </a:cubicBezTo>
                  <a:cubicBezTo>
                    <a:pt x="10335" y="2394"/>
                    <a:pt x="9811" y="2739"/>
                    <a:pt x="8466" y="2739"/>
                  </a:cubicBezTo>
                  <a:cubicBezTo>
                    <a:pt x="7120" y="2739"/>
                    <a:pt x="6596" y="2394"/>
                    <a:pt x="5656" y="1787"/>
                  </a:cubicBezTo>
                  <a:cubicBezTo>
                    <a:pt x="4489" y="1025"/>
                    <a:pt x="2894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15"/>
            <p:cNvSpPr/>
            <p:nvPr/>
          </p:nvSpPr>
          <p:spPr>
            <a:xfrm>
              <a:off x="4805650" y="3260350"/>
              <a:ext cx="1269225" cy="199150"/>
            </a:xfrm>
            <a:custGeom>
              <a:avLst/>
              <a:gdLst/>
              <a:ahLst/>
              <a:cxnLst/>
              <a:rect l="l" t="t" r="r" b="b"/>
              <a:pathLst>
                <a:path w="50769" h="7966" extrusionOk="0">
                  <a:moveTo>
                    <a:pt x="0" y="1"/>
                  </a:moveTo>
                  <a:lnTo>
                    <a:pt x="0" y="5227"/>
                  </a:lnTo>
                  <a:cubicBezTo>
                    <a:pt x="1346" y="5227"/>
                    <a:pt x="1870" y="5573"/>
                    <a:pt x="2822" y="6180"/>
                  </a:cubicBezTo>
                  <a:cubicBezTo>
                    <a:pt x="3989" y="6942"/>
                    <a:pt x="5584" y="7966"/>
                    <a:pt x="8466" y="7966"/>
                  </a:cubicBezTo>
                  <a:cubicBezTo>
                    <a:pt x="11347" y="7966"/>
                    <a:pt x="12943" y="6918"/>
                    <a:pt x="14109" y="6180"/>
                  </a:cubicBezTo>
                  <a:cubicBezTo>
                    <a:pt x="15062" y="5573"/>
                    <a:pt x="15574" y="5227"/>
                    <a:pt x="16919" y="5227"/>
                  </a:cubicBezTo>
                  <a:cubicBezTo>
                    <a:pt x="18265" y="5227"/>
                    <a:pt x="18788" y="5573"/>
                    <a:pt x="19741" y="6180"/>
                  </a:cubicBezTo>
                  <a:cubicBezTo>
                    <a:pt x="20908" y="6942"/>
                    <a:pt x="22503" y="7966"/>
                    <a:pt x="25385" y="7966"/>
                  </a:cubicBezTo>
                  <a:cubicBezTo>
                    <a:pt x="28266" y="7966"/>
                    <a:pt x="29861" y="6918"/>
                    <a:pt x="31028" y="6180"/>
                  </a:cubicBezTo>
                  <a:cubicBezTo>
                    <a:pt x="31981" y="5573"/>
                    <a:pt x="32493" y="5227"/>
                    <a:pt x="33838" y="5227"/>
                  </a:cubicBezTo>
                  <a:cubicBezTo>
                    <a:pt x="35195" y="5227"/>
                    <a:pt x="35707" y="5573"/>
                    <a:pt x="36660" y="6180"/>
                  </a:cubicBezTo>
                  <a:cubicBezTo>
                    <a:pt x="37827" y="6942"/>
                    <a:pt x="39422" y="7966"/>
                    <a:pt x="42303" y="7966"/>
                  </a:cubicBezTo>
                  <a:cubicBezTo>
                    <a:pt x="45185" y="7966"/>
                    <a:pt x="46780" y="6918"/>
                    <a:pt x="47947" y="6180"/>
                  </a:cubicBezTo>
                  <a:cubicBezTo>
                    <a:pt x="48899" y="5573"/>
                    <a:pt x="49423" y="5227"/>
                    <a:pt x="50769" y="5227"/>
                  </a:cubicBezTo>
                  <a:lnTo>
                    <a:pt x="50769" y="1"/>
                  </a:lnTo>
                  <a:cubicBezTo>
                    <a:pt x="47875" y="1"/>
                    <a:pt x="46280" y="1036"/>
                    <a:pt x="45113" y="1787"/>
                  </a:cubicBezTo>
                  <a:cubicBezTo>
                    <a:pt x="44173" y="2406"/>
                    <a:pt x="43649" y="2739"/>
                    <a:pt x="42303" y="2739"/>
                  </a:cubicBezTo>
                  <a:cubicBezTo>
                    <a:pt x="40958" y="2739"/>
                    <a:pt x="40434" y="2406"/>
                    <a:pt x="39493" y="1787"/>
                  </a:cubicBezTo>
                  <a:cubicBezTo>
                    <a:pt x="38327" y="1036"/>
                    <a:pt x="36731" y="1"/>
                    <a:pt x="33838" y="1"/>
                  </a:cubicBezTo>
                  <a:cubicBezTo>
                    <a:pt x="30957" y="1"/>
                    <a:pt x="29361" y="1036"/>
                    <a:pt x="28194" y="1787"/>
                  </a:cubicBezTo>
                  <a:cubicBezTo>
                    <a:pt x="27254" y="2406"/>
                    <a:pt x="26730" y="2739"/>
                    <a:pt x="25385" y="2739"/>
                  </a:cubicBezTo>
                  <a:cubicBezTo>
                    <a:pt x="24039" y="2739"/>
                    <a:pt x="23515" y="2406"/>
                    <a:pt x="22575" y="1787"/>
                  </a:cubicBezTo>
                  <a:cubicBezTo>
                    <a:pt x="21408" y="1036"/>
                    <a:pt x="19812" y="1"/>
                    <a:pt x="16919" y="1"/>
                  </a:cubicBezTo>
                  <a:cubicBezTo>
                    <a:pt x="14038" y="1"/>
                    <a:pt x="12442" y="1036"/>
                    <a:pt x="11276" y="1787"/>
                  </a:cubicBezTo>
                  <a:cubicBezTo>
                    <a:pt x="10335" y="2406"/>
                    <a:pt x="9811" y="2739"/>
                    <a:pt x="8466" y="2739"/>
                  </a:cubicBezTo>
                  <a:cubicBezTo>
                    <a:pt x="7120" y="2739"/>
                    <a:pt x="6596" y="2406"/>
                    <a:pt x="5656" y="1787"/>
                  </a:cubicBezTo>
                  <a:cubicBezTo>
                    <a:pt x="4489" y="1036"/>
                    <a:pt x="2894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" name="Google Shape;79;p15"/>
          <p:cNvSpPr/>
          <p:nvPr/>
        </p:nvSpPr>
        <p:spPr>
          <a:xfrm rot="8100000" flipH="1">
            <a:off x="4141323" y="3975470"/>
            <a:ext cx="628203" cy="1992465"/>
          </a:xfrm>
          <a:custGeom>
            <a:avLst/>
            <a:gdLst/>
            <a:ahLst/>
            <a:cxnLst/>
            <a:rect l="l" t="t" r="r" b="b"/>
            <a:pathLst>
              <a:path w="10455" h="33160" extrusionOk="0">
                <a:moveTo>
                  <a:pt x="1" y="0"/>
                </a:moveTo>
                <a:lnTo>
                  <a:pt x="1" y="27932"/>
                </a:lnTo>
                <a:cubicBezTo>
                  <a:pt x="1" y="30826"/>
                  <a:pt x="2334" y="33159"/>
                  <a:pt x="5228" y="33159"/>
                </a:cubicBezTo>
                <a:cubicBezTo>
                  <a:pt x="8109" y="33159"/>
                  <a:pt x="10454" y="30814"/>
                  <a:pt x="10454" y="27932"/>
                </a:cubicBezTo>
                <a:lnTo>
                  <a:pt x="1045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1"/>
          </p:nvPr>
        </p:nvSpPr>
        <p:spPr>
          <a:xfrm>
            <a:off x="720000" y="1103050"/>
            <a:ext cx="7704000" cy="346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83" name="Google Shape;83;p16"/>
          <p:cNvGrpSpPr/>
          <p:nvPr/>
        </p:nvGrpSpPr>
        <p:grpSpPr>
          <a:xfrm>
            <a:off x="6744106" y="2623328"/>
            <a:ext cx="2848550" cy="4337371"/>
            <a:chOff x="6744106" y="2623328"/>
            <a:chExt cx="2848550" cy="4337371"/>
          </a:xfrm>
        </p:grpSpPr>
        <p:sp>
          <p:nvSpPr>
            <p:cNvPr id="84" name="Google Shape;84;p16"/>
            <p:cNvSpPr/>
            <p:nvPr/>
          </p:nvSpPr>
          <p:spPr>
            <a:xfrm rot="10800000">
              <a:off x="6744106" y="3994302"/>
              <a:ext cx="2734348" cy="2966397"/>
            </a:xfrm>
            <a:custGeom>
              <a:avLst/>
              <a:gdLst/>
              <a:ahLst/>
              <a:cxnLst/>
              <a:rect l="l" t="t" r="r" b="b"/>
              <a:pathLst>
                <a:path w="91381" h="99136" extrusionOk="0">
                  <a:moveTo>
                    <a:pt x="77092" y="1"/>
                  </a:moveTo>
                  <a:cubicBezTo>
                    <a:pt x="75139" y="1"/>
                    <a:pt x="73192" y="742"/>
                    <a:pt x="71711" y="2223"/>
                  </a:cubicBezTo>
                  <a:lnTo>
                    <a:pt x="5191" y="68755"/>
                  </a:lnTo>
                  <a:cubicBezTo>
                    <a:pt x="1857" y="72065"/>
                    <a:pt x="0" y="76589"/>
                    <a:pt x="36" y="81292"/>
                  </a:cubicBezTo>
                  <a:cubicBezTo>
                    <a:pt x="48" y="86019"/>
                    <a:pt x="1941" y="90555"/>
                    <a:pt x="5298" y="93889"/>
                  </a:cubicBezTo>
                  <a:cubicBezTo>
                    <a:pt x="8800" y="97385"/>
                    <a:pt x="13392" y="99135"/>
                    <a:pt x="17968" y="99135"/>
                  </a:cubicBezTo>
                  <a:cubicBezTo>
                    <a:pt x="22494" y="99135"/>
                    <a:pt x="27005" y="97424"/>
                    <a:pt x="30432" y="93996"/>
                  </a:cubicBezTo>
                  <a:lnTo>
                    <a:pt x="32921" y="91508"/>
                  </a:lnTo>
                  <a:cubicBezTo>
                    <a:pt x="33111" y="91353"/>
                    <a:pt x="33302" y="91186"/>
                    <a:pt x="33480" y="90996"/>
                  </a:cubicBezTo>
                  <a:lnTo>
                    <a:pt x="88392" y="36084"/>
                  </a:lnTo>
                  <a:cubicBezTo>
                    <a:pt x="91381" y="33096"/>
                    <a:pt x="91369" y="28226"/>
                    <a:pt x="88344" y="25202"/>
                  </a:cubicBezTo>
                  <a:cubicBezTo>
                    <a:pt x="86829" y="23687"/>
                    <a:pt x="84844" y="22928"/>
                    <a:pt x="82865" y="22928"/>
                  </a:cubicBezTo>
                  <a:cubicBezTo>
                    <a:pt x="80909" y="22928"/>
                    <a:pt x="78959" y="23669"/>
                    <a:pt x="77474" y="25154"/>
                  </a:cubicBezTo>
                  <a:lnTo>
                    <a:pt x="19574" y="83054"/>
                  </a:lnTo>
                  <a:cubicBezTo>
                    <a:pt x="19090" y="83538"/>
                    <a:pt x="18452" y="83783"/>
                    <a:pt x="17813" y="83783"/>
                  </a:cubicBezTo>
                  <a:cubicBezTo>
                    <a:pt x="17210" y="83783"/>
                    <a:pt x="16607" y="83565"/>
                    <a:pt x="16133" y="83126"/>
                  </a:cubicBezTo>
                  <a:cubicBezTo>
                    <a:pt x="15657" y="82661"/>
                    <a:pt x="15383" y="82030"/>
                    <a:pt x="15371" y="81364"/>
                  </a:cubicBezTo>
                  <a:cubicBezTo>
                    <a:pt x="15371" y="80721"/>
                    <a:pt x="15621" y="80102"/>
                    <a:pt x="16085" y="79649"/>
                  </a:cubicBezTo>
                  <a:lnTo>
                    <a:pt x="82606" y="13129"/>
                  </a:lnTo>
                  <a:cubicBezTo>
                    <a:pt x="85582" y="10152"/>
                    <a:pt x="85570" y="5283"/>
                    <a:pt x="82558" y="2271"/>
                  </a:cubicBezTo>
                  <a:cubicBezTo>
                    <a:pt x="81044" y="757"/>
                    <a:pt x="79065" y="1"/>
                    <a:pt x="7709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16"/>
            <p:cNvSpPr/>
            <p:nvPr/>
          </p:nvSpPr>
          <p:spPr>
            <a:xfrm rot="2700000">
              <a:off x="8700805" y="2573233"/>
              <a:ext cx="451589" cy="1432300"/>
            </a:xfrm>
            <a:custGeom>
              <a:avLst/>
              <a:gdLst/>
              <a:ahLst/>
              <a:cxnLst/>
              <a:rect l="l" t="t" r="r" b="b"/>
              <a:pathLst>
                <a:path w="10455" h="33160" extrusionOk="0">
                  <a:moveTo>
                    <a:pt x="1" y="0"/>
                  </a:moveTo>
                  <a:lnTo>
                    <a:pt x="1" y="27932"/>
                  </a:lnTo>
                  <a:cubicBezTo>
                    <a:pt x="1" y="30826"/>
                    <a:pt x="2334" y="33159"/>
                    <a:pt x="5228" y="33159"/>
                  </a:cubicBezTo>
                  <a:cubicBezTo>
                    <a:pt x="8109" y="33159"/>
                    <a:pt x="10454" y="30814"/>
                    <a:pt x="10454" y="27932"/>
                  </a:cubicBezTo>
                  <a:lnTo>
                    <a:pt x="1045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6" name="Google Shape;86;p16"/>
          <p:cNvSpPr/>
          <p:nvPr/>
        </p:nvSpPr>
        <p:spPr>
          <a:xfrm rot="10800000">
            <a:off x="8260556" y="-1733573"/>
            <a:ext cx="2734348" cy="2966397"/>
          </a:xfrm>
          <a:custGeom>
            <a:avLst/>
            <a:gdLst/>
            <a:ahLst/>
            <a:cxnLst/>
            <a:rect l="l" t="t" r="r" b="b"/>
            <a:pathLst>
              <a:path w="91381" h="99136" extrusionOk="0">
                <a:moveTo>
                  <a:pt x="77092" y="1"/>
                </a:moveTo>
                <a:cubicBezTo>
                  <a:pt x="75139" y="1"/>
                  <a:pt x="73192" y="742"/>
                  <a:pt x="71711" y="2223"/>
                </a:cubicBezTo>
                <a:lnTo>
                  <a:pt x="5191" y="68755"/>
                </a:lnTo>
                <a:cubicBezTo>
                  <a:pt x="1857" y="72065"/>
                  <a:pt x="0" y="76589"/>
                  <a:pt x="36" y="81292"/>
                </a:cubicBezTo>
                <a:cubicBezTo>
                  <a:pt x="48" y="86019"/>
                  <a:pt x="1941" y="90555"/>
                  <a:pt x="5298" y="93889"/>
                </a:cubicBezTo>
                <a:cubicBezTo>
                  <a:pt x="8800" y="97385"/>
                  <a:pt x="13392" y="99135"/>
                  <a:pt x="17968" y="99135"/>
                </a:cubicBezTo>
                <a:cubicBezTo>
                  <a:pt x="22494" y="99135"/>
                  <a:pt x="27005" y="97424"/>
                  <a:pt x="30432" y="93996"/>
                </a:cubicBezTo>
                <a:lnTo>
                  <a:pt x="32921" y="91508"/>
                </a:lnTo>
                <a:cubicBezTo>
                  <a:pt x="33111" y="91353"/>
                  <a:pt x="33302" y="91186"/>
                  <a:pt x="33480" y="90996"/>
                </a:cubicBezTo>
                <a:lnTo>
                  <a:pt x="88392" y="36084"/>
                </a:lnTo>
                <a:cubicBezTo>
                  <a:pt x="91381" y="33096"/>
                  <a:pt x="91369" y="28226"/>
                  <a:pt x="88344" y="25202"/>
                </a:cubicBezTo>
                <a:cubicBezTo>
                  <a:pt x="86829" y="23687"/>
                  <a:pt x="84844" y="22928"/>
                  <a:pt x="82865" y="22928"/>
                </a:cubicBezTo>
                <a:cubicBezTo>
                  <a:pt x="80909" y="22928"/>
                  <a:pt x="78959" y="23669"/>
                  <a:pt x="77474" y="25154"/>
                </a:cubicBezTo>
                <a:lnTo>
                  <a:pt x="19574" y="83054"/>
                </a:lnTo>
                <a:cubicBezTo>
                  <a:pt x="19090" y="83538"/>
                  <a:pt x="18452" y="83783"/>
                  <a:pt x="17813" y="83783"/>
                </a:cubicBezTo>
                <a:cubicBezTo>
                  <a:pt x="17210" y="83783"/>
                  <a:pt x="16607" y="83565"/>
                  <a:pt x="16133" y="83126"/>
                </a:cubicBezTo>
                <a:cubicBezTo>
                  <a:pt x="15657" y="82661"/>
                  <a:pt x="15383" y="82030"/>
                  <a:pt x="15371" y="81364"/>
                </a:cubicBezTo>
                <a:cubicBezTo>
                  <a:pt x="15371" y="80721"/>
                  <a:pt x="15621" y="80102"/>
                  <a:pt x="16085" y="79649"/>
                </a:cubicBezTo>
                <a:lnTo>
                  <a:pt x="82606" y="13129"/>
                </a:lnTo>
                <a:cubicBezTo>
                  <a:pt x="85582" y="10152"/>
                  <a:pt x="85570" y="5283"/>
                  <a:pt x="82558" y="2271"/>
                </a:cubicBezTo>
                <a:cubicBezTo>
                  <a:pt x="81044" y="757"/>
                  <a:pt x="79065" y="1"/>
                  <a:pt x="7709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7" name="Google Shape;87;p16"/>
          <p:cNvGrpSpPr/>
          <p:nvPr/>
        </p:nvGrpSpPr>
        <p:grpSpPr>
          <a:xfrm>
            <a:off x="-765775" y="319175"/>
            <a:ext cx="1269225" cy="1977499"/>
            <a:chOff x="-765775" y="319175"/>
            <a:chExt cx="1269225" cy="1977499"/>
          </a:xfrm>
        </p:grpSpPr>
        <p:grpSp>
          <p:nvGrpSpPr>
            <p:cNvPr id="88" name="Google Shape;88;p16"/>
            <p:cNvGrpSpPr/>
            <p:nvPr/>
          </p:nvGrpSpPr>
          <p:grpSpPr>
            <a:xfrm>
              <a:off x="-765775" y="319175"/>
              <a:ext cx="1269225" cy="740575"/>
              <a:chOff x="4805650" y="2718925"/>
              <a:chExt cx="1269225" cy="740575"/>
            </a:xfrm>
          </p:grpSpPr>
          <p:sp>
            <p:nvSpPr>
              <p:cNvPr id="89" name="Google Shape;89;p16"/>
              <p:cNvSpPr/>
              <p:nvPr/>
            </p:nvSpPr>
            <p:spPr>
              <a:xfrm>
                <a:off x="4805650" y="2718925"/>
                <a:ext cx="1269225" cy="198850"/>
              </a:xfrm>
              <a:custGeom>
                <a:avLst/>
                <a:gdLst/>
                <a:ahLst/>
                <a:cxnLst/>
                <a:rect l="l" t="t" r="r" b="b"/>
                <a:pathLst>
                  <a:path w="50769" h="7954" extrusionOk="0">
                    <a:moveTo>
                      <a:pt x="0" y="0"/>
                    </a:moveTo>
                    <a:lnTo>
                      <a:pt x="0" y="5227"/>
                    </a:lnTo>
                    <a:cubicBezTo>
                      <a:pt x="1346" y="5227"/>
                      <a:pt x="1870" y="5560"/>
                      <a:pt x="2822" y="6168"/>
                    </a:cubicBezTo>
                    <a:cubicBezTo>
                      <a:pt x="3989" y="6930"/>
                      <a:pt x="5584" y="7954"/>
                      <a:pt x="8466" y="7954"/>
                    </a:cubicBezTo>
                    <a:cubicBezTo>
                      <a:pt x="11347" y="7954"/>
                      <a:pt x="12943" y="6930"/>
                      <a:pt x="14109" y="6168"/>
                    </a:cubicBezTo>
                    <a:cubicBezTo>
                      <a:pt x="15062" y="5560"/>
                      <a:pt x="15574" y="5227"/>
                      <a:pt x="16919" y="5227"/>
                    </a:cubicBezTo>
                    <a:cubicBezTo>
                      <a:pt x="18265" y="5227"/>
                      <a:pt x="18788" y="5560"/>
                      <a:pt x="19741" y="6168"/>
                    </a:cubicBezTo>
                    <a:cubicBezTo>
                      <a:pt x="20908" y="6930"/>
                      <a:pt x="22503" y="7954"/>
                      <a:pt x="25385" y="7954"/>
                    </a:cubicBezTo>
                    <a:cubicBezTo>
                      <a:pt x="28266" y="7954"/>
                      <a:pt x="29861" y="6930"/>
                      <a:pt x="31028" y="6168"/>
                    </a:cubicBezTo>
                    <a:cubicBezTo>
                      <a:pt x="31981" y="5560"/>
                      <a:pt x="32493" y="5227"/>
                      <a:pt x="33838" y="5227"/>
                    </a:cubicBezTo>
                    <a:cubicBezTo>
                      <a:pt x="35195" y="5227"/>
                      <a:pt x="35707" y="5560"/>
                      <a:pt x="36660" y="6168"/>
                    </a:cubicBezTo>
                    <a:cubicBezTo>
                      <a:pt x="37827" y="6930"/>
                      <a:pt x="39422" y="7954"/>
                      <a:pt x="42303" y="7954"/>
                    </a:cubicBezTo>
                    <a:cubicBezTo>
                      <a:pt x="45185" y="7954"/>
                      <a:pt x="46780" y="6930"/>
                      <a:pt x="47947" y="6168"/>
                    </a:cubicBezTo>
                    <a:cubicBezTo>
                      <a:pt x="48899" y="5560"/>
                      <a:pt x="49423" y="5227"/>
                      <a:pt x="50769" y="5227"/>
                    </a:cubicBezTo>
                    <a:lnTo>
                      <a:pt x="50769" y="0"/>
                    </a:lnTo>
                    <a:cubicBezTo>
                      <a:pt x="47875" y="0"/>
                      <a:pt x="46280" y="1024"/>
                      <a:pt x="45113" y="1786"/>
                    </a:cubicBezTo>
                    <a:cubicBezTo>
                      <a:pt x="44173" y="2393"/>
                      <a:pt x="43649" y="2727"/>
                      <a:pt x="42303" y="2727"/>
                    </a:cubicBezTo>
                    <a:cubicBezTo>
                      <a:pt x="40958" y="2727"/>
                      <a:pt x="40434" y="2393"/>
                      <a:pt x="39493" y="1786"/>
                    </a:cubicBezTo>
                    <a:cubicBezTo>
                      <a:pt x="38327" y="1024"/>
                      <a:pt x="36731" y="0"/>
                      <a:pt x="33838" y="0"/>
                    </a:cubicBezTo>
                    <a:cubicBezTo>
                      <a:pt x="30957" y="0"/>
                      <a:pt x="29361" y="1036"/>
                      <a:pt x="28194" y="1786"/>
                    </a:cubicBezTo>
                    <a:cubicBezTo>
                      <a:pt x="27254" y="2393"/>
                      <a:pt x="26730" y="2727"/>
                      <a:pt x="25385" y="2727"/>
                    </a:cubicBezTo>
                    <a:cubicBezTo>
                      <a:pt x="24039" y="2727"/>
                      <a:pt x="23515" y="2393"/>
                      <a:pt x="22575" y="1786"/>
                    </a:cubicBezTo>
                    <a:cubicBezTo>
                      <a:pt x="21408" y="1024"/>
                      <a:pt x="19812" y="0"/>
                      <a:pt x="16919" y="0"/>
                    </a:cubicBezTo>
                    <a:cubicBezTo>
                      <a:pt x="14038" y="0"/>
                      <a:pt x="12442" y="1036"/>
                      <a:pt x="11276" y="1786"/>
                    </a:cubicBezTo>
                    <a:cubicBezTo>
                      <a:pt x="10335" y="2393"/>
                      <a:pt x="9811" y="2727"/>
                      <a:pt x="8466" y="2727"/>
                    </a:cubicBezTo>
                    <a:cubicBezTo>
                      <a:pt x="7120" y="2727"/>
                      <a:pt x="6596" y="2393"/>
                      <a:pt x="5656" y="1786"/>
                    </a:cubicBezTo>
                    <a:cubicBezTo>
                      <a:pt x="4489" y="1024"/>
                      <a:pt x="2894" y="0"/>
                      <a:pt x="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16"/>
              <p:cNvSpPr/>
              <p:nvPr/>
            </p:nvSpPr>
            <p:spPr>
              <a:xfrm>
                <a:off x="4805650" y="2989775"/>
                <a:ext cx="1269225" cy="199175"/>
              </a:xfrm>
              <a:custGeom>
                <a:avLst/>
                <a:gdLst/>
                <a:ahLst/>
                <a:cxnLst/>
                <a:rect l="l" t="t" r="r" b="b"/>
                <a:pathLst>
                  <a:path w="50769" h="7967" extrusionOk="0">
                    <a:moveTo>
                      <a:pt x="0" y="1"/>
                    </a:moveTo>
                    <a:lnTo>
                      <a:pt x="0" y="5228"/>
                    </a:lnTo>
                    <a:cubicBezTo>
                      <a:pt x="1346" y="5228"/>
                      <a:pt x="1870" y="5561"/>
                      <a:pt x="2822" y="6180"/>
                    </a:cubicBezTo>
                    <a:cubicBezTo>
                      <a:pt x="3989" y="6930"/>
                      <a:pt x="5584" y="7966"/>
                      <a:pt x="8466" y="7966"/>
                    </a:cubicBezTo>
                    <a:cubicBezTo>
                      <a:pt x="11347" y="7966"/>
                      <a:pt x="12943" y="6918"/>
                      <a:pt x="14109" y="6180"/>
                    </a:cubicBezTo>
                    <a:cubicBezTo>
                      <a:pt x="15062" y="5561"/>
                      <a:pt x="15574" y="5228"/>
                      <a:pt x="16919" y="5228"/>
                    </a:cubicBezTo>
                    <a:cubicBezTo>
                      <a:pt x="18265" y="5228"/>
                      <a:pt x="18788" y="5561"/>
                      <a:pt x="19741" y="6180"/>
                    </a:cubicBezTo>
                    <a:cubicBezTo>
                      <a:pt x="20908" y="6930"/>
                      <a:pt x="22503" y="7966"/>
                      <a:pt x="25385" y="7966"/>
                    </a:cubicBezTo>
                    <a:cubicBezTo>
                      <a:pt x="28266" y="7966"/>
                      <a:pt x="29861" y="6918"/>
                      <a:pt x="31028" y="6180"/>
                    </a:cubicBezTo>
                    <a:cubicBezTo>
                      <a:pt x="31981" y="5561"/>
                      <a:pt x="32493" y="5228"/>
                      <a:pt x="33838" y="5228"/>
                    </a:cubicBezTo>
                    <a:cubicBezTo>
                      <a:pt x="35195" y="5228"/>
                      <a:pt x="35707" y="5561"/>
                      <a:pt x="36660" y="6180"/>
                    </a:cubicBezTo>
                    <a:cubicBezTo>
                      <a:pt x="37827" y="6930"/>
                      <a:pt x="39422" y="7966"/>
                      <a:pt x="42303" y="7966"/>
                    </a:cubicBezTo>
                    <a:cubicBezTo>
                      <a:pt x="45185" y="7966"/>
                      <a:pt x="46780" y="6918"/>
                      <a:pt x="47947" y="6180"/>
                    </a:cubicBezTo>
                    <a:cubicBezTo>
                      <a:pt x="48899" y="5561"/>
                      <a:pt x="49423" y="5228"/>
                      <a:pt x="50769" y="5228"/>
                    </a:cubicBezTo>
                    <a:lnTo>
                      <a:pt x="50769" y="1"/>
                    </a:lnTo>
                    <a:cubicBezTo>
                      <a:pt x="47875" y="1"/>
                      <a:pt x="46280" y="1025"/>
                      <a:pt x="45113" y="1787"/>
                    </a:cubicBezTo>
                    <a:cubicBezTo>
                      <a:pt x="44173" y="2394"/>
                      <a:pt x="43649" y="2739"/>
                      <a:pt x="42303" y="2739"/>
                    </a:cubicBezTo>
                    <a:cubicBezTo>
                      <a:pt x="40958" y="2739"/>
                      <a:pt x="40434" y="2394"/>
                      <a:pt x="39493" y="1787"/>
                    </a:cubicBezTo>
                    <a:cubicBezTo>
                      <a:pt x="38327" y="1025"/>
                      <a:pt x="36731" y="1"/>
                      <a:pt x="33838" y="1"/>
                    </a:cubicBezTo>
                    <a:cubicBezTo>
                      <a:pt x="30957" y="1"/>
                      <a:pt x="29361" y="1049"/>
                      <a:pt x="28194" y="1787"/>
                    </a:cubicBezTo>
                    <a:cubicBezTo>
                      <a:pt x="27254" y="2394"/>
                      <a:pt x="26730" y="2739"/>
                      <a:pt x="25385" y="2739"/>
                    </a:cubicBezTo>
                    <a:cubicBezTo>
                      <a:pt x="24039" y="2739"/>
                      <a:pt x="23515" y="2394"/>
                      <a:pt x="22575" y="1787"/>
                    </a:cubicBezTo>
                    <a:cubicBezTo>
                      <a:pt x="21408" y="1025"/>
                      <a:pt x="19812" y="1"/>
                      <a:pt x="16919" y="1"/>
                    </a:cubicBezTo>
                    <a:cubicBezTo>
                      <a:pt x="14038" y="1"/>
                      <a:pt x="12442" y="1049"/>
                      <a:pt x="11276" y="1787"/>
                    </a:cubicBezTo>
                    <a:cubicBezTo>
                      <a:pt x="10335" y="2394"/>
                      <a:pt x="9811" y="2739"/>
                      <a:pt x="8466" y="2739"/>
                    </a:cubicBezTo>
                    <a:cubicBezTo>
                      <a:pt x="7120" y="2739"/>
                      <a:pt x="6596" y="2394"/>
                      <a:pt x="5656" y="1787"/>
                    </a:cubicBezTo>
                    <a:cubicBezTo>
                      <a:pt x="4489" y="1025"/>
                      <a:pt x="2894" y="1"/>
                      <a:pt x="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16"/>
              <p:cNvSpPr/>
              <p:nvPr/>
            </p:nvSpPr>
            <p:spPr>
              <a:xfrm>
                <a:off x="4805650" y="3260350"/>
                <a:ext cx="1269225" cy="199150"/>
              </a:xfrm>
              <a:custGeom>
                <a:avLst/>
                <a:gdLst/>
                <a:ahLst/>
                <a:cxnLst/>
                <a:rect l="l" t="t" r="r" b="b"/>
                <a:pathLst>
                  <a:path w="50769" h="7966" extrusionOk="0">
                    <a:moveTo>
                      <a:pt x="0" y="1"/>
                    </a:moveTo>
                    <a:lnTo>
                      <a:pt x="0" y="5227"/>
                    </a:lnTo>
                    <a:cubicBezTo>
                      <a:pt x="1346" y="5227"/>
                      <a:pt x="1870" y="5573"/>
                      <a:pt x="2822" y="6180"/>
                    </a:cubicBezTo>
                    <a:cubicBezTo>
                      <a:pt x="3989" y="6942"/>
                      <a:pt x="5584" y="7966"/>
                      <a:pt x="8466" y="7966"/>
                    </a:cubicBezTo>
                    <a:cubicBezTo>
                      <a:pt x="11347" y="7966"/>
                      <a:pt x="12943" y="6918"/>
                      <a:pt x="14109" y="6180"/>
                    </a:cubicBezTo>
                    <a:cubicBezTo>
                      <a:pt x="15062" y="5573"/>
                      <a:pt x="15574" y="5227"/>
                      <a:pt x="16919" y="5227"/>
                    </a:cubicBezTo>
                    <a:cubicBezTo>
                      <a:pt x="18265" y="5227"/>
                      <a:pt x="18788" y="5573"/>
                      <a:pt x="19741" y="6180"/>
                    </a:cubicBezTo>
                    <a:cubicBezTo>
                      <a:pt x="20908" y="6942"/>
                      <a:pt x="22503" y="7966"/>
                      <a:pt x="25385" y="7966"/>
                    </a:cubicBezTo>
                    <a:cubicBezTo>
                      <a:pt x="28266" y="7966"/>
                      <a:pt x="29861" y="6918"/>
                      <a:pt x="31028" y="6180"/>
                    </a:cubicBezTo>
                    <a:cubicBezTo>
                      <a:pt x="31981" y="5573"/>
                      <a:pt x="32493" y="5227"/>
                      <a:pt x="33838" y="5227"/>
                    </a:cubicBezTo>
                    <a:cubicBezTo>
                      <a:pt x="35195" y="5227"/>
                      <a:pt x="35707" y="5573"/>
                      <a:pt x="36660" y="6180"/>
                    </a:cubicBezTo>
                    <a:cubicBezTo>
                      <a:pt x="37827" y="6942"/>
                      <a:pt x="39422" y="7966"/>
                      <a:pt x="42303" y="7966"/>
                    </a:cubicBezTo>
                    <a:cubicBezTo>
                      <a:pt x="45185" y="7966"/>
                      <a:pt x="46780" y="6918"/>
                      <a:pt x="47947" y="6180"/>
                    </a:cubicBezTo>
                    <a:cubicBezTo>
                      <a:pt x="48899" y="5573"/>
                      <a:pt x="49423" y="5227"/>
                      <a:pt x="50769" y="5227"/>
                    </a:cubicBezTo>
                    <a:lnTo>
                      <a:pt x="50769" y="1"/>
                    </a:lnTo>
                    <a:cubicBezTo>
                      <a:pt x="47875" y="1"/>
                      <a:pt x="46280" y="1036"/>
                      <a:pt x="45113" y="1787"/>
                    </a:cubicBezTo>
                    <a:cubicBezTo>
                      <a:pt x="44173" y="2406"/>
                      <a:pt x="43649" y="2739"/>
                      <a:pt x="42303" y="2739"/>
                    </a:cubicBezTo>
                    <a:cubicBezTo>
                      <a:pt x="40958" y="2739"/>
                      <a:pt x="40434" y="2406"/>
                      <a:pt x="39493" y="1787"/>
                    </a:cubicBezTo>
                    <a:cubicBezTo>
                      <a:pt x="38327" y="1036"/>
                      <a:pt x="36731" y="1"/>
                      <a:pt x="33838" y="1"/>
                    </a:cubicBezTo>
                    <a:cubicBezTo>
                      <a:pt x="30957" y="1"/>
                      <a:pt x="29361" y="1036"/>
                      <a:pt x="28194" y="1787"/>
                    </a:cubicBezTo>
                    <a:cubicBezTo>
                      <a:pt x="27254" y="2406"/>
                      <a:pt x="26730" y="2739"/>
                      <a:pt x="25385" y="2739"/>
                    </a:cubicBezTo>
                    <a:cubicBezTo>
                      <a:pt x="24039" y="2739"/>
                      <a:pt x="23515" y="2406"/>
                      <a:pt x="22575" y="1787"/>
                    </a:cubicBezTo>
                    <a:cubicBezTo>
                      <a:pt x="21408" y="1036"/>
                      <a:pt x="19812" y="1"/>
                      <a:pt x="16919" y="1"/>
                    </a:cubicBezTo>
                    <a:cubicBezTo>
                      <a:pt x="14038" y="1"/>
                      <a:pt x="12442" y="1036"/>
                      <a:pt x="11276" y="1787"/>
                    </a:cubicBezTo>
                    <a:cubicBezTo>
                      <a:pt x="10335" y="2406"/>
                      <a:pt x="9811" y="2739"/>
                      <a:pt x="8466" y="2739"/>
                    </a:cubicBezTo>
                    <a:cubicBezTo>
                      <a:pt x="7120" y="2739"/>
                      <a:pt x="6596" y="2406"/>
                      <a:pt x="5656" y="1787"/>
                    </a:cubicBezTo>
                    <a:cubicBezTo>
                      <a:pt x="4489" y="1036"/>
                      <a:pt x="2894" y="1"/>
                      <a:pt x="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2" name="Google Shape;92;p16"/>
            <p:cNvGrpSpPr/>
            <p:nvPr/>
          </p:nvGrpSpPr>
          <p:grpSpPr>
            <a:xfrm rot="5400000">
              <a:off x="54776" y="1881412"/>
              <a:ext cx="629225" cy="201300"/>
              <a:chOff x="2678325" y="4703600"/>
              <a:chExt cx="629225" cy="201300"/>
            </a:xfrm>
          </p:grpSpPr>
          <p:sp>
            <p:nvSpPr>
              <p:cNvPr id="93" name="Google Shape;93;p16"/>
              <p:cNvSpPr/>
              <p:nvPr/>
            </p:nvSpPr>
            <p:spPr>
              <a:xfrm>
                <a:off x="2678325" y="4703600"/>
                <a:ext cx="201300" cy="2013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16"/>
              <p:cNvSpPr/>
              <p:nvPr/>
            </p:nvSpPr>
            <p:spPr>
              <a:xfrm>
                <a:off x="3106250" y="4703600"/>
                <a:ext cx="201300" cy="201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>
            <a:spLocks noGrp="1"/>
          </p:cNvSpPr>
          <p:nvPr>
            <p:ph type="subTitle" idx="1"/>
          </p:nvPr>
        </p:nvSpPr>
        <p:spPr>
          <a:xfrm>
            <a:off x="1481263" y="2146203"/>
            <a:ext cx="2907600" cy="47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7" name="Google Shape;97;p17"/>
          <p:cNvSpPr txBox="1">
            <a:spLocks noGrp="1"/>
          </p:cNvSpPr>
          <p:nvPr>
            <p:ph type="subTitle" idx="2"/>
          </p:nvPr>
        </p:nvSpPr>
        <p:spPr>
          <a:xfrm>
            <a:off x="4755138" y="2146203"/>
            <a:ext cx="2907600" cy="47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8" name="Google Shape;98;p17"/>
          <p:cNvSpPr txBox="1">
            <a:spLocks noGrp="1"/>
          </p:cNvSpPr>
          <p:nvPr>
            <p:ph type="subTitle" idx="3"/>
          </p:nvPr>
        </p:nvSpPr>
        <p:spPr>
          <a:xfrm>
            <a:off x="1481263" y="2585250"/>
            <a:ext cx="2907600" cy="128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7"/>
          <p:cNvSpPr txBox="1">
            <a:spLocks noGrp="1"/>
          </p:cNvSpPr>
          <p:nvPr>
            <p:ph type="subTitle" idx="4"/>
          </p:nvPr>
        </p:nvSpPr>
        <p:spPr>
          <a:xfrm>
            <a:off x="4755138" y="2585250"/>
            <a:ext cx="2907600" cy="128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01" name="Google Shape;101;p17"/>
          <p:cNvGrpSpPr/>
          <p:nvPr/>
        </p:nvGrpSpPr>
        <p:grpSpPr>
          <a:xfrm rot="5400000">
            <a:off x="4285643" y="124788"/>
            <a:ext cx="572695" cy="9412228"/>
            <a:chOff x="6539500" y="1042525"/>
            <a:chExt cx="346500" cy="3551650"/>
          </a:xfrm>
        </p:grpSpPr>
        <p:sp>
          <p:nvSpPr>
            <p:cNvPr id="102" name="Google Shape;102;p17"/>
            <p:cNvSpPr/>
            <p:nvPr/>
          </p:nvSpPr>
          <p:spPr>
            <a:xfrm>
              <a:off x="6539500" y="1042525"/>
              <a:ext cx="67000" cy="3551650"/>
            </a:xfrm>
            <a:custGeom>
              <a:avLst/>
              <a:gdLst/>
              <a:ahLst/>
              <a:cxnLst/>
              <a:rect l="l" t="t" r="r" b="b"/>
              <a:pathLst>
                <a:path w="2680" h="142066" extrusionOk="0">
                  <a:moveTo>
                    <a:pt x="0" y="0"/>
                  </a:moveTo>
                  <a:lnTo>
                    <a:pt x="0" y="142065"/>
                  </a:lnTo>
                  <a:lnTo>
                    <a:pt x="2679" y="142065"/>
                  </a:lnTo>
                  <a:lnTo>
                    <a:pt x="267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7"/>
            <p:cNvSpPr/>
            <p:nvPr/>
          </p:nvSpPr>
          <p:spPr>
            <a:xfrm>
              <a:off x="6679400" y="1042525"/>
              <a:ext cx="66700" cy="3551650"/>
            </a:xfrm>
            <a:custGeom>
              <a:avLst/>
              <a:gdLst/>
              <a:ahLst/>
              <a:cxnLst/>
              <a:rect l="l" t="t" r="r" b="b"/>
              <a:pathLst>
                <a:path w="2668" h="142066" extrusionOk="0">
                  <a:moveTo>
                    <a:pt x="0" y="0"/>
                  </a:moveTo>
                  <a:lnTo>
                    <a:pt x="0" y="142065"/>
                  </a:lnTo>
                  <a:lnTo>
                    <a:pt x="2667" y="142065"/>
                  </a:lnTo>
                  <a:lnTo>
                    <a:pt x="266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7"/>
            <p:cNvSpPr/>
            <p:nvPr/>
          </p:nvSpPr>
          <p:spPr>
            <a:xfrm>
              <a:off x="6819000" y="1042525"/>
              <a:ext cx="67000" cy="3551650"/>
            </a:xfrm>
            <a:custGeom>
              <a:avLst/>
              <a:gdLst/>
              <a:ahLst/>
              <a:cxnLst/>
              <a:rect l="l" t="t" r="r" b="b"/>
              <a:pathLst>
                <a:path w="2680" h="142066" extrusionOk="0">
                  <a:moveTo>
                    <a:pt x="0" y="0"/>
                  </a:moveTo>
                  <a:lnTo>
                    <a:pt x="0" y="142065"/>
                  </a:lnTo>
                  <a:lnTo>
                    <a:pt x="2679" y="142065"/>
                  </a:lnTo>
                  <a:lnTo>
                    <a:pt x="267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" name="Google Shape;105;p17"/>
          <p:cNvGrpSpPr/>
          <p:nvPr/>
        </p:nvGrpSpPr>
        <p:grpSpPr>
          <a:xfrm rot="5400000" flipH="1">
            <a:off x="-248139" y="226900"/>
            <a:ext cx="1269225" cy="740575"/>
            <a:chOff x="4805650" y="2718925"/>
            <a:chExt cx="1269225" cy="740575"/>
          </a:xfrm>
        </p:grpSpPr>
        <p:sp>
          <p:nvSpPr>
            <p:cNvPr id="106" name="Google Shape;106;p17"/>
            <p:cNvSpPr/>
            <p:nvPr/>
          </p:nvSpPr>
          <p:spPr>
            <a:xfrm>
              <a:off x="4805650" y="2718925"/>
              <a:ext cx="1269225" cy="198850"/>
            </a:xfrm>
            <a:custGeom>
              <a:avLst/>
              <a:gdLst/>
              <a:ahLst/>
              <a:cxnLst/>
              <a:rect l="l" t="t" r="r" b="b"/>
              <a:pathLst>
                <a:path w="50769" h="7954" extrusionOk="0">
                  <a:moveTo>
                    <a:pt x="0" y="0"/>
                  </a:moveTo>
                  <a:lnTo>
                    <a:pt x="0" y="5227"/>
                  </a:lnTo>
                  <a:cubicBezTo>
                    <a:pt x="1346" y="5227"/>
                    <a:pt x="1870" y="5560"/>
                    <a:pt x="2822" y="6168"/>
                  </a:cubicBezTo>
                  <a:cubicBezTo>
                    <a:pt x="3989" y="6930"/>
                    <a:pt x="5584" y="7954"/>
                    <a:pt x="8466" y="7954"/>
                  </a:cubicBezTo>
                  <a:cubicBezTo>
                    <a:pt x="11347" y="7954"/>
                    <a:pt x="12943" y="6930"/>
                    <a:pt x="14109" y="6168"/>
                  </a:cubicBezTo>
                  <a:cubicBezTo>
                    <a:pt x="15062" y="5560"/>
                    <a:pt x="15574" y="5227"/>
                    <a:pt x="16919" y="5227"/>
                  </a:cubicBezTo>
                  <a:cubicBezTo>
                    <a:pt x="18265" y="5227"/>
                    <a:pt x="18788" y="5560"/>
                    <a:pt x="19741" y="6168"/>
                  </a:cubicBezTo>
                  <a:cubicBezTo>
                    <a:pt x="20908" y="6930"/>
                    <a:pt x="22503" y="7954"/>
                    <a:pt x="25385" y="7954"/>
                  </a:cubicBezTo>
                  <a:cubicBezTo>
                    <a:pt x="28266" y="7954"/>
                    <a:pt x="29861" y="6930"/>
                    <a:pt x="31028" y="6168"/>
                  </a:cubicBezTo>
                  <a:cubicBezTo>
                    <a:pt x="31981" y="5560"/>
                    <a:pt x="32493" y="5227"/>
                    <a:pt x="33838" y="5227"/>
                  </a:cubicBezTo>
                  <a:cubicBezTo>
                    <a:pt x="35195" y="5227"/>
                    <a:pt x="35707" y="5560"/>
                    <a:pt x="36660" y="6168"/>
                  </a:cubicBezTo>
                  <a:cubicBezTo>
                    <a:pt x="37827" y="6930"/>
                    <a:pt x="39422" y="7954"/>
                    <a:pt x="42303" y="7954"/>
                  </a:cubicBezTo>
                  <a:cubicBezTo>
                    <a:pt x="45185" y="7954"/>
                    <a:pt x="46780" y="6930"/>
                    <a:pt x="47947" y="6168"/>
                  </a:cubicBezTo>
                  <a:cubicBezTo>
                    <a:pt x="48899" y="5560"/>
                    <a:pt x="49423" y="5227"/>
                    <a:pt x="50769" y="5227"/>
                  </a:cubicBezTo>
                  <a:lnTo>
                    <a:pt x="50769" y="0"/>
                  </a:lnTo>
                  <a:cubicBezTo>
                    <a:pt x="47875" y="0"/>
                    <a:pt x="46280" y="1024"/>
                    <a:pt x="45113" y="1786"/>
                  </a:cubicBezTo>
                  <a:cubicBezTo>
                    <a:pt x="44173" y="2393"/>
                    <a:pt x="43649" y="2727"/>
                    <a:pt x="42303" y="2727"/>
                  </a:cubicBezTo>
                  <a:cubicBezTo>
                    <a:pt x="40958" y="2727"/>
                    <a:pt x="40434" y="2393"/>
                    <a:pt x="39493" y="1786"/>
                  </a:cubicBezTo>
                  <a:cubicBezTo>
                    <a:pt x="38327" y="1024"/>
                    <a:pt x="36731" y="0"/>
                    <a:pt x="33838" y="0"/>
                  </a:cubicBezTo>
                  <a:cubicBezTo>
                    <a:pt x="30957" y="0"/>
                    <a:pt x="29361" y="1036"/>
                    <a:pt x="28194" y="1786"/>
                  </a:cubicBezTo>
                  <a:cubicBezTo>
                    <a:pt x="27254" y="2393"/>
                    <a:pt x="26730" y="2727"/>
                    <a:pt x="25385" y="2727"/>
                  </a:cubicBezTo>
                  <a:cubicBezTo>
                    <a:pt x="24039" y="2727"/>
                    <a:pt x="23515" y="2393"/>
                    <a:pt x="22575" y="1786"/>
                  </a:cubicBezTo>
                  <a:cubicBezTo>
                    <a:pt x="21408" y="1024"/>
                    <a:pt x="19812" y="0"/>
                    <a:pt x="16919" y="0"/>
                  </a:cubicBezTo>
                  <a:cubicBezTo>
                    <a:pt x="14038" y="0"/>
                    <a:pt x="12442" y="1036"/>
                    <a:pt x="11276" y="1786"/>
                  </a:cubicBezTo>
                  <a:cubicBezTo>
                    <a:pt x="10335" y="2393"/>
                    <a:pt x="9811" y="2727"/>
                    <a:pt x="8466" y="2727"/>
                  </a:cubicBezTo>
                  <a:cubicBezTo>
                    <a:pt x="7120" y="2727"/>
                    <a:pt x="6596" y="2393"/>
                    <a:pt x="5656" y="1786"/>
                  </a:cubicBezTo>
                  <a:cubicBezTo>
                    <a:pt x="4489" y="1024"/>
                    <a:pt x="2894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17"/>
            <p:cNvSpPr/>
            <p:nvPr/>
          </p:nvSpPr>
          <p:spPr>
            <a:xfrm>
              <a:off x="4805650" y="2989775"/>
              <a:ext cx="1269225" cy="199175"/>
            </a:xfrm>
            <a:custGeom>
              <a:avLst/>
              <a:gdLst/>
              <a:ahLst/>
              <a:cxnLst/>
              <a:rect l="l" t="t" r="r" b="b"/>
              <a:pathLst>
                <a:path w="50769" h="7967" extrusionOk="0">
                  <a:moveTo>
                    <a:pt x="0" y="1"/>
                  </a:moveTo>
                  <a:lnTo>
                    <a:pt x="0" y="5228"/>
                  </a:lnTo>
                  <a:cubicBezTo>
                    <a:pt x="1346" y="5228"/>
                    <a:pt x="1870" y="5561"/>
                    <a:pt x="2822" y="6180"/>
                  </a:cubicBezTo>
                  <a:cubicBezTo>
                    <a:pt x="3989" y="6930"/>
                    <a:pt x="5584" y="7966"/>
                    <a:pt x="8466" y="7966"/>
                  </a:cubicBezTo>
                  <a:cubicBezTo>
                    <a:pt x="11347" y="7966"/>
                    <a:pt x="12943" y="6918"/>
                    <a:pt x="14109" y="6180"/>
                  </a:cubicBezTo>
                  <a:cubicBezTo>
                    <a:pt x="15062" y="5561"/>
                    <a:pt x="15574" y="5228"/>
                    <a:pt x="16919" y="5228"/>
                  </a:cubicBezTo>
                  <a:cubicBezTo>
                    <a:pt x="18265" y="5228"/>
                    <a:pt x="18788" y="5561"/>
                    <a:pt x="19741" y="6180"/>
                  </a:cubicBezTo>
                  <a:cubicBezTo>
                    <a:pt x="20908" y="6930"/>
                    <a:pt x="22503" y="7966"/>
                    <a:pt x="25385" y="7966"/>
                  </a:cubicBezTo>
                  <a:cubicBezTo>
                    <a:pt x="28266" y="7966"/>
                    <a:pt x="29861" y="6918"/>
                    <a:pt x="31028" y="6180"/>
                  </a:cubicBezTo>
                  <a:cubicBezTo>
                    <a:pt x="31981" y="5561"/>
                    <a:pt x="32493" y="5228"/>
                    <a:pt x="33838" y="5228"/>
                  </a:cubicBezTo>
                  <a:cubicBezTo>
                    <a:pt x="35195" y="5228"/>
                    <a:pt x="35707" y="5561"/>
                    <a:pt x="36660" y="6180"/>
                  </a:cubicBezTo>
                  <a:cubicBezTo>
                    <a:pt x="37827" y="6930"/>
                    <a:pt x="39422" y="7966"/>
                    <a:pt x="42303" y="7966"/>
                  </a:cubicBezTo>
                  <a:cubicBezTo>
                    <a:pt x="45185" y="7966"/>
                    <a:pt x="46780" y="6918"/>
                    <a:pt x="47947" y="6180"/>
                  </a:cubicBezTo>
                  <a:cubicBezTo>
                    <a:pt x="48899" y="5561"/>
                    <a:pt x="49423" y="5228"/>
                    <a:pt x="50769" y="5228"/>
                  </a:cubicBezTo>
                  <a:lnTo>
                    <a:pt x="50769" y="1"/>
                  </a:lnTo>
                  <a:cubicBezTo>
                    <a:pt x="47875" y="1"/>
                    <a:pt x="46280" y="1025"/>
                    <a:pt x="45113" y="1787"/>
                  </a:cubicBezTo>
                  <a:cubicBezTo>
                    <a:pt x="44173" y="2394"/>
                    <a:pt x="43649" y="2739"/>
                    <a:pt x="42303" y="2739"/>
                  </a:cubicBezTo>
                  <a:cubicBezTo>
                    <a:pt x="40958" y="2739"/>
                    <a:pt x="40434" y="2394"/>
                    <a:pt x="39493" y="1787"/>
                  </a:cubicBezTo>
                  <a:cubicBezTo>
                    <a:pt x="38327" y="1025"/>
                    <a:pt x="36731" y="1"/>
                    <a:pt x="33838" y="1"/>
                  </a:cubicBezTo>
                  <a:cubicBezTo>
                    <a:pt x="30957" y="1"/>
                    <a:pt x="29361" y="1049"/>
                    <a:pt x="28194" y="1787"/>
                  </a:cubicBezTo>
                  <a:cubicBezTo>
                    <a:pt x="27254" y="2394"/>
                    <a:pt x="26730" y="2739"/>
                    <a:pt x="25385" y="2739"/>
                  </a:cubicBezTo>
                  <a:cubicBezTo>
                    <a:pt x="24039" y="2739"/>
                    <a:pt x="23515" y="2394"/>
                    <a:pt x="22575" y="1787"/>
                  </a:cubicBezTo>
                  <a:cubicBezTo>
                    <a:pt x="21408" y="1025"/>
                    <a:pt x="19812" y="1"/>
                    <a:pt x="16919" y="1"/>
                  </a:cubicBezTo>
                  <a:cubicBezTo>
                    <a:pt x="14038" y="1"/>
                    <a:pt x="12442" y="1049"/>
                    <a:pt x="11276" y="1787"/>
                  </a:cubicBezTo>
                  <a:cubicBezTo>
                    <a:pt x="10335" y="2394"/>
                    <a:pt x="9811" y="2739"/>
                    <a:pt x="8466" y="2739"/>
                  </a:cubicBezTo>
                  <a:cubicBezTo>
                    <a:pt x="7120" y="2739"/>
                    <a:pt x="6596" y="2394"/>
                    <a:pt x="5656" y="1787"/>
                  </a:cubicBezTo>
                  <a:cubicBezTo>
                    <a:pt x="4489" y="1025"/>
                    <a:pt x="2894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7"/>
            <p:cNvSpPr/>
            <p:nvPr/>
          </p:nvSpPr>
          <p:spPr>
            <a:xfrm>
              <a:off x="4805650" y="3260350"/>
              <a:ext cx="1269225" cy="199150"/>
            </a:xfrm>
            <a:custGeom>
              <a:avLst/>
              <a:gdLst/>
              <a:ahLst/>
              <a:cxnLst/>
              <a:rect l="l" t="t" r="r" b="b"/>
              <a:pathLst>
                <a:path w="50769" h="7966" extrusionOk="0">
                  <a:moveTo>
                    <a:pt x="0" y="1"/>
                  </a:moveTo>
                  <a:lnTo>
                    <a:pt x="0" y="5227"/>
                  </a:lnTo>
                  <a:cubicBezTo>
                    <a:pt x="1346" y="5227"/>
                    <a:pt x="1870" y="5573"/>
                    <a:pt x="2822" y="6180"/>
                  </a:cubicBezTo>
                  <a:cubicBezTo>
                    <a:pt x="3989" y="6942"/>
                    <a:pt x="5584" y="7966"/>
                    <a:pt x="8466" y="7966"/>
                  </a:cubicBezTo>
                  <a:cubicBezTo>
                    <a:pt x="11347" y="7966"/>
                    <a:pt x="12943" y="6918"/>
                    <a:pt x="14109" y="6180"/>
                  </a:cubicBezTo>
                  <a:cubicBezTo>
                    <a:pt x="15062" y="5573"/>
                    <a:pt x="15574" y="5227"/>
                    <a:pt x="16919" y="5227"/>
                  </a:cubicBezTo>
                  <a:cubicBezTo>
                    <a:pt x="18265" y="5227"/>
                    <a:pt x="18788" y="5573"/>
                    <a:pt x="19741" y="6180"/>
                  </a:cubicBezTo>
                  <a:cubicBezTo>
                    <a:pt x="20908" y="6942"/>
                    <a:pt x="22503" y="7966"/>
                    <a:pt x="25385" y="7966"/>
                  </a:cubicBezTo>
                  <a:cubicBezTo>
                    <a:pt x="28266" y="7966"/>
                    <a:pt x="29861" y="6918"/>
                    <a:pt x="31028" y="6180"/>
                  </a:cubicBezTo>
                  <a:cubicBezTo>
                    <a:pt x="31981" y="5573"/>
                    <a:pt x="32493" y="5227"/>
                    <a:pt x="33838" y="5227"/>
                  </a:cubicBezTo>
                  <a:cubicBezTo>
                    <a:pt x="35195" y="5227"/>
                    <a:pt x="35707" y="5573"/>
                    <a:pt x="36660" y="6180"/>
                  </a:cubicBezTo>
                  <a:cubicBezTo>
                    <a:pt x="37827" y="6942"/>
                    <a:pt x="39422" y="7966"/>
                    <a:pt x="42303" y="7966"/>
                  </a:cubicBezTo>
                  <a:cubicBezTo>
                    <a:pt x="45185" y="7966"/>
                    <a:pt x="46780" y="6918"/>
                    <a:pt x="47947" y="6180"/>
                  </a:cubicBezTo>
                  <a:cubicBezTo>
                    <a:pt x="48899" y="5573"/>
                    <a:pt x="49423" y="5227"/>
                    <a:pt x="50769" y="5227"/>
                  </a:cubicBezTo>
                  <a:lnTo>
                    <a:pt x="50769" y="1"/>
                  </a:lnTo>
                  <a:cubicBezTo>
                    <a:pt x="47875" y="1"/>
                    <a:pt x="46280" y="1036"/>
                    <a:pt x="45113" y="1787"/>
                  </a:cubicBezTo>
                  <a:cubicBezTo>
                    <a:pt x="44173" y="2406"/>
                    <a:pt x="43649" y="2739"/>
                    <a:pt x="42303" y="2739"/>
                  </a:cubicBezTo>
                  <a:cubicBezTo>
                    <a:pt x="40958" y="2739"/>
                    <a:pt x="40434" y="2406"/>
                    <a:pt x="39493" y="1787"/>
                  </a:cubicBezTo>
                  <a:cubicBezTo>
                    <a:pt x="38327" y="1036"/>
                    <a:pt x="36731" y="1"/>
                    <a:pt x="33838" y="1"/>
                  </a:cubicBezTo>
                  <a:cubicBezTo>
                    <a:pt x="30957" y="1"/>
                    <a:pt x="29361" y="1036"/>
                    <a:pt x="28194" y="1787"/>
                  </a:cubicBezTo>
                  <a:cubicBezTo>
                    <a:pt x="27254" y="2406"/>
                    <a:pt x="26730" y="2739"/>
                    <a:pt x="25385" y="2739"/>
                  </a:cubicBezTo>
                  <a:cubicBezTo>
                    <a:pt x="24039" y="2739"/>
                    <a:pt x="23515" y="2406"/>
                    <a:pt x="22575" y="1787"/>
                  </a:cubicBezTo>
                  <a:cubicBezTo>
                    <a:pt x="21408" y="1036"/>
                    <a:pt x="19812" y="1"/>
                    <a:pt x="16919" y="1"/>
                  </a:cubicBezTo>
                  <a:cubicBezTo>
                    <a:pt x="14038" y="1"/>
                    <a:pt x="12442" y="1036"/>
                    <a:pt x="11276" y="1787"/>
                  </a:cubicBezTo>
                  <a:cubicBezTo>
                    <a:pt x="10335" y="2406"/>
                    <a:pt x="9811" y="2739"/>
                    <a:pt x="8466" y="2739"/>
                  </a:cubicBezTo>
                  <a:cubicBezTo>
                    <a:pt x="7120" y="2739"/>
                    <a:pt x="6596" y="2406"/>
                    <a:pt x="5656" y="1787"/>
                  </a:cubicBezTo>
                  <a:cubicBezTo>
                    <a:pt x="4489" y="1036"/>
                    <a:pt x="2894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9" name="Google Shape;109;p17"/>
          <p:cNvSpPr/>
          <p:nvPr/>
        </p:nvSpPr>
        <p:spPr>
          <a:xfrm flipH="1">
            <a:off x="8118431" y="-239425"/>
            <a:ext cx="2284525" cy="2478400"/>
          </a:xfrm>
          <a:custGeom>
            <a:avLst/>
            <a:gdLst/>
            <a:ahLst/>
            <a:cxnLst/>
            <a:rect l="l" t="t" r="r" b="b"/>
            <a:pathLst>
              <a:path w="91381" h="99136" extrusionOk="0">
                <a:moveTo>
                  <a:pt x="77092" y="1"/>
                </a:moveTo>
                <a:cubicBezTo>
                  <a:pt x="75139" y="1"/>
                  <a:pt x="73192" y="742"/>
                  <a:pt x="71711" y="2223"/>
                </a:cubicBezTo>
                <a:lnTo>
                  <a:pt x="5191" y="68755"/>
                </a:lnTo>
                <a:cubicBezTo>
                  <a:pt x="1857" y="72065"/>
                  <a:pt x="0" y="76589"/>
                  <a:pt x="36" y="81292"/>
                </a:cubicBezTo>
                <a:cubicBezTo>
                  <a:pt x="48" y="86019"/>
                  <a:pt x="1941" y="90555"/>
                  <a:pt x="5298" y="93889"/>
                </a:cubicBezTo>
                <a:cubicBezTo>
                  <a:pt x="8800" y="97385"/>
                  <a:pt x="13392" y="99135"/>
                  <a:pt x="17968" y="99135"/>
                </a:cubicBezTo>
                <a:cubicBezTo>
                  <a:pt x="22494" y="99135"/>
                  <a:pt x="27005" y="97424"/>
                  <a:pt x="30432" y="93996"/>
                </a:cubicBezTo>
                <a:lnTo>
                  <a:pt x="32921" y="91508"/>
                </a:lnTo>
                <a:cubicBezTo>
                  <a:pt x="33111" y="91353"/>
                  <a:pt x="33302" y="91186"/>
                  <a:pt x="33480" y="90996"/>
                </a:cubicBezTo>
                <a:lnTo>
                  <a:pt x="88392" y="36084"/>
                </a:lnTo>
                <a:cubicBezTo>
                  <a:pt x="91381" y="33096"/>
                  <a:pt x="91369" y="28226"/>
                  <a:pt x="88344" y="25202"/>
                </a:cubicBezTo>
                <a:cubicBezTo>
                  <a:pt x="86829" y="23687"/>
                  <a:pt x="84844" y="22928"/>
                  <a:pt x="82865" y="22928"/>
                </a:cubicBezTo>
                <a:cubicBezTo>
                  <a:pt x="80909" y="22928"/>
                  <a:pt x="78959" y="23669"/>
                  <a:pt x="77474" y="25154"/>
                </a:cubicBezTo>
                <a:lnTo>
                  <a:pt x="19574" y="83054"/>
                </a:lnTo>
                <a:cubicBezTo>
                  <a:pt x="19090" y="83538"/>
                  <a:pt x="18452" y="83783"/>
                  <a:pt x="17813" y="83783"/>
                </a:cubicBezTo>
                <a:cubicBezTo>
                  <a:pt x="17210" y="83783"/>
                  <a:pt x="16607" y="83565"/>
                  <a:pt x="16133" y="83126"/>
                </a:cubicBezTo>
                <a:cubicBezTo>
                  <a:pt x="15657" y="82661"/>
                  <a:pt x="15383" y="82030"/>
                  <a:pt x="15371" y="81364"/>
                </a:cubicBezTo>
                <a:cubicBezTo>
                  <a:pt x="15371" y="80721"/>
                  <a:pt x="15621" y="80102"/>
                  <a:pt x="16085" y="79649"/>
                </a:cubicBezTo>
                <a:lnTo>
                  <a:pt x="82606" y="13129"/>
                </a:lnTo>
                <a:cubicBezTo>
                  <a:pt x="85582" y="10152"/>
                  <a:pt x="85570" y="5283"/>
                  <a:pt x="82558" y="2271"/>
                </a:cubicBezTo>
                <a:cubicBezTo>
                  <a:pt x="81044" y="757"/>
                  <a:pt x="79065" y="1"/>
                  <a:pt x="7709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7"/>
          <p:cNvSpPr/>
          <p:nvPr/>
        </p:nvSpPr>
        <p:spPr>
          <a:xfrm rot="10800000" flipH="1">
            <a:off x="8167801" y="3552837"/>
            <a:ext cx="3377899" cy="3664562"/>
          </a:xfrm>
          <a:custGeom>
            <a:avLst/>
            <a:gdLst/>
            <a:ahLst/>
            <a:cxnLst/>
            <a:rect l="l" t="t" r="r" b="b"/>
            <a:pathLst>
              <a:path w="91381" h="99136" extrusionOk="0">
                <a:moveTo>
                  <a:pt x="77092" y="1"/>
                </a:moveTo>
                <a:cubicBezTo>
                  <a:pt x="75139" y="1"/>
                  <a:pt x="73192" y="742"/>
                  <a:pt x="71711" y="2223"/>
                </a:cubicBezTo>
                <a:lnTo>
                  <a:pt x="5191" y="68755"/>
                </a:lnTo>
                <a:cubicBezTo>
                  <a:pt x="1857" y="72065"/>
                  <a:pt x="0" y="76589"/>
                  <a:pt x="36" y="81292"/>
                </a:cubicBezTo>
                <a:cubicBezTo>
                  <a:pt x="48" y="86019"/>
                  <a:pt x="1941" y="90555"/>
                  <a:pt x="5298" y="93889"/>
                </a:cubicBezTo>
                <a:cubicBezTo>
                  <a:pt x="8800" y="97385"/>
                  <a:pt x="13392" y="99135"/>
                  <a:pt x="17968" y="99135"/>
                </a:cubicBezTo>
                <a:cubicBezTo>
                  <a:pt x="22494" y="99135"/>
                  <a:pt x="27005" y="97424"/>
                  <a:pt x="30432" y="93996"/>
                </a:cubicBezTo>
                <a:lnTo>
                  <a:pt x="32921" y="91508"/>
                </a:lnTo>
                <a:cubicBezTo>
                  <a:pt x="33111" y="91353"/>
                  <a:pt x="33302" y="91186"/>
                  <a:pt x="33480" y="90996"/>
                </a:cubicBezTo>
                <a:lnTo>
                  <a:pt x="88392" y="36084"/>
                </a:lnTo>
                <a:cubicBezTo>
                  <a:pt x="91381" y="33096"/>
                  <a:pt x="91369" y="28226"/>
                  <a:pt x="88344" y="25202"/>
                </a:cubicBezTo>
                <a:cubicBezTo>
                  <a:pt x="86829" y="23687"/>
                  <a:pt x="84844" y="22928"/>
                  <a:pt x="82865" y="22928"/>
                </a:cubicBezTo>
                <a:cubicBezTo>
                  <a:pt x="80909" y="22928"/>
                  <a:pt x="78959" y="23669"/>
                  <a:pt x="77474" y="25154"/>
                </a:cubicBezTo>
                <a:lnTo>
                  <a:pt x="19574" y="83054"/>
                </a:lnTo>
                <a:cubicBezTo>
                  <a:pt x="19090" y="83538"/>
                  <a:pt x="18452" y="83783"/>
                  <a:pt x="17813" y="83783"/>
                </a:cubicBezTo>
                <a:cubicBezTo>
                  <a:pt x="17210" y="83783"/>
                  <a:pt x="16607" y="83565"/>
                  <a:pt x="16133" y="83126"/>
                </a:cubicBezTo>
                <a:cubicBezTo>
                  <a:pt x="15657" y="82661"/>
                  <a:pt x="15383" y="82030"/>
                  <a:pt x="15371" y="81364"/>
                </a:cubicBezTo>
                <a:cubicBezTo>
                  <a:pt x="15371" y="80721"/>
                  <a:pt x="15621" y="80102"/>
                  <a:pt x="16085" y="79649"/>
                </a:cubicBezTo>
                <a:lnTo>
                  <a:pt x="82606" y="13129"/>
                </a:lnTo>
                <a:cubicBezTo>
                  <a:pt x="85582" y="10152"/>
                  <a:pt x="85570" y="5283"/>
                  <a:pt x="82558" y="2271"/>
                </a:cubicBezTo>
                <a:cubicBezTo>
                  <a:pt x="81044" y="757"/>
                  <a:pt x="79065" y="1"/>
                  <a:pt x="7709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" name="Google Shape;111;p17"/>
          <p:cNvGrpSpPr/>
          <p:nvPr/>
        </p:nvGrpSpPr>
        <p:grpSpPr>
          <a:xfrm flipH="1">
            <a:off x="-990387" y="3278592"/>
            <a:ext cx="3304431" cy="2359299"/>
            <a:chOff x="6398434" y="3874100"/>
            <a:chExt cx="2343070" cy="1672905"/>
          </a:xfrm>
        </p:grpSpPr>
        <p:sp>
          <p:nvSpPr>
            <p:cNvPr id="112" name="Google Shape;112;p17"/>
            <p:cNvSpPr/>
            <p:nvPr/>
          </p:nvSpPr>
          <p:spPr>
            <a:xfrm rot="-8100197">
              <a:off x="7743857" y="3688660"/>
              <a:ext cx="322197" cy="2043785"/>
            </a:xfrm>
            <a:custGeom>
              <a:avLst/>
              <a:gdLst/>
              <a:ahLst/>
              <a:cxnLst/>
              <a:rect l="l" t="t" r="r" b="b"/>
              <a:pathLst>
                <a:path w="10455" h="66319" extrusionOk="0">
                  <a:moveTo>
                    <a:pt x="1" y="1"/>
                  </a:moveTo>
                  <a:lnTo>
                    <a:pt x="1" y="61091"/>
                  </a:lnTo>
                  <a:cubicBezTo>
                    <a:pt x="1" y="63985"/>
                    <a:pt x="2334" y="66318"/>
                    <a:pt x="5227" y="66318"/>
                  </a:cubicBezTo>
                  <a:cubicBezTo>
                    <a:pt x="8109" y="66318"/>
                    <a:pt x="10454" y="63973"/>
                    <a:pt x="10454" y="61091"/>
                  </a:cubicBezTo>
                  <a:lnTo>
                    <a:pt x="104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7"/>
            <p:cNvSpPr/>
            <p:nvPr/>
          </p:nvSpPr>
          <p:spPr>
            <a:xfrm rot="-8100197">
              <a:off x="6712576" y="4517273"/>
              <a:ext cx="322197" cy="1021908"/>
            </a:xfrm>
            <a:custGeom>
              <a:avLst/>
              <a:gdLst/>
              <a:ahLst/>
              <a:cxnLst/>
              <a:rect l="l" t="t" r="r" b="b"/>
              <a:pathLst>
                <a:path w="10455" h="33160" extrusionOk="0">
                  <a:moveTo>
                    <a:pt x="1" y="0"/>
                  </a:moveTo>
                  <a:lnTo>
                    <a:pt x="1" y="27932"/>
                  </a:lnTo>
                  <a:cubicBezTo>
                    <a:pt x="1" y="30826"/>
                    <a:pt x="2334" y="33159"/>
                    <a:pt x="5228" y="33159"/>
                  </a:cubicBezTo>
                  <a:cubicBezTo>
                    <a:pt x="8109" y="33159"/>
                    <a:pt x="10454" y="30814"/>
                    <a:pt x="10454" y="27932"/>
                  </a:cubicBezTo>
                  <a:lnTo>
                    <a:pt x="104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16" name="Google Shape;116;p18"/>
          <p:cNvGrpSpPr/>
          <p:nvPr/>
        </p:nvGrpSpPr>
        <p:grpSpPr>
          <a:xfrm rot="5400000" flipH="1">
            <a:off x="8214086" y="226900"/>
            <a:ext cx="1269225" cy="740575"/>
            <a:chOff x="4805650" y="2718925"/>
            <a:chExt cx="1269225" cy="740575"/>
          </a:xfrm>
        </p:grpSpPr>
        <p:sp>
          <p:nvSpPr>
            <p:cNvPr id="117" name="Google Shape;117;p18"/>
            <p:cNvSpPr/>
            <p:nvPr/>
          </p:nvSpPr>
          <p:spPr>
            <a:xfrm>
              <a:off x="4805650" y="2718925"/>
              <a:ext cx="1269225" cy="198850"/>
            </a:xfrm>
            <a:custGeom>
              <a:avLst/>
              <a:gdLst/>
              <a:ahLst/>
              <a:cxnLst/>
              <a:rect l="l" t="t" r="r" b="b"/>
              <a:pathLst>
                <a:path w="50769" h="7954" extrusionOk="0">
                  <a:moveTo>
                    <a:pt x="0" y="0"/>
                  </a:moveTo>
                  <a:lnTo>
                    <a:pt x="0" y="5227"/>
                  </a:lnTo>
                  <a:cubicBezTo>
                    <a:pt x="1346" y="5227"/>
                    <a:pt x="1870" y="5560"/>
                    <a:pt x="2822" y="6168"/>
                  </a:cubicBezTo>
                  <a:cubicBezTo>
                    <a:pt x="3989" y="6930"/>
                    <a:pt x="5584" y="7954"/>
                    <a:pt x="8466" y="7954"/>
                  </a:cubicBezTo>
                  <a:cubicBezTo>
                    <a:pt x="11347" y="7954"/>
                    <a:pt x="12943" y="6930"/>
                    <a:pt x="14109" y="6168"/>
                  </a:cubicBezTo>
                  <a:cubicBezTo>
                    <a:pt x="15062" y="5560"/>
                    <a:pt x="15574" y="5227"/>
                    <a:pt x="16919" y="5227"/>
                  </a:cubicBezTo>
                  <a:cubicBezTo>
                    <a:pt x="18265" y="5227"/>
                    <a:pt x="18788" y="5560"/>
                    <a:pt x="19741" y="6168"/>
                  </a:cubicBezTo>
                  <a:cubicBezTo>
                    <a:pt x="20908" y="6930"/>
                    <a:pt x="22503" y="7954"/>
                    <a:pt x="25385" y="7954"/>
                  </a:cubicBezTo>
                  <a:cubicBezTo>
                    <a:pt x="28266" y="7954"/>
                    <a:pt x="29861" y="6930"/>
                    <a:pt x="31028" y="6168"/>
                  </a:cubicBezTo>
                  <a:cubicBezTo>
                    <a:pt x="31981" y="5560"/>
                    <a:pt x="32493" y="5227"/>
                    <a:pt x="33838" y="5227"/>
                  </a:cubicBezTo>
                  <a:cubicBezTo>
                    <a:pt x="35195" y="5227"/>
                    <a:pt x="35707" y="5560"/>
                    <a:pt x="36660" y="6168"/>
                  </a:cubicBezTo>
                  <a:cubicBezTo>
                    <a:pt x="37827" y="6930"/>
                    <a:pt x="39422" y="7954"/>
                    <a:pt x="42303" y="7954"/>
                  </a:cubicBezTo>
                  <a:cubicBezTo>
                    <a:pt x="45185" y="7954"/>
                    <a:pt x="46780" y="6930"/>
                    <a:pt x="47947" y="6168"/>
                  </a:cubicBezTo>
                  <a:cubicBezTo>
                    <a:pt x="48899" y="5560"/>
                    <a:pt x="49423" y="5227"/>
                    <a:pt x="50769" y="5227"/>
                  </a:cubicBezTo>
                  <a:lnTo>
                    <a:pt x="50769" y="0"/>
                  </a:lnTo>
                  <a:cubicBezTo>
                    <a:pt x="47875" y="0"/>
                    <a:pt x="46280" y="1024"/>
                    <a:pt x="45113" y="1786"/>
                  </a:cubicBezTo>
                  <a:cubicBezTo>
                    <a:pt x="44173" y="2393"/>
                    <a:pt x="43649" y="2727"/>
                    <a:pt x="42303" y="2727"/>
                  </a:cubicBezTo>
                  <a:cubicBezTo>
                    <a:pt x="40958" y="2727"/>
                    <a:pt x="40434" y="2393"/>
                    <a:pt x="39493" y="1786"/>
                  </a:cubicBezTo>
                  <a:cubicBezTo>
                    <a:pt x="38327" y="1024"/>
                    <a:pt x="36731" y="0"/>
                    <a:pt x="33838" y="0"/>
                  </a:cubicBezTo>
                  <a:cubicBezTo>
                    <a:pt x="30957" y="0"/>
                    <a:pt x="29361" y="1036"/>
                    <a:pt x="28194" y="1786"/>
                  </a:cubicBezTo>
                  <a:cubicBezTo>
                    <a:pt x="27254" y="2393"/>
                    <a:pt x="26730" y="2727"/>
                    <a:pt x="25385" y="2727"/>
                  </a:cubicBezTo>
                  <a:cubicBezTo>
                    <a:pt x="24039" y="2727"/>
                    <a:pt x="23515" y="2393"/>
                    <a:pt x="22575" y="1786"/>
                  </a:cubicBezTo>
                  <a:cubicBezTo>
                    <a:pt x="21408" y="1024"/>
                    <a:pt x="19812" y="0"/>
                    <a:pt x="16919" y="0"/>
                  </a:cubicBezTo>
                  <a:cubicBezTo>
                    <a:pt x="14038" y="0"/>
                    <a:pt x="12442" y="1036"/>
                    <a:pt x="11276" y="1786"/>
                  </a:cubicBezTo>
                  <a:cubicBezTo>
                    <a:pt x="10335" y="2393"/>
                    <a:pt x="9811" y="2727"/>
                    <a:pt x="8466" y="2727"/>
                  </a:cubicBezTo>
                  <a:cubicBezTo>
                    <a:pt x="7120" y="2727"/>
                    <a:pt x="6596" y="2393"/>
                    <a:pt x="5656" y="1786"/>
                  </a:cubicBezTo>
                  <a:cubicBezTo>
                    <a:pt x="4489" y="1024"/>
                    <a:pt x="2894" y="0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8"/>
            <p:cNvSpPr/>
            <p:nvPr/>
          </p:nvSpPr>
          <p:spPr>
            <a:xfrm>
              <a:off x="4805650" y="2989775"/>
              <a:ext cx="1269225" cy="199175"/>
            </a:xfrm>
            <a:custGeom>
              <a:avLst/>
              <a:gdLst/>
              <a:ahLst/>
              <a:cxnLst/>
              <a:rect l="l" t="t" r="r" b="b"/>
              <a:pathLst>
                <a:path w="50769" h="7967" extrusionOk="0">
                  <a:moveTo>
                    <a:pt x="0" y="1"/>
                  </a:moveTo>
                  <a:lnTo>
                    <a:pt x="0" y="5228"/>
                  </a:lnTo>
                  <a:cubicBezTo>
                    <a:pt x="1346" y="5228"/>
                    <a:pt x="1870" y="5561"/>
                    <a:pt x="2822" y="6180"/>
                  </a:cubicBezTo>
                  <a:cubicBezTo>
                    <a:pt x="3989" y="6930"/>
                    <a:pt x="5584" y="7966"/>
                    <a:pt x="8466" y="7966"/>
                  </a:cubicBezTo>
                  <a:cubicBezTo>
                    <a:pt x="11347" y="7966"/>
                    <a:pt x="12943" y="6918"/>
                    <a:pt x="14109" y="6180"/>
                  </a:cubicBezTo>
                  <a:cubicBezTo>
                    <a:pt x="15062" y="5561"/>
                    <a:pt x="15574" y="5228"/>
                    <a:pt x="16919" y="5228"/>
                  </a:cubicBezTo>
                  <a:cubicBezTo>
                    <a:pt x="18265" y="5228"/>
                    <a:pt x="18788" y="5561"/>
                    <a:pt x="19741" y="6180"/>
                  </a:cubicBezTo>
                  <a:cubicBezTo>
                    <a:pt x="20908" y="6930"/>
                    <a:pt x="22503" y="7966"/>
                    <a:pt x="25385" y="7966"/>
                  </a:cubicBezTo>
                  <a:cubicBezTo>
                    <a:pt x="28266" y="7966"/>
                    <a:pt x="29861" y="6918"/>
                    <a:pt x="31028" y="6180"/>
                  </a:cubicBezTo>
                  <a:cubicBezTo>
                    <a:pt x="31981" y="5561"/>
                    <a:pt x="32493" y="5228"/>
                    <a:pt x="33838" y="5228"/>
                  </a:cubicBezTo>
                  <a:cubicBezTo>
                    <a:pt x="35195" y="5228"/>
                    <a:pt x="35707" y="5561"/>
                    <a:pt x="36660" y="6180"/>
                  </a:cubicBezTo>
                  <a:cubicBezTo>
                    <a:pt x="37827" y="6930"/>
                    <a:pt x="39422" y="7966"/>
                    <a:pt x="42303" y="7966"/>
                  </a:cubicBezTo>
                  <a:cubicBezTo>
                    <a:pt x="45185" y="7966"/>
                    <a:pt x="46780" y="6918"/>
                    <a:pt x="47947" y="6180"/>
                  </a:cubicBezTo>
                  <a:cubicBezTo>
                    <a:pt x="48899" y="5561"/>
                    <a:pt x="49423" y="5228"/>
                    <a:pt x="50769" y="5228"/>
                  </a:cubicBezTo>
                  <a:lnTo>
                    <a:pt x="50769" y="1"/>
                  </a:lnTo>
                  <a:cubicBezTo>
                    <a:pt x="47875" y="1"/>
                    <a:pt x="46280" y="1025"/>
                    <a:pt x="45113" y="1787"/>
                  </a:cubicBezTo>
                  <a:cubicBezTo>
                    <a:pt x="44173" y="2394"/>
                    <a:pt x="43649" y="2739"/>
                    <a:pt x="42303" y="2739"/>
                  </a:cubicBezTo>
                  <a:cubicBezTo>
                    <a:pt x="40958" y="2739"/>
                    <a:pt x="40434" y="2394"/>
                    <a:pt x="39493" y="1787"/>
                  </a:cubicBezTo>
                  <a:cubicBezTo>
                    <a:pt x="38327" y="1025"/>
                    <a:pt x="36731" y="1"/>
                    <a:pt x="33838" y="1"/>
                  </a:cubicBezTo>
                  <a:cubicBezTo>
                    <a:pt x="30957" y="1"/>
                    <a:pt x="29361" y="1049"/>
                    <a:pt x="28194" y="1787"/>
                  </a:cubicBezTo>
                  <a:cubicBezTo>
                    <a:pt x="27254" y="2394"/>
                    <a:pt x="26730" y="2739"/>
                    <a:pt x="25385" y="2739"/>
                  </a:cubicBezTo>
                  <a:cubicBezTo>
                    <a:pt x="24039" y="2739"/>
                    <a:pt x="23515" y="2394"/>
                    <a:pt x="22575" y="1787"/>
                  </a:cubicBezTo>
                  <a:cubicBezTo>
                    <a:pt x="21408" y="1025"/>
                    <a:pt x="19812" y="1"/>
                    <a:pt x="16919" y="1"/>
                  </a:cubicBezTo>
                  <a:cubicBezTo>
                    <a:pt x="14038" y="1"/>
                    <a:pt x="12442" y="1049"/>
                    <a:pt x="11276" y="1787"/>
                  </a:cubicBezTo>
                  <a:cubicBezTo>
                    <a:pt x="10335" y="2394"/>
                    <a:pt x="9811" y="2739"/>
                    <a:pt x="8466" y="2739"/>
                  </a:cubicBezTo>
                  <a:cubicBezTo>
                    <a:pt x="7120" y="2739"/>
                    <a:pt x="6596" y="2394"/>
                    <a:pt x="5656" y="1787"/>
                  </a:cubicBezTo>
                  <a:cubicBezTo>
                    <a:pt x="4489" y="1025"/>
                    <a:pt x="2894" y="1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8"/>
            <p:cNvSpPr/>
            <p:nvPr/>
          </p:nvSpPr>
          <p:spPr>
            <a:xfrm>
              <a:off x="4805650" y="3260350"/>
              <a:ext cx="1269225" cy="199150"/>
            </a:xfrm>
            <a:custGeom>
              <a:avLst/>
              <a:gdLst/>
              <a:ahLst/>
              <a:cxnLst/>
              <a:rect l="l" t="t" r="r" b="b"/>
              <a:pathLst>
                <a:path w="50769" h="7966" extrusionOk="0">
                  <a:moveTo>
                    <a:pt x="0" y="1"/>
                  </a:moveTo>
                  <a:lnTo>
                    <a:pt x="0" y="5227"/>
                  </a:lnTo>
                  <a:cubicBezTo>
                    <a:pt x="1346" y="5227"/>
                    <a:pt x="1870" y="5573"/>
                    <a:pt x="2822" y="6180"/>
                  </a:cubicBezTo>
                  <a:cubicBezTo>
                    <a:pt x="3989" y="6942"/>
                    <a:pt x="5584" y="7966"/>
                    <a:pt x="8466" y="7966"/>
                  </a:cubicBezTo>
                  <a:cubicBezTo>
                    <a:pt x="11347" y="7966"/>
                    <a:pt x="12943" y="6918"/>
                    <a:pt x="14109" y="6180"/>
                  </a:cubicBezTo>
                  <a:cubicBezTo>
                    <a:pt x="15062" y="5573"/>
                    <a:pt x="15574" y="5227"/>
                    <a:pt x="16919" y="5227"/>
                  </a:cubicBezTo>
                  <a:cubicBezTo>
                    <a:pt x="18265" y="5227"/>
                    <a:pt x="18788" y="5573"/>
                    <a:pt x="19741" y="6180"/>
                  </a:cubicBezTo>
                  <a:cubicBezTo>
                    <a:pt x="20908" y="6942"/>
                    <a:pt x="22503" y="7966"/>
                    <a:pt x="25385" y="7966"/>
                  </a:cubicBezTo>
                  <a:cubicBezTo>
                    <a:pt x="28266" y="7966"/>
                    <a:pt x="29861" y="6918"/>
                    <a:pt x="31028" y="6180"/>
                  </a:cubicBezTo>
                  <a:cubicBezTo>
                    <a:pt x="31981" y="5573"/>
                    <a:pt x="32493" y="5227"/>
                    <a:pt x="33838" y="5227"/>
                  </a:cubicBezTo>
                  <a:cubicBezTo>
                    <a:pt x="35195" y="5227"/>
                    <a:pt x="35707" y="5573"/>
                    <a:pt x="36660" y="6180"/>
                  </a:cubicBezTo>
                  <a:cubicBezTo>
                    <a:pt x="37827" y="6942"/>
                    <a:pt x="39422" y="7966"/>
                    <a:pt x="42303" y="7966"/>
                  </a:cubicBezTo>
                  <a:cubicBezTo>
                    <a:pt x="45185" y="7966"/>
                    <a:pt x="46780" y="6918"/>
                    <a:pt x="47947" y="6180"/>
                  </a:cubicBezTo>
                  <a:cubicBezTo>
                    <a:pt x="48899" y="5573"/>
                    <a:pt x="49423" y="5227"/>
                    <a:pt x="50769" y="5227"/>
                  </a:cubicBezTo>
                  <a:lnTo>
                    <a:pt x="50769" y="1"/>
                  </a:lnTo>
                  <a:cubicBezTo>
                    <a:pt x="47875" y="1"/>
                    <a:pt x="46280" y="1036"/>
                    <a:pt x="45113" y="1787"/>
                  </a:cubicBezTo>
                  <a:cubicBezTo>
                    <a:pt x="44173" y="2406"/>
                    <a:pt x="43649" y="2739"/>
                    <a:pt x="42303" y="2739"/>
                  </a:cubicBezTo>
                  <a:cubicBezTo>
                    <a:pt x="40958" y="2739"/>
                    <a:pt x="40434" y="2406"/>
                    <a:pt x="39493" y="1787"/>
                  </a:cubicBezTo>
                  <a:cubicBezTo>
                    <a:pt x="38327" y="1036"/>
                    <a:pt x="36731" y="1"/>
                    <a:pt x="33838" y="1"/>
                  </a:cubicBezTo>
                  <a:cubicBezTo>
                    <a:pt x="30957" y="1"/>
                    <a:pt x="29361" y="1036"/>
                    <a:pt x="28194" y="1787"/>
                  </a:cubicBezTo>
                  <a:cubicBezTo>
                    <a:pt x="27254" y="2406"/>
                    <a:pt x="26730" y="2739"/>
                    <a:pt x="25385" y="2739"/>
                  </a:cubicBezTo>
                  <a:cubicBezTo>
                    <a:pt x="24039" y="2739"/>
                    <a:pt x="23515" y="2406"/>
                    <a:pt x="22575" y="1787"/>
                  </a:cubicBezTo>
                  <a:cubicBezTo>
                    <a:pt x="21408" y="1036"/>
                    <a:pt x="19812" y="1"/>
                    <a:pt x="16919" y="1"/>
                  </a:cubicBezTo>
                  <a:cubicBezTo>
                    <a:pt x="14038" y="1"/>
                    <a:pt x="12442" y="1036"/>
                    <a:pt x="11276" y="1787"/>
                  </a:cubicBezTo>
                  <a:cubicBezTo>
                    <a:pt x="10335" y="2406"/>
                    <a:pt x="9811" y="2739"/>
                    <a:pt x="8466" y="2739"/>
                  </a:cubicBezTo>
                  <a:cubicBezTo>
                    <a:pt x="7120" y="2739"/>
                    <a:pt x="6596" y="2406"/>
                    <a:pt x="5656" y="1787"/>
                  </a:cubicBezTo>
                  <a:cubicBezTo>
                    <a:pt x="4489" y="1036"/>
                    <a:pt x="2894" y="1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0" name="Google Shape;120;p18"/>
          <p:cNvGrpSpPr/>
          <p:nvPr/>
        </p:nvGrpSpPr>
        <p:grpSpPr>
          <a:xfrm flipH="1">
            <a:off x="-849921" y="2547128"/>
            <a:ext cx="3077150" cy="4413571"/>
            <a:chOff x="6744106" y="2547128"/>
            <a:chExt cx="3077150" cy="4413571"/>
          </a:xfrm>
        </p:grpSpPr>
        <p:sp>
          <p:nvSpPr>
            <p:cNvPr id="121" name="Google Shape;121;p18"/>
            <p:cNvSpPr/>
            <p:nvPr/>
          </p:nvSpPr>
          <p:spPr>
            <a:xfrm rot="10800000">
              <a:off x="6744106" y="3994302"/>
              <a:ext cx="2734348" cy="2966397"/>
            </a:xfrm>
            <a:custGeom>
              <a:avLst/>
              <a:gdLst/>
              <a:ahLst/>
              <a:cxnLst/>
              <a:rect l="l" t="t" r="r" b="b"/>
              <a:pathLst>
                <a:path w="91381" h="99136" extrusionOk="0">
                  <a:moveTo>
                    <a:pt x="77092" y="1"/>
                  </a:moveTo>
                  <a:cubicBezTo>
                    <a:pt x="75139" y="1"/>
                    <a:pt x="73192" y="742"/>
                    <a:pt x="71711" y="2223"/>
                  </a:cubicBezTo>
                  <a:lnTo>
                    <a:pt x="5191" y="68755"/>
                  </a:lnTo>
                  <a:cubicBezTo>
                    <a:pt x="1857" y="72065"/>
                    <a:pt x="0" y="76589"/>
                    <a:pt x="36" y="81292"/>
                  </a:cubicBezTo>
                  <a:cubicBezTo>
                    <a:pt x="48" y="86019"/>
                    <a:pt x="1941" y="90555"/>
                    <a:pt x="5298" y="93889"/>
                  </a:cubicBezTo>
                  <a:cubicBezTo>
                    <a:pt x="8800" y="97385"/>
                    <a:pt x="13392" y="99135"/>
                    <a:pt x="17968" y="99135"/>
                  </a:cubicBezTo>
                  <a:cubicBezTo>
                    <a:pt x="22494" y="99135"/>
                    <a:pt x="27005" y="97424"/>
                    <a:pt x="30432" y="93996"/>
                  </a:cubicBezTo>
                  <a:lnTo>
                    <a:pt x="32921" y="91508"/>
                  </a:lnTo>
                  <a:cubicBezTo>
                    <a:pt x="33111" y="91353"/>
                    <a:pt x="33302" y="91186"/>
                    <a:pt x="33480" y="90996"/>
                  </a:cubicBezTo>
                  <a:lnTo>
                    <a:pt x="88392" y="36084"/>
                  </a:lnTo>
                  <a:cubicBezTo>
                    <a:pt x="91381" y="33096"/>
                    <a:pt x="91369" y="28226"/>
                    <a:pt x="88344" y="25202"/>
                  </a:cubicBezTo>
                  <a:cubicBezTo>
                    <a:pt x="86829" y="23687"/>
                    <a:pt x="84844" y="22928"/>
                    <a:pt x="82865" y="22928"/>
                  </a:cubicBezTo>
                  <a:cubicBezTo>
                    <a:pt x="80909" y="22928"/>
                    <a:pt x="78959" y="23669"/>
                    <a:pt x="77474" y="25154"/>
                  </a:cubicBezTo>
                  <a:lnTo>
                    <a:pt x="19574" y="83054"/>
                  </a:lnTo>
                  <a:cubicBezTo>
                    <a:pt x="19090" y="83538"/>
                    <a:pt x="18452" y="83783"/>
                    <a:pt x="17813" y="83783"/>
                  </a:cubicBezTo>
                  <a:cubicBezTo>
                    <a:pt x="17210" y="83783"/>
                    <a:pt x="16607" y="83565"/>
                    <a:pt x="16133" y="83126"/>
                  </a:cubicBezTo>
                  <a:cubicBezTo>
                    <a:pt x="15657" y="82661"/>
                    <a:pt x="15383" y="82030"/>
                    <a:pt x="15371" y="81364"/>
                  </a:cubicBezTo>
                  <a:cubicBezTo>
                    <a:pt x="15371" y="80721"/>
                    <a:pt x="15621" y="80102"/>
                    <a:pt x="16085" y="79649"/>
                  </a:cubicBezTo>
                  <a:lnTo>
                    <a:pt x="82606" y="13129"/>
                  </a:lnTo>
                  <a:cubicBezTo>
                    <a:pt x="85582" y="10152"/>
                    <a:pt x="85570" y="5283"/>
                    <a:pt x="82558" y="2271"/>
                  </a:cubicBezTo>
                  <a:cubicBezTo>
                    <a:pt x="81044" y="757"/>
                    <a:pt x="79065" y="1"/>
                    <a:pt x="770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8"/>
            <p:cNvSpPr/>
            <p:nvPr/>
          </p:nvSpPr>
          <p:spPr>
            <a:xfrm rot="2700000">
              <a:off x="8929405" y="2497033"/>
              <a:ext cx="451589" cy="1432300"/>
            </a:xfrm>
            <a:custGeom>
              <a:avLst/>
              <a:gdLst/>
              <a:ahLst/>
              <a:cxnLst/>
              <a:rect l="l" t="t" r="r" b="b"/>
              <a:pathLst>
                <a:path w="10455" h="33160" extrusionOk="0">
                  <a:moveTo>
                    <a:pt x="1" y="0"/>
                  </a:moveTo>
                  <a:lnTo>
                    <a:pt x="1" y="27932"/>
                  </a:lnTo>
                  <a:cubicBezTo>
                    <a:pt x="1" y="30826"/>
                    <a:pt x="2334" y="33159"/>
                    <a:pt x="5228" y="33159"/>
                  </a:cubicBezTo>
                  <a:cubicBezTo>
                    <a:pt x="8109" y="33159"/>
                    <a:pt x="10454" y="30814"/>
                    <a:pt x="10454" y="27932"/>
                  </a:cubicBezTo>
                  <a:lnTo>
                    <a:pt x="1045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3" name="Google Shape;123;p18"/>
          <p:cNvGrpSpPr/>
          <p:nvPr/>
        </p:nvGrpSpPr>
        <p:grpSpPr>
          <a:xfrm>
            <a:off x="8130325" y="4773849"/>
            <a:ext cx="1088650" cy="201300"/>
            <a:chOff x="2678325" y="4703600"/>
            <a:chExt cx="1088650" cy="201300"/>
          </a:xfrm>
        </p:grpSpPr>
        <p:sp>
          <p:nvSpPr>
            <p:cNvPr id="124" name="Google Shape;124;p18"/>
            <p:cNvSpPr/>
            <p:nvPr/>
          </p:nvSpPr>
          <p:spPr>
            <a:xfrm>
              <a:off x="2678325" y="4703600"/>
              <a:ext cx="201300" cy="201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8"/>
            <p:cNvSpPr/>
            <p:nvPr/>
          </p:nvSpPr>
          <p:spPr>
            <a:xfrm>
              <a:off x="3106250" y="4703600"/>
              <a:ext cx="201300" cy="201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8"/>
            <p:cNvSpPr/>
            <p:nvPr/>
          </p:nvSpPr>
          <p:spPr>
            <a:xfrm>
              <a:off x="3534175" y="4703600"/>
              <a:ext cx="232800" cy="2013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22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9"/>
          <p:cNvSpPr txBox="1">
            <a:spLocks noGrp="1"/>
          </p:cNvSpPr>
          <p:nvPr>
            <p:ph type="body" idx="1"/>
          </p:nvPr>
        </p:nvSpPr>
        <p:spPr>
          <a:xfrm>
            <a:off x="720000" y="1395175"/>
            <a:ext cx="4229700" cy="13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30" name="Google Shape;130;p19"/>
          <p:cNvSpPr>
            <a:spLocks noGrp="1"/>
          </p:cNvSpPr>
          <p:nvPr>
            <p:ph type="pic" idx="2"/>
          </p:nvPr>
        </p:nvSpPr>
        <p:spPr>
          <a:xfrm>
            <a:off x="5435301" y="535000"/>
            <a:ext cx="2993700" cy="4073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31" name="Google Shape;131;p19"/>
          <p:cNvSpPr/>
          <p:nvPr/>
        </p:nvSpPr>
        <p:spPr>
          <a:xfrm rot="-8100000">
            <a:off x="16636" y="3373476"/>
            <a:ext cx="477242" cy="1513664"/>
          </a:xfrm>
          <a:custGeom>
            <a:avLst/>
            <a:gdLst/>
            <a:ahLst/>
            <a:cxnLst/>
            <a:rect l="l" t="t" r="r" b="b"/>
            <a:pathLst>
              <a:path w="10455" h="33160" extrusionOk="0">
                <a:moveTo>
                  <a:pt x="1" y="0"/>
                </a:moveTo>
                <a:lnTo>
                  <a:pt x="1" y="27932"/>
                </a:lnTo>
                <a:cubicBezTo>
                  <a:pt x="1" y="30826"/>
                  <a:pt x="2334" y="33159"/>
                  <a:pt x="5228" y="33159"/>
                </a:cubicBezTo>
                <a:cubicBezTo>
                  <a:pt x="8109" y="33159"/>
                  <a:pt x="10454" y="30814"/>
                  <a:pt x="10454" y="27932"/>
                </a:cubicBezTo>
                <a:lnTo>
                  <a:pt x="1045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2" name="Google Shape;132;p19"/>
          <p:cNvGrpSpPr/>
          <p:nvPr/>
        </p:nvGrpSpPr>
        <p:grpSpPr>
          <a:xfrm>
            <a:off x="4279356" y="4577170"/>
            <a:ext cx="1102576" cy="643338"/>
            <a:chOff x="4805650" y="2718925"/>
            <a:chExt cx="1269225" cy="740575"/>
          </a:xfrm>
        </p:grpSpPr>
        <p:sp>
          <p:nvSpPr>
            <p:cNvPr id="133" name="Google Shape;133;p19"/>
            <p:cNvSpPr/>
            <p:nvPr/>
          </p:nvSpPr>
          <p:spPr>
            <a:xfrm>
              <a:off x="4805650" y="2718925"/>
              <a:ext cx="1269225" cy="198850"/>
            </a:xfrm>
            <a:custGeom>
              <a:avLst/>
              <a:gdLst/>
              <a:ahLst/>
              <a:cxnLst/>
              <a:rect l="l" t="t" r="r" b="b"/>
              <a:pathLst>
                <a:path w="50769" h="7954" extrusionOk="0">
                  <a:moveTo>
                    <a:pt x="0" y="0"/>
                  </a:moveTo>
                  <a:lnTo>
                    <a:pt x="0" y="5227"/>
                  </a:lnTo>
                  <a:cubicBezTo>
                    <a:pt x="1346" y="5227"/>
                    <a:pt x="1870" y="5560"/>
                    <a:pt x="2822" y="6168"/>
                  </a:cubicBezTo>
                  <a:cubicBezTo>
                    <a:pt x="3989" y="6930"/>
                    <a:pt x="5584" y="7954"/>
                    <a:pt x="8466" y="7954"/>
                  </a:cubicBezTo>
                  <a:cubicBezTo>
                    <a:pt x="11347" y="7954"/>
                    <a:pt x="12943" y="6930"/>
                    <a:pt x="14109" y="6168"/>
                  </a:cubicBezTo>
                  <a:cubicBezTo>
                    <a:pt x="15062" y="5560"/>
                    <a:pt x="15574" y="5227"/>
                    <a:pt x="16919" y="5227"/>
                  </a:cubicBezTo>
                  <a:cubicBezTo>
                    <a:pt x="18265" y="5227"/>
                    <a:pt x="18788" y="5560"/>
                    <a:pt x="19741" y="6168"/>
                  </a:cubicBezTo>
                  <a:cubicBezTo>
                    <a:pt x="20908" y="6930"/>
                    <a:pt x="22503" y="7954"/>
                    <a:pt x="25385" y="7954"/>
                  </a:cubicBezTo>
                  <a:cubicBezTo>
                    <a:pt x="28266" y="7954"/>
                    <a:pt x="29861" y="6930"/>
                    <a:pt x="31028" y="6168"/>
                  </a:cubicBezTo>
                  <a:cubicBezTo>
                    <a:pt x="31981" y="5560"/>
                    <a:pt x="32493" y="5227"/>
                    <a:pt x="33838" y="5227"/>
                  </a:cubicBezTo>
                  <a:cubicBezTo>
                    <a:pt x="35195" y="5227"/>
                    <a:pt x="35707" y="5560"/>
                    <a:pt x="36660" y="6168"/>
                  </a:cubicBezTo>
                  <a:cubicBezTo>
                    <a:pt x="37827" y="6930"/>
                    <a:pt x="39422" y="7954"/>
                    <a:pt x="42303" y="7954"/>
                  </a:cubicBezTo>
                  <a:cubicBezTo>
                    <a:pt x="45185" y="7954"/>
                    <a:pt x="46780" y="6930"/>
                    <a:pt x="47947" y="6168"/>
                  </a:cubicBezTo>
                  <a:cubicBezTo>
                    <a:pt x="48899" y="5560"/>
                    <a:pt x="49423" y="5227"/>
                    <a:pt x="50769" y="5227"/>
                  </a:cubicBezTo>
                  <a:lnTo>
                    <a:pt x="50769" y="0"/>
                  </a:lnTo>
                  <a:cubicBezTo>
                    <a:pt x="47875" y="0"/>
                    <a:pt x="46280" y="1024"/>
                    <a:pt x="45113" y="1786"/>
                  </a:cubicBezTo>
                  <a:cubicBezTo>
                    <a:pt x="44173" y="2393"/>
                    <a:pt x="43649" y="2727"/>
                    <a:pt x="42303" y="2727"/>
                  </a:cubicBezTo>
                  <a:cubicBezTo>
                    <a:pt x="40958" y="2727"/>
                    <a:pt x="40434" y="2393"/>
                    <a:pt x="39493" y="1786"/>
                  </a:cubicBezTo>
                  <a:cubicBezTo>
                    <a:pt x="38327" y="1024"/>
                    <a:pt x="36731" y="0"/>
                    <a:pt x="33838" y="0"/>
                  </a:cubicBezTo>
                  <a:cubicBezTo>
                    <a:pt x="30957" y="0"/>
                    <a:pt x="29361" y="1036"/>
                    <a:pt x="28194" y="1786"/>
                  </a:cubicBezTo>
                  <a:cubicBezTo>
                    <a:pt x="27254" y="2393"/>
                    <a:pt x="26730" y="2727"/>
                    <a:pt x="25385" y="2727"/>
                  </a:cubicBezTo>
                  <a:cubicBezTo>
                    <a:pt x="24039" y="2727"/>
                    <a:pt x="23515" y="2393"/>
                    <a:pt x="22575" y="1786"/>
                  </a:cubicBezTo>
                  <a:cubicBezTo>
                    <a:pt x="21408" y="1024"/>
                    <a:pt x="19812" y="0"/>
                    <a:pt x="16919" y="0"/>
                  </a:cubicBezTo>
                  <a:cubicBezTo>
                    <a:pt x="14038" y="0"/>
                    <a:pt x="12442" y="1036"/>
                    <a:pt x="11276" y="1786"/>
                  </a:cubicBezTo>
                  <a:cubicBezTo>
                    <a:pt x="10335" y="2393"/>
                    <a:pt x="9811" y="2727"/>
                    <a:pt x="8466" y="2727"/>
                  </a:cubicBezTo>
                  <a:cubicBezTo>
                    <a:pt x="7120" y="2727"/>
                    <a:pt x="6596" y="2393"/>
                    <a:pt x="5656" y="1786"/>
                  </a:cubicBezTo>
                  <a:cubicBezTo>
                    <a:pt x="4489" y="1024"/>
                    <a:pt x="2894" y="0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19"/>
            <p:cNvSpPr/>
            <p:nvPr/>
          </p:nvSpPr>
          <p:spPr>
            <a:xfrm>
              <a:off x="4805650" y="2989775"/>
              <a:ext cx="1269225" cy="199175"/>
            </a:xfrm>
            <a:custGeom>
              <a:avLst/>
              <a:gdLst/>
              <a:ahLst/>
              <a:cxnLst/>
              <a:rect l="l" t="t" r="r" b="b"/>
              <a:pathLst>
                <a:path w="50769" h="7967" extrusionOk="0">
                  <a:moveTo>
                    <a:pt x="0" y="1"/>
                  </a:moveTo>
                  <a:lnTo>
                    <a:pt x="0" y="5228"/>
                  </a:lnTo>
                  <a:cubicBezTo>
                    <a:pt x="1346" y="5228"/>
                    <a:pt x="1870" y="5561"/>
                    <a:pt x="2822" y="6180"/>
                  </a:cubicBezTo>
                  <a:cubicBezTo>
                    <a:pt x="3989" y="6930"/>
                    <a:pt x="5584" y="7966"/>
                    <a:pt x="8466" y="7966"/>
                  </a:cubicBezTo>
                  <a:cubicBezTo>
                    <a:pt x="11347" y="7966"/>
                    <a:pt x="12943" y="6918"/>
                    <a:pt x="14109" y="6180"/>
                  </a:cubicBezTo>
                  <a:cubicBezTo>
                    <a:pt x="15062" y="5561"/>
                    <a:pt x="15574" y="5228"/>
                    <a:pt x="16919" y="5228"/>
                  </a:cubicBezTo>
                  <a:cubicBezTo>
                    <a:pt x="18265" y="5228"/>
                    <a:pt x="18788" y="5561"/>
                    <a:pt x="19741" y="6180"/>
                  </a:cubicBezTo>
                  <a:cubicBezTo>
                    <a:pt x="20908" y="6930"/>
                    <a:pt x="22503" y="7966"/>
                    <a:pt x="25385" y="7966"/>
                  </a:cubicBezTo>
                  <a:cubicBezTo>
                    <a:pt x="28266" y="7966"/>
                    <a:pt x="29861" y="6918"/>
                    <a:pt x="31028" y="6180"/>
                  </a:cubicBezTo>
                  <a:cubicBezTo>
                    <a:pt x="31981" y="5561"/>
                    <a:pt x="32493" y="5228"/>
                    <a:pt x="33838" y="5228"/>
                  </a:cubicBezTo>
                  <a:cubicBezTo>
                    <a:pt x="35195" y="5228"/>
                    <a:pt x="35707" y="5561"/>
                    <a:pt x="36660" y="6180"/>
                  </a:cubicBezTo>
                  <a:cubicBezTo>
                    <a:pt x="37827" y="6930"/>
                    <a:pt x="39422" y="7966"/>
                    <a:pt x="42303" y="7966"/>
                  </a:cubicBezTo>
                  <a:cubicBezTo>
                    <a:pt x="45185" y="7966"/>
                    <a:pt x="46780" y="6918"/>
                    <a:pt x="47947" y="6180"/>
                  </a:cubicBezTo>
                  <a:cubicBezTo>
                    <a:pt x="48899" y="5561"/>
                    <a:pt x="49423" y="5228"/>
                    <a:pt x="50769" y="5228"/>
                  </a:cubicBezTo>
                  <a:lnTo>
                    <a:pt x="50769" y="1"/>
                  </a:lnTo>
                  <a:cubicBezTo>
                    <a:pt x="47875" y="1"/>
                    <a:pt x="46280" y="1025"/>
                    <a:pt x="45113" y="1787"/>
                  </a:cubicBezTo>
                  <a:cubicBezTo>
                    <a:pt x="44173" y="2394"/>
                    <a:pt x="43649" y="2739"/>
                    <a:pt x="42303" y="2739"/>
                  </a:cubicBezTo>
                  <a:cubicBezTo>
                    <a:pt x="40958" y="2739"/>
                    <a:pt x="40434" y="2394"/>
                    <a:pt x="39493" y="1787"/>
                  </a:cubicBezTo>
                  <a:cubicBezTo>
                    <a:pt x="38327" y="1025"/>
                    <a:pt x="36731" y="1"/>
                    <a:pt x="33838" y="1"/>
                  </a:cubicBezTo>
                  <a:cubicBezTo>
                    <a:pt x="30957" y="1"/>
                    <a:pt x="29361" y="1049"/>
                    <a:pt x="28194" y="1787"/>
                  </a:cubicBezTo>
                  <a:cubicBezTo>
                    <a:pt x="27254" y="2394"/>
                    <a:pt x="26730" y="2739"/>
                    <a:pt x="25385" y="2739"/>
                  </a:cubicBezTo>
                  <a:cubicBezTo>
                    <a:pt x="24039" y="2739"/>
                    <a:pt x="23515" y="2394"/>
                    <a:pt x="22575" y="1787"/>
                  </a:cubicBezTo>
                  <a:cubicBezTo>
                    <a:pt x="21408" y="1025"/>
                    <a:pt x="19812" y="1"/>
                    <a:pt x="16919" y="1"/>
                  </a:cubicBezTo>
                  <a:cubicBezTo>
                    <a:pt x="14038" y="1"/>
                    <a:pt x="12442" y="1049"/>
                    <a:pt x="11276" y="1787"/>
                  </a:cubicBezTo>
                  <a:cubicBezTo>
                    <a:pt x="10335" y="2394"/>
                    <a:pt x="9811" y="2739"/>
                    <a:pt x="8466" y="2739"/>
                  </a:cubicBezTo>
                  <a:cubicBezTo>
                    <a:pt x="7120" y="2739"/>
                    <a:pt x="6596" y="2394"/>
                    <a:pt x="5656" y="1787"/>
                  </a:cubicBezTo>
                  <a:cubicBezTo>
                    <a:pt x="4489" y="1025"/>
                    <a:pt x="2894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19"/>
            <p:cNvSpPr/>
            <p:nvPr/>
          </p:nvSpPr>
          <p:spPr>
            <a:xfrm>
              <a:off x="4805650" y="3260350"/>
              <a:ext cx="1269225" cy="199150"/>
            </a:xfrm>
            <a:custGeom>
              <a:avLst/>
              <a:gdLst/>
              <a:ahLst/>
              <a:cxnLst/>
              <a:rect l="l" t="t" r="r" b="b"/>
              <a:pathLst>
                <a:path w="50769" h="7966" extrusionOk="0">
                  <a:moveTo>
                    <a:pt x="0" y="1"/>
                  </a:moveTo>
                  <a:lnTo>
                    <a:pt x="0" y="5227"/>
                  </a:lnTo>
                  <a:cubicBezTo>
                    <a:pt x="1346" y="5227"/>
                    <a:pt x="1870" y="5573"/>
                    <a:pt x="2822" y="6180"/>
                  </a:cubicBezTo>
                  <a:cubicBezTo>
                    <a:pt x="3989" y="6942"/>
                    <a:pt x="5584" y="7966"/>
                    <a:pt x="8466" y="7966"/>
                  </a:cubicBezTo>
                  <a:cubicBezTo>
                    <a:pt x="11347" y="7966"/>
                    <a:pt x="12943" y="6918"/>
                    <a:pt x="14109" y="6180"/>
                  </a:cubicBezTo>
                  <a:cubicBezTo>
                    <a:pt x="15062" y="5573"/>
                    <a:pt x="15574" y="5227"/>
                    <a:pt x="16919" y="5227"/>
                  </a:cubicBezTo>
                  <a:cubicBezTo>
                    <a:pt x="18265" y="5227"/>
                    <a:pt x="18788" y="5573"/>
                    <a:pt x="19741" y="6180"/>
                  </a:cubicBezTo>
                  <a:cubicBezTo>
                    <a:pt x="20908" y="6942"/>
                    <a:pt x="22503" y="7966"/>
                    <a:pt x="25385" y="7966"/>
                  </a:cubicBezTo>
                  <a:cubicBezTo>
                    <a:pt x="28266" y="7966"/>
                    <a:pt x="29861" y="6918"/>
                    <a:pt x="31028" y="6180"/>
                  </a:cubicBezTo>
                  <a:cubicBezTo>
                    <a:pt x="31981" y="5573"/>
                    <a:pt x="32493" y="5227"/>
                    <a:pt x="33838" y="5227"/>
                  </a:cubicBezTo>
                  <a:cubicBezTo>
                    <a:pt x="35195" y="5227"/>
                    <a:pt x="35707" y="5573"/>
                    <a:pt x="36660" y="6180"/>
                  </a:cubicBezTo>
                  <a:cubicBezTo>
                    <a:pt x="37827" y="6942"/>
                    <a:pt x="39422" y="7966"/>
                    <a:pt x="42303" y="7966"/>
                  </a:cubicBezTo>
                  <a:cubicBezTo>
                    <a:pt x="45185" y="7966"/>
                    <a:pt x="46780" y="6918"/>
                    <a:pt x="47947" y="6180"/>
                  </a:cubicBezTo>
                  <a:cubicBezTo>
                    <a:pt x="48899" y="5573"/>
                    <a:pt x="49423" y="5227"/>
                    <a:pt x="50769" y="5227"/>
                  </a:cubicBezTo>
                  <a:lnTo>
                    <a:pt x="50769" y="1"/>
                  </a:lnTo>
                  <a:cubicBezTo>
                    <a:pt x="47875" y="1"/>
                    <a:pt x="46280" y="1036"/>
                    <a:pt x="45113" y="1787"/>
                  </a:cubicBezTo>
                  <a:cubicBezTo>
                    <a:pt x="44173" y="2406"/>
                    <a:pt x="43649" y="2739"/>
                    <a:pt x="42303" y="2739"/>
                  </a:cubicBezTo>
                  <a:cubicBezTo>
                    <a:pt x="40958" y="2739"/>
                    <a:pt x="40434" y="2406"/>
                    <a:pt x="39493" y="1787"/>
                  </a:cubicBezTo>
                  <a:cubicBezTo>
                    <a:pt x="38327" y="1036"/>
                    <a:pt x="36731" y="1"/>
                    <a:pt x="33838" y="1"/>
                  </a:cubicBezTo>
                  <a:cubicBezTo>
                    <a:pt x="30957" y="1"/>
                    <a:pt x="29361" y="1036"/>
                    <a:pt x="28194" y="1787"/>
                  </a:cubicBezTo>
                  <a:cubicBezTo>
                    <a:pt x="27254" y="2406"/>
                    <a:pt x="26730" y="2739"/>
                    <a:pt x="25385" y="2739"/>
                  </a:cubicBezTo>
                  <a:cubicBezTo>
                    <a:pt x="24039" y="2739"/>
                    <a:pt x="23515" y="2406"/>
                    <a:pt x="22575" y="1787"/>
                  </a:cubicBezTo>
                  <a:cubicBezTo>
                    <a:pt x="21408" y="1036"/>
                    <a:pt x="19812" y="1"/>
                    <a:pt x="16919" y="1"/>
                  </a:cubicBezTo>
                  <a:cubicBezTo>
                    <a:pt x="14038" y="1"/>
                    <a:pt x="12442" y="1036"/>
                    <a:pt x="11276" y="1787"/>
                  </a:cubicBezTo>
                  <a:cubicBezTo>
                    <a:pt x="10335" y="2406"/>
                    <a:pt x="9811" y="2739"/>
                    <a:pt x="8466" y="2739"/>
                  </a:cubicBezTo>
                  <a:cubicBezTo>
                    <a:pt x="7120" y="2739"/>
                    <a:pt x="6596" y="2406"/>
                    <a:pt x="5656" y="1787"/>
                  </a:cubicBezTo>
                  <a:cubicBezTo>
                    <a:pt x="4489" y="1036"/>
                    <a:pt x="2894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138" name="Google Shape;138;p20"/>
          <p:cNvGrpSpPr/>
          <p:nvPr/>
        </p:nvGrpSpPr>
        <p:grpSpPr>
          <a:xfrm rot="-5400000">
            <a:off x="4309982" y="-4442520"/>
            <a:ext cx="572695" cy="9412228"/>
            <a:chOff x="6539500" y="1042525"/>
            <a:chExt cx="346500" cy="3551650"/>
          </a:xfrm>
        </p:grpSpPr>
        <p:sp>
          <p:nvSpPr>
            <p:cNvPr id="139" name="Google Shape;139;p20"/>
            <p:cNvSpPr/>
            <p:nvPr/>
          </p:nvSpPr>
          <p:spPr>
            <a:xfrm>
              <a:off x="6539500" y="1042525"/>
              <a:ext cx="67000" cy="3551650"/>
            </a:xfrm>
            <a:custGeom>
              <a:avLst/>
              <a:gdLst/>
              <a:ahLst/>
              <a:cxnLst/>
              <a:rect l="l" t="t" r="r" b="b"/>
              <a:pathLst>
                <a:path w="2680" h="142066" extrusionOk="0">
                  <a:moveTo>
                    <a:pt x="0" y="0"/>
                  </a:moveTo>
                  <a:lnTo>
                    <a:pt x="0" y="142065"/>
                  </a:lnTo>
                  <a:lnTo>
                    <a:pt x="2679" y="142065"/>
                  </a:lnTo>
                  <a:lnTo>
                    <a:pt x="267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20"/>
            <p:cNvSpPr/>
            <p:nvPr/>
          </p:nvSpPr>
          <p:spPr>
            <a:xfrm>
              <a:off x="6679400" y="1042525"/>
              <a:ext cx="66700" cy="3551650"/>
            </a:xfrm>
            <a:custGeom>
              <a:avLst/>
              <a:gdLst/>
              <a:ahLst/>
              <a:cxnLst/>
              <a:rect l="l" t="t" r="r" b="b"/>
              <a:pathLst>
                <a:path w="2668" h="142066" extrusionOk="0">
                  <a:moveTo>
                    <a:pt x="0" y="0"/>
                  </a:moveTo>
                  <a:lnTo>
                    <a:pt x="0" y="142065"/>
                  </a:lnTo>
                  <a:lnTo>
                    <a:pt x="2667" y="142065"/>
                  </a:lnTo>
                  <a:lnTo>
                    <a:pt x="2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20"/>
            <p:cNvSpPr/>
            <p:nvPr/>
          </p:nvSpPr>
          <p:spPr>
            <a:xfrm>
              <a:off x="6819000" y="1042525"/>
              <a:ext cx="67000" cy="3551650"/>
            </a:xfrm>
            <a:custGeom>
              <a:avLst/>
              <a:gdLst/>
              <a:ahLst/>
              <a:cxnLst/>
              <a:rect l="l" t="t" r="r" b="b"/>
              <a:pathLst>
                <a:path w="2680" h="142066" extrusionOk="0">
                  <a:moveTo>
                    <a:pt x="0" y="0"/>
                  </a:moveTo>
                  <a:lnTo>
                    <a:pt x="0" y="142065"/>
                  </a:lnTo>
                  <a:lnTo>
                    <a:pt x="2679" y="142065"/>
                  </a:lnTo>
                  <a:lnTo>
                    <a:pt x="267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2" name="Google Shape;142;p20"/>
          <p:cNvSpPr/>
          <p:nvPr/>
        </p:nvSpPr>
        <p:spPr>
          <a:xfrm flipH="1">
            <a:off x="-2377380" y="-2122904"/>
            <a:ext cx="3377899" cy="3664562"/>
          </a:xfrm>
          <a:custGeom>
            <a:avLst/>
            <a:gdLst/>
            <a:ahLst/>
            <a:cxnLst/>
            <a:rect l="l" t="t" r="r" b="b"/>
            <a:pathLst>
              <a:path w="91381" h="99136" extrusionOk="0">
                <a:moveTo>
                  <a:pt x="77092" y="1"/>
                </a:moveTo>
                <a:cubicBezTo>
                  <a:pt x="75139" y="1"/>
                  <a:pt x="73192" y="742"/>
                  <a:pt x="71711" y="2223"/>
                </a:cubicBezTo>
                <a:lnTo>
                  <a:pt x="5191" y="68755"/>
                </a:lnTo>
                <a:cubicBezTo>
                  <a:pt x="1857" y="72065"/>
                  <a:pt x="0" y="76589"/>
                  <a:pt x="36" y="81292"/>
                </a:cubicBezTo>
                <a:cubicBezTo>
                  <a:pt x="48" y="86019"/>
                  <a:pt x="1941" y="90555"/>
                  <a:pt x="5298" y="93889"/>
                </a:cubicBezTo>
                <a:cubicBezTo>
                  <a:pt x="8800" y="97385"/>
                  <a:pt x="13392" y="99135"/>
                  <a:pt x="17968" y="99135"/>
                </a:cubicBezTo>
                <a:cubicBezTo>
                  <a:pt x="22494" y="99135"/>
                  <a:pt x="27005" y="97424"/>
                  <a:pt x="30432" y="93996"/>
                </a:cubicBezTo>
                <a:lnTo>
                  <a:pt x="32921" y="91508"/>
                </a:lnTo>
                <a:cubicBezTo>
                  <a:pt x="33111" y="91353"/>
                  <a:pt x="33302" y="91186"/>
                  <a:pt x="33480" y="90996"/>
                </a:cubicBezTo>
                <a:lnTo>
                  <a:pt x="88392" y="36084"/>
                </a:lnTo>
                <a:cubicBezTo>
                  <a:pt x="91381" y="33096"/>
                  <a:pt x="91369" y="28226"/>
                  <a:pt x="88344" y="25202"/>
                </a:cubicBezTo>
                <a:cubicBezTo>
                  <a:pt x="86829" y="23687"/>
                  <a:pt x="84844" y="22928"/>
                  <a:pt x="82865" y="22928"/>
                </a:cubicBezTo>
                <a:cubicBezTo>
                  <a:pt x="80909" y="22928"/>
                  <a:pt x="78959" y="23669"/>
                  <a:pt x="77474" y="25154"/>
                </a:cubicBezTo>
                <a:lnTo>
                  <a:pt x="19574" y="83054"/>
                </a:lnTo>
                <a:cubicBezTo>
                  <a:pt x="19090" y="83538"/>
                  <a:pt x="18452" y="83783"/>
                  <a:pt x="17813" y="83783"/>
                </a:cubicBezTo>
                <a:cubicBezTo>
                  <a:pt x="17210" y="83783"/>
                  <a:pt x="16607" y="83565"/>
                  <a:pt x="16133" y="83126"/>
                </a:cubicBezTo>
                <a:cubicBezTo>
                  <a:pt x="15657" y="82661"/>
                  <a:pt x="15383" y="82030"/>
                  <a:pt x="15371" y="81364"/>
                </a:cubicBezTo>
                <a:cubicBezTo>
                  <a:pt x="15371" y="80721"/>
                  <a:pt x="15621" y="80102"/>
                  <a:pt x="16085" y="79649"/>
                </a:cubicBezTo>
                <a:lnTo>
                  <a:pt x="82606" y="13129"/>
                </a:lnTo>
                <a:cubicBezTo>
                  <a:pt x="85582" y="10152"/>
                  <a:pt x="85570" y="5283"/>
                  <a:pt x="82558" y="2271"/>
                </a:cubicBezTo>
                <a:cubicBezTo>
                  <a:pt x="81044" y="757"/>
                  <a:pt x="79065" y="1"/>
                  <a:pt x="7709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3" name="Google Shape;143;p20"/>
          <p:cNvGrpSpPr/>
          <p:nvPr/>
        </p:nvGrpSpPr>
        <p:grpSpPr>
          <a:xfrm rot="10800000" flipH="1">
            <a:off x="6854276" y="-543396"/>
            <a:ext cx="3304431" cy="2359299"/>
            <a:chOff x="6398434" y="3874100"/>
            <a:chExt cx="2343070" cy="1672905"/>
          </a:xfrm>
        </p:grpSpPr>
        <p:sp>
          <p:nvSpPr>
            <p:cNvPr id="144" name="Google Shape;144;p20"/>
            <p:cNvSpPr/>
            <p:nvPr/>
          </p:nvSpPr>
          <p:spPr>
            <a:xfrm rot="-8100197">
              <a:off x="7743857" y="3688660"/>
              <a:ext cx="322197" cy="2043785"/>
            </a:xfrm>
            <a:custGeom>
              <a:avLst/>
              <a:gdLst/>
              <a:ahLst/>
              <a:cxnLst/>
              <a:rect l="l" t="t" r="r" b="b"/>
              <a:pathLst>
                <a:path w="10455" h="66319" extrusionOk="0">
                  <a:moveTo>
                    <a:pt x="1" y="1"/>
                  </a:moveTo>
                  <a:lnTo>
                    <a:pt x="1" y="61091"/>
                  </a:lnTo>
                  <a:cubicBezTo>
                    <a:pt x="1" y="63985"/>
                    <a:pt x="2334" y="66318"/>
                    <a:pt x="5227" y="66318"/>
                  </a:cubicBezTo>
                  <a:cubicBezTo>
                    <a:pt x="8109" y="66318"/>
                    <a:pt x="10454" y="63973"/>
                    <a:pt x="10454" y="61091"/>
                  </a:cubicBezTo>
                  <a:lnTo>
                    <a:pt x="104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20"/>
            <p:cNvSpPr/>
            <p:nvPr/>
          </p:nvSpPr>
          <p:spPr>
            <a:xfrm rot="-8100197">
              <a:off x="6712576" y="4517273"/>
              <a:ext cx="322197" cy="1021908"/>
            </a:xfrm>
            <a:custGeom>
              <a:avLst/>
              <a:gdLst/>
              <a:ahLst/>
              <a:cxnLst/>
              <a:rect l="l" t="t" r="r" b="b"/>
              <a:pathLst>
                <a:path w="10455" h="33160" extrusionOk="0">
                  <a:moveTo>
                    <a:pt x="1" y="0"/>
                  </a:moveTo>
                  <a:lnTo>
                    <a:pt x="1" y="27932"/>
                  </a:lnTo>
                  <a:cubicBezTo>
                    <a:pt x="1" y="30826"/>
                    <a:pt x="2334" y="33159"/>
                    <a:pt x="5228" y="33159"/>
                  </a:cubicBezTo>
                  <a:cubicBezTo>
                    <a:pt x="8109" y="33159"/>
                    <a:pt x="10454" y="30814"/>
                    <a:pt x="10454" y="27932"/>
                  </a:cubicBezTo>
                  <a:lnTo>
                    <a:pt x="1045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6" name="Google Shape;146;p20"/>
          <p:cNvGrpSpPr/>
          <p:nvPr/>
        </p:nvGrpSpPr>
        <p:grpSpPr>
          <a:xfrm rot="5400000" flipH="1">
            <a:off x="8214086" y="4184278"/>
            <a:ext cx="1269225" cy="740575"/>
            <a:chOff x="4805650" y="2718925"/>
            <a:chExt cx="1269225" cy="740575"/>
          </a:xfrm>
        </p:grpSpPr>
        <p:sp>
          <p:nvSpPr>
            <p:cNvPr id="147" name="Google Shape;147;p20"/>
            <p:cNvSpPr/>
            <p:nvPr/>
          </p:nvSpPr>
          <p:spPr>
            <a:xfrm>
              <a:off x="4805650" y="2718925"/>
              <a:ext cx="1269225" cy="198850"/>
            </a:xfrm>
            <a:custGeom>
              <a:avLst/>
              <a:gdLst/>
              <a:ahLst/>
              <a:cxnLst/>
              <a:rect l="l" t="t" r="r" b="b"/>
              <a:pathLst>
                <a:path w="50769" h="7954" extrusionOk="0">
                  <a:moveTo>
                    <a:pt x="0" y="0"/>
                  </a:moveTo>
                  <a:lnTo>
                    <a:pt x="0" y="5227"/>
                  </a:lnTo>
                  <a:cubicBezTo>
                    <a:pt x="1346" y="5227"/>
                    <a:pt x="1870" y="5560"/>
                    <a:pt x="2822" y="6168"/>
                  </a:cubicBezTo>
                  <a:cubicBezTo>
                    <a:pt x="3989" y="6930"/>
                    <a:pt x="5584" y="7954"/>
                    <a:pt x="8466" y="7954"/>
                  </a:cubicBezTo>
                  <a:cubicBezTo>
                    <a:pt x="11347" y="7954"/>
                    <a:pt x="12943" y="6930"/>
                    <a:pt x="14109" y="6168"/>
                  </a:cubicBezTo>
                  <a:cubicBezTo>
                    <a:pt x="15062" y="5560"/>
                    <a:pt x="15574" y="5227"/>
                    <a:pt x="16919" y="5227"/>
                  </a:cubicBezTo>
                  <a:cubicBezTo>
                    <a:pt x="18265" y="5227"/>
                    <a:pt x="18788" y="5560"/>
                    <a:pt x="19741" y="6168"/>
                  </a:cubicBezTo>
                  <a:cubicBezTo>
                    <a:pt x="20908" y="6930"/>
                    <a:pt x="22503" y="7954"/>
                    <a:pt x="25385" y="7954"/>
                  </a:cubicBezTo>
                  <a:cubicBezTo>
                    <a:pt x="28266" y="7954"/>
                    <a:pt x="29861" y="6930"/>
                    <a:pt x="31028" y="6168"/>
                  </a:cubicBezTo>
                  <a:cubicBezTo>
                    <a:pt x="31981" y="5560"/>
                    <a:pt x="32493" y="5227"/>
                    <a:pt x="33838" y="5227"/>
                  </a:cubicBezTo>
                  <a:cubicBezTo>
                    <a:pt x="35195" y="5227"/>
                    <a:pt x="35707" y="5560"/>
                    <a:pt x="36660" y="6168"/>
                  </a:cubicBezTo>
                  <a:cubicBezTo>
                    <a:pt x="37827" y="6930"/>
                    <a:pt x="39422" y="7954"/>
                    <a:pt x="42303" y="7954"/>
                  </a:cubicBezTo>
                  <a:cubicBezTo>
                    <a:pt x="45185" y="7954"/>
                    <a:pt x="46780" y="6930"/>
                    <a:pt x="47947" y="6168"/>
                  </a:cubicBezTo>
                  <a:cubicBezTo>
                    <a:pt x="48899" y="5560"/>
                    <a:pt x="49423" y="5227"/>
                    <a:pt x="50769" y="5227"/>
                  </a:cubicBezTo>
                  <a:lnTo>
                    <a:pt x="50769" y="0"/>
                  </a:lnTo>
                  <a:cubicBezTo>
                    <a:pt x="47875" y="0"/>
                    <a:pt x="46280" y="1024"/>
                    <a:pt x="45113" y="1786"/>
                  </a:cubicBezTo>
                  <a:cubicBezTo>
                    <a:pt x="44173" y="2393"/>
                    <a:pt x="43649" y="2727"/>
                    <a:pt x="42303" y="2727"/>
                  </a:cubicBezTo>
                  <a:cubicBezTo>
                    <a:pt x="40958" y="2727"/>
                    <a:pt x="40434" y="2393"/>
                    <a:pt x="39493" y="1786"/>
                  </a:cubicBezTo>
                  <a:cubicBezTo>
                    <a:pt x="38327" y="1024"/>
                    <a:pt x="36731" y="0"/>
                    <a:pt x="33838" y="0"/>
                  </a:cubicBezTo>
                  <a:cubicBezTo>
                    <a:pt x="30957" y="0"/>
                    <a:pt x="29361" y="1036"/>
                    <a:pt x="28194" y="1786"/>
                  </a:cubicBezTo>
                  <a:cubicBezTo>
                    <a:pt x="27254" y="2393"/>
                    <a:pt x="26730" y="2727"/>
                    <a:pt x="25385" y="2727"/>
                  </a:cubicBezTo>
                  <a:cubicBezTo>
                    <a:pt x="24039" y="2727"/>
                    <a:pt x="23515" y="2393"/>
                    <a:pt x="22575" y="1786"/>
                  </a:cubicBezTo>
                  <a:cubicBezTo>
                    <a:pt x="21408" y="1024"/>
                    <a:pt x="19812" y="0"/>
                    <a:pt x="16919" y="0"/>
                  </a:cubicBezTo>
                  <a:cubicBezTo>
                    <a:pt x="14038" y="0"/>
                    <a:pt x="12442" y="1036"/>
                    <a:pt x="11276" y="1786"/>
                  </a:cubicBezTo>
                  <a:cubicBezTo>
                    <a:pt x="10335" y="2393"/>
                    <a:pt x="9811" y="2727"/>
                    <a:pt x="8466" y="2727"/>
                  </a:cubicBezTo>
                  <a:cubicBezTo>
                    <a:pt x="7120" y="2727"/>
                    <a:pt x="6596" y="2393"/>
                    <a:pt x="5656" y="1786"/>
                  </a:cubicBezTo>
                  <a:cubicBezTo>
                    <a:pt x="4489" y="1024"/>
                    <a:pt x="2894" y="0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20"/>
            <p:cNvSpPr/>
            <p:nvPr/>
          </p:nvSpPr>
          <p:spPr>
            <a:xfrm>
              <a:off x="4805650" y="2989775"/>
              <a:ext cx="1269225" cy="199175"/>
            </a:xfrm>
            <a:custGeom>
              <a:avLst/>
              <a:gdLst/>
              <a:ahLst/>
              <a:cxnLst/>
              <a:rect l="l" t="t" r="r" b="b"/>
              <a:pathLst>
                <a:path w="50769" h="7967" extrusionOk="0">
                  <a:moveTo>
                    <a:pt x="0" y="1"/>
                  </a:moveTo>
                  <a:lnTo>
                    <a:pt x="0" y="5228"/>
                  </a:lnTo>
                  <a:cubicBezTo>
                    <a:pt x="1346" y="5228"/>
                    <a:pt x="1870" y="5561"/>
                    <a:pt x="2822" y="6180"/>
                  </a:cubicBezTo>
                  <a:cubicBezTo>
                    <a:pt x="3989" y="6930"/>
                    <a:pt x="5584" y="7966"/>
                    <a:pt x="8466" y="7966"/>
                  </a:cubicBezTo>
                  <a:cubicBezTo>
                    <a:pt x="11347" y="7966"/>
                    <a:pt x="12943" y="6918"/>
                    <a:pt x="14109" y="6180"/>
                  </a:cubicBezTo>
                  <a:cubicBezTo>
                    <a:pt x="15062" y="5561"/>
                    <a:pt x="15574" y="5228"/>
                    <a:pt x="16919" y="5228"/>
                  </a:cubicBezTo>
                  <a:cubicBezTo>
                    <a:pt x="18265" y="5228"/>
                    <a:pt x="18788" y="5561"/>
                    <a:pt x="19741" y="6180"/>
                  </a:cubicBezTo>
                  <a:cubicBezTo>
                    <a:pt x="20908" y="6930"/>
                    <a:pt x="22503" y="7966"/>
                    <a:pt x="25385" y="7966"/>
                  </a:cubicBezTo>
                  <a:cubicBezTo>
                    <a:pt x="28266" y="7966"/>
                    <a:pt x="29861" y="6918"/>
                    <a:pt x="31028" y="6180"/>
                  </a:cubicBezTo>
                  <a:cubicBezTo>
                    <a:pt x="31981" y="5561"/>
                    <a:pt x="32493" y="5228"/>
                    <a:pt x="33838" y="5228"/>
                  </a:cubicBezTo>
                  <a:cubicBezTo>
                    <a:pt x="35195" y="5228"/>
                    <a:pt x="35707" y="5561"/>
                    <a:pt x="36660" y="6180"/>
                  </a:cubicBezTo>
                  <a:cubicBezTo>
                    <a:pt x="37827" y="6930"/>
                    <a:pt x="39422" y="7966"/>
                    <a:pt x="42303" y="7966"/>
                  </a:cubicBezTo>
                  <a:cubicBezTo>
                    <a:pt x="45185" y="7966"/>
                    <a:pt x="46780" y="6918"/>
                    <a:pt x="47947" y="6180"/>
                  </a:cubicBezTo>
                  <a:cubicBezTo>
                    <a:pt x="48899" y="5561"/>
                    <a:pt x="49423" y="5228"/>
                    <a:pt x="50769" y="5228"/>
                  </a:cubicBezTo>
                  <a:lnTo>
                    <a:pt x="50769" y="1"/>
                  </a:lnTo>
                  <a:cubicBezTo>
                    <a:pt x="47875" y="1"/>
                    <a:pt x="46280" y="1025"/>
                    <a:pt x="45113" y="1787"/>
                  </a:cubicBezTo>
                  <a:cubicBezTo>
                    <a:pt x="44173" y="2394"/>
                    <a:pt x="43649" y="2739"/>
                    <a:pt x="42303" y="2739"/>
                  </a:cubicBezTo>
                  <a:cubicBezTo>
                    <a:pt x="40958" y="2739"/>
                    <a:pt x="40434" y="2394"/>
                    <a:pt x="39493" y="1787"/>
                  </a:cubicBezTo>
                  <a:cubicBezTo>
                    <a:pt x="38327" y="1025"/>
                    <a:pt x="36731" y="1"/>
                    <a:pt x="33838" y="1"/>
                  </a:cubicBezTo>
                  <a:cubicBezTo>
                    <a:pt x="30957" y="1"/>
                    <a:pt x="29361" y="1049"/>
                    <a:pt x="28194" y="1787"/>
                  </a:cubicBezTo>
                  <a:cubicBezTo>
                    <a:pt x="27254" y="2394"/>
                    <a:pt x="26730" y="2739"/>
                    <a:pt x="25385" y="2739"/>
                  </a:cubicBezTo>
                  <a:cubicBezTo>
                    <a:pt x="24039" y="2739"/>
                    <a:pt x="23515" y="2394"/>
                    <a:pt x="22575" y="1787"/>
                  </a:cubicBezTo>
                  <a:cubicBezTo>
                    <a:pt x="21408" y="1025"/>
                    <a:pt x="19812" y="1"/>
                    <a:pt x="16919" y="1"/>
                  </a:cubicBezTo>
                  <a:cubicBezTo>
                    <a:pt x="14038" y="1"/>
                    <a:pt x="12442" y="1049"/>
                    <a:pt x="11276" y="1787"/>
                  </a:cubicBezTo>
                  <a:cubicBezTo>
                    <a:pt x="10335" y="2394"/>
                    <a:pt x="9811" y="2739"/>
                    <a:pt x="8466" y="2739"/>
                  </a:cubicBezTo>
                  <a:cubicBezTo>
                    <a:pt x="7120" y="2739"/>
                    <a:pt x="6596" y="2394"/>
                    <a:pt x="5656" y="1787"/>
                  </a:cubicBezTo>
                  <a:cubicBezTo>
                    <a:pt x="4489" y="1025"/>
                    <a:pt x="2894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20"/>
            <p:cNvSpPr/>
            <p:nvPr/>
          </p:nvSpPr>
          <p:spPr>
            <a:xfrm>
              <a:off x="4805650" y="3260350"/>
              <a:ext cx="1269225" cy="199150"/>
            </a:xfrm>
            <a:custGeom>
              <a:avLst/>
              <a:gdLst/>
              <a:ahLst/>
              <a:cxnLst/>
              <a:rect l="l" t="t" r="r" b="b"/>
              <a:pathLst>
                <a:path w="50769" h="7966" extrusionOk="0">
                  <a:moveTo>
                    <a:pt x="0" y="1"/>
                  </a:moveTo>
                  <a:lnTo>
                    <a:pt x="0" y="5227"/>
                  </a:lnTo>
                  <a:cubicBezTo>
                    <a:pt x="1346" y="5227"/>
                    <a:pt x="1870" y="5573"/>
                    <a:pt x="2822" y="6180"/>
                  </a:cubicBezTo>
                  <a:cubicBezTo>
                    <a:pt x="3989" y="6942"/>
                    <a:pt x="5584" y="7966"/>
                    <a:pt x="8466" y="7966"/>
                  </a:cubicBezTo>
                  <a:cubicBezTo>
                    <a:pt x="11347" y="7966"/>
                    <a:pt x="12943" y="6918"/>
                    <a:pt x="14109" y="6180"/>
                  </a:cubicBezTo>
                  <a:cubicBezTo>
                    <a:pt x="15062" y="5573"/>
                    <a:pt x="15574" y="5227"/>
                    <a:pt x="16919" y="5227"/>
                  </a:cubicBezTo>
                  <a:cubicBezTo>
                    <a:pt x="18265" y="5227"/>
                    <a:pt x="18788" y="5573"/>
                    <a:pt x="19741" y="6180"/>
                  </a:cubicBezTo>
                  <a:cubicBezTo>
                    <a:pt x="20908" y="6942"/>
                    <a:pt x="22503" y="7966"/>
                    <a:pt x="25385" y="7966"/>
                  </a:cubicBezTo>
                  <a:cubicBezTo>
                    <a:pt x="28266" y="7966"/>
                    <a:pt x="29861" y="6918"/>
                    <a:pt x="31028" y="6180"/>
                  </a:cubicBezTo>
                  <a:cubicBezTo>
                    <a:pt x="31981" y="5573"/>
                    <a:pt x="32493" y="5227"/>
                    <a:pt x="33838" y="5227"/>
                  </a:cubicBezTo>
                  <a:cubicBezTo>
                    <a:pt x="35195" y="5227"/>
                    <a:pt x="35707" y="5573"/>
                    <a:pt x="36660" y="6180"/>
                  </a:cubicBezTo>
                  <a:cubicBezTo>
                    <a:pt x="37827" y="6942"/>
                    <a:pt x="39422" y="7966"/>
                    <a:pt x="42303" y="7966"/>
                  </a:cubicBezTo>
                  <a:cubicBezTo>
                    <a:pt x="45185" y="7966"/>
                    <a:pt x="46780" y="6918"/>
                    <a:pt x="47947" y="6180"/>
                  </a:cubicBezTo>
                  <a:cubicBezTo>
                    <a:pt x="48899" y="5573"/>
                    <a:pt x="49423" y="5227"/>
                    <a:pt x="50769" y="5227"/>
                  </a:cubicBezTo>
                  <a:lnTo>
                    <a:pt x="50769" y="1"/>
                  </a:lnTo>
                  <a:cubicBezTo>
                    <a:pt x="47875" y="1"/>
                    <a:pt x="46280" y="1036"/>
                    <a:pt x="45113" y="1787"/>
                  </a:cubicBezTo>
                  <a:cubicBezTo>
                    <a:pt x="44173" y="2406"/>
                    <a:pt x="43649" y="2739"/>
                    <a:pt x="42303" y="2739"/>
                  </a:cubicBezTo>
                  <a:cubicBezTo>
                    <a:pt x="40958" y="2739"/>
                    <a:pt x="40434" y="2406"/>
                    <a:pt x="39493" y="1787"/>
                  </a:cubicBezTo>
                  <a:cubicBezTo>
                    <a:pt x="38327" y="1036"/>
                    <a:pt x="36731" y="1"/>
                    <a:pt x="33838" y="1"/>
                  </a:cubicBezTo>
                  <a:cubicBezTo>
                    <a:pt x="30957" y="1"/>
                    <a:pt x="29361" y="1036"/>
                    <a:pt x="28194" y="1787"/>
                  </a:cubicBezTo>
                  <a:cubicBezTo>
                    <a:pt x="27254" y="2406"/>
                    <a:pt x="26730" y="2739"/>
                    <a:pt x="25385" y="2739"/>
                  </a:cubicBezTo>
                  <a:cubicBezTo>
                    <a:pt x="24039" y="2739"/>
                    <a:pt x="23515" y="2406"/>
                    <a:pt x="22575" y="1787"/>
                  </a:cubicBezTo>
                  <a:cubicBezTo>
                    <a:pt x="21408" y="1036"/>
                    <a:pt x="19812" y="1"/>
                    <a:pt x="16919" y="1"/>
                  </a:cubicBezTo>
                  <a:cubicBezTo>
                    <a:pt x="14038" y="1"/>
                    <a:pt x="12442" y="1036"/>
                    <a:pt x="11276" y="1787"/>
                  </a:cubicBezTo>
                  <a:cubicBezTo>
                    <a:pt x="10335" y="2406"/>
                    <a:pt x="9811" y="2739"/>
                    <a:pt x="8466" y="2739"/>
                  </a:cubicBezTo>
                  <a:cubicBezTo>
                    <a:pt x="7120" y="2739"/>
                    <a:pt x="6596" y="2406"/>
                    <a:pt x="5656" y="1787"/>
                  </a:cubicBezTo>
                  <a:cubicBezTo>
                    <a:pt x="4489" y="1036"/>
                    <a:pt x="2894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1"/>
          <p:cNvSpPr txBox="1">
            <a:spLocks noGrp="1"/>
          </p:cNvSpPr>
          <p:nvPr>
            <p:ph type="title"/>
          </p:nvPr>
        </p:nvSpPr>
        <p:spPr>
          <a:xfrm>
            <a:off x="2976700" y="1293100"/>
            <a:ext cx="46611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2" name="Google Shape;152;p21"/>
          <p:cNvSpPr txBox="1">
            <a:spLocks noGrp="1"/>
          </p:cNvSpPr>
          <p:nvPr>
            <p:ph type="subTitle" idx="1"/>
          </p:nvPr>
        </p:nvSpPr>
        <p:spPr>
          <a:xfrm>
            <a:off x="2976750" y="2168600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21"/>
          <p:cNvSpPr/>
          <p:nvPr/>
        </p:nvSpPr>
        <p:spPr>
          <a:xfrm rot="-2700075" flipH="1">
            <a:off x="-157868" y="3504270"/>
            <a:ext cx="846457" cy="2684699"/>
          </a:xfrm>
          <a:custGeom>
            <a:avLst/>
            <a:gdLst/>
            <a:ahLst/>
            <a:cxnLst/>
            <a:rect l="l" t="t" r="r" b="b"/>
            <a:pathLst>
              <a:path w="10455" h="33160" extrusionOk="0">
                <a:moveTo>
                  <a:pt x="1" y="0"/>
                </a:moveTo>
                <a:lnTo>
                  <a:pt x="1" y="27932"/>
                </a:lnTo>
                <a:cubicBezTo>
                  <a:pt x="1" y="30826"/>
                  <a:pt x="2334" y="33159"/>
                  <a:pt x="5228" y="33159"/>
                </a:cubicBezTo>
                <a:cubicBezTo>
                  <a:pt x="8109" y="33159"/>
                  <a:pt x="10454" y="30814"/>
                  <a:pt x="10454" y="27932"/>
                </a:cubicBezTo>
                <a:lnTo>
                  <a:pt x="1045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4" name="Google Shape;154;p21"/>
          <p:cNvGrpSpPr/>
          <p:nvPr/>
        </p:nvGrpSpPr>
        <p:grpSpPr>
          <a:xfrm flipH="1">
            <a:off x="105210" y="-377847"/>
            <a:ext cx="613790" cy="6291393"/>
            <a:chOff x="6539500" y="1042525"/>
            <a:chExt cx="346500" cy="3551650"/>
          </a:xfrm>
        </p:grpSpPr>
        <p:sp>
          <p:nvSpPr>
            <p:cNvPr id="155" name="Google Shape;155;p21"/>
            <p:cNvSpPr/>
            <p:nvPr/>
          </p:nvSpPr>
          <p:spPr>
            <a:xfrm>
              <a:off x="6539500" y="1042525"/>
              <a:ext cx="67000" cy="3551650"/>
            </a:xfrm>
            <a:custGeom>
              <a:avLst/>
              <a:gdLst/>
              <a:ahLst/>
              <a:cxnLst/>
              <a:rect l="l" t="t" r="r" b="b"/>
              <a:pathLst>
                <a:path w="2680" h="142066" extrusionOk="0">
                  <a:moveTo>
                    <a:pt x="0" y="0"/>
                  </a:moveTo>
                  <a:lnTo>
                    <a:pt x="0" y="142065"/>
                  </a:lnTo>
                  <a:lnTo>
                    <a:pt x="2679" y="142065"/>
                  </a:lnTo>
                  <a:lnTo>
                    <a:pt x="267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21"/>
            <p:cNvSpPr/>
            <p:nvPr/>
          </p:nvSpPr>
          <p:spPr>
            <a:xfrm>
              <a:off x="6679400" y="1042525"/>
              <a:ext cx="66700" cy="3551650"/>
            </a:xfrm>
            <a:custGeom>
              <a:avLst/>
              <a:gdLst/>
              <a:ahLst/>
              <a:cxnLst/>
              <a:rect l="l" t="t" r="r" b="b"/>
              <a:pathLst>
                <a:path w="2668" h="142066" extrusionOk="0">
                  <a:moveTo>
                    <a:pt x="0" y="0"/>
                  </a:moveTo>
                  <a:lnTo>
                    <a:pt x="0" y="142065"/>
                  </a:lnTo>
                  <a:lnTo>
                    <a:pt x="2667" y="142065"/>
                  </a:lnTo>
                  <a:lnTo>
                    <a:pt x="2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21"/>
            <p:cNvSpPr/>
            <p:nvPr/>
          </p:nvSpPr>
          <p:spPr>
            <a:xfrm>
              <a:off x="6819000" y="1042525"/>
              <a:ext cx="67000" cy="3551650"/>
            </a:xfrm>
            <a:custGeom>
              <a:avLst/>
              <a:gdLst/>
              <a:ahLst/>
              <a:cxnLst/>
              <a:rect l="l" t="t" r="r" b="b"/>
              <a:pathLst>
                <a:path w="2680" h="142066" extrusionOk="0">
                  <a:moveTo>
                    <a:pt x="0" y="0"/>
                  </a:moveTo>
                  <a:lnTo>
                    <a:pt x="0" y="142065"/>
                  </a:lnTo>
                  <a:lnTo>
                    <a:pt x="2679" y="142065"/>
                  </a:lnTo>
                  <a:lnTo>
                    <a:pt x="267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8" name="Google Shape;158;p21"/>
          <p:cNvSpPr/>
          <p:nvPr/>
        </p:nvSpPr>
        <p:spPr>
          <a:xfrm flipH="1">
            <a:off x="-553245" y="-1775075"/>
            <a:ext cx="2284525" cy="2478400"/>
          </a:xfrm>
          <a:custGeom>
            <a:avLst/>
            <a:gdLst/>
            <a:ahLst/>
            <a:cxnLst/>
            <a:rect l="l" t="t" r="r" b="b"/>
            <a:pathLst>
              <a:path w="91381" h="99136" extrusionOk="0">
                <a:moveTo>
                  <a:pt x="77092" y="1"/>
                </a:moveTo>
                <a:cubicBezTo>
                  <a:pt x="75139" y="1"/>
                  <a:pt x="73192" y="742"/>
                  <a:pt x="71711" y="2223"/>
                </a:cubicBezTo>
                <a:lnTo>
                  <a:pt x="5191" y="68755"/>
                </a:lnTo>
                <a:cubicBezTo>
                  <a:pt x="1857" y="72065"/>
                  <a:pt x="0" y="76589"/>
                  <a:pt x="36" y="81292"/>
                </a:cubicBezTo>
                <a:cubicBezTo>
                  <a:pt x="48" y="86019"/>
                  <a:pt x="1941" y="90555"/>
                  <a:pt x="5298" y="93889"/>
                </a:cubicBezTo>
                <a:cubicBezTo>
                  <a:pt x="8800" y="97385"/>
                  <a:pt x="13392" y="99135"/>
                  <a:pt x="17968" y="99135"/>
                </a:cubicBezTo>
                <a:cubicBezTo>
                  <a:pt x="22494" y="99135"/>
                  <a:pt x="27005" y="97424"/>
                  <a:pt x="30432" y="93996"/>
                </a:cubicBezTo>
                <a:lnTo>
                  <a:pt x="32921" y="91508"/>
                </a:lnTo>
                <a:cubicBezTo>
                  <a:pt x="33111" y="91353"/>
                  <a:pt x="33302" y="91186"/>
                  <a:pt x="33480" y="90996"/>
                </a:cubicBezTo>
                <a:lnTo>
                  <a:pt x="88392" y="36084"/>
                </a:lnTo>
                <a:cubicBezTo>
                  <a:pt x="91381" y="33096"/>
                  <a:pt x="91369" y="28226"/>
                  <a:pt x="88344" y="25202"/>
                </a:cubicBezTo>
                <a:cubicBezTo>
                  <a:pt x="86829" y="23687"/>
                  <a:pt x="84844" y="22928"/>
                  <a:pt x="82865" y="22928"/>
                </a:cubicBezTo>
                <a:cubicBezTo>
                  <a:pt x="80909" y="22928"/>
                  <a:pt x="78959" y="23669"/>
                  <a:pt x="77474" y="25154"/>
                </a:cubicBezTo>
                <a:lnTo>
                  <a:pt x="19574" y="83054"/>
                </a:lnTo>
                <a:cubicBezTo>
                  <a:pt x="19090" y="83538"/>
                  <a:pt x="18452" y="83783"/>
                  <a:pt x="17813" y="83783"/>
                </a:cubicBezTo>
                <a:cubicBezTo>
                  <a:pt x="17210" y="83783"/>
                  <a:pt x="16607" y="83565"/>
                  <a:pt x="16133" y="83126"/>
                </a:cubicBezTo>
                <a:cubicBezTo>
                  <a:pt x="15657" y="82661"/>
                  <a:pt x="15383" y="82030"/>
                  <a:pt x="15371" y="81364"/>
                </a:cubicBezTo>
                <a:cubicBezTo>
                  <a:pt x="15371" y="80721"/>
                  <a:pt x="15621" y="80102"/>
                  <a:pt x="16085" y="79649"/>
                </a:cubicBezTo>
                <a:lnTo>
                  <a:pt x="82606" y="13129"/>
                </a:lnTo>
                <a:cubicBezTo>
                  <a:pt x="85582" y="10152"/>
                  <a:pt x="85570" y="5283"/>
                  <a:pt x="82558" y="2271"/>
                </a:cubicBezTo>
                <a:cubicBezTo>
                  <a:pt x="81044" y="757"/>
                  <a:pt x="79065" y="1"/>
                  <a:pt x="770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9" name="Google Shape;159;p21"/>
          <p:cNvGrpSpPr/>
          <p:nvPr/>
        </p:nvGrpSpPr>
        <p:grpSpPr>
          <a:xfrm>
            <a:off x="7484250" y="4608499"/>
            <a:ext cx="1088650" cy="201300"/>
            <a:chOff x="2678325" y="4703600"/>
            <a:chExt cx="1088650" cy="201300"/>
          </a:xfrm>
        </p:grpSpPr>
        <p:sp>
          <p:nvSpPr>
            <p:cNvPr id="160" name="Google Shape;160;p21"/>
            <p:cNvSpPr/>
            <p:nvPr/>
          </p:nvSpPr>
          <p:spPr>
            <a:xfrm>
              <a:off x="2678325" y="4703600"/>
              <a:ext cx="201300" cy="201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21"/>
            <p:cNvSpPr/>
            <p:nvPr/>
          </p:nvSpPr>
          <p:spPr>
            <a:xfrm>
              <a:off x="3106250" y="4703600"/>
              <a:ext cx="201300" cy="201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21"/>
            <p:cNvSpPr/>
            <p:nvPr/>
          </p:nvSpPr>
          <p:spPr>
            <a:xfrm>
              <a:off x="3534175" y="4703600"/>
              <a:ext cx="232800" cy="2013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/>
          <p:cNvSpPr txBox="1">
            <a:spLocks noGrp="1"/>
          </p:cNvSpPr>
          <p:nvPr>
            <p:ph type="title"/>
          </p:nvPr>
        </p:nvSpPr>
        <p:spPr>
          <a:xfrm>
            <a:off x="720000" y="3984750"/>
            <a:ext cx="7704000" cy="6237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3"/>
          <p:cNvSpPr txBox="1">
            <a:spLocks noGrp="1"/>
          </p:cNvSpPr>
          <p:nvPr>
            <p:ph type="title" hasCustomPrompt="1"/>
          </p:nvPr>
        </p:nvSpPr>
        <p:spPr>
          <a:xfrm>
            <a:off x="2154450" y="1222250"/>
            <a:ext cx="4835100" cy="125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67" name="Google Shape;167;p23"/>
          <p:cNvSpPr txBox="1">
            <a:spLocks noGrp="1"/>
          </p:cNvSpPr>
          <p:nvPr>
            <p:ph type="subTitle" idx="1"/>
          </p:nvPr>
        </p:nvSpPr>
        <p:spPr>
          <a:xfrm>
            <a:off x="2154450" y="2437874"/>
            <a:ext cx="48351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168" name="Google Shape;168;p23"/>
          <p:cNvGrpSpPr/>
          <p:nvPr/>
        </p:nvGrpSpPr>
        <p:grpSpPr>
          <a:xfrm rot="10800000">
            <a:off x="-733382" y="-2901533"/>
            <a:ext cx="5560019" cy="5936569"/>
            <a:chOff x="4513316" y="1996714"/>
            <a:chExt cx="5560019" cy="5936569"/>
          </a:xfrm>
        </p:grpSpPr>
        <p:sp>
          <p:nvSpPr>
            <p:cNvPr id="169" name="Google Shape;169;p23"/>
            <p:cNvSpPr/>
            <p:nvPr/>
          </p:nvSpPr>
          <p:spPr>
            <a:xfrm rot="10800000">
              <a:off x="4513316" y="4342826"/>
              <a:ext cx="3309591" cy="3590458"/>
            </a:xfrm>
            <a:custGeom>
              <a:avLst/>
              <a:gdLst/>
              <a:ahLst/>
              <a:cxnLst/>
              <a:rect l="l" t="t" r="r" b="b"/>
              <a:pathLst>
                <a:path w="91381" h="99136" extrusionOk="0">
                  <a:moveTo>
                    <a:pt x="77092" y="1"/>
                  </a:moveTo>
                  <a:cubicBezTo>
                    <a:pt x="75139" y="1"/>
                    <a:pt x="73192" y="742"/>
                    <a:pt x="71711" y="2223"/>
                  </a:cubicBezTo>
                  <a:lnTo>
                    <a:pt x="5191" y="68755"/>
                  </a:lnTo>
                  <a:cubicBezTo>
                    <a:pt x="1857" y="72065"/>
                    <a:pt x="0" y="76589"/>
                    <a:pt x="36" y="81292"/>
                  </a:cubicBezTo>
                  <a:cubicBezTo>
                    <a:pt x="48" y="86019"/>
                    <a:pt x="1941" y="90555"/>
                    <a:pt x="5298" y="93889"/>
                  </a:cubicBezTo>
                  <a:cubicBezTo>
                    <a:pt x="8800" y="97385"/>
                    <a:pt x="13392" y="99135"/>
                    <a:pt x="17968" y="99135"/>
                  </a:cubicBezTo>
                  <a:cubicBezTo>
                    <a:pt x="22494" y="99135"/>
                    <a:pt x="27005" y="97424"/>
                    <a:pt x="30432" y="93996"/>
                  </a:cubicBezTo>
                  <a:lnTo>
                    <a:pt x="32921" y="91508"/>
                  </a:lnTo>
                  <a:cubicBezTo>
                    <a:pt x="33111" y="91353"/>
                    <a:pt x="33302" y="91186"/>
                    <a:pt x="33480" y="90996"/>
                  </a:cubicBezTo>
                  <a:lnTo>
                    <a:pt x="88392" y="36084"/>
                  </a:lnTo>
                  <a:cubicBezTo>
                    <a:pt x="91381" y="33096"/>
                    <a:pt x="91369" y="28226"/>
                    <a:pt x="88344" y="25202"/>
                  </a:cubicBezTo>
                  <a:cubicBezTo>
                    <a:pt x="86829" y="23687"/>
                    <a:pt x="84844" y="22928"/>
                    <a:pt x="82865" y="22928"/>
                  </a:cubicBezTo>
                  <a:cubicBezTo>
                    <a:pt x="80909" y="22928"/>
                    <a:pt x="78959" y="23669"/>
                    <a:pt x="77474" y="25154"/>
                  </a:cubicBezTo>
                  <a:lnTo>
                    <a:pt x="19574" y="83054"/>
                  </a:lnTo>
                  <a:cubicBezTo>
                    <a:pt x="19090" y="83538"/>
                    <a:pt x="18452" y="83783"/>
                    <a:pt x="17813" y="83783"/>
                  </a:cubicBezTo>
                  <a:cubicBezTo>
                    <a:pt x="17210" y="83783"/>
                    <a:pt x="16607" y="83565"/>
                    <a:pt x="16133" y="83126"/>
                  </a:cubicBezTo>
                  <a:cubicBezTo>
                    <a:pt x="15657" y="82661"/>
                    <a:pt x="15383" y="82030"/>
                    <a:pt x="15371" y="81364"/>
                  </a:cubicBezTo>
                  <a:cubicBezTo>
                    <a:pt x="15371" y="80721"/>
                    <a:pt x="15621" y="80102"/>
                    <a:pt x="16085" y="79649"/>
                  </a:cubicBezTo>
                  <a:lnTo>
                    <a:pt x="82606" y="13129"/>
                  </a:lnTo>
                  <a:cubicBezTo>
                    <a:pt x="85582" y="10152"/>
                    <a:pt x="85570" y="5283"/>
                    <a:pt x="82558" y="2271"/>
                  </a:cubicBezTo>
                  <a:cubicBezTo>
                    <a:pt x="81044" y="757"/>
                    <a:pt x="79065" y="1"/>
                    <a:pt x="7709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3"/>
            <p:cNvSpPr/>
            <p:nvPr/>
          </p:nvSpPr>
          <p:spPr>
            <a:xfrm rot="-8100000">
              <a:off x="8087199" y="3254895"/>
              <a:ext cx="484820" cy="3075349"/>
            </a:xfrm>
            <a:custGeom>
              <a:avLst/>
              <a:gdLst/>
              <a:ahLst/>
              <a:cxnLst/>
              <a:rect l="l" t="t" r="r" b="b"/>
              <a:pathLst>
                <a:path w="10455" h="66319" extrusionOk="0">
                  <a:moveTo>
                    <a:pt x="1" y="1"/>
                  </a:moveTo>
                  <a:lnTo>
                    <a:pt x="1" y="61091"/>
                  </a:lnTo>
                  <a:cubicBezTo>
                    <a:pt x="1" y="63985"/>
                    <a:pt x="2334" y="66318"/>
                    <a:pt x="5227" y="66318"/>
                  </a:cubicBezTo>
                  <a:cubicBezTo>
                    <a:pt x="8109" y="66318"/>
                    <a:pt x="10454" y="63973"/>
                    <a:pt x="10454" y="61091"/>
                  </a:cubicBezTo>
                  <a:lnTo>
                    <a:pt x="104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23"/>
            <p:cNvSpPr/>
            <p:nvPr/>
          </p:nvSpPr>
          <p:spPr>
            <a:xfrm rot="2700000">
              <a:off x="8909630" y="1931350"/>
              <a:ext cx="589243" cy="1868896"/>
            </a:xfrm>
            <a:custGeom>
              <a:avLst/>
              <a:gdLst/>
              <a:ahLst/>
              <a:cxnLst/>
              <a:rect l="l" t="t" r="r" b="b"/>
              <a:pathLst>
                <a:path w="10455" h="33160" extrusionOk="0">
                  <a:moveTo>
                    <a:pt x="1" y="0"/>
                  </a:moveTo>
                  <a:lnTo>
                    <a:pt x="1" y="27932"/>
                  </a:lnTo>
                  <a:cubicBezTo>
                    <a:pt x="1" y="30826"/>
                    <a:pt x="2334" y="33159"/>
                    <a:pt x="5228" y="33159"/>
                  </a:cubicBezTo>
                  <a:cubicBezTo>
                    <a:pt x="8109" y="33159"/>
                    <a:pt x="10454" y="30814"/>
                    <a:pt x="10454" y="27932"/>
                  </a:cubicBezTo>
                  <a:lnTo>
                    <a:pt x="1045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2" name="Google Shape;172;p23"/>
          <p:cNvSpPr/>
          <p:nvPr/>
        </p:nvSpPr>
        <p:spPr>
          <a:xfrm>
            <a:off x="-50" y="4476100"/>
            <a:ext cx="9144000" cy="667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3" name="Google Shape;173;p23"/>
          <p:cNvGrpSpPr/>
          <p:nvPr/>
        </p:nvGrpSpPr>
        <p:grpSpPr>
          <a:xfrm>
            <a:off x="8322044" y="207350"/>
            <a:ext cx="1269225" cy="740575"/>
            <a:chOff x="4805650" y="2718925"/>
            <a:chExt cx="1269225" cy="740575"/>
          </a:xfrm>
        </p:grpSpPr>
        <p:sp>
          <p:nvSpPr>
            <p:cNvPr id="174" name="Google Shape;174;p23"/>
            <p:cNvSpPr/>
            <p:nvPr/>
          </p:nvSpPr>
          <p:spPr>
            <a:xfrm>
              <a:off x="4805650" y="2718925"/>
              <a:ext cx="1269225" cy="198850"/>
            </a:xfrm>
            <a:custGeom>
              <a:avLst/>
              <a:gdLst/>
              <a:ahLst/>
              <a:cxnLst/>
              <a:rect l="l" t="t" r="r" b="b"/>
              <a:pathLst>
                <a:path w="50769" h="7954" extrusionOk="0">
                  <a:moveTo>
                    <a:pt x="0" y="0"/>
                  </a:moveTo>
                  <a:lnTo>
                    <a:pt x="0" y="5227"/>
                  </a:lnTo>
                  <a:cubicBezTo>
                    <a:pt x="1346" y="5227"/>
                    <a:pt x="1870" y="5560"/>
                    <a:pt x="2822" y="6168"/>
                  </a:cubicBezTo>
                  <a:cubicBezTo>
                    <a:pt x="3989" y="6930"/>
                    <a:pt x="5584" y="7954"/>
                    <a:pt x="8466" y="7954"/>
                  </a:cubicBezTo>
                  <a:cubicBezTo>
                    <a:pt x="11347" y="7954"/>
                    <a:pt x="12943" y="6930"/>
                    <a:pt x="14109" y="6168"/>
                  </a:cubicBezTo>
                  <a:cubicBezTo>
                    <a:pt x="15062" y="5560"/>
                    <a:pt x="15574" y="5227"/>
                    <a:pt x="16919" y="5227"/>
                  </a:cubicBezTo>
                  <a:cubicBezTo>
                    <a:pt x="18265" y="5227"/>
                    <a:pt x="18788" y="5560"/>
                    <a:pt x="19741" y="6168"/>
                  </a:cubicBezTo>
                  <a:cubicBezTo>
                    <a:pt x="20908" y="6930"/>
                    <a:pt x="22503" y="7954"/>
                    <a:pt x="25385" y="7954"/>
                  </a:cubicBezTo>
                  <a:cubicBezTo>
                    <a:pt x="28266" y="7954"/>
                    <a:pt x="29861" y="6930"/>
                    <a:pt x="31028" y="6168"/>
                  </a:cubicBezTo>
                  <a:cubicBezTo>
                    <a:pt x="31981" y="5560"/>
                    <a:pt x="32493" y="5227"/>
                    <a:pt x="33838" y="5227"/>
                  </a:cubicBezTo>
                  <a:cubicBezTo>
                    <a:pt x="35195" y="5227"/>
                    <a:pt x="35707" y="5560"/>
                    <a:pt x="36660" y="6168"/>
                  </a:cubicBezTo>
                  <a:cubicBezTo>
                    <a:pt x="37827" y="6930"/>
                    <a:pt x="39422" y="7954"/>
                    <a:pt x="42303" y="7954"/>
                  </a:cubicBezTo>
                  <a:cubicBezTo>
                    <a:pt x="45185" y="7954"/>
                    <a:pt x="46780" y="6930"/>
                    <a:pt x="47947" y="6168"/>
                  </a:cubicBezTo>
                  <a:cubicBezTo>
                    <a:pt x="48899" y="5560"/>
                    <a:pt x="49423" y="5227"/>
                    <a:pt x="50769" y="5227"/>
                  </a:cubicBezTo>
                  <a:lnTo>
                    <a:pt x="50769" y="0"/>
                  </a:lnTo>
                  <a:cubicBezTo>
                    <a:pt x="47875" y="0"/>
                    <a:pt x="46280" y="1024"/>
                    <a:pt x="45113" y="1786"/>
                  </a:cubicBezTo>
                  <a:cubicBezTo>
                    <a:pt x="44173" y="2393"/>
                    <a:pt x="43649" y="2727"/>
                    <a:pt x="42303" y="2727"/>
                  </a:cubicBezTo>
                  <a:cubicBezTo>
                    <a:pt x="40958" y="2727"/>
                    <a:pt x="40434" y="2393"/>
                    <a:pt x="39493" y="1786"/>
                  </a:cubicBezTo>
                  <a:cubicBezTo>
                    <a:pt x="38327" y="1024"/>
                    <a:pt x="36731" y="0"/>
                    <a:pt x="33838" y="0"/>
                  </a:cubicBezTo>
                  <a:cubicBezTo>
                    <a:pt x="30957" y="0"/>
                    <a:pt x="29361" y="1036"/>
                    <a:pt x="28194" y="1786"/>
                  </a:cubicBezTo>
                  <a:cubicBezTo>
                    <a:pt x="27254" y="2393"/>
                    <a:pt x="26730" y="2727"/>
                    <a:pt x="25385" y="2727"/>
                  </a:cubicBezTo>
                  <a:cubicBezTo>
                    <a:pt x="24039" y="2727"/>
                    <a:pt x="23515" y="2393"/>
                    <a:pt x="22575" y="1786"/>
                  </a:cubicBezTo>
                  <a:cubicBezTo>
                    <a:pt x="21408" y="1024"/>
                    <a:pt x="19812" y="0"/>
                    <a:pt x="16919" y="0"/>
                  </a:cubicBezTo>
                  <a:cubicBezTo>
                    <a:pt x="14038" y="0"/>
                    <a:pt x="12442" y="1036"/>
                    <a:pt x="11276" y="1786"/>
                  </a:cubicBezTo>
                  <a:cubicBezTo>
                    <a:pt x="10335" y="2393"/>
                    <a:pt x="9811" y="2727"/>
                    <a:pt x="8466" y="2727"/>
                  </a:cubicBezTo>
                  <a:cubicBezTo>
                    <a:pt x="7120" y="2727"/>
                    <a:pt x="6596" y="2393"/>
                    <a:pt x="5656" y="1786"/>
                  </a:cubicBezTo>
                  <a:cubicBezTo>
                    <a:pt x="4489" y="1024"/>
                    <a:pt x="2894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23"/>
            <p:cNvSpPr/>
            <p:nvPr/>
          </p:nvSpPr>
          <p:spPr>
            <a:xfrm>
              <a:off x="4805650" y="2989775"/>
              <a:ext cx="1269225" cy="199175"/>
            </a:xfrm>
            <a:custGeom>
              <a:avLst/>
              <a:gdLst/>
              <a:ahLst/>
              <a:cxnLst/>
              <a:rect l="l" t="t" r="r" b="b"/>
              <a:pathLst>
                <a:path w="50769" h="7967" extrusionOk="0">
                  <a:moveTo>
                    <a:pt x="0" y="1"/>
                  </a:moveTo>
                  <a:lnTo>
                    <a:pt x="0" y="5228"/>
                  </a:lnTo>
                  <a:cubicBezTo>
                    <a:pt x="1346" y="5228"/>
                    <a:pt x="1870" y="5561"/>
                    <a:pt x="2822" y="6180"/>
                  </a:cubicBezTo>
                  <a:cubicBezTo>
                    <a:pt x="3989" y="6930"/>
                    <a:pt x="5584" y="7966"/>
                    <a:pt x="8466" y="7966"/>
                  </a:cubicBezTo>
                  <a:cubicBezTo>
                    <a:pt x="11347" y="7966"/>
                    <a:pt x="12943" y="6918"/>
                    <a:pt x="14109" y="6180"/>
                  </a:cubicBezTo>
                  <a:cubicBezTo>
                    <a:pt x="15062" y="5561"/>
                    <a:pt x="15574" y="5228"/>
                    <a:pt x="16919" y="5228"/>
                  </a:cubicBezTo>
                  <a:cubicBezTo>
                    <a:pt x="18265" y="5228"/>
                    <a:pt x="18788" y="5561"/>
                    <a:pt x="19741" y="6180"/>
                  </a:cubicBezTo>
                  <a:cubicBezTo>
                    <a:pt x="20908" y="6930"/>
                    <a:pt x="22503" y="7966"/>
                    <a:pt x="25385" y="7966"/>
                  </a:cubicBezTo>
                  <a:cubicBezTo>
                    <a:pt x="28266" y="7966"/>
                    <a:pt x="29861" y="6918"/>
                    <a:pt x="31028" y="6180"/>
                  </a:cubicBezTo>
                  <a:cubicBezTo>
                    <a:pt x="31981" y="5561"/>
                    <a:pt x="32493" y="5228"/>
                    <a:pt x="33838" y="5228"/>
                  </a:cubicBezTo>
                  <a:cubicBezTo>
                    <a:pt x="35195" y="5228"/>
                    <a:pt x="35707" y="5561"/>
                    <a:pt x="36660" y="6180"/>
                  </a:cubicBezTo>
                  <a:cubicBezTo>
                    <a:pt x="37827" y="6930"/>
                    <a:pt x="39422" y="7966"/>
                    <a:pt x="42303" y="7966"/>
                  </a:cubicBezTo>
                  <a:cubicBezTo>
                    <a:pt x="45185" y="7966"/>
                    <a:pt x="46780" y="6918"/>
                    <a:pt x="47947" y="6180"/>
                  </a:cubicBezTo>
                  <a:cubicBezTo>
                    <a:pt x="48899" y="5561"/>
                    <a:pt x="49423" y="5228"/>
                    <a:pt x="50769" y="5228"/>
                  </a:cubicBezTo>
                  <a:lnTo>
                    <a:pt x="50769" y="1"/>
                  </a:lnTo>
                  <a:cubicBezTo>
                    <a:pt x="47875" y="1"/>
                    <a:pt x="46280" y="1025"/>
                    <a:pt x="45113" y="1787"/>
                  </a:cubicBezTo>
                  <a:cubicBezTo>
                    <a:pt x="44173" y="2394"/>
                    <a:pt x="43649" y="2739"/>
                    <a:pt x="42303" y="2739"/>
                  </a:cubicBezTo>
                  <a:cubicBezTo>
                    <a:pt x="40958" y="2739"/>
                    <a:pt x="40434" y="2394"/>
                    <a:pt x="39493" y="1787"/>
                  </a:cubicBezTo>
                  <a:cubicBezTo>
                    <a:pt x="38327" y="1025"/>
                    <a:pt x="36731" y="1"/>
                    <a:pt x="33838" y="1"/>
                  </a:cubicBezTo>
                  <a:cubicBezTo>
                    <a:pt x="30957" y="1"/>
                    <a:pt x="29361" y="1049"/>
                    <a:pt x="28194" y="1787"/>
                  </a:cubicBezTo>
                  <a:cubicBezTo>
                    <a:pt x="27254" y="2394"/>
                    <a:pt x="26730" y="2739"/>
                    <a:pt x="25385" y="2739"/>
                  </a:cubicBezTo>
                  <a:cubicBezTo>
                    <a:pt x="24039" y="2739"/>
                    <a:pt x="23515" y="2394"/>
                    <a:pt x="22575" y="1787"/>
                  </a:cubicBezTo>
                  <a:cubicBezTo>
                    <a:pt x="21408" y="1025"/>
                    <a:pt x="19812" y="1"/>
                    <a:pt x="16919" y="1"/>
                  </a:cubicBezTo>
                  <a:cubicBezTo>
                    <a:pt x="14038" y="1"/>
                    <a:pt x="12442" y="1049"/>
                    <a:pt x="11276" y="1787"/>
                  </a:cubicBezTo>
                  <a:cubicBezTo>
                    <a:pt x="10335" y="2394"/>
                    <a:pt x="9811" y="2739"/>
                    <a:pt x="8466" y="2739"/>
                  </a:cubicBezTo>
                  <a:cubicBezTo>
                    <a:pt x="7120" y="2739"/>
                    <a:pt x="6596" y="2394"/>
                    <a:pt x="5656" y="1787"/>
                  </a:cubicBezTo>
                  <a:cubicBezTo>
                    <a:pt x="4489" y="1025"/>
                    <a:pt x="2894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23"/>
            <p:cNvSpPr/>
            <p:nvPr/>
          </p:nvSpPr>
          <p:spPr>
            <a:xfrm>
              <a:off x="4805650" y="3260350"/>
              <a:ext cx="1269225" cy="199150"/>
            </a:xfrm>
            <a:custGeom>
              <a:avLst/>
              <a:gdLst/>
              <a:ahLst/>
              <a:cxnLst/>
              <a:rect l="l" t="t" r="r" b="b"/>
              <a:pathLst>
                <a:path w="50769" h="7966" extrusionOk="0">
                  <a:moveTo>
                    <a:pt x="0" y="1"/>
                  </a:moveTo>
                  <a:lnTo>
                    <a:pt x="0" y="5227"/>
                  </a:lnTo>
                  <a:cubicBezTo>
                    <a:pt x="1346" y="5227"/>
                    <a:pt x="1870" y="5573"/>
                    <a:pt x="2822" y="6180"/>
                  </a:cubicBezTo>
                  <a:cubicBezTo>
                    <a:pt x="3989" y="6942"/>
                    <a:pt x="5584" y="7966"/>
                    <a:pt x="8466" y="7966"/>
                  </a:cubicBezTo>
                  <a:cubicBezTo>
                    <a:pt x="11347" y="7966"/>
                    <a:pt x="12943" y="6918"/>
                    <a:pt x="14109" y="6180"/>
                  </a:cubicBezTo>
                  <a:cubicBezTo>
                    <a:pt x="15062" y="5573"/>
                    <a:pt x="15574" y="5227"/>
                    <a:pt x="16919" y="5227"/>
                  </a:cubicBezTo>
                  <a:cubicBezTo>
                    <a:pt x="18265" y="5227"/>
                    <a:pt x="18788" y="5573"/>
                    <a:pt x="19741" y="6180"/>
                  </a:cubicBezTo>
                  <a:cubicBezTo>
                    <a:pt x="20908" y="6942"/>
                    <a:pt x="22503" y="7966"/>
                    <a:pt x="25385" y="7966"/>
                  </a:cubicBezTo>
                  <a:cubicBezTo>
                    <a:pt x="28266" y="7966"/>
                    <a:pt x="29861" y="6918"/>
                    <a:pt x="31028" y="6180"/>
                  </a:cubicBezTo>
                  <a:cubicBezTo>
                    <a:pt x="31981" y="5573"/>
                    <a:pt x="32493" y="5227"/>
                    <a:pt x="33838" y="5227"/>
                  </a:cubicBezTo>
                  <a:cubicBezTo>
                    <a:pt x="35195" y="5227"/>
                    <a:pt x="35707" y="5573"/>
                    <a:pt x="36660" y="6180"/>
                  </a:cubicBezTo>
                  <a:cubicBezTo>
                    <a:pt x="37827" y="6942"/>
                    <a:pt x="39422" y="7966"/>
                    <a:pt x="42303" y="7966"/>
                  </a:cubicBezTo>
                  <a:cubicBezTo>
                    <a:pt x="45185" y="7966"/>
                    <a:pt x="46780" y="6918"/>
                    <a:pt x="47947" y="6180"/>
                  </a:cubicBezTo>
                  <a:cubicBezTo>
                    <a:pt x="48899" y="5573"/>
                    <a:pt x="49423" y="5227"/>
                    <a:pt x="50769" y="5227"/>
                  </a:cubicBezTo>
                  <a:lnTo>
                    <a:pt x="50769" y="1"/>
                  </a:lnTo>
                  <a:cubicBezTo>
                    <a:pt x="47875" y="1"/>
                    <a:pt x="46280" y="1036"/>
                    <a:pt x="45113" y="1787"/>
                  </a:cubicBezTo>
                  <a:cubicBezTo>
                    <a:pt x="44173" y="2406"/>
                    <a:pt x="43649" y="2739"/>
                    <a:pt x="42303" y="2739"/>
                  </a:cubicBezTo>
                  <a:cubicBezTo>
                    <a:pt x="40958" y="2739"/>
                    <a:pt x="40434" y="2406"/>
                    <a:pt x="39493" y="1787"/>
                  </a:cubicBezTo>
                  <a:cubicBezTo>
                    <a:pt x="38327" y="1036"/>
                    <a:pt x="36731" y="1"/>
                    <a:pt x="33838" y="1"/>
                  </a:cubicBezTo>
                  <a:cubicBezTo>
                    <a:pt x="30957" y="1"/>
                    <a:pt x="29361" y="1036"/>
                    <a:pt x="28194" y="1787"/>
                  </a:cubicBezTo>
                  <a:cubicBezTo>
                    <a:pt x="27254" y="2406"/>
                    <a:pt x="26730" y="2739"/>
                    <a:pt x="25385" y="2739"/>
                  </a:cubicBezTo>
                  <a:cubicBezTo>
                    <a:pt x="24039" y="2739"/>
                    <a:pt x="23515" y="2406"/>
                    <a:pt x="22575" y="1787"/>
                  </a:cubicBezTo>
                  <a:cubicBezTo>
                    <a:pt x="21408" y="1036"/>
                    <a:pt x="19812" y="1"/>
                    <a:pt x="16919" y="1"/>
                  </a:cubicBezTo>
                  <a:cubicBezTo>
                    <a:pt x="14038" y="1"/>
                    <a:pt x="12442" y="1036"/>
                    <a:pt x="11276" y="1787"/>
                  </a:cubicBezTo>
                  <a:cubicBezTo>
                    <a:pt x="10335" y="2406"/>
                    <a:pt x="9811" y="2739"/>
                    <a:pt x="8466" y="2739"/>
                  </a:cubicBezTo>
                  <a:cubicBezTo>
                    <a:pt x="7120" y="2739"/>
                    <a:pt x="6596" y="2406"/>
                    <a:pt x="5656" y="1787"/>
                  </a:cubicBezTo>
                  <a:cubicBezTo>
                    <a:pt x="4489" y="1036"/>
                    <a:pt x="2894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25"/>
          <p:cNvSpPr txBox="1">
            <a:spLocks noGrp="1"/>
          </p:cNvSpPr>
          <p:nvPr>
            <p:ph type="title" idx="2" hasCustomPrompt="1"/>
          </p:nvPr>
        </p:nvSpPr>
        <p:spPr>
          <a:xfrm>
            <a:off x="948600" y="1623175"/>
            <a:ext cx="6054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1" name="Google Shape;181;p25"/>
          <p:cNvSpPr txBox="1">
            <a:spLocks noGrp="1"/>
          </p:cNvSpPr>
          <p:nvPr>
            <p:ph type="title" idx="3" hasCustomPrompt="1"/>
          </p:nvPr>
        </p:nvSpPr>
        <p:spPr>
          <a:xfrm>
            <a:off x="948600" y="2500326"/>
            <a:ext cx="6054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2" name="Google Shape;182;p25"/>
          <p:cNvSpPr txBox="1">
            <a:spLocks noGrp="1"/>
          </p:cNvSpPr>
          <p:nvPr>
            <p:ph type="title" idx="4" hasCustomPrompt="1"/>
          </p:nvPr>
        </p:nvSpPr>
        <p:spPr>
          <a:xfrm>
            <a:off x="4509973" y="1623175"/>
            <a:ext cx="6054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3" name="Google Shape;183;p25"/>
          <p:cNvSpPr txBox="1">
            <a:spLocks noGrp="1"/>
          </p:cNvSpPr>
          <p:nvPr>
            <p:ph type="title" idx="5" hasCustomPrompt="1"/>
          </p:nvPr>
        </p:nvSpPr>
        <p:spPr>
          <a:xfrm>
            <a:off x="4509973" y="2500324"/>
            <a:ext cx="6054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4" name="Google Shape;184;p25"/>
          <p:cNvSpPr txBox="1">
            <a:spLocks noGrp="1"/>
          </p:cNvSpPr>
          <p:nvPr>
            <p:ph type="title" idx="6" hasCustomPrompt="1"/>
          </p:nvPr>
        </p:nvSpPr>
        <p:spPr>
          <a:xfrm>
            <a:off x="4509973" y="3377478"/>
            <a:ext cx="6054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5" name="Google Shape;185;p25"/>
          <p:cNvSpPr txBox="1">
            <a:spLocks noGrp="1"/>
          </p:cNvSpPr>
          <p:nvPr>
            <p:ph type="title" idx="7" hasCustomPrompt="1"/>
          </p:nvPr>
        </p:nvSpPr>
        <p:spPr>
          <a:xfrm>
            <a:off x="948600" y="3377478"/>
            <a:ext cx="6054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6" name="Google Shape;186;p25"/>
          <p:cNvSpPr txBox="1">
            <a:spLocks noGrp="1"/>
          </p:cNvSpPr>
          <p:nvPr>
            <p:ph type="subTitle" idx="1"/>
          </p:nvPr>
        </p:nvSpPr>
        <p:spPr>
          <a:xfrm>
            <a:off x="1606925" y="1623175"/>
            <a:ext cx="25896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87" name="Google Shape;187;p25"/>
          <p:cNvSpPr txBox="1">
            <a:spLocks noGrp="1"/>
          </p:cNvSpPr>
          <p:nvPr>
            <p:ph type="subTitle" idx="8"/>
          </p:nvPr>
        </p:nvSpPr>
        <p:spPr>
          <a:xfrm>
            <a:off x="5168503" y="1623175"/>
            <a:ext cx="25896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88" name="Google Shape;188;p25"/>
          <p:cNvSpPr txBox="1">
            <a:spLocks noGrp="1"/>
          </p:cNvSpPr>
          <p:nvPr>
            <p:ph type="subTitle" idx="9"/>
          </p:nvPr>
        </p:nvSpPr>
        <p:spPr>
          <a:xfrm>
            <a:off x="5168475" y="3377476"/>
            <a:ext cx="25896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89" name="Google Shape;189;p25"/>
          <p:cNvSpPr txBox="1">
            <a:spLocks noGrp="1"/>
          </p:cNvSpPr>
          <p:nvPr>
            <p:ph type="subTitle" idx="13"/>
          </p:nvPr>
        </p:nvSpPr>
        <p:spPr>
          <a:xfrm>
            <a:off x="1606925" y="2500323"/>
            <a:ext cx="25896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90" name="Google Shape;190;p25"/>
          <p:cNvSpPr txBox="1">
            <a:spLocks noGrp="1"/>
          </p:cNvSpPr>
          <p:nvPr>
            <p:ph type="subTitle" idx="14"/>
          </p:nvPr>
        </p:nvSpPr>
        <p:spPr>
          <a:xfrm>
            <a:off x="5168503" y="2500325"/>
            <a:ext cx="25896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91" name="Google Shape;191;p25"/>
          <p:cNvSpPr txBox="1">
            <a:spLocks noGrp="1"/>
          </p:cNvSpPr>
          <p:nvPr>
            <p:ph type="subTitle" idx="15"/>
          </p:nvPr>
        </p:nvSpPr>
        <p:spPr>
          <a:xfrm>
            <a:off x="1606925" y="3377476"/>
            <a:ext cx="25896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92" name="Google Shape;192;p25"/>
          <p:cNvSpPr/>
          <p:nvPr/>
        </p:nvSpPr>
        <p:spPr>
          <a:xfrm rot="2700075">
            <a:off x="8329316" y="3504270"/>
            <a:ext cx="846457" cy="2684699"/>
          </a:xfrm>
          <a:custGeom>
            <a:avLst/>
            <a:gdLst/>
            <a:ahLst/>
            <a:cxnLst/>
            <a:rect l="l" t="t" r="r" b="b"/>
            <a:pathLst>
              <a:path w="10455" h="33160" extrusionOk="0">
                <a:moveTo>
                  <a:pt x="1" y="0"/>
                </a:moveTo>
                <a:lnTo>
                  <a:pt x="1" y="27932"/>
                </a:lnTo>
                <a:cubicBezTo>
                  <a:pt x="1" y="30826"/>
                  <a:pt x="2334" y="33159"/>
                  <a:pt x="5228" y="33159"/>
                </a:cubicBezTo>
                <a:cubicBezTo>
                  <a:pt x="8109" y="33159"/>
                  <a:pt x="10454" y="30814"/>
                  <a:pt x="10454" y="27932"/>
                </a:cubicBezTo>
                <a:lnTo>
                  <a:pt x="1045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3" name="Google Shape;193;p25"/>
          <p:cNvGrpSpPr/>
          <p:nvPr/>
        </p:nvGrpSpPr>
        <p:grpSpPr>
          <a:xfrm>
            <a:off x="-76439" y="4569403"/>
            <a:ext cx="2421237" cy="706360"/>
            <a:chOff x="-76439" y="4569403"/>
            <a:chExt cx="2421237" cy="706360"/>
          </a:xfrm>
        </p:grpSpPr>
        <p:grpSp>
          <p:nvGrpSpPr>
            <p:cNvPr id="194" name="Google Shape;194;p25"/>
            <p:cNvGrpSpPr/>
            <p:nvPr/>
          </p:nvGrpSpPr>
          <p:grpSpPr>
            <a:xfrm>
              <a:off x="-76439" y="4569403"/>
              <a:ext cx="1210587" cy="706360"/>
              <a:chOff x="4805650" y="2718925"/>
              <a:chExt cx="1269225" cy="740575"/>
            </a:xfrm>
          </p:grpSpPr>
          <p:sp>
            <p:nvSpPr>
              <p:cNvPr id="195" name="Google Shape;195;p25"/>
              <p:cNvSpPr/>
              <p:nvPr/>
            </p:nvSpPr>
            <p:spPr>
              <a:xfrm>
                <a:off x="4805650" y="2718925"/>
                <a:ext cx="1269225" cy="198850"/>
              </a:xfrm>
              <a:custGeom>
                <a:avLst/>
                <a:gdLst/>
                <a:ahLst/>
                <a:cxnLst/>
                <a:rect l="l" t="t" r="r" b="b"/>
                <a:pathLst>
                  <a:path w="50769" h="7954" extrusionOk="0">
                    <a:moveTo>
                      <a:pt x="0" y="0"/>
                    </a:moveTo>
                    <a:lnTo>
                      <a:pt x="0" y="5227"/>
                    </a:lnTo>
                    <a:cubicBezTo>
                      <a:pt x="1346" y="5227"/>
                      <a:pt x="1870" y="5560"/>
                      <a:pt x="2822" y="6168"/>
                    </a:cubicBezTo>
                    <a:cubicBezTo>
                      <a:pt x="3989" y="6930"/>
                      <a:pt x="5584" y="7954"/>
                      <a:pt x="8466" y="7954"/>
                    </a:cubicBezTo>
                    <a:cubicBezTo>
                      <a:pt x="11347" y="7954"/>
                      <a:pt x="12943" y="6930"/>
                      <a:pt x="14109" y="6168"/>
                    </a:cubicBezTo>
                    <a:cubicBezTo>
                      <a:pt x="15062" y="5560"/>
                      <a:pt x="15574" y="5227"/>
                      <a:pt x="16919" y="5227"/>
                    </a:cubicBezTo>
                    <a:cubicBezTo>
                      <a:pt x="18265" y="5227"/>
                      <a:pt x="18788" y="5560"/>
                      <a:pt x="19741" y="6168"/>
                    </a:cubicBezTo>
                    <a:cubicBezTo>
                      <a:pt x="20908" y="6930"/>
                      <a:pt x="22503" y="7954"/>
                      <a:pt x="25385" y="7954"/>
                    </a:cubicBezTo>
                    <a:cubicBezTo>
                      <a:pt x="28266" y="7954"/>
                      <a:pt x="29861" y="6930"/>
                      <a:pt x="31028" y="6168"/>
                    </a:cubicBezTo>
                    <a:cubicBezTo>
                      <a:pt x="31981" y="5560"/>
                      <a:pt x="32493" y="5227"/>
                      <a:pt x="33838" y="5227"/>
                    </a:cubicBezTo>
                    <a:cubicBezTo>
                      <a:pt x="35195" y="5227"/>
                      <a:pt x="35707" y="5560"/>
                      <a:pt x="36660" y="6168"/>
                    </a:cubicBezTo>
                    <a:cubicBezTo>
                      <a:pt x="37827" y="6930"/>
                      <a:pt x="39422" y="7954"/>
                      <a:pt x="42303" y="7954"/>
                    </a:cubicBezTo>
                    <a:cubicBezTo>
                      <a:pt x="45185" y="7954"/>
                      <a:pt x="46780" y="6930"/>
                      <a:pt x="47947" y="6168"/>
                    </a:cubicBezTo>
                    <a:cubicBezTo>
                      <a:pt x="48899" y="5560"/>
                      <a:pt x="49423" y="5227"/>
                      <a:pt x="50769" y="5227"/>
                    </a:cubicBezTo>
                    <a:lnTo>
                      <a:pt x="50769" y="0"/>
                    </a:lnTo>
                    <a:cubicBezTo>
                      <a:pt x="47875" y="0"/>
                      <a:pt x="46280" y="1024"/>
                      <a:pt x="45113" y="1786"/>
                    </a:cubicBezTo>
                    <a:cubicBezTo>
                      <a:pt x="44173" y="2393"/>
                      <a:pt x="43649" y="2727"/>
                      <a:pt x="42303" y="2727"/>
                    </a:cubicBezTo>
                    <a:cubicBezTo>
                      <a:pt x="40958" y="2727"/>
                      <a:pt x="40434" y="2393"/>
                      <a:pt x="39493" y="1786"/>
                    </a:cubicBezTo>
                    <a:cubicBezTo>
                      <a:pt x="38327" y="1024"/>
                      <a:pt x="36731" y="0"/>
                      <a:pt x="33838" y="0"/>
                    </a:cubicBezTo>
                    <a:cubicBezTo>
                      <a:pt x="30957" y="0"/>
                      <a:pt x="29361" y="1036"/>
                      <a:pt x="28194" y="1786"/>
                    </a:cubicBezTo>
                    <a:cubicBezTo>
                      <a:pt x="27254" y="2393"/>
                      <a:pt x="26730" y="2727"/>
                      <a:pt x="25385" y="2727"/>
                    </a:cubicBezTo>
                    <a:cubicBezTo>
                      <a:pt x="24039" y="2727"/>
                      <a:pt x="23515" y="2393"/>
                      <a:pt x="22575" y="1786"/>
                    </a:cubicBezTo>
                    <a:cubicBezTo>
                      <a:pt x="21408" y="1024"/>
                      <a:pt x="19812" y="0"/>
                      <a:pt x="16919" y="0"/>
                    </a:cubicBezTo>
                    <a:cubicBezTo>
                      <a:pt x="14038" y="0"/>
                      <a:pt x="12442" y="1036"/>
                      <a:pt x="11276" y="1786"/>
                    </a:cubicBezTo>
                    <a:cubicBezTo>
                      <a:pt x="10335" y="2393"/>
                      <a:pt x="9811" y="2727"/>
                      <a:pt x="8466" y="2727"/>
                    </a:cubicBezTo>
                    <a:cubicBezTo>
                      <a:pt x="7120" y="2727"/>
                      <a:pt x="6596" y="2393"/>
                      <a:pt x="5656" y="1786"/>
                    </a:cubicBezTo>
                    <a:cubicBezTo>
                      <a:pt x="4489" y="1024"/>
                      <a:pt x="2894" y="0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25"/>
              <p:cNvSpPr/>
              <p:nvPr/>
            </p:nvSpPr>
            <p:spPr>
              <a:xfrm>
                <a:off x="4805650" y="2989775"/>
                <a:ext cx="1269225" cy="199175"/>
              </a:xfrm>
              <a:custGeom>
                <a:avLst/>
                <a:gdLst/>
                <a:ahLst/>
                <a:cxnLst/>
                <a:rect l="l" t="t" r="r" b="b"/>
                <a:pathLst>
                  <a:path w="50769" h="7967" extrusionOk="0">
                    <a:moveTo>
                      <a:pt x="0" y="1"/>
                    </a:moveTo>
                    <a:lnTo>
                      <a:pt x="0" y="5228"/>
                    </a:lnTo>
                    <a:cubicBezTo>
                      <a:pt x="1346" y="5228"/>
                      <a:pt x="1870" y="5561"/>
                      <a:pt x="2822" y="6180"/>
                    </a:cubicBezTo>
                    <a:cubicBezTo>
                      <a:pt x="3989" y="6930"/>
                      <a:pt x="5584" y="7966"/>
                      <a:pt x="8466" y="7966"/>
                    </a:cubicBezTo>
                    <a:cubicBezTo>
                      <a:pt x="11347" y="7966"/>
                      <a:pt x="12943" y="6918"/>
                      <a:pt x="14109" y="6180"/>
                    </a:cubicBezTo>
                    <a:cubicBezTo>
                      <a:pt x="15062" y="5561"/>
                      <a:pt x="15574" y="5228"/>
                      <a:pt x="16919" y="5228"/>
                    </a:cubicBezTo>
                    <a:cubicBezTo>
                      <a:pt x="18265" y="5228"/>
                      <a:pt x="18788" y="5561"/>
                      <a:pt x="19741" y="6180"/>
                    </a:cubicBezTo>
                    <a:cubicBezTo>
                      <a:pt x="20908" y="6930"/>
                      <a:pt x="22503" y="7966"/>
                      <a:pt x="25385" y="7966"/>
                    </a:cubicBezTo>
                    <a:cubicBezTo>
                      <a:pt x="28266" y="7966"/>
                      <a:pt x="29861" y="6918"/>
                      <a:pt x="31028" y="6180"/>
                    </a:cubicBezTo>
                    <a:cubicBezTo>
                      <a:pt x="31981" y="5561"/>
                      <a:pt x="32493" y="5228"/>
                      <a:pt x="33838" y="5228"/>
                    </a:cubicBezTo>
                    <a:cubicBezTo>
                      <a:pt x="35195" y="5228"/>
                      <a:pt x="35707" y="5561"/>
                      <a:pt x="36660" y="6180"/>
                    </a:cubicBezTo>
                    <a:cubicBezTo>
                      <a:pt x="37827" y="6930"/>
                      <a:pt x="39422" y="7966"/>
                      <a:pt x="42303" y="7966"/>
                    </a:cubicBezTo>
                    <a:cubicBezTo>
                      <a:pt x="45185" y="7966"/>
                      <a:pt x="46780" y="6918"/>
                      <a:pt x="47947" y="6180"/>
                    </a:cubicBezTo>
                    <a:cubicBezTo>
                      <a:pt x="48899" y="5561"/>
                      <a:pt x="49423" y="5228"/>
                      <a:pt x="50769" y="5228"/>
                    </a:cubicBezTo>
                    <a:lnTo>
                      <a:pt x="50769" y="1"/>
                    </a:lnTo>
                    <a:cubicBezTo>
                      <a:pt x="47875" y="1"/>
                      <a:pt x="46280" y="1025"/>
                      <a:pt x="45113" y="1787"/>
                    </a:cubicBezTo>
                    <a:cubicBezTo>
                      <a:pt x="44173" y="2394"/>
                      <a:pt x="43649" y="2739"/>
                      <a:pt x="42303" y="2739"/>
                    </a:cubicBezTo>
                    <a:cubicBezTo>
                      <a:pt x="40958" y="2739"/>
                      <a:pt x="40434" y="2394"/>
                      <a:pt x="39493" y="1787"/>
                    </a:cubicBezTo>
                    <a:cubicBezTo>
                      <a:pt x="38327" y="1025"/>
                      <a:pt x="36731" y="1"/>
                      <a:pt x="33838" y="1"/>
                    </a:cubicBezTo>
                    <a:cubicBezTo>
                      <a:pt x="30957" y="1"/>
                      <a:pt x="29361" y="1049"/>
                      <a:pt x="28194" y="1787"/>
                    </a:cubicBezTo>
                    <a:cubicBezTo>
                      <a:pt x="27254" y="2394"/>
                      <a:pt x="26730" y="2739"/>
                      <a:pt x="25385" y="2739"/>
                    </a:cubicBezTo>
                    <a:cubicBezTo>
                      <a:pt x="24039" y="2739"/>
                      <a:pt x="23515" y="2394"/>
                      <a:pt x="22575" y="1787"/>
                    </a:cubicBezTo>
                    <a:cubicBezTo>
                      <a:pt x="21408" y="1025"/>
                      <a:pt x="19812" y="1"/>
                      <a:pt x="16919" y="1"/>
                    </a:cubicBezTo>
                    <a:cubicBezTo>
                      <a:pt x="14038" y="1"/>
                      <a:pt x="12442" y="1049"/>
                      <a:pt x="11276" y="1787"/>
                    </a:cubicBezTo>
                    <a:cubicBezTo>
                      <a:pt x="10335" y="2394"/>
                      <a:pt x="9811" y="2739"/>
                      <a:pt x="8466" y="2739"/>
                    </a:cubicBezTo>
                    <a:cubicBezTo>
                      <a:pt x="7120" y="2739"/>
                      <a:pt x="6596" y="2394"/>
                      <a:pt x="5656" y="1787"/>
                    </a:cubicBezTo>
                    <a:cubicBezTo>
                      <a:pt x="4489" y="1025"/>
                      <a:pt x="2894" y="1"/>
                      <a:pt x="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25"/>
              <p:cNvSpPr/>
              <p:nvPr/>
            </p:nvSpPr>
            <p:spPr>
              <a:xfrm>
                <a:off x="4805650" y="3260350"/>
                <a:ext cx="1269225" cy="199150"/>
              </a:xfrm>
              <a:custGeom>
                <a:avLst/>
                <a:gdLst/>
                <a:ahLst/>
                <a:cxnLst/>
                <a:rect l="l" t="t" r="r" b="b"/>
                <a:pathLst>
                  <a:path w="50769" h="7966" extrusionOk="0">
                    <a:moveTo>
                      <a:pt x="0" y="1"/>
                    </a:moveTo>
                    <a:lnTo>
                      <a:pt x="0" y="5227"/>
                    </a:lnTo>
                    <a:cubicBezTo>
                      <a:pt x="1346" y="5227"/>
                      <a:pt x="1870" y="5573"/>
                      <a:pt x="2822" y="6180"/>
                    </a:cubicBezTo>
                    <a:cubicBezTo>
                      <a:pt x="3989" y="6942"/>
                      <a:pt x="5584" y="7966"/>
                      <a:pt x="8466" y="7966"/>
                    </a:cubicBezTo>
                    <a:cubicBezTo>
                      <a:pt x="11347" y="7966"/>
                      <a:pt x="12943" y="6918"/>
                      <a:pt x="14109" y="6180"/>
                    </a:cubicBezTo>
                    <a:cubicBezTo>
                      <a:pt x="15062" y="5573"/>
                      <a:pt x="15574" y="5227"/>
                      <a:pt x="16919" y="5227"/>
                    </a:cubicBezTo>
                    <a:cubicBezTo>
                      <a:pt x="18265" y="5227"/>
                      <a:pt x="18788" y="5573"/>
                      <a:pt x="19741" y="6180"/>
                    </a:cubicBezTo>
                    <a:cubicBezTo>
                      <a:pt x="20908" y="6942"/>
                      <a:pt x="22503" y="7966"/>
                      <a:pt x="25385" y="7966"/>
                    </a:cubicBezTo>
                    <a:cubicBezTo>
                      <a:pt x="28266" y="7966"/>
                      <a:pt x="29861" y="6918"/>
                      <a:pt x="31028" y="6180"/>
                    </a:cubicBezTo>
                    <a:cubicBezTo>
                      <a:pt x="31981" y="5573"/>
                      <a:pt x="32493" y="5227"/>
                      <a:pt x="33838" y="5227"/>
                    </a:cubicBezTo>
                    <a:cubicBezTo>
                      <a:pt x="35195" y="5227"/>
                      <a:pt x="35707" y="5573"/>
                      <a:pt x="36660" y="6180"/>
                    </a:cubicBezTo>
                    <a:cubicBezTo>
                      <a:pt x="37827" y="6942"/>
                      <a:pt x="39422" y="7966"/>
                      <a:pt x="42303" y="7966"/>
                    </a:cubicBezTo>
                    <a:cubicBezTo>
                      <a:pt x="45185" y="7966"/>
                      <a:pt x="46780" y="6918"/>
                      <a:pt x="47947" y="6180"/>
                    </a:cubicBezTo>
                    <a:cubicBezTo>
                      <a:pt x="48899" y="5573"/>
                      <a:pt x="49423" y="5227"/>
                      <a:pt x="50769" y="5227"/>
                    </a:cubicBezTo>
                    <a:lnTo>
                      <a:pt x="50769" y="1"/>
                    </a:lnTo>
                    <a:cubicBezTo>
                      <a:pt x="47875" y="1"/>
                      <a:pt x="46280" y="1036"/>
                      <a:pt x="45113" y="1787"/>
                    </a:cubicBezTo>
                    <a:cubicBezTo>
                      <a:pt x="44173" y="2406"/>
                      <a:pt x="43649" y="2739"/>
                      <a:pt x="42303" y="2739"/>
                    </a:cubicBezTo>
                    <a:cubicBezTo>
                      <a:pt x="40958" y="2739"/>
                      <a:pt x="40434" y="2406"/>
                      <a:pt x="39493" y="1787"/>
                    </a:cubicBezTo>
                    <a:cubicBezTo>
                      <a:pt x="38327" y="1036"/>
                      <a:pt x="36731" y="1"/>
                      <a:pt x="33838" y="1"/>
                    </a:cubicBezTo>
                    <a:cubicBezTo>
                      <a:pt x="30957" y="1"/>
                      <a:pt x="29361" y="1036"/>
                      <a:pt x="28194" y="1787"/>
                    </a:cubicBezTo>
                    <a:cubicBezTo>
                      <a:pt x="27254" y="2406"/>
                      <a:pt x="26730" y="2739"/>
                      <a:pt x="25385" y="2739"/>
                    </a:cubicBezTo>
                    <a:cubicBezTo>
                      <a:pt x="24039" y="2739"/>
                      <a:pt x="23515" y="2406"/>
                      <a:pt x="22575" y="1787"/>
                    </a:cubicBezTo>
                    <a:cubicBezTo>
                      <a:pt x="21408" y="1036"/>
                      <a:pt x="19812" y="1"/>
                      <a:pt x="16919" y="1"/>
                    </a:cubicBezTo>
                    <a:cubicBezTo>
                      <a:pt x="14038" y="1"/>
                      <a:pt x="12442" y="1036"/>
                      <a:pt x="11276" y="1787"/>
                    </a:cubicBezTo>
                    <a:cubicBezTo>
                      <a:pt x="10335" y="2406"/>
                      <a:pt x="9811" y="2739"/>
                      <a:pt x="8466" y="2739"/>
                    </a:cubicBezTo>
                    <a:cubicBezTo>
                      <a:pt x="7120" y="2739"/>
                      <a:pt x="6596" y="2406"/>
                      <a:pt x="5656" y="1787"/>
                    </a:cubicBezTo>
                    <a:cubicBezTo>
                      <a:pt x="4489" y="1036"/>
                      <a:pt x="2894" y="1"/>
                      <a:pt x="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8" name="Google Shape;198;p25"/>
            <p:cNvGrpSpPr/>
            <p:nvPr/>
          </p:nvGrpSpPr>
          <p:grpSpPr>
            <a:xfrm>
              <a:off x="1134211" y="4569403"/>
              <a:ext cx="1210587" cy="706360"/>
              <a:chOff x="4805650" y="2718925"/>
              <a:chExt cx="1269225" cy="740575"/>
            </a:xfrm>
          </p:grpSpPr>
          <p:sp>
            <p:nvSpPr>
              <p:cNvPr id="199" name="Google Shape;199;p25"/>
              <p:cNvSpPr/>
              <p:nvPr/>
            </p:nvSpPr>
            <p:spPr>
              <a:xfrm>
                <a:off x="4805650" y="2718925"/>
                <a:ext cx="1269225" cy="198850"/>
              </a:xfrm>
              <a:custGeom>
                <a:avLst/>
                <a:gdLst/>
                <a:ahLst/>
                <a:cxnLst/>
                <a:rect l="l" t="t" r="r" b="b"/>
                <a:pathLst>
                  <a:path w="50769" h="7954" extrusionOk="0">
                    <a:moveTo>
                      <a:pt x="0" y="0"/>
                    </a:moveTo>
                    <a:lnTo>
                      <a:pt x="0" y="5227"/>
                    </a:lnTo>
                    <a:cubicBezTo>
                      <a:pt x="1346" y="5227"/>
                      <a:pt x="1870" y="5560"/>
                      <a:pt x="2822" y="6168"/>
                    </a:cubicBezTo>
                    <a:cubicBezTo>
                      <a:pt x="3989" y="6930"/>
                      <a:pt x="5584" y="7954"/>
                      <a:pt x="8466" y="7954"/>
                    </a:cubicBezTo>
                    <a:cubicBezTo>
                      <a:pt x="11347" y="7954"/>
                      <a:pt x="12943" y="6930"/>
                      <a:pt x="14109" y="6168"/>
                    </a:cubicBezTo>
                    <a:cubicBezTo>
                      <a:pt x="15062" y="5560"/>
                      <a:pt x="15574" y="5227"/>
                      <a:pt x="16919" y="5227"/>
                    </a:cubicBezTo>
                    <a:cubicBezTo>
                      <a:pt x="18265" y="5227"/>
                      <a:pt x="18788" y="5560"/>
                      <a:pt x="19741" y="6168"/>
                    </a:cubicBezTo>
                    <a:cubicBezTo>
                      <a:pt x="20908" y="6930"/>
                      <a:pt x="22503" y="7954"/>
                      <a:pt x="25385" y="7954"/>
                    </a:cubicBezTo>
                    <a:cubicBezTo>
                      <a:pt x="28266" y="7954"/>
                      <a:pt x="29861" y="6930"/>
                      <a:pt x="31028" y="6168"/>
                    </a:cubicBezTo>
                    <a:cubicBezTo>
                      <a:pt x="31981" y="5560"/>
                      <a:pt x="32493" y="5227"/>
                      <a:pt x="33838" y="5227"/>
                    </a:cubicBezTo>
                    <a:cubicBezTo>
                      <a:pt x="35195" y="5227"/>
                      <a:pt x="35707" y="5560"/>
                      <a:pt x="36660" y="6168"/>
                    </a:cubicBezTo>
                    <a:cubicBezTo>
                      <a:pt x="37827" y="6930"/>
                      <a:pt x="39422" y="7954"/>
                      <a:pt x="42303" y="7954"/>
                    </a:cubicBezTo>
                    <a:cubicBezTo>
                      <a:pt x="45185" y="7954"/>
                      <a:pt x="46780" y="6930"/>
                      <a:pt x="47947" y="6168"/>
                    </a:cubicBezTo>
                    <a:cubicBezTo>
                      <a:pt x="48899" y="5560"/>
                      <a:pt x="49423" y="5227"/>
                      <a:pt x="50769" y="5227"/>
                    </a:cubicBezTo>
                    <a:lnTo>
                      <a:pt x="50769" y="0"/>
                    </a:lnTo>
                    <a:cubicBezTo>
                      <a:pt x="47875" y="0"/>
                      <a:pt x="46280" y="1024"/>
                      <a:pt x="45113" y="1786"/>
                    </a:cubicBezTo>
                    <a:cubicBezTo>
                      <a:pt x="44173" y="2393"/>
                      <a:pt x="43649" y="2727"/>
                      <a:pt x="42303" y="2727"/>
                    </a:cubicBezTo>
                    <a:cubicBezTo>
                      <a:pt x="40958" y="2727"/>
                      <a:pt x="40434" y="2393"/>
                      <a:pt x="39493" y="1786"/>
                    </a:cubicBezTo>
                    <a:cubicBezTo>
                      <a:pt x="38327" y="1024"/>
                      <a:pt x="36731" y="0"/>
                      <a:pt x="33838" y="0"/>
                    </a:cubicBezTo>
                    <a:cubicBezTo>
                      <a:pt x="30957" y="0"/>
                      <a:pt x="29361" y="1036"/>
                      <a:pt x="28194" y="1786"/>
                    </a:cubicBezTo>
                    <a:cubicBezTo>
                      <a:pt x="27254" y="2393"/>
                      <a:pt x="26730" y="2727"/>
                      <a:pt x="25385" y="2727"/>
                    </a:cubicBezTo>
                    <a:cubicBezTo>
                      <a:pt x="24039" y="2727"/>
                      <a:pt x="23515" y="2393"/>
                      <a:pt x="22575" y="1786"/>
                    </a:cubicBezTo>
                    <a:cubicBezTo>
                      <a:pt x="21408" y="1024"/>
                      <a:pt x="19812" y="0"/>
                      <a:pt x="16919" y="0"/>
                    </a:cubicBezTo>
                    <a:cubicBezTo>
                      <a:pt x="14038" y="0"/>
                      <a:pt x="12442" y="1036"/>
                      <a:pt x="11276" y="1786"/>
                    </a:cubicBezTo>
                    <a:cubicBezTo>
                      <a:pt x="10335" y="2393"/>
                      <a:pt x="9811" y="2727"/>
                      <a:pt x="8466" y="2727"/>
                    </a:cubicBezTo>
                    <a:cubicBezTo>
                      <a:pt x="7120" y="2727"/>
                      <a:pt x="6596" y="2393"/>
                      <a:pt x="5656" y="1786"/>
                    </a:cubicBezTo>
                    <a:cubicBezTo>
                      <a:pt x="4489" y="1024"/>
                      <a:pt x="2894" y="0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25"/>
              <p:cNvSpPr/>
              <p:nvPr/>
            </p:nvSpPr>
            <p:spPr>
              <a:xfrm>
                <a:off x="4805650" y="2989775"/>
                <a:ext cx="1269225" cy="199175"/>
              </a:xfrm>
              <a:custGeom>
                <a:avLst/>
                <a:gdLst/>
                <a:ahLst/>
                <a:cxnLst/>
                <a:rect l="l" t="t" r="r" b="b"/>
                <a:pathLst>
                  <a:path w="50769" h="7967" extrusionOk="0">
                    <a:moveTo>
                      <a:pt x="0" y="1"/>
                    </a:moveTo>
                    <a:lnTo>
                      <a:pt x="0" y="5228"/>
                    </a:lnTo>
                    <a:cubicBezTo>
                      <a:pt x="1346" y="5228"/>
                      <a:pt x="1870" y="5561"/>
                      <a:pt x="2822" y="6180"/>
                    </a:cubicBezTo>
                    <a:cubicBezTo>
                      <a:pt x="3989" y="6930"/>
                      <a:pt x="5584" y="7966"/>
                      <a:pt x="8466" y="7966"/>
                    </a:cubicBezTo>
                    <a:cubicBezTo>
                      <a:pt x="11347" y="7966"/>
                      <a:pt x="12943" y="6918"/>
                      <a:pt x="14109" y="6180"/>
                    </a:cubicBezTo>
                    <a:cubicBezTo>
                      <a:pt x="15062" y="5561"/>
                      <a:pt x="15574" y="5228"/>
                      <a:pt x="16919" y="5228"/>
                    </a:cubicBezTo>
                    <a:cubicBezTo>
                      <a:pt x="18265" y="5228"/>
                      <a:pt x="18788" y="5561"/>
                      <a:pt x="19741" y="6180"/>
                    </a:cubicBezTo>
                    <a:cubicBezTo>
                      <a:pt x="20908" y="6930"/>
                      <a:pt x="22503" y="7966"/>
                      <a:pt x="25385" y="7966"/>
                    </a:cubicBezTo>
                    <a:cubicBezTo>
                      <a:pt x="28266" y="7966"/>
                      <a:pt x="29861" y="6918"/>
                      <a:pt x="31028" y="6180"/>
                    </a:cubicBezTo>
                    <a:cubicBezTo>
                      <a:pt x="31981" y="5561"/>
                      <a:pt x="32493" y="5228"/>
                      <a:pt x="33838" y="5228"/>
                    </a:cubicBezTo>
                    <a:cubicBezTo>
                      <a:pt x="35195" y="5228"/>
                      <a:pt x="35707" y="5561"/>
                      <a:pt x="36660" y="6180"/>
                    </a:cubicBezTo>
                    <a:cubicBezTo>
                      <a:pt x="37827" y="6930"/>
                      <a:pt x="39422" y="7966"/>
                      <a:pt x="42303" y="7966"/>
                    </a:cubicBezTo>
                    <a:cubicBezTo>
                      <a:pt x="45185" y="7966"/>
                      <a:pt x="46780" y="6918"/>
                      <a:pt x="47947" y="6180"/>
                    </a:cubicBezTo>
                    <a:cubicBezTo>
                      <a:pt x="48899" y="5561"/>
                      <a:pt x="49423" y="5228"/>
                      <a:pt x="50769" y="5228"/>
                    </a:cubicBezTo>
                    <a:lnTo>
                      <a:pt x="50769" y="1"/>
                    </a:lnTo>
                    <a:cubicBezTo>
                      <a:pt x="47875" y="1"/>
                      <a:pt x="46280" y="1025"/>
                      <a:pt x="45113" y="1787"/>
                    </a:cubicBezTo>
                    <a:cubicBezTo>
                      <a:pt x="44173" y="2394"/>
                      <a:pt x="43649" y="2739"/>
                      <a:pt x="42303" y="2739"/>
                    </a:cubicBezTo>
                    <a:cubicBezTo>
                      <a:pt x="40958" y="2739"/>
                      <a:pt x="40434" y="2394"/>
                      <a:pt x="39493" y="1787"/>
                    </a:cubicBezTo>
                    <a:cubicBezTo>
                      <a:pt x="38327" y="1025"/>
                      <a:pt x="36731" y="1"/>
                      <a:pt x="33838" y="1"/>
                    </a:cubicBezTo>
                    <a:cubicBezTo>
                      <a:pt x="30957" y="1"/>
                      <a:pt x="29361" y="1049"/>
                      <a:pt x="28194" y="1787"/>
                    </a:cubicBezTo>
                    <a:cubicBezTo>
                      <a:pt x="27254" y="2394"/>
                      <a:pt x="26730" y="2739"/>
                      <a:pt x="25385" y="2739"/>
                    </a:cubicBezTo>
                    <a:cubicBezTo>
                      <a:pt x="24039" y="2739"/>
                      <a:pt x="23515" y="2394"/>
                      <a:pt x="22575" y="1787"/>
                    </a:cubicBezTo>
                    <a:cubicBezTo>
                      <a:pt x="21408" y="1025"/>
                      <a:pt x="19812" y="1"/>
                      <a:pt x="16919" y="1"/>
                    </a:cubicBezTo>
                    <a:cubicBezTo>
                      <a:pt x="14038" y="1"/>
                      <a:pt x="12442" y="1049"/>
                      <a:pt x="11276" y="1787"/>
                    </a:cubicBezTo>
                    <a:cubicBezTo>
                      <a:pt x="10335" y="2394"/>
                      <a:pt x="9811" y="2739"/>
                      <a:pt x="8466" y="2739"/>
                    </a:cubicBezTo>
                    <a:cubicBezTo>
                      <a:pt x="7120" y="2739"/>
                      <a:pt x="6596" y="2394"/>
                      <a:pt x="5656" y="1787"/>
                    </a:cubicBezTo>
                    <a:cubicBezTo>
                      <a:pt x="4489" y="1025"/>
                      <a:pt x="2894" y="1"/>
                      <a:pt x="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25"/>
              <p:cNvSpPr/>
              <p:nvPr/>
            </p:nvSpPr>
            <p:spPr>
              <a:xfrm>
                <a:off x="4805650" y="3260350"/>
                <a:ext cx="1269225" cy="199150"/>
              </a:xfrm>
              <a:custGeom>
                <a:avLst/>
                <a:gdLst/>
                <a:ahLst/>
                <a:cxnLst/>
                <a:rect l="l" t="t" r="r" b="b"/>
                <a:pathLst>
                  <a:path w="50769" h="7966" extrusionOk="0">
                    <a:moveTo>
                      <a:pt x="0" y="1"/>
                    </a:moveTo>
                    <a:lnTo>
                      <a:pt x="0" y="5227"/>
                    </a:lnTo>
                    <a:cubicBezTo>
                      <a:pt x="1346" y="5227"/>
                      <a:pt x="1870" y="5573"/>
                      <a:pt x="2822" y="6180"/>
                    </a:cubicBezTo>
                    <a:cubicBezTo>
                      <a:pt x="3989" y="6942"/>
                      <a:pt x="5584" y="7966"/>
                      <a:pt x="8466" y="7966"/>
                    </a:cubicBezTo>
                    <a:cubicBezTo>
                      <a:pt x="11347" y="7966"/>
                      <a:pt x="12943" y="6918"/>
                      <a:pt x="14109" y="6180"/>
                    </a:cubicBezTo>
                    <a:cubicBezTo>
                      <a:pt x="15062" y="5573"/>
                      <a:pt x="15574" y="5227"/>
                      <a:pt x="16919" y="5227"/>
                    </a:cubicBezTo>
                    <a:cubicBezTo>
                      <a:pt x="18265" y="5227"/>
                      <a:pt x="18788" y="5573"/>
                      <a:pt x="19741" y="6180"/>
                    </a:cubicBezTo>
                    <a:cubicBezTo>
                      <a:pt x="20908" y="6942"/>
                      <a:pt x="22503" y="7966"/>
                      <a:pt x="25385" y="7966"/>
                    </a:cubicBezTo>
                    <a:cubicBezTo>
                      <a:pt x="28266" y="7966"/>
                      <a:pt x="29861" y="6918"/>
                      <a:pt x="31028" y="6180"/>
                    </a:cubicBezTo>
                    <a:cubicBezTo>
                      <a:pt x="31981" y="5573"/>
                      <a:pt x="32493" y="5227"/>
                      <a:pt x="33838" y="5227"/>
                    </a:cubicBezTo>
                    <a:cubicBezTo>
                      <a:pt x="35195" y="5227"/>
                      <a:pt x="35707" y="5573"/>
                      <a:pt x="36660" y="6180"/>
                    </a:cubicBezTo>
                    <a:cubicBezTo>
                      <a:pt x="37827" y="6942"/>
                      <a:pt x="39422" y="7966"/>
                      <a:pt x="42303" y="7966"/>
                    </a:cubicBezTo>
                    <a:cubicBezTo>
                      <a:pt x="45185" y="7966"/>
                      <a:pt x="46780" y="6918"/>
                      <a:pt x="47947" y="6180"/>
                    </a:cubicBezTo>
                    <a:cubicBezTo>
                      <a:pt x="48899" y="5573"/>
                      <a:pt x="49423" y="5227"/>
                      <a:pt x="50769" y="5227"/>
                    </a:cubicBezTo>
                    <a:lnTo>
                      <a:pt x="50769" y="1"/>
                    </a:lnTo>
                    <a:cubicBezTo>
                      <a:pt x="47875" y="1"/>
                      <a:pt x="46280" y="1036"/>
                      <a:pt x="45113" y="1787"/>
                    </a:cubicBezTo>
                    <a:cubicBezTo>
                      <a:pt x="44173" y="2406"/>
                      <a:pt x="43649" y="2739"/>
                      <a:pt x="42303" y="2739"/>
                    </a:cubicBezTo>
                    <a:cubicBezTo>
                      <a:pt x="40958" y="2739"/>
                      <a:pt x="40434" y="2406"/>
                      <a:pt x="39493" y="1787"/>
                    </a:cubicBezTo>
                    <a:cubicBezTo>
                      <a:pt x="38327" y="1036"/>
                      <a:pt x="36731" y="1"/>
                      <a:pt x="33838" y="1"/>
                    </a:cubicBezTo>
                    <a:cubicBezTo>
                      <a:pt x="30957" y="1"/>
                      <a:pt x="29361" y="1036"/>
                      <a:pt x="28194" y="1787"/>
                    </a:cubicBezTo>
                    <a:cubicBezTo>
                      <a:pt x="27254" y="2406"/>
                      <a:pt x="26730" y="2739"/>
                      <a:pt x="25385" y="2739"/>
                    </a:cubicBezTo>
                    <a:cubicBezTo>
                      <a:pt x="24039" y="2739"/>
                      <a:pt x="23515" y="2406"/>
                      <a:pt x="22575" y="1787"/>
                    </a:cubicBezTo>
                    <a:cubicBezTo>
                      <a:pt x="21408" y="1036"/>
                      <a:pt x="19812" y="1"/>
                      <a:pt x="16919" y="1"/>
                    </a:cubicBezTo>
                    <a:cubicBezTo>
                      <a:pt x="14038" y="1"/>
                      <a:pt x="12442" y="1036"/>
                      <a:pt x="11276" y="1787"/>
                    </a:cubicBezTo>
                    <a:cubicBezTo>
                      <a:pt x="10335" y="2406"/>
                      <a:pt x="9811" y="2739"/>
                      <a:pt x="8466" y="2739"/>
                    </a:cubicBezTo>
                    <a:cubicBezTo>
                      <a:pt x="7120" y="2739"/>
                      <a:pt x="6596" y="2406"/>
                      <a:pt x="5656" y="1787"/>
                    </a:cubicBezTo>
                    <a:cubicBezTo>
                      <a:pt x="4489" y="1036"/>
                      <a:pt x="2894" y="1"/>
                      <a:pt x="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02" name="Google Shape;202;p25"/>
          <p:cNvSpPr/>
          <p:nvPr/>
        </p:nvSpPr>
        <p:spPr>
          <a:xfrm>
            <a:off x="7286625" y="-1775075"/>
            <a:ext cx="2284525" cy="2478400"/>
          </a:xfrm>
          <a:custGeom>
            <a:avLst/>
            <a:gdLst/>
            <a:ahLst/>
            <a:cxnLst/>
            <a:rect l="l" t="t" r="r" b="b"/>
            <a:pathLst>
              <a:path w="91381" h="99136" extrusionOk="0">
                <a:moveTo>
                  <a:pt x="77092" y="1"/>
                </a:moveTo>
                <a:cubicBezTo>
                  <a:pt x="75139" y="1"/>
                  <a:pt x="73192" y="742"/>
                  <a:pt x="71711" y="2223"/>
                </a:cubicBezTo>
                <a:lnTo>
                  <a:pt x="5191" y="68755"/>
                </a:lnTo>
                <a:cubicBezTo>
                  <a:pt x="1857" y="72065"/>
                  <a:pt x="0" y="76589"/>
                  <a:pt x="36" y="81292"/>
                </a:cubicBezTo>
                <a:cubicBezTo>
                  <a:pt x="48" y="86019"/>
                  <a:pt x="1941" y="90555"/>
                  <a:pt x="5298" y="93889"/>
                </a:cubicBezTo>
                <a:cubicBezTo>
                  <a:pt x="8800" y="97385"/>
                  <a:pt x="13392" y="99135"/>
                  <a:pt x="17968" y="99135"/>
                </a:cubicBezTo>
                <a:cubicBezTo>
                  <a:pt x="22494" y="99135"/>
                  <a:pt x="27005" y="97424"/>
                  <a:pt x="30432" y="93996"/>
                </a:cubicBezTo>
                <a:lnTo>
                  <a:pt x="32921" y="91508"/>
                </a:lnTo>
                <a:cubicBezTo>
                  <a:pt x="33111" y="91353"/>
                  <a:pt x="33302" y="91186"/>
                  <a:pt x="33480" y="90996"/>
                </a:cubicBezTo>
                <a:lnTo>
                  <a:pt x="88392" y="36084"/>
                </a:lnTo>
                <a:cubicBezTo>
                  <a:pt x="91381" y="33096"/>
                  <a:pt x="91369" y="28226"/>
                  <a:pt x="88344" y="25202"/>
                </a:cubicBezTo>
                <a:cubicBezTo>
                  <a:pt x="86829" y="23687"/>
                  <a:pt x="84844" y="22928"/>
                  <a:pt x="82865" y="22928"/>
                </a:cubicBezTo>
                <a:cubicBezTo>
                  <a:pt x="80909" y="22928"/>
                  <a:pt x="78959" y="23669"/>
                  <a:pt x="77474" y="25154"/>
                </a:cubicBezTo>
                <a:lnTo>
                  <a:pt x="19574" y="83054"/>
                </a:lnTo>
                <a:cubicBezTo>
                  <a:pt x="19090" y="83538"/>
                  <a:pt x="18452" y="83783"/>
                  <a:pt x="17813" y="83783"/>
                </a:cubicBezTo>
                <a:cubicBezTo>
                  <a:pt x="17210" y="83783"/>
                  <a:pt x="16607" y="83565"/>
                  <a:pt x="16133" y="83126"/>
                </a:cubicBezTo>
                <a:cubicBezTo>
                  <a:pt x="15657" y="82661"/>
                  <a:pt x="15383" y="82030"/>
                  <a:pt x="15371" y="81364"/>
                </a:cubicBezTo>
                <a:cubicBezTo>
                  <a:pt x="15371" y="80721"/>
                  <a:pt x="15621" y="80102"/>
                  <a:pt x="16085" y="79649"/>
                </a:cubicBezTo>
                <a:lnTo>
                  <a:pt x="82606" y="13129"/>
                </a:lnTo>
                <a:cubicBezTo>
                  <a:pt x="85582" y="10152"/>
                  <a:pt x="85570" y="5283"/>
                  <a:pt x="82558" y="2271"/>
                </a:cubicBezTo>
                <a:cubicBezTo>
                  <a:pt x="81044" y="757"/>
                  <a:pt x="79065" y="1"/>
                  <a:pt x="7709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3" name="Google Shape;203;p25"/>
          <p:cNvGrpSpPr/>
          <p:nvPr/>
        </p:nvGrpSpPr>
        <p:grpSpPr>
          <a:xfrm>
            <a:off x="8298905" y="-377847"/>
            <a:ext cx="613790" cy="6291393"/>
            <a:chOff x="6539500" y="1042525"/>
            <a:chExt cx="346500" cy="3551650"/>
          </a:xfrm>
        </p:grpSpPr>
        <p:sp>
          <p:nvSpPr>
            <p:cNvPr id="204" name="Google Shape;204;p25"/>
            <p:cNvSpPr/>
            <p:nvPr/>
          </p:nvSpPr>
          <p:spPr>
            <a:xfrm>
              <a:off x="6539500" y="1042525"/>
              <a:ext cx="67000" cy="3551650"/>
            </a:xfrm>
            <a:custGeom>
              <a:avLst/>
              <a:gdLst/>
              <a:ahLst/>
              <a:cxnLst/>
              <a:rect l="l" t="t" r="r" b="b"/>
              <a:pathLst>
                <a:path w="2680" h="142066" extrusionOk="0">
                  <a:moveTo>
                    <a:pt x="0" y="0"/>
                  </a:moveTo>
                  <a:lnTo>
                    <a:pt x="0" y="142065"/>
                  </a:lnTo>
                  <a:lnTo>
                    <a:pt x="2679" y="142065"/>
                  </a:lnTo>
                  <a:lnTo>
                    <a:pt x="267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25"/>
            <p:cNvSpPr/>
            <p:nvPr/>
          </p:nvSpPr>
          <p:spPr>
            <a:xfrm>
              <a:off x="6679400" y="1042525"/>
              <a:ext cx="66700" cy="3551650"/>
            </a:xfrm>
            <a:custGeom>
              <a:avLst/>
              <a:gdLst/>
              <a:ahLst/>
              <a:cxnLst/>
              <a:rect l="l" t="t" r="r" b="b"/>
              <a:pathLst>
                <a:path w="2668" h="142066" extrusionOk="0">
                  <a:moveTo>
                    <a:pt x="0" y="0"/>
                  </a:moveTo>
                  <a:lnTo>
                    <a:pt x="0" y="142065"/>
                  </a:lnTo>
                  <a:lnTo>
                    <a:pt x="2667" y="142065"/>
                  </a:lnTo>
                  <a:lnTo>
                    <a:pt x="2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25"/>
            <p:cNvSpPr/>
            <p:nvPr/>
          </p:nvSpPr>
          <p:spPr>
            <a:xfrm>
              <a:off x="6819000" y="1042525"/>
              <a:ext cx="67000" cy="3551650"/>
            </a:xfrm>
            <a:custGeom>
              <a:avLst/>
              <a:gdLst/>
              <a:ahLst/>
              <a:cxnLst/>
              <a:rect l="l" t="t" r="r" b="b"/>
              <a:pathLst>
                <a:path w="2680" h="142066" extrusionOk="0">
                  <a:moveTo>
                    <a:pt x="0" y="0"/>
                  </a:moveTo>
                  <a:lnTo>
                    <a:pt x="0" y="142065"/>
                  </a:lnTo>
                  <a:lnTo>
                    <a:pt x="2679" y="142065"/>
                  </a:lnTo>
                  <a:lnTo>
                    <a:pt x="267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6"/>
          <p:cNvSpPr txBox="1">
            <a:spLocks noGrp="1"/>
          </p:cNvSpPr>
          <p:nvPr>
            <p:ph type="subTitle" idx="1"/>
          </p:nvPr>
        </p:nvSpPr>
        <p:spPr>
          <a:xfrm>
            <a:off x="4321225" y="1855475"/>
            <a:ext cx="3916500" cy="188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lphaLcPeriod"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romanLcPeriod"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lphaLcPeriod"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romanLcPeriod"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lphaLcPeriod"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romanLcPeriod"/>
              <a:defRPr sz="1600"/>
            </a:lvl9pPr>
          </a:lstStyle>
          <a:p>
            <a:endParaRPr/>
          </a:p>
        </p:txBody>
      </p:sp>
      <p:sp>
        <p:nvSpPr>
          <p:cNvPr id="209" name="Google Shape;209;p26"/>
          <p:cNvSpPr txBox="1">
            <a:spLocks noGrp="1"/>
          </p:cNvSpPr>
          <p:nvPr>
            <p:ph type="title"/>
          </p:nvPr>
        </p:nvSpPr>
        <p:spPr>
          <a:xfrm>
            <a:off x="4321225" y="709400"/>
            <a:ext cx="3916500" cy="109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10" name="Google Shape;210;p26"/>
          <p:cNvGrpSpPr/>
          <p:nvPr/>
        </p:nvGrpSpPr>
        <p:grpSpPr>
          <a:xfrm>
            <a:off x="5585373" y="3963837"/>
            <a:ext cx="4359062" cy="1623965"/>
            <a:chOff x="5585373" y="3963837"/>
            <a:chExt cx="4359062" cy="1623965"/>
          </a:xfrm>
        </p:grpSpPr>
        <p:grpSp>
          <p:nvGrpSpPr>
            <p:cNvPr id="211" name="Google Shape;211;p26"/>
            <p:cNvGrpSpPr/>
            <p:nvPr/>
          </p:nvGrpSpPr>
          <p:grpSpPr>
            <a:xfrm>
              <a:off x="5585373" y="4608500"/>
              <a:ext cx="1269225" cy="740575"/>
              <a:chOff x="4805650" y="2718925"/>
              <a:chExt cx="1269225" cy="740575"/>
            </a:xfrm>
          </p:grpSpPr>
          <p:sp>
            <p:nvSpPr>
              <p:cNvPr id="212" name="Google Shape;212;p26"/>
              <p:cNvSpPr/>
              <p:nvPr/>
            </p:nvSpPr>
            <p:spPr>
              <a:xfrm>
                <a:off x="4805650" y="2718925"/>
                <a:ext cx="1269225" cy="198850"/>
              </a:xfrm>
              <a:custGeom>
                <a:avLst/>
                <a:gdLst/>
                <a:ahLst/>
                <a:cxnLst/>
                <a:rect l="l" t="t" r="r" b="b"/>
                <a:pathLst>
                  <a:path w="50769" h="7954" extrusionOk="0">
                    <a:moveTo>
                      <a:pt x="0" y="0"/>
                    </a:moveTo>
                    <a:lnTo>
                      <a:pt x="0" y="5227"/>
                    </a:lnTo>
                    <a:cubicBezTo>
                      <a:pt x="1346" y="5227"/>
                      <a:pt x="1870" y="5560"/>
                      <a:pt x="2822" y="6168"/>
                    </a:cubicBezTo>
                    <a:cubicBezTo>
                      <a:pt x="3989" y="6930"/>
                      <a:pt x="5584" y="7954"/>
                      <a:pt x="8466" y="7954"/>
                    </a:cubicBezTo>
                    <a:cubicBezTo>
                      <a:pt x="11347" y="7954"/>
                      <a:pt x="12943" y="6930"/>
                      <a:pt x="14109" y="6168"/>
                    </a:cubicBezTo>
                    <a:cubicBezTo>
                      <a:pt x="15062" y="5560"/>
                      <a:pt x="15574" y="5227"/>
                      <a:pt x="16919" y="5227"/>
                    </a:cubicBezTo>
                    <a:cubicBezTo>
                      <a:pt x="18265" y="5227"/>
                      <a:pt x="18788" y="5560"/>
                      <a:pt x="19741" y="6168"/>
                    </a:cubicBezTo>
                    <a:cubicBezTo>
                      <a:pt x="20908" y="6930"/>
                      <a:pt x="22503" y="7954"/>
                      <a:pt x="25385" y="7954"/>
                    </a:cubicBezTo>
                    <a:cubicBezTo>
                      <a:pt x="28266" y="7954"/>
                      <a:pt x="29861" y="6930"/>
                      <a:pt x="31028" y="6168"/>
                    </a:cubicBezTo>
                    <a:cubicBezTo>
                      <a:pt x="31981" y="5560"/>
                      <a:pt x="32493" y="5227"/>
                      <a:pt x="33838" y="5227"/>
                    </a:cubicBezTo>
                    <a:cubicBezTo>
                      <a:pt x="35195" y="5227"/>
                      <a:pt x="35707" y="5560"/>
                      <a:pt x="36660" y="6168"/>
                    </a:cubicBezTo>
                    <a:cubicBezTo>
                      <a:pt x="37827" y="6930"/>
                      <a:pt x="39422" y="7954"/>
                      <a:pt x="42303" y="7954"/>
                    </a:cubicBezTo>
                    <a:cubicBezTo>
                      <a:pt x="45185" y="7954"/>
                      <a:pt x="46780" y="6930"/>
                      <a:pt x="47947" y="6168"/>
                    </a:cubicBezTo>
                    <a:cubicBezTo>
                      <a:pt x="48899" y="5560"/>
                      <a:pt x="49423" y="5227"/>
                      <a:pt x="50769" y="5227"/>
                    </a:cubicBezTo>
                    <a:lnTo>
                      <a:pt x="50769" y="0"/>
                    </a:lnTo>
                    <a:cubicBezTo>
                      <a:pt x="47875" y="0"/>
                      <a:pt x="46280" y="1024"/>
                      <a:pt x="45113" y="1786"/>
                    </a:cubicBezTo>
                    <a:cubicBezTo>
                      <a:pt x="44173" y="2393"/>
                      <a:pt x="43649" y="2727"/>
                      <a:pt x="42303" y="2727"/>
                    </a:cubicBezTo>
                    <a:cubicBezTo>
                      <a:pt x="40958" y="2727"/>
                      <a:pt x="40434" y="2393"/>
                      <a:pt x="39493" y="1786"/>
                    </a:cubicBezTo>
                    <a:cubicBezTo>
                      <a:pt x="38327" y="1024"/>
                      <a:pt x="36731" y="0"/>
                      <a:pt x="33838" y="0"/>
                    </a:cubicBezTo>
                    <a:cubicBezTo>
                      <a:pt x="30957" y="0"/>
                      <a:pt x="29361" y="1036"/>
                      <a:pt x="28194" y="1786"/>
                    </a:cubicBezTo>
                    <a:cubicBezTo>
                      <a:pt x="27254" y="2393"/>
                      <a:pt x="26730" y="2727"/>
                      <a:pt x="25385" y="2727"/>
                    </a:cubicBezTo>
                    <a:cubicBezTo>
                      <a:pt x="24039" y="2727"/>
                      <a:pt x="23515" y="2393"/>
                      <a:pt x="22575" y="1786"/>
                    </a:cubicBezTo>
                    <a:cubicBezTo>
                      <a:pt x="21408" y="1024"/>
                      <a:pt x="19812" y="0"/>
                      <a:pt x="16919" y="0"/>
                    </a:cubicBezTo>
                    <a:cubicBezTo>
                      <a:pt x="14038" y="0"/>
                      <a:pt x="12442" y="1036"/>
                      <a:pt x="11276" y="1786"/>
                    </a:cubicBezTo>
                    <a:cubicBezTo>
                      <a:pt x="10335" y="2393"/>
                      <a:pt x="9811" y="2727"/>
                      <a:pt x="8466" y="2727"/>
                    </a:cubicBezTo>
                    <a:cubicBezTo>
                      <a:pt x="7120" y="2727"/>
                      <a:pt x="6596" y="2393"/>
                      <a:pt x="5656" y="1786"/>
                    </a:cubicBezTo>
                    <a:cubicBezTo>
                      <a:pt x="4489" y="1024"/>
                      <a:pt x="2894" y="0"/>
                      <a:pt x="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26"/>
              <p:cNvSpPr/>
              <p:nvPr/>
            </p:nvSpPr>
            <p:spPr>
              <a:xfrm>
                <a:off x="4805650" y="2989775"/>
                <a:ext cx="1269225" cy="199175"/>
              </a:xfrm>
              <a:custGeom>
                <a:avLst/>
                <a:gdLst/>
                <a:ahLst/>
                <a:cxnLst/>
                <a:rect l="l" t="t" r="r" b="b"/>
                <a:pathLst>
                  <a:path w="50769" h="7967" extrusionOk="0">
                    <a:moveTo>
                      <a:pt x="0" y="1"/>
                    </a:moveTo>
                    <a:lnTo>
                      <a:pt x="0" y="5228"/>
                    </a:lnTo>
                    <a:cubicBezTo>
                      <a:pt x="1346" y="5228"/>
                      <a:pt x="1870" y="5561"/>
                      <a:pt x="2822" y="6180"/>
                    </a:cubicBezTo>
                    <a:cubicBezTo>
                      <a:pt x="3989" y="6930"/>
                      <a:pt x="5584" y="7966"/>
                      <a:pt x="8466" y="7966"/>
                    </a:cubicBezTo>
                    <a:cubicBezTo>
                      <a:pt x="11347" y="7966"/>
                      <a:pt x="12943" y="6918"/>
                      <a:pt x="14109" y="6180"/>
                    </a:cubicBezTo>
                    <a:cubicBezTo>
                      <a:pt x="15062" y="5561"/>
                      <a:pt x="15574" y="5228"/>
                      <a:pt x="16919" y="5228"/>
                    </a:cubicBezTo>
                    <a:cubicBezTo>
                      <a:pt x="18265" y="5228"/>
                      <a:pt x="18788" y="5561"/>
                      <a:pt x="19741" y="6180"/>
                    </a:cubicBezTo>
                    <a:cubicBezTo>
                      <a:pt x="20908" y="6930"/>
                      <a:pt x="22503" y="7966"/>
                      <a:pt x="25385" y="7966"/>
                    </a:cubicBezTo>
                    <a:cubicBezTo>
                      <a:pt x="28266" y="7966"/>
                      <a:pt x="29861" y="6918"/>
                      <a:pt x="31028" y="6180"/>
                    </a:cubicBezTo>
                    <a:cubicBezTo>
                      <a:pt x="31981" y="5561"/>
                      <a:pt x="32493" y="5228"/>
                      <a:pt x="33838" y="5228"/>
                    </a:cubicBezTo>
                    <a:cubicBezTo>
                      <a:pt x="35195" y="5228"/>
                      <a:pt x="35707" y="5561"/>
                      <a:pt x="36660" y="6180"/>
                    </a:cubicBezTo>
                    <a:cubicBezTo>
                      <a:pt x="37827" y="6930"/>
                      <a:pt x="39422" y="7966"/>
                      <a:pt x="42303" y="7966"/>
                    </a:cubicBezTo>
                    <a:cubicBezTo>
                      <a:pt x="45185" y="7966"/>
                      <a:pt x="46780" y="6918"/>
                      <a:pt x="47947" y="6180"/>
                    </a:cubicBezTo>
                    <a:cubicBezTo>
                      <a:pt x="48899" y="5561"/>
                      <a:pt x="49423" y="5228"/>
                      <a:pt x="50769" y="5228"/>
                    </a:cubicBezTo>
                    <a:lnTo>
                      <a:pt x="50769" y="1"/>
                    </a:lnTo>
                    <a:cubicBezTo>
                      <a:pt x="47875" y="1"/>
                      <a:pt x="46280" y="1025"/>
                      <a:pt x="45113" y="1787"/>
                    </a:cubicBezTo>
                    <a:cubicBezTo>
                      <a:pt x="44173" y="2394"/>
                      <a:pt x="43649" y="2739"/>
                      <a:pt x="42303" y="2739"/>
                    </a:cubicBezTo>
                    <a:cubicBezTo>
                      <a:pt x="40958" y="2739"/>
                      <a:pt x="40434" y="2394"/>
                      <a:pt x="39493" y="1787"/>
                    </a:cubicBezTo>
                    <a:cubicBezTo>
                      <a:pt x="38327" y="1025"/>
                      <a:pt x="36731" y="1"/>
                      <a:pt x="33838" y="1"/>
                    </a:cubicBezTo>
                    <a:cubicBezTo>
                      <a:pt x="30957" y="1"/>
                      <a:pt x="29361" y="1049"/>
                      <a:pt x="28194" y="1787"/>
                    </a:cubicBezTo>
                    <a:cubicBezTo>
                      <a:pt x="27254" y="2394"/>
                      <a:pt x="26730" y="2739"/>
                      <a:pt x="25385" y="2739"/>
                    </a:cubicBezTo>
                    <a:cubicBezTo>
                      <a:pt x="24039" y="2739"/>
                      <a:pt x="23515" y="2394"/>
                      <a:pt x="22575" y="1787"/>
                    </a:cubicBezTo>
                    <a:cubicBezTo>
                      <a:pt x="21408" y="1025"/>
                      <a:pt x="19812" y="1"/>
                      <a:pt x="16919" y="1"/>
                    </a:cubicBezTo>
                    <a:cubicBezTo>
                      <a:pt x="14038" y="1"/>
                      <a:pt x="12442" y="1049"/>
                      <a:pt x="11276" y="1787"/>
                    </a:cubicBezTo>
                    <a:cubicBezTo>
                      <a:pt x="10335" y="2394"/>
                      <a:pt x="9811" y="2739"/>
                      <a:pt x="8466" y="2739"/>
                    </a:cubicBezTo>
                    <a:cubicBezTo>
                      <a:pt x="7120" y="2739"/>
                      <a:pt x="6596" y="2394"/>
                      <a:pt x="5656" y="1787"/>
                    </a:cubicBezTo>
                    <a:cubicBezTo>
                      <a:pt x="4489" y="1025"/>
                      <a:pt x="2894" y="1"/>
                      <a:pt x="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26"/>
              <p:cNvSpPr/>
              <p:nvPr/>
            </p:nvSpPr>
            <p:spPr>
              <a:xfrm>
                <a:off x="4805650" y="3260350"/>
                <a:ext cx="1269225" cy="199150"/>
              </a:xfrm>
              <a:custGeom>
                <a:avLst/>
                <a:gdLst/>
                <a:ahLst/>
                <a:cxnLst/>
                <a:rect l="l" t="t" r="r" b="b"/>
                <a:pathLst>
                  <a:path w="50769" h="7966" extrusionOk="0">
                    <a:moveTo>
                      <a:pt x="0" y="1"/>
                    </a:moveTo>
                    <a:lnTo>
                      <a:pt x="0" y="5227"/>
                    </a:lnTo>
                    <a:cubicBezTo>
                      <a:pt x="1346" y="5227"/>
                      <a:pt x="1870" y="5573"/>
                      <a:pt x="2822" y="6180"/>
                    </a:cubicBezTo>
                    <a:cubicBezTo>
                      <a:pt x="3989" y="6942"/>
                      <a:pt x="5584" y="7966"/>
                      <a:pt x="8466" y="7966"/>
                    </a:cubicBezTo>
                    <a:cubicBezTo>
                      <a:pt x="11347" y="7966"/>
                      <a:pt x="12943" y="6918"/>
                      <a:pt x="14109" y="6180"/>
                    </a:cubicBezTo>
                    <a:cubicBezTo>
                      <a:pt x="15062" y="5573"/>
                      <a:pt x="15574" y="5227"/>
                      <a:pt x="16919" y="5227"/>
                    </a:cubicBezTo>
                    <a:cubicBezTo>
                      <a:pt x="18265" y="5227"/>
                      <a:pt x="18788" y="5573"/>
                      <a:pt x="19741" y="6180"/>
                    </a:cubicBezTo>
                    <a:cubicBezTo>
                      <a:pt x="20908" y="6942"/>
                      <a:pt x="22503" y="7966"/>
                      <a:pt x="25385" y="7966"/>
                    </a:cubicBezTo>
                    <a:cubicBezTo>
                      <a:pt x="28266" y="7966"/>
                      <a:pt x="29861" y="6918"/>
                      <a:pt x="31028" y="6180"/>
                    </a:cubicBezTo>
                    <a:cubicBezTo>
                      <a:pt x="31981" y="5573"/>
                      <a:pt x="32493" y="5227"/>
                      <a:pt x="33838" y="5227"/>
                    </a:cubicBezTo>
                    <a:cubicBezTo>
                      <a:pt x="35195" y="5227"/>
                      <a:pt x="35707" y="5573"/>
                      <a:pt x="36660" y="6180"/>
                    </a:cubicBezTo>
                    <a:cubicBezTo>
                      <a:pt x="37827" y="6942"/>
                      <a:pt x="39422" y="7966"/>
                      <a:pt x="42303" y="7966"/>
                    </a:cubicBezTo>
                    <a:cubicBezTo>
                      <a:pt x="45185" y="7966"/>
                      <a:pt x="46780" y="6918"/>
                      <a:pt x="47947" y="6180"/>
                    </a:cubicBezTo>
                    <a:cubicBezTo>
                      <a:pt x="48899" y="5573"/>
                      <a:pt x="49423" y="5227"/>
                      <a:pt x="50769" y="5227"/>
                    </a:cubicBezTo>
                    <a:lnTo>
                      <a:pt x="50769" y="1"/>
                    </a:lnTo>
                    <a:cubicBezTo>
                      <a:pt x="47875" y="1"/>
                      <a:pt x="46280" y="1036"/>
                      <a:pt x="45113" y="1787"/>
                    </a:cubicBezTo>
                    <a:cubicBezTo>
                      <a:pt x="44173" y="2406"/>
                      <a:pt x="43649" y="2739"/>
                      <a:pt x="42303" y="2739"/>
                    </a:cubicBezTo>
                    <a:cubicBezTo>
                      <a:pt x="40958" y="2739"/>
                      <a:pt x="40434" y="2406"/>
                      <a:pt x="39493" y="1787"/>
                    </a:cubicBezTo>
                    <a:cubicBezTo>
                      <a:pt x="38327" y="1036"/>
                      <a:pt x="36731" y="1"/>
                      <a:pt x="33838" y="1"/>
                    </a:cubicBezTo>
                    <a:cubicBezTo>
                      <a:pt x="30957" y="1"/>
                      <a:pt x="29361" y="1036"/>
                      <a:pt x="28194" y="1787"/>
                    </a:cubicBezTo>
                    <a:cubicBezTo>
                      <a:pt x="27254" y="2406"/>
                      <a:pt x="26730" y="2739"/>
                      <a:pt x="25385" y="2739"/>
                    </a:cubicBezTo>
                    <a:cubicBezTo>
                      <a:pt x="24039" y="2739"/>
                      <a:pt x="23515" y="2406"/>
                      <a:pt x="22575" y="1787"/>
                    </a:cubicBezTo>
                    <a:cubicBezTo>
                      <a:pt x="21408" y="1036"/>
                      <a:pt x="19812" y="1"/>
                      <a:pt x="16919" y="1"/>
                    </a:cubicBezTo>
                    <a:cubicBezTo>
                      <a:pt x="14038" y="1"/>
                      <a:pt x="12442" y="1036"/>
                      <a:pt x="11276" y="1787"/>
                    </a:cubicBezTo>
                    <a:cubicBezTo>
                      <a:pt x="10335" y="2406"/>
                      <a:pt x="9811" y="2739"/>
                      <a:pt x="8466" y="2739"/>
                    </a:cubicBezTo>
                    <a:cubicBezTo>
                      <a:pt x="7120" y="2739"/>
                      <a:pt x="6596" y="2406"/>
                      <a:pt x="5656" y="1787"/>
                    </a:cubicBezTo>
                    <a:cubicBezTo>
                      <a:pt x="4489" y="1036"/>
                      <a:pt x="2894" y="1"/>
                      <a:pt x="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15" name="Google Shape;215;p26"/>
            <p:cNvSpPr/>
            <p:nvPr/>
          </p:nvSpPr>
          <p:spPr>
            <a:xfrm rot="8100000">
              <a:off x="8932588" y="3827367"/>
              <a:ext cx="399729" cy="1896905"/>
            </a:xfrm>
            <a:custGeom>
              <a:avLst/>
              <a:gdLst/>
              <a:ahLst/>
              <a:cxnLst/>
              <a:rect l="l" t="t" r="r" b="b"/>
              <a:pathLst>
                <a:path w="10455" h="49614" extrusionOk="0">
                  <a:moveTo>
                    <a:pt x="1" y="0"/>
                  </a:moveTo>
                  <a:lnTo>
                    <a:pt x="1" y="44386"/>
                  </a:lnTo>
                  <a:cubicBezTo>
                    <a:pt x="1" y="47280"/>
                    <a:pt x="2346" y="49613"/>
                    <a:pt x="5228" y="49613"/>
                  </a:cubicBezTo>
                  <a:cubicBezTo>
                    <a:pt x="8121" y="49613"/>
                    <a:pt x="10454" y="47268"/>
                    <a:pt x="10454" y="44386"/>
                  </a:cubicBezTo>
                  <a:lnTo>
                    <a:pt x="1045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6" name="Google Shape;216;p26"/>
          <p:cNvSpPr/>
          <p:nvPr/>
        </p:nvSpPr>
        <p:spPr>
          <a:xfrm rot="5400000">
            <a:off x="-1091990" y="3399184"/>
            <a:ext cx="2773185" cy="3008530"/>
          </a:xfrm>
          <a:custGeom>
            <a:avLst/>
            <a:gdLst/>
            <a:ahLst/>
            <a:cxnLst/>
            <a:rect l="l" t="t" r="r" b="b"/>
            <a:pathLst>
              <a:path w="91381" h="99136" extrusionOk="0">
                <a:moveTo>
                  <a:pt x="77092" y="1"/>
                </a:moveTo>
                <a:cubicBezTo>
                  <a:pt x="75139" y="1"/>
                  <a:pt x="73192" y="742"/>
                  <a:pt x="71711" y="2223"/>
                </a:cubicBezTo>
                <a:lnTo>
                  <a:pt x="5191" y="68755"/>
                </a:lnTo>
                <a:cubicBezTo>
                  <a:pt x="1857" y="72065"/>
                  <a:pt x="0" y="76589"/>
                  <a:pt x="36" y="81292"/>
                </a:cubicBezTo>
                <a:cubicBezTo>
                  <a:pt x="48" y="86019"/>
                  <a:pt x="1941" y="90555"/>
                  <a:pt x="5298" y="93889"/>
                </a:cubicBezTo>
                <a:cubicBezTo>
                  <a:pt x="8800" y="97385"/>
                  <a:pt x="13392" y="99135"/>
                  <a:pt x="17968" y="99135"/>
                </a:cubicBezTo>
                <a:cubicBezTo>
                  <a:pt x="22494" y="99135"/>
                  <a:pt x="27005" y="97424"/>
                  <a:pt x="30432" y="93996"/>
                </a:cubicBezTo>
                <a:lnTo>
                  <a:pt x="32921" y="91508"/>
                </a:lnTo>
                <a:cubicBezTo>
                  <a:pt x="33111" y="91353"/>
                  <a:pt x="33302" y="91186"/>
                  <a:pt x="33480" y="90996"/>
                </a:cubicBezTo>
                <a:lnTo>
                  <a:pt x="88392" y="36084"/>
                </a:lnTo>
                <a:cubicBezTo>
                  <a:pt x="91381" y="33096"/>
                  <a:pt x="91369" y="28226"/>
                  <a:pt x="88344" y="25202"/>
                </a:cubicBezTo>
                <a:cubicBezTo>
                  <a:pt x="86829" y="23687"/>
                  <a:pt x="84844" y="22928"/>
                  <a:pt x="82865" y="22928"/>
                </a:cubicBezTo>
                <a:cubicBezTo>
                  <a:pt x="80909" y="22928"/>
                  <a:pt x="78959" y="23669"/>
                  <a:pt x="77474" y="25154"/>
                </a:cubicBezTo>
                <a:lnTo>
                  <a:pt x="19574" y="83054"/>
                </a:lnTo>
                <a:cubicBezTo>
                  <a:pt x="19090" y="83538"/>
                  <a:pt x="18452" y="83783"/>
                  <a:pt x="17813" y="83783"/>
                </a:cubicBezTo>
                <a:cubicBezTo>
                  <a:pt x="17210" y="83783"/>
                  <a:pt x="16607" y="83565"/>
                  <a:pt x="16133" y="83126"/>
                </a:cubicBezTo>
                <a:cubicBezTo>
                  <a:pt x="15657" y="82661"/>
                  <a:pt x="15383" y="82030"/>
                  <a:pt x="15371" y="81364"/>
                </a:cubicBezTo>
                <a:cubicBezTo>
                  <a:pt x="15371" y="80721"/>
                  <a:pt x="15621" y="80102"/>
                  <a:pt x="16085" y="79649"/>
                </a:cubicBezTo>
                <a:lnTo>
                  <a:pt x="82606" y="13129"/>
                </a:lnTo>
                <a:cubicBezTo>
                  <a:pt x="85582" y="10152"/>
                  <a:pt x="85570" y="5283"/>
                  <a:pt x="82558" y="2271"/>
                </a:cubicBezTo>
                <a:cubicBezTo>
                  <a:pt x="81044" y="757"/>
                  <a:pt x="79065" y="1"/>
                  <a:pt x="770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19" name="Google Shape;219;p27"/>
          <p:cNvGrpSpPr/>
          <p:nvPr/>
        </p:nvGrpSpPr>
        <p:grpSpPr>
          <a:xfrm>
            <a:off x="8565263" y="-377847"/>
            <a:ext cx="613790" cy="6291393"/>
            <a:chOff x="6539500" y="1042525"/>
            <a:chExt cx="346500" cy="3551650"/>
          </a:xfrm>
        </p:grpSpPr>
        <p:sp>
          <p:nvSpPr>
            <p:cNvPr id="220" name="Google Shape;220;p27"/>
            <p:cNvSpPr/>
            <p:nvPr/>
          </p:nvSpPr>
          <p:spPr>
            <a:xfrm>
              <a:off x="6539500" y="1042525"/>
              <a:ext cx="67000" cy="3551650"/>
            </a:xfrm>
            <a:custGeom>
              <a:avLst/>
              <a:gdLst/>
              <a:ahLst/>
              <a:cxnLst/>
              <a:rect l="l" t="t" r="r" b="b"/>
              <a:pathLst>
                <a:path w="2680" h="142066" extrusionOk="0">
                  <a:moveTo>
                    <a:pt x="0" y="0"/>
                  </a:moveTo>
                  <a:lnTo>
                    <a:pt x="0" y="142065"/>
                  </a:lnTo>
                  <a:lnTo>
                    <a:pt x="2679" y="142065"/>
                  </a:lnTo>
                  <a:lnTo>
                    <a:pt x="267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27"/>
            <p:cNvSpPr/>
            <p:nvPr/>
          </p:nvSpPr>
          <p:spPr>
            <a:xfrm>
              <a:off x="6679400" y="1042525"/>
              <a:ext cx="66700" cy="3551650"/>
            </a:xfrm>
            <a:custGeom>
              <a:avLst/>
              <a:gdLst/>
              <a:ahLst/>
              <a:cxnLst/>
              <a:rect l="l" t="t" r="r" b="b"/>
              <a:pathLst>
                <a:path w="2668" h="142066" extrusionOk="0">
                  <a:moveTo>
                    <a:pt x="0" y="0"/>
                  </a:moveTo>
                  <a:lnTo>
                    <a:pt x="0" y="142065"/>
                  </a:lnTo>
                  <a:lnTo>
                    <a:pt x="2667" y="142065"/>
                  </a:lnTo>
                  <a:lnTo>
                    <a:pt x="26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27"/>
            <p:cNvSpPr/>
            <p:nvPr/>
          </p:nvSpPr>
          <p:spPr>
            <a:xfrm>
              <a:off x="6819000" y="1042525"/>
              <a:ext cx="67000" cy="3551650"/>
            </a:xfrm>
            <a:custGeom>
              <a:avLst/>
              <a:gdLst/>
              <a:ahLst/>
              <a:cxnLst/>
              <a:rect l="l" t="t" r="r" b="b"/>
              <a:pathLst>
                <a:path w="2680" h="142066" extrusionOk="0">
                  <a:moveTo>
                    <a:pt x="0" y="0"/>
                  </a:moveTo>
                  <a:lnTo>
                    <a:pt x="0" y="142065"/>
                  </a:lnTo>
                  <a:lnTo>
                    <a:pt x="2679" y="142065"/>
                  </a:lnTo>
                  <a:lnTo>
                    <a:pt x="267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3" name="Google Shape;223;p27"/>
          <p:cNvGrpSpPr/>
          <p:nvPr/>
        </p:nvGrpSpPr>
        <p:grpSpPr>
          <a:xfrm>
            <a:off x="4947141" y="2669092"/>
            <a:ext cx="4706206" cy="4945858"/>
            <a:chOff x="4947141" y="2516692"/>
            <a:chExt cx="4706206" cy="4945858"/>
          </a:xfrm>
        </p:grpSpPr>
        <p:sp>
          <p:nvSpPr>
            <p:cNvPr id="224" name="Google Shape;224;p27"/>
            <p:cNvSpPr/>
            <p:nvPr/>
          </p:nvSpPr>
          <p:spPr>
            <a:xfrm rot="10800000">
              <a:off x="4947141" y="4342740"/>
              <a:ext cx="2875760" cy="3119810"/>
            </a:xfrm>
            <a:custGeom>
              <a:avLst/>
              <a:gdLst/>
              <a:ahLst/>
              <a:cxnLst/>
              <a:rect l="l" t="t" r="r" b="b"/>
              <a:pathLst>
                <a:path w="91381" h="99136" extrusionOk="0">
                  <a:moveTo>
                    <a:pt x="77092" y="1"/>
                  </a:moveTo>
                  <a:cubicBezTo>
                    <a:pt x="75139" y="1"/>
                    <a:pt x="73192" y="742"/>
                    <a:pt x="71711" y="2223"/>
                  </a:cubicBezTo>
                  <a:lnTo>
                    <a:pt x="5191" y="68755"/>
                  </a:lnTo>
                  <a:cubicBezTo>
                    <a:pt x="1857" y="72065"/>
                    <a:pt x="0" y="76589"/>
                    <a:pt x="36" y="81292"/>
                  </a:cubicBezTo>
                  <a:cubicBezTo>
                    <a:pt x="48" y="86019"/>
                    <a:pt x="1941" y="90555"/>
                    <a:pt x="5298" y="93889"/>
                  </a:cubicBezTo>
                  <a:cubicBezTo>
                    <a:pt x="8800" y="97385"/>
                    <a:pt x="13392" y="99135"/>
                    <a:pt x="17968" y="99135"/>
                  </a:cubicBezTo>
                  <a:cubicBezTo>
                    <a:pt x="22494" y="99135"/>
                    <a:pt x="27005" y="97424"/>
                    <a:pt x="30432" y="93996"/>
                  </a:cubicBezTo>
                  <a:lnTo>
                    <a:pt x="32921" y="91508"/>
                  </a:lnTo>
                  <a:cubicBezTo>
                    <a:pt x="33111" y="91353"/>
                    <a:pt x="33302" y="91186"/>
                    <a:pt x="33480" y="90996"/>
                  </a:cubicBezTo>
                  <a:lnTo>
                    <a:pt x="88392" y="36084"/>
                  </a:lnTo>
                  <a:cubicBezTo>
                    <a:pt x="91381" y="33096"/>
                    <a:pt x="91369" y="28226"/>
                    <a:pt x="88344" y="25202"/>
                  </a:cubicBezTo>
                  <a:cubicBezTo>
                    <a:pt x="86829" y="23687"/>
                    <a:pt x="84844" y="22928"/>
                    <a:pt x="82865" y="22928"/>
                  </a:cubicBezTo>
                  <a:cubicBezTo>
                    <a:pt x="80909" y="22928"/>
                    <a:pt x="78959" y="23669"/>
                    <a:pt x="77474" y="25154"/>
                  </a:cubicBezTo>
                  <a:lnTo>
                    <a:pt x="19574" y="83054"/>
                  </a:lnTo>
                  <a:cubicBezTo>
                    <a:pt x="19090" y="83538"/>
                    <a:pt x="18452" y="83783"/>
                    <a:pt x="17813" y="83783"/>
                  </a:cubicBezTo>
                  <a:cubicBezTo>
                    <a:pt x="17210" y="83783"/>
                    <a:pt x="16607" y="83565"/>
                    <a:pt x="16133" y="83126"/>
                  </a:cubicBezTo>
                  <a:cubicBezTo>
                    <a:pt x="15657" y="82661"/>
                    <a:pt x="15383" y="82030"/>
                    <a:pt x="15371" y="81364"/>
                  </a:cubicBezTo>
                  <a:cubicBezTo>
                    <a:pt x="15371" y="80721"/>
                    <a:pt x="15621" y="80102"/>
                    <a:pt x="16085" y="79649"/>
                  </a:cubicBezTo>
                  <a:lnTo>
                    <a:pt x="82606" y="13129"/>
                  </a:lnTo>
                  <a:cubicBezTo>
                    <a:pt x="85582" y="10152"/>
                    <a:pt x="85570" y="5283"/>
                    <a:pt x="82558" y="2271"/>
                  </a:cubicBezTo>
                  <a:cubicBezTo>
                    <a:pt x="81044" y="757"/>
                    <a:pt x="79065" y="1"/>
                    <a:pt x="7709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27"/>
            <p:cNvSpPr/>
            <p:nvPr/>
          </p:nvSpPr>
          <p:spPr>
            <a:xfrm rot="-8100000">
              <a:off x="8087199" y="3254895"/>
              <a:ext cx="484820" cy="3075349"/>
            </a:xfrm>
            <a:custGeom>
              <a:avLst/>
              <a:gdLst/>
              <a:ahLst/>
              <a:cxnLst/>
              <a:rect l="l" t="t" r="r" b="b"/>
              <a:pathLst>
                <a:path w="10455" h="66319" extrusionOk="0">
                  <a:moveTo>
                    <a:pt x="1" y="1"/>
                  </a:moveTo>
                  <a:lnTo>
                    <a:pt x="1" y="61091"/>
                  </a:lnTo>
                  <a:cubicBezTo>
                    <a:pt x="1" y="63985"/>
                    <a:pt x="2334" y="66318"/>
                    <a:pt x="5227" y="66318"/>
                  </a:cubicBezTo>
                  <a:cubicBezTo>
                    <a:pt x="8109" y="66318"/>
                    <a:pt x="10454" y="63973"/>
                    <a:pt x="10454" y="61091"/>
                  </a:cubicBezTo>
                  <a:lnTo>
                    <a:pt x="1045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27"/>
            <p:cNvSpPr/>
            <p:nvPr/>
          </p:nvSpPr>
          <p:spPr>
            <a:xfrm rot="2700000">
              <a:off x="8792376" y="2468331"/>
              <a:ext cx="435953" cy="1382709"/>
            </a:xfrm>
            <a:custGeom>
              <a:avLst/>
              <a:gdLst/>
              <a:ahLst/>
              <a:cxnLst/>
              <a:rect l="l" t="t" r="r" b="b"/>
              <a:pathLst>
                <a:path w="10455" h="33160" extrusionOk="0">
                  <a:moveTo>
                    <a:pt x="1" y="0"/>
                  </a:moveTo>
                  <a:lnTo>
                    <a:pt x="1" y="27932"/>
                  </a:lnTo>
                  <a:cubicBezTo>
                    <a:pt x="1" y="30826"/>
                    <a:pt x="2334" y="33159"/>
                    <a:pt x="5228" y="33159"/>
                  </a:cubicBezTo>
                  <a:cubicBezTo>
                    <a:pt x="8109" y="33159"/>
                    <a:pt x="10454" y="30814"/>
                    <a:pt x="10454" y="27932"/>
                  </a:cubicBezTo>
                  <a:lnTo>
                    <a:pt x="104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2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29" name="Google Shape;229;p28"/>
          <p:cNvGrpSpPr/>
          <p:nvPr/>
        </p:nvGrpSpPr>
        <p:grpSpPr>
          <a:xfrm>
            <a:off x="6861786" y="4593467"/>
            <a:ext cx="2421237" cy="706360"/>
            <a:chOff x="-76439" y="4569403"/>
            <a:chExt cx="2421237" cy="706360"/>
          </a:xfrm>
        </p:grpSpPr>
        <p:grpSp>
          <p:nvGrpSpPr>
            <p:cNvPr id="230" name="Google Shape;230;p28"/>
            <p:cNvGrpSpPr/>
            <p:nvPr/>
          </p:nvGrpSpPr>
          <p:grpSpPr>
            <a:xfrm>
              <a:off x="-76439" y="4569403"/>
              <a:ext cx="1210587" cy="706360"/>
              <a:chOff x="4805650" y="2718925"/>
              <a:chExt cx="1269225" cy="740575"/>
            </a:xfrm>
          </p:grpSpPr>
          <p:sp>
            <p:nvSpPr>
              <p:cNvPr id="231" name="Google Shape;231;p28"/>
              <p:cNvSpPr/>
              <p:nvPr/>
            </p:nvSpPr>
            <p:spPr>
              <a:xfrm>
                <a:off x="4805650" y="2718925"/>
                <a:ext cx="1269225" cy="198850"/>
              </a:xfrm>
              <a:custGeom>
                <a:avLst/>
                <a:gdLst/>
                <a:ahLst/>
                <a:cxnLst/>
                <a:rect l="l" t="t" r="r" b="b"/>
                <a:pathLst>
                  <a:path w="50769" h="7954" extrusionOk="0">
                    <a:moveTo>
                      <a:pt x="0" y="0"/>
                    </a:moveTo>
                    <a:lnTo>
                      <a:pt x="0" y="5227"/>
                    </a:lnTo>
                    <a:cubicBezTo>
                      <a:pt x="1346" y="5227"/>
                      <a:pt x="1870" y="5560"/>
                      <a:pt x="2822" y="6168"/>
                    </a:cubicBezTo>
                    <a:cubicBezTo>
                      <a:pt x="3989" y="6930"/>
                      <a:pt x="5584" y="7954"/>
                      <a:pt x="8466" y="7954"/>
                    </a:cubicBezTo>
                    <a:cubicBezTo>
                      <a:pt x="11347" y="7954"/>
                      <a:pt x="12943" y="6930"/>
                      <a:pt x="14109" y="6168"/>
                    </a:cubicBezTo>
                    <a:cubicBezTo>
                      <a:pt x="15062" y="5560"/>
                      <a:pt x="15574" y="5227"/>
                      <a:pt x="16919" y="5227"/>
                    </a:cubicBezTo>
                    <a:cubicBezTo>
                      <a:pt x="18265" y="5227"/>
                      <a:pt x="18788" y="5560"/>
                      <a:pt x="19741" y="6168"/>
                    </a:cubicBezTo>
                    <a:cubicBezTo>
                      <a:pt x="20908" y="6930"/>
                      <a:pt x="22503" y="7954"/>
                      <a:pt x="25385" y="7954"/>
                    </a:cubicBezTo>
                    <a:cubicBezTo>
                      <a:pt x="28266" y="7954"/>
                      <a:pt x="29861" y="6930"/>
                      <a:pt x="31028" y="6168"/>
                    </a:cubicBezTo>
                    <a:cubicBezTo>
                      <a:pt x="31981" y="5560"/>
                      <a:pt x="32493" y="5227"/>
                      <a:pt x="33838" y="5227"/>
                    </a:cubicBezTo>
                    <a:cubicBezTo>
                      <a:pt x="35195" y="5227"/>
                      <a:pt x="35707" y="5560"/>
                      <a:pt x="36660" y="6168"/>
                    </a:cubicBezTo>
                    <a:cubicBezTo>
                      <a:pt x="37827" y="6930"/>
                      <a:pt x="39422" y="7954"/>
                      <a:pt x="42303" y="7954"/>
                    </a:cubicBezTo>
                    <a:cubicBezTo>
                      <a:pt x="45185" y="7954"/>
                      <a:pt x="46780" y="6930"/>
                      <a:pt x="47947" y="6168"/>
                    </a:cubicBezTo>
                    <a:cubicBezTo>
                      <a:pt x="48899" y="5560"/>
                      <a:pt x="49423" y="5227"/>
                      <a:pt x="50769" y="5227"/>
                    </a:cubicBezTo>
                    <a:lnTo>
                      <a:pt x="50769" y="0"/>
                    </a:lnTo>
                    <a:cubicBezTo>
                      <a:pt x="47875" y="0"/>
                      <a:pt x="46280" y="1024"/>
                      <a:pt x="45113" y="1786"/>
                    </a:cubicBezTo>
                    <a:cubicBezTo>
                      <a:pt x="44173" y="2393"/>
                      <a:pt x="43649" y="2727"/>
                      <a:pt x="42303" y="2727"/>
                    </a:cubicBezTo>
                    <a:cubicBezTo>
                      <a:pt x="40958" y="2727"/>
                      <a:pt x="40434" y="2393"/>
                      <a:pt x="39493" y="1786"/>
                    </a:cubicBezTo>
                    <a:cubicBezTo>
                      <a:pt x="38327" y="1024"/>
                      <a:pt x="36731" y="0"/>
                      <a:pt x="33838" y="0"/>
                    </a:cubicBezTo>
                    <a:cubicBezTo>
                      <a:pt x="30957" y="0"/>
                      <a:pt x="29361" y="1036"/>
                      <a:pt x="28194" y="1786"/>
                    </a:cubicBezTo>
                    <a:cubicBezTo>
                      <a:pt x="27254" y="2393"/>
                      <a:pt x="26730" y="2727"/>
                      <a:pt x="25385" y="2727"/>
                    </a:cubicBezTo>
                    <a:cubicBezTo>
                      <a:pt x="24039" y="2727"/>
                      <a:pt x="23515" y="2393"/>
                      <a:pt x="22575" y="1786"/>
                    </a:cubicBezTo>
                    <a:cubicBezTo>
                      <a:pt x="21408" y="1024"/>
                      <a:pt x="19812" y="0"/>
                      <a:pt x="16919" y="0"/>
                    </a:cubicBezTo>
                    <a:cubicBezTo>
                      <a:pt x="14038" y="0"/>
                      <a:pt x="12442" y="1036"/>
                      <a:pt x="11276" y="1786"/>
                    </a:cubicBezTo>
                    <a:cubicBezTo>
                      <a:pt x="10335" y="2393"/>
                      <a:pt x="9811" y="2727"/>
                      <a:pt x="8466" y="2727"/>
                    </a:cubicBezTo>
                    <a:cubicBezTo>
                      <a:pt x="7120" y="2727"/>
                      <a:pt x="6596" y="2393"/>
                      <a:pt x="5656" y="1786"/>
                    </a:cubicBezTo>
                    <a:cubicBezTo>
                      <a:pt x="4489" y="1024"/>
                      <a:pt x="2894" y="0"/>
                      <a:pt x="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28"/>
              <p:cNvSpPr/>
              <p:nvPr/>
            </p:nvSpPr>
            <p:spPr>
              <a:xfrm>
                <a:off x="4805650" y="2989775"/>
                <a:ext cx="1269225" cy="199175"/>
              </a:xfrm>
              <a:custGeom>
                <a:avLst/>
                <a:gdLst/>
                <a:ahLst/>
                <a:cxnLst/>
                <a:rect l="l" t="t" r="r" b="b"/>
                <a:pathLst>
                  <a:path w="50769" h="7967" extrusionOk="0">
                    <a:moveTo>
                      <a:pt x="0" y="1"/>
                    </a:moveTo>
                    <a:lnTo>
                      <a:pt x="0" y="5228"/>
                    </a:lnTo>
                    <a:cubicBezTo>
                      <a:pt x="1346" y="5228"/>
                      <a:pt x="1870" y="5561"/>
                      <a:pt x="2822" y="6180"/>
                    </a:cubicBezTo>
                    <a:cubicBezTo>
                      <a:pt x="3989" y="6930"/>
                      <a:pt x="5584" y="7966"/>
                      <a:pt x="8466" y="7966"/>
                    </a:cubicBezTo>
                    <a:cubicBezTo>
                      <a:pt x="11347" y="7966"/>
                      <a:pt x="12943" y="6918"/>
                      <a:pt x="14109" y="6180"/>
                    </a:cubicBezTo>
                    <a:cubicBezTo>
                      <a:pt x="15062" y="5561"/>
                      <a:pt x="15574" y="5228"/>
                      <a:pt x="16919" y="5228"/>
                    </a:cubicBezTo>
                    <a:cubicBezTo>
                      <a:pt x="18265" y="5228"/>
                      <a:pt x="18788" y="5561"/>
                      <a:pt x="19741" y="6180"/>
                    </a:cubicBezTo>
                    <a:cubicBezTo>
                      <a:pt x="20908" y="6930"/>
                      <a:pt x="22503" y="7966"/>
                      <a:pt x="25385" y="7966"/>
                    </a:cubicBezTo>
                    <a:cubicBezTo>
                      <a:pt x="28266" y="7966"/>
                      <a:pt x="29861" y="6918"/>
                      <a:pt x="31028" y="6180"/>
                    </a:cubicBezTo>
                    <a:cubicBezTo>
                      <a:pt x="31981" y="5561"/>
                      <a:pt x="32493" y="5228"/>
                      <a:pt x="33838" y="5228"/>
                    </a:cubicBezTo>
                    <a:cubicBezTo>
                      <a:pt x="35195" y="5228"/>
                      <a:pt x="35707" y="5561"/>
                      <a:pt x="36660" y="6180"/>
                    </a:cubicBezTo>
                    <a:cubicBezTo>
                      <a:pt x="37827" y="6930"/>
                      <a:pt x="39422" y="7966"/>
                      <a:pt x="42303" y="7966"/>
                    </a:cubicBezTo>
                    <a:cubicBezTo>
                      <a:pt x="45185" y="7966"/>
                      <a:pt x="46780" y="6918"/>
                      <a:pt x="47947" y="6180"/>
                    </a:cubicBezTo>
                    <a:cubicBezTo>
                      <a:pt x="48899" y="5561"/>
                      <a:pt x="49423" y="5228"/>
                      <a:pt x="50769" y="5228"/>
                    </a:cubicBezTo>
                    <a:lnTo>
                      <a:pt x="50769" y="1"/>
                    </a:lnTo>
                    <a:cubicBezTo>
                      <a:pt x="47875" y="1"/>
                      <a:pt x="46280" y="1025"/>
                      <a:pt x="45113" y="1787"/>
                    </a:cubicBezTo>
                    <a:cubicBezTo>
                      <a:pt x="44173" y="2394"/>
                      <a:pt x="43649" y="2739"/>
                      <a:pt x="42303" y="2739"/>
                    </a:cubicBezTo>
                    <a:cubicBezTo>
                      <a:pt x="40958" y="2739"/>
                      <a:pt x="40434" y="2394"/>
                      <a:pt x="39493" y="1787"/>
                    </a:cubicBezTo>
                    <a:cubicBezTo>
                      <a:pt x="38327" y="1025"/>
                      <a:pt x="36731" y="1"/>
                      <a:pt x="33838" y="1"/>
                    </a:cubicBezTo>
                    <a:cubicBezTo>
                      <a:pt x="30957" y="1"/>
                      <a:pt x="29361" y="1049"/>
                      <a:pt x="28194" y="1787"/>
                    </a:cubicBezTo>
                    <a:cubicBezTo>
                      <a:pt x="27254" y="2394"/>
                      <a:pt x="26730" y="2739"/>
                      <a:pt x="25385" y="2739"/>
                    </a:cubicBezTo>
                    <a:cubicBezTo>
                      <a:pt x="24039" y="2739"/>
                      <a:pt x="23515" y="2394"/>
                      <a:pt x="22575" y="1787"/>
                    </a:cubicBezTo>
                    <a:cubicBezTo>
                      <a:pt x="21408" y="1025"/>
                      <a:pt x="19812" y="1"/>
                      <a:pt x="16919" y="1"/>
                    </a:cubicBezTo>
                    <a:cubicBezTo>
                      <a:pt x="14038" y="1"/>
                      <a:pt x="12442" y="1049"/>
                      <a:pt x="11276" y="1787"/>
                    </a:cubicBezTo>
                    <a:cubicBezTo>
                      <a:pt x="10335" y="2394"/>
                      <a:pt x="9811" y="2739"/>
                      <a:pt x="8466" y="2739"/>
                    </a:cubicBezTo>
                    <a:cubicBezTo>
                      <a:pt x="7120" y="2739"/>
                      <a:pt x="6596" y="2394"/>
                      <a:pt x="5656" y="1787"/>
                    </a:cubicBezTo>
                    <a:cubicBezTo>
                      <a:pt x="4489" y="1025"/>
                      <a:pt x="2894" y="1"/>
                      <a:pt x="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28"/>
              <p:cNvSpPr/>
              <p:nvPr/>
            </p:nvSpPr>
            <p:spPr>
              <a:xfrm>
                <a:off x="4805650" y="3260350"/>
                <a:ext cx="1269225" cy="199150"/>
              </a:xfrm>
              <a:custGeom>
                <a:avLst/>
                <a:gdLst/>
                <a:ahLst/>
                <a:cxnLst/>
                <a:rect l="l" t="t" r="r" b="b"/>
                <a:pathLst>
                  <a:path w="50769" h="7966" extrusionOk="0">
                    <a:moveTo>
                      <a:pt x="0" y="1"/>
                    </a:moveTo>
                    <a:lnTo>
                      <a:pt x="0" y="5227"/>
                    </a:lnTo>
                    <a:cubicBezTo>
                      <a:pt x="1346" y="5227"/>
                      <a:pt x="1870" y="5573"/>
                      <a:pt x="2822" y="6180"/>
                    </a:cubicBezTo>
                    <a:cubicBezTo>
                      <a:pt x="3989" y="6942"/>
                      <a:pt x="5584" y="7966"/>
                      <a:pt x="8466" y="7966"/>
                    </a:cubicBezTo>
                    <a:cubicBezTo>
                      <a:pt x="11347" y="7966"/>
                      <a:pt x="12943" y="6918"/>
                      <a:pt x="14109" y="6180"/>
                    </a:cubicBezTo>
                    <a:cubicBezTo>
                      <a:pt x="15062" y="5573"/>
                      <a:pt x="15574" y="5227"/>
                      <a:pt x="16919" y="5227"/>
                    </a:cubicBezTo>
                    <a:cubicBezTo>
                      <a:pt x="18265" y="5227"/>
                      <a:pt x="18788" y="5573"/>
                      <a:pt x="19741" y="6180"/>
                    </a:cubicBezTo>
                    <a:cubicBezTo>
                      <a:pt x="20908" y="6942"/>
                      <a:pt x="22503" y="7966"/>
                      <a:pt x="25385" y="7966"/>
                    </a:cubicBezTo>
                    <a:cubicBezTo>
                      <a:pt x="28266" y="7966"/>
                      <a:pt x="29861" y="6918"/>
                      <a:pt x="31028" y="6180"/>
                    </a:cubicBezTo>
                    <a:cubicBezTo>
                      <a:pt x="31981" y="5573"/>
                      <a:pt x="32493" y="5227"/>
                      <a:pt x="33838" y="5227"/>
                    </a:cubicBezTo>
                    <a:cubicBezTo>
                      <a:pt x="35195" y="5227"/>
                      <a:pt x="35707" y="5573"/>
                      <a:pt x="36660" y="6180"/>
                    </a:cubicBezTo>
                    <a:cubicBezTo>
                      <a:pt x="37827" y="6942"/>
                      <a:pt x="39422" y="7966"/>
                      <a:pt x="42303" y="7966"/>
                    </a:cubicBezTo>
                    <a:cubicBezTo>
                      <a:pt x="45185" y="7966"/>
                      <a:pt x="46780" y="6918"/>
                      <a:pt x="47947" y="6180"/>
                    </a:cubicBezTo>
                    <a:cubicBezTo>
                      <a:pt x="48899" y="5573"/>
                      <a:pt x="49423" y="5227"/>
                      <a:pt x="50769" y="5227"/>
                    </a:cubicBezTo>
                    <a:lnTo>
                      <a:pt x="50769" y="1"/>
                    </a:lnTo>
                    <a:cubicBezTo>
                      <a:pt x="47875" y="1"/>
                      <a:pt x="46280" y="1036"/>
                      <a:pt x="45113" y="1787"/>
                    </a:cubicBezTo>
                    <a:cubicBezTo>
                      <a:pt x="44173" y="2406"/>
                      <a:pt x="43649" y="2739"/>
                      <a:pt x="42303" y="2739"/>
                    </a:cubicBezTo>
                    <a:cubicBezTo>
                      <a:pt x="40958" y="2739"/>
                      <a:pt x="40434" y="2406"/>
                      <a:pt x="39493" y="1787"/>
                    </a:cubicBezTo>
                    <a:cubicBezTo>
                      <a:pt x="38327" y="1036"/>
                      <a:pt x="36731" y="1"/>
                      <a:pt x="33838" y="1"/>
                    </a:cubicBezTo>
                    <a:cubicBezTo>
                      <a:pt x="30957" y="1"/>
                      <a:pt x="29361" y="1036"/>
                      <a:pt x="28194" y="1787"/>
                    </a:cubicBezTo>
                    <a:cubicBezTo>
                      <a:pt x="27254" y="2406"/>
                      <a:pt x="26730" y="2739"/>
                      <a:pt x="25385" y="2739"/>
                    </a:cubicBezTo>
                    <a:cubicBezTo>
                      <a:pt x="24039" y="2739"/>
                      <a:pt x="23515" y="2406"/>
                      <a:pt x="22575" y="1787"/>
                    </a:cubicBezTo>
                    <a:cubicBezTo>
                      <a:pt x="21408" y="1036"/>
                      <a:pt x="19812" y="1"/>
                      <a:pt x="16919" y="1"/>
                    </a:cubicBezTo>
                    <a:cubicBezTo>
                      <a:pt x="14038" y="1"/>
                      <a:pt x="12442" y="1036"/>
                      <a:pt x="11276" y="1787"/>
                    </a:cubicBezTo>
                    <a:cubicBezTo>
                      <a:pt x="10335" y="2406"/>
                      <a:pt x="9811" y="2739"/>
                      <a:pt x="8466" y="2739"/>
                    </a:cubicBezTo>
                    <a:cubicBezTo>
                      <a:pt x="7120" y="2739"/>
                      <a:pt x="6596" y="2406"/>
                      <a:pt x="5656" y="1787"/>
                    </a:cubicBezTo>
                    <a:cubicBezTo>
                      <a:pt x="4489" y="1036"/>
                      <a:pt x="2894" y="1"/>
                      <a:pt x="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4" name="Google Shape;234;p28"/>
            <p:cNvGrpSpPr/>
            <p:nvPr/>
          </p:nvGrpSpPr>
          <p:grpSpPr>
            <a:xfrm>
              <a:off x="1134211" y="4569403"/>
              <a:ext cx="1210587" cy="706360"/>
              <a:chOff x="4805650" y="2718925"/>
              <a:chExt cx="1269225" cy="740575"/>
            </a:xfrm>
          </p:grpSpPr>
          <p:sp>
            <p:nvSpPr>
              <p:cNvPr id="235" name="Google Shape;235;p28"/>
              <p:cNvSpPr/>
              <p:nvPr/>
            </p:nvSpPr>
            <p:spPr>
              <a:xfrm>
                <a:off x="4805650" y="2718925"/>
                <a:ext cx="1269225" cy="198850"/>
              </a:xfrm>
              <a:custGeom>
                <a:avLst/>
                <a:gdLst/>
                <a:ahLst/>
                <a:cxnLst/>
                <a:rect l="l" t="t" r="r" b="b"/>
                <a:pathLst>
                  <a:path w="50769" h="7954" extrusionOk="0">
                    <a:moveTo>
                      <a:pt x="0" y="0"/>
                    </a:moveTo>
                    <a:lnTo>
                      <a:pt x="0" y="5227"/>
                    </a:lnTo>
                    <a:cubicBezTo>
                      <a:pt x="1346" y="5227"/>
                      <a:pt x="1870" y="5560"/>
                      <a:pt x="2822" y="6168"/>
                    </a:cubicBezTo>
                    <a:cubicBezTo>
                      <a:pt x="3989" y="6930"/>
                      <a:pt x="5584" y="7954"/>
                      <a:pt x="8466" y="7954"/>
                    </a:cubicBezTo>
                    <a:cubicBezTo>
                      <a:pt x="11347" y="7954"/>
                      <a:pt x="12943" y="6930"/>
                      <a:pt x="14109" y="6168"/>
                    </a:cubicBezTo>
                    <a:cubicBezTo>
                      <a:pt x="15062" y="5560"/>
                      <a:pt x="15574" y="5227"/>
                      <a:pt x="16919" y="5227"/>
                    </a:cubicBezTo>
                    <a:cubicBezTo>
                      <a:pt x="18265" y="5227"/>
                      <a:pt x="18788" y="5560"/>
                      <a:pt x="19741" y="6168"/>
                    </a:cubicBezTo>
                    <a:cubicBezTo>
                      <a:pt x="20908" y="6930"/>
                      <a:pt x="22503" y="7954"/>
                      <a:pt x="25385" y="7954"/>
                    </a:cubicBezTo>
                    <a:cubicBezTo>
                      <a:pt x="28266" y="7954"/>
                      <a:pt x="29861" y="6930"/>
                      <a:pt x="31028" y="6168"/>
                    </a:cubicBezTo>
                    <a:cubicBezTo>
                      <a:pt x="31981" y="5560"/>
                      <a:pt x="32493" y="5227"/>
                      <a:pt x="33838" y="5227"/>
                    </a:cubicBezTo>
                    <a:cubicBezTo>
                      <a:pt x="35195" y="5227"/>
                      <a:pt x="35707" y="5560"/>
                      <a:pt x="36660" y="6168"/>
                    </a:cubicBezTo>
                    <a:cubicBezTo>
                      <a:pt x="37827" y="6930"/>
                      <a:pt x="39422" y="7954"/>
                      <a:pt x="42303" y="7954"/>
                    </a:cubicBezTo>
                    <a:cubicBezTo>
                      <a:pt x="45185" y="7954"/>
                      <a:pt x="46780" y="6930"/>
                      <a:pt x="47947" y="6168"/>
                    </a:cubicBezTo>
                    <a:cubicBezTo>
                      <a:pt x="48899" y="5560"/>
                      <a:pt x="49423" y="5227"/>
                      <a:pt x="50769" y="5227"/>
                    </a:cubicBezTo>
                    <a:lnTo>
                      <a:pt x="50769" y="0"/>
                    </a:lnTo>
                    <a:cubicBezTo>
                      <a:pt x="47875" y="0"/>
                      <a:pt x="46280" y="1024"/>
                      <a:pt x="45113" y="1786"/>
                    </a:cubicBezTo>
                    <a:cubicBezTo>
                      <a:pt x="44173" y="2393"/>
                      <a:pt x="43649" y="2727"/>
                      <a:pt x="42303" y="2727"/>
                    </a:cubicBezTo>
                    <a:cubicBezTo>
                      <a:pt x="40958" y="2727"/>
                      <a:pt x="40434" y="2393"/>
                      <a:pt x="39493" y="1786"/>
                    </a:cubicBezTo>
                    <a:cubicBezTo>
                      <a:pt x="38327" y="1024"/>
                      <a:pt x="36731" y="0"/>
                      <a:pt x="33838" y="0"/>
                    </a:cubicBezTo>
                    <a:cubicBezTo>
                      <a:pt x="30957" y="0"/>
                      <a:pt x="29361" y="1036"/>
                      <a:pt x="28194" y="1786"/>
                    </a:cubicBezTo>
                    <a:cubicBezTo>
                      <a:pt x="27254" y="2393"/>
                      <a:pt x="26730" y="2727"/>
                      <a:pt x="25385" y="2727"/>
                    </a:cubicBezTo>
                    <a:cubicBezTo>
                      <a:pt x="24039" y="2727"/>
                      <a:pt x="23515" y="2393"/>
                      <a:pt x="22575" y="1786"/>
                    </a:cubicBezTo>
                    <a:cubicBezTo>
                      <a:pt x="21408" y="1024"/>
                      <a:pt x="19812" y="0"/>
                      <a:pt x="16919" y="0"/>
                    </a:cubicBezTo>
                    <a:cubicBezTo>
                      <a:pt x="14038" y="0"/>
                      <a:pt x="12442" y="1036"/>
                      <a:pt x="11276" y="1786"/>
                    </a:cubicBezTo>
                    <a:cubicBezTo>
                      <a:pt x="10335" y="2393"/>
                      <a:pt x="9811" y="2727"/>
                      <a:pt x="8466" y="2727"/>
                    </a:cubicBezTo>
                    <a:cubicBezTo>
                      <a:pt x="7120" y="2727"/>
                      <a:pt x="6596" y="2393"/>
                      <a:pt x="5656" y="1786"/>
                    </a:cubicBezTo>
                    <a:cubicBezTo>
                      <a:pt x="4489" y="1024"/>
                      <a:pt x="2894" y="0"/>
                      <a:pt x="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28"/>
              <p:cNvSpPr/>
              <p:nvPr/>
            </p:nvSpPr>
            <p:spPr>
              <a:xfrm>
                <a:off x="4805650" y="2989775"/>
                <a:ext cx="1269225" cy="199175"/>
              </a:xfrm>
              <a:custGeom>
                <a:avLst/>
                <a:gdLst/>
                <a:ahLst/>
                <a:cxnLst/>
                <a:rect l="l" t="t" r="r" b="b"/>
                <a:pathLst>
                  <a:path w="50769" h="7967" extrusionOk="0">
                    <a:moveTo>
                      <a:pt x="0" y="1"/>
                    </a:moveTo>
                    <a:lnTo>
                      <a:pt x="0" y="5228"/>
                    </a:lnTo>
                    <a:cubicBezTo>
                      <a:pt x="1346" y="5228"/>
                      <a:pt x="1870" y="5561"/>
                      <a:pt x="2822" y="6180"/>
                    </a:cubicBezTo>
                    <a:cubicBezTo>
                      <a:pt x="3989" y="6930"/>
                      <a:pt x="5584" y="7966"/>
                      <a:pt x="8466" y="7966"/>
                    </a:cubicBezTo>
                    <a:cubicBezTo>
                      <a:pt x="11347" y="7966"/>
                      <a:pt x="12943" y="6918"/>
                      <a:pt x="14109" y="6180"/>
                    </a:cubicBezTo>
                    <a:cubicBezTo>
                      <a:pt x="15062" y="5561"/>
                      <a:pt x="15574" y="5228"/>
                      <a:pt x="16919" y="5228"/>
                    </a:cubicBezTo>
                    <a:cubicBezTo>
                      <a:pt x="18265" y="5228"/>
                      <a:pt x="18788" y="5561"/>
                      <a:pt x="19741" y="6180"/>
                    </a:cubicBezTo>
                    <a:cubicBezTo>
                      <a:pt x="20908" y="6930"/>
                      <a:pt x="22503" y="7966"/>
                      <a:pt x="25385" y="7966"/>
                    </a:cubicBezTo>
                    <a:cubicBezTo>
                      <a:pt x="28266" y="7966"/>
                      <a:pt x="29861" y="6918"/>
                      <a:pt x="31028" y="6180"/>
                    </a:cubicBezTo>
                    <a:cubicBezTo>
                      <a:pt x="31981" y="5561"/>
                      <a:pt x="32493" y="5228"/>
                      <a:pt x="33838" y="5228"/>
                    </a:cubicBezTo>
                    <a:cubicBezTo>
                      <a:pt x="35195" y="5228"/>
                      <a:pt x="35707" y="5561"/>
                      <a:pt x="36660" y="6180"/>
                    </a:cubicBezTo>
                    <a:cubicBezTo>
                      <a:pt x="37827" y="6930"/>
                      <a:pt x="39422" y="7966"/>
                      <a:pt x="42303" y="7966"/>
                    </a:cubicBezTo>
                    <a:cubicBezTo>
                      <a:pt x="45185" y="7966"/>
                      <a:pt x="46780" y="6918"/>
                      <a:pt x="47947" y="6180"/>
                    </a:cubicBezTo>
                    <a:cubicBezTo>
                      <a:pt x="48899" y="5561"/>
                      <a:pt x="49423" y="5228"/>
                      <a:pt x="50769" y="5228"/>
                    </a:cubicBezTo>
                    <a:lnTo>
                      <a:pt x="50769" y="1"/>
                    </a:lnTo>
                    <a:cubicBezTo>
                      <a:pt x="47875" y="1"/>
                      <a:pt x="46280" y="1025"/>
                      <a:pt x="45113" y="1787"/>
                    </a:cubicBezTo>
                    <a:cubicBezTo>
                      <a:pt x="44173" y="2394"/>
                      <a:pt x="43649" y="2739"/>
                      <a:pt x="42303" y="2739"/>
                    </a:cubicBezTo>
                    <a:cubicBezTo>
                      <a:pt x="40958" y="2739"/>
                      <a:pt x="40434" y="2394"/>
                      <a:pt x="39493" y="1787"/>
                    </a:cubicBezTo>
                    <a:cubicBezTo>
                      <a:pt x="38327" y="1025"/>
                      <a:pt x="36731" y="1"/>
                      <a:pt x="33838" y="1"/>
                    </a:cubicBezTo>
                    <a:cubicBezTo>
                      <a:pt x="30957" y="1"/>
                      <a:pt x="29361" y="1049"/>
                      <a:pt x="28194" y="1787"/>
                    </a:cubicBezTo>
                    <a:cubicBezTo>
                      <a:pt x="27254" y="2394"/>
                      <a:pt x="26730" y="2739"/>
                      <a:pt x="25385" y="2739"/>
                    </a:cubicBezTo>
                    <a:cubicBezTo>
                      <a:pt x="24039" y="2739"/>
                      <a:pt x="23515" y="2394"/>
                      <a:pt x="22575" y="1787"/>
                    </a:cubicBezTo>
                    <a:cubicBezTo>
                      <a:pt x="21408" y="1025"/>
                      <a:pt x="19812" y="1"/>
                      <a:pt x="16919" y="1"/>
                    </a:cubicBezTo>
                    <a:cubicBezTo>
                      <a:pt x="14038" y="1"/>
                      <a:pt x="12442" y="1049"/>
                      <a:pt x="11276" y="1787"/>
                    </a:cubicBezTo>
                    <a:cubicBezTo>
                      <a:pt x="10335" y="2394"/>
                      <a:pt x="9811" y="2739"/>
                      <a:pt x="8466" y="2739"/>
                    </a:cubicBezTo>
                    <a:cubicBezTo>
                      <a:pt x="7120" y="2739"/>
                      <a:pt x="6596" y="2394"/>
                      <a:pt x="5656" y="1787"/>
                    </a:cubicBezTo>
                    <a:cubicBezTo>
                      <a:pt x="4489" y="1025"/>
                      <a:pt x="2894" y="1"/>
                      <a:pt x="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28"/>
              <p:cNvSpPr/>
              <p:nvPr/>
            </p:nvSpPr>
            <p:spPr>
              <a:xfrm>
                <a:off x="4805650" y="3260350"/>
                <a:ext cx="1269225" cy="199150"/>
              </a:xfrm>
              <a:custGeom>
                <a:avLst/>
                <a:gdLst/>
                <a:ahLst/>
                <a:cxnLst/>
                <a:rect l="l" t="t" r="r" b="b"/>
                <a:pathLst>
                  <a:path w="50769" h="7966" extrusionOk="0">
                    <a:moveTo>
                      <a:pt x="0" y="1"/>
                    </a:moveTo>
                    <a:lnTo>
                      <a:pt x="0" y="5227"/>
                    </a:lnTo>
                    <a:cubicBezTo>
                      <a:pt x="1346" y="5227"/>
                      <a:pt x="1870" y="5573"/>
                      <a:pt x="2822" y="6180"/>
                    </a:cubicBezTo>
                    <a:cubicBezTo>
                      <a:pt x="3989" y="6942"/>
                      <a:pt x="5584" y="7966"/>
                      <a:pt x="8466" y="7966"/>
                    </a:cubicBezTo>
                    <a:cubicBezTo>
                      <a:pt x="11347" y="7966"/>
                      <a:pt x="12943" y="6918"/>
                      <a:pt x="14109" y="6180"/>
                    </a:cubicBezTo>
                    <a:cubicBezTo>
                      <a:pt x="15062" y="5573"/>
                      <a:pt x="15574" y="5227"/>
                      <a:pt x="16919" y="5227"/>
                    </a:cubicBezTo>
                    <a:cubicBezTo>
                      <a:pt x="18265" y="5227"/>
                      <a:pt x="18788" y="5573"/>
                      <a:pt x="19741" y="6180"/>
                    </a:cubicBezTo>
                    <a:cubicBezTo>
                      <a:pt x="20908" y="6942"/>
                      <a:pt x="22503" y="7966"/>
                      <a:pt x="25385" y="7966"/>
                    </a:cubicBezTo>
                    <a:cubicBezTo>
                      <a:pt x="28266" y="7966"/>
                      <a:pt x="29861" y="6918"/>
                      <a:pt x="31028" y="6180"/>
                    </a:cubicBezTo>
                    <a:cubicBezTo>
                      <a:pt x="31981" y="5573"/>
                      <a:pt x="32493" y="5227"/>
                      <a:pt x="33838" y="5227"/>
                    </a:cubicBezTo>
                    <a:cubicBezTo>
                      <a:pt x="35195" y="5227"/>
                      <a:pt x="35707" y="5573"/>
                      <a:pt x="36660" y="6180"/>
                    </a:cubicBezTo>
                    <a:cubicBezTo>
                      <a:pt x="37827" y="6942"/>
                      <a:pt x="39422" y="7966"/>
                      <a:pt x="42303" y="7966"/>
                    </a:cubicBezTo>
                    <a:cubicBezTo>
                      <a:pt x="45185" y="7966"/>
                      <a:pt x="46780" y="6918"/>
                      <a:pt x="47947" y="6180"/>
                    </a:cubicBezTo>
                    <a:cubicBezTo>
                      <a:pt x="48899" y="5573"/>
                      <a:pt x="49423" y="5227"/>
                      <a:pt x="50769" y="5227"/>
                    </a:cubicBezTo>
                    <a:lnTo>
                      <a:pt x="50769" y="1"/>
                    </a:lnTo>
                    <a:cubicBezTo>
                      <a:pt x="47875" y="1"/>
                      <a:pt x="46280" y="1036"/>
                      <a:pt x="45113" y="1787"/>
                    </a:cubicBezTo>
                    <a:cubicBezTo>
                      <a:pt x="44173" y="2406"/>
                      <a:pt x="43649" y="2739"/>
                      <a:pt x="42303" y="2739"/>
                    </a:cubicBezTo>
                    <a:cubicBezTo>
                      <a:pt x="40958" y="2739"/>
                      <a:pt x="40434" y="2406"/>
                      <a:pt x="39493" y="1787"/>
                    </a:cubicBezTo>
                    <a:cubicBezTo>
                      <a:pt x="38327" y="1036"/>
                      <a:pt x="36731" y="1"/>
                      <a:pt x="33838" y="1"/>
                    </a:cubicBezTo>
                    <a:cubicBezTo>
                      <a:pt x="30957" y="1"/>
                      <a:pt x="29361" y="1036"/>
                      <a:pt x="28194" y="1787"/>
                    </a:cubicBezTo>
                    <a:cubicBezTo>
                      <a:pt x="27254" y="2406"/>
                      <a:pt x="26730" y="2739"/>
                      <a:pt x="25385" y="2739"/>
                    </a:cubicBezTo>
                    <a:cubicBezTo>
                      <a:pt x="24039" y="2739"/>
                      <a:pt x="23515" y="2406"/>
                      <a:pt x="22575" y="1787"/>
                    </a:cubicBezTo>
                    <a:cubicBezTo>
                      <a:pt x="21408" y="1036"/>
                      <a:pt x="19812" y="1"/>
                      <a:pt x="16919" y="1"/>
                    </a:cubicBezTo>
                    <a:cubicBezTo>
                      <a:pt x="14038" y="1"/>
                      <a:pt x="12442" y="1036"/>
                      <a:pt x="11276" y="1787"/>
                    </a:cubicBezTo>
                    <a:cubicBezTo>
                      <a:pt x="10335" y="2406"/>
                      <a:pt x="9811" y="2739"/>
                      <a:pt x="8466" y="2739"/>
                    </a:cubicBezTo>
                    <a:cubicBezTo>
                      <a:pt x="7120" y="2739"/>
                      <a:pt x="6596" y="2406"/>
                      <a:pt x="5656" y="1787"/>
                    </a:cubicBezTo>
                    <a:cubicBezTo>
                      <a:pt x="4489" y="1036"/>
                      <a:pt x="2894" y="1"/>
                      <a:pt x="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38" name="Google Shape;238;p28"/>
          <p:cNvSpPr/>
          <p:nvPr/>
        </p:nvSpPr>
        <p:spPr>
          <a:xfrm flipH="1">
            <a:off x="8118431" y="-239425"/>
            <a:ext cx="2284525" cy="2478400"/>
          </a:xfrm>
          <a:custGeom>
            <a:avLst/>
            <a:gdLst/>
            <a:ahLst/>
            <a:cxnLst/>
            <a:rect l="l" t="t" r="r" b="b"/>
            <a:pathLst>
              <a:path w="91381" h="99136" extrusionOk="0">
                <a:moveTo>
                  <a:pt x="77092" y="1"/>
                </a:moveTo>
                <a:cubicBezTo>
                  <a:pt x="75139" y="1"/>
                  <a:pt x="73192" y="742"/>
                  <a:pt x="71711" y="2223"/>
                </a:cubicBezTo>
                <a:lnTo>
                  <a:pt x="5191" y="68755"/>
                </a:lnTo>
                <a:cubicBezTo>
                  <a:pt x="1857" y="72065"/>
                  <a:pt x="0" y="76589"/>
                  <a:pt x="36" y="81292"/>
                </a:cubicBezTo>
                <a:cubicBezTo>
                  <a:pt x="48" y="86019"/>
                  <a:pt x="1941" y="90555"/>
                  <a:pt x="5298" y="93889"/>
                </a:cubicBezTo>
                <a:cubicBezTo>
                  <a:pt x="8800" y="97385"/>
                  <a:pt x="13392" y="99135"/>
                  <a:pt x="17968" y="99135"/>
                </a:cubicBezTo>
                <a:cubicBezTo>
                  <a:pt x="22494" y="99135"/>
                  <a:pt x="27005" y="97424"/>
                  <a:pt x="30432" y="93996"/>
                </a:cubicBezTo>
                <a:lnTo>
                  <a:pt x="32921" y="91508"/>
                </a:lnTo>
                <a:cubicBezTo>
                  <a:pt x="33111" y="91353"/>
                  <a:pt x="33302" y="91186"/>
                  <a:pt x="33480" y="90996"/>
                </a:cubicBezTo>
                <a:lnTo>
                  <a:pt x="88392" y="36084"/>
                </a:lnTo>
                <a:cubicBezTo>
                  <a:pt x="91381" y="33096"/>
                  <a:pt x="91369" y="28226"/>
                  <a:pt x="88344" y="25202"/>
                </a:cubicBezTo>
                <a:cubicBezTo>
                  <a:pt x="86829" y="23687"/>
                  <a:pt x="84844" y="22928"/>
                  <a:pt x="82865" y="22928"/>
                </a:cubicBezTo>
                <a:cubicBezTo>
                  <a:pt x="80909" y="22928"/>
                  <a:pt x="78959" y="23669"/>
                  <a:pt x="77474" y="25154"/>
                </a:cubicBezTo>
                <a:lnTo>
                  <a:pt x="19574" y="83054"/>
                </a:lnTo>
                <a:cubicBezTo>
                  <a:pt x="19090" y="83538"/>
                  <a:pt x="18452" y="83783"/>
                  <a:pt x="17813" y="83783"/>
                </a:cubicBezTo>
                <a:cubicBezTo>
                  <a:pt x="17210" y="83783"/>
                  <a:pt x="16607" y="83565"/>
                  <a:pt x="16133" y="83126"/>
                </a:cubicBezTo>
                <a:cubicBezTo>
                  <a:pt x="15657" y="82661"/>
                  <a:pt x="15383" y="82030"/>
                  <a:pt x="15371" y="81364"/>
                </a:cubicBezTo>
                <a:cubicBezTo>
                  <a:pt x="15371" y="80721"/>
                  <a:pt x="15621" y="80102"/>
                  <a:pt x="16085" y="79649"/>
                </a:cubicBezTo>
                <a:lnTo>
                  <a:pt x="82606" y="13129"/>
                </a:lnTo>
                <a:cubicBezTo>
                  <a:pt x="85582" y="10152"/>
                  <a:pt x="85570" y="5283"/>
                  <a:pt x="82558" y="2271"/>
                </a:cubicBezTo>
                <a:cubicBezTo>
                  <a:pt x="81044" y="757"/>
                  <a:pt x="79065" y="1"/>
                  <a:pt x="7709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9" name="Google Shape;239;p28"/>
          <p:cNvGrpSpPr/>
          <p:nvPr/>
        </p:nvGrpSpPr>
        <p:grpSpPr>
          <a:xfrm flipH="1">
            <a:off x="-837987" y="3491150"/>
            <a:ext cx="3304431" cy="2359299"/>
            <a:chOff x="6398434" y="3874100"/>
            <a:chExt cx="2343070" cy="1672905"/>
          </a:xfrm>
        </p:grpSpPr>
        <p:sp>
          <p:nvSpPr>
            <p:cNvPr id="240" name="Google Shape;240;p28"/>
            <p:cNvSpPr/>
            <p:nvPr/>
          </p:nvSpPr>
          <p:spPr>
            <a:xfrm rot="-8100197">
              <a:off x="7743857" y="3688660"/>
              <a:ext cx="322197" cy="2043785"/>
            </a:xfrm>
            <a:custGeom>
              <a:avLst/>
              <a:gdLst/>
              <a:ahLst/>
              <a:cxnLst/>
              <a:rect l="l" t="t" r="r" b="b"/>
              <a:pathLst>
                <a:path w="10455" h="66319" extrusionOk="0">
                  <a:moveTo>
                    <a:pt x="1" y="1"/>
                  </a:moveTo>
                  <a:lnTo>
                    <a:pt x="1" y="61091"/>
                  </a:lnTo>
                  <a:cubicBezTo>
                    <a:pt x="1" y="63985"/>
                    <a:pt x="2334" y="66318"/>
                    <a:pt x="5227" y="66318"/>
                  </a:cubicBezTo>
                  <a:cubicBezTo>
                    <a:pt x="8109" y="66318"/>
                    <a:pt x="10454" y="63973"/>
                    <a:pt x="10454" y="61091"/>
                  </a:cubicBezTo>
                  <a:lnTo>
                    <a:pt x="104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28"/>
            <p:cNvSpPr/>
            <p:nvPr/>
          </p:nvSpPr>
          <p:spPr>
            <a:xfrm rot="-8100197">
              <a:off x="6712576" y="4517273"/>
              <a:ext cx="322197" cy="1021908"/>
            </a:xfrm>
            <a:custGeom>
              <a:avLst/>
              <a:gdLst/>
              <a:ahLst/>
              <a:cxnLst/>
              <a:rect l="l" t="t" r="r" b="b"/>
              <a:pathLst>
                <a:path w="10455" h="33160" extrusionOk="0">
                  <a:moveTo>
                    <a:pt x="1" y="0"/>
                  </a:moveTo>
                  <a:lnTo>
                    <a:pt x="1" y="27932"/>
                  </a:lnTo>
                  <a:cubicBezTo>
                    <a:pt x="1" y="30826"/>
                    <a:pt x="2334" y="33159"/>
                    <a:pt x="5228" y="33159"/>
                  </a:cubicBezTo>
                  <a:cubicBezTo>
                    <a:pt x="8109" y="33159"/>
                    <a:pt x="10454" y="30814"/>
                    <a:pt x="10454" y="27932"/>
                  </a:cubicBezTo>
                  <a:lnTo>
                    <a:pt x="104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29"/>
          <p:cNvSpPr txBox="1">
            <a:spLocks noGrp="1"/>
          </p:cNvSpPr>
          <p:nvPr>
            <p:ph type="subTitle" idx="1"/>
          </p:nvPr>
        </p:nvSpPr>
        <p:spPr>
          <a:xfrm>
            <a:off x="791375" y="1767272"/>
            <a:ext cx="2296200" cy="747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45" name="Google Shape;245;p29"/>
          <p:cNvSpPr txBox="1">
            <a:spLocks noGrp="1"/>
          </p:cNvSpPr>
          <p:nvPr>
            <p:ph type="subTitle" idx="2"/>
          </p:nvPr>
        </p:nvSpPr>
        <p:spPr>
          <a:xfrm>
            <a:off x="791375" y="2511750"/>
            <a:ext cx="2296200" cy="102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29"/>
          <p:cNvSpPr txBox="1">
            <a:spLocks noGrp="1"/>
          </p:cNvSpPr>
          <p:nvPr>
            <p:ph type="subTitle" idx="3"/>
          </p:nvPr>
        </p:nvSpPr>
        <p:spPr>
          <a:xfrm>
            <a:off x="3423900" y="3165550"/>
            <a:ext cx="2296200" cy="102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47" name="Google Shape;247;p29"/>
          <p:cNvSpPr txBox="1">
            <a:spLocks noGrp="1"/>
          </p:cNvSpPr>
          <p:nvPr>
            <p:ph type="subTitle" idx="4"/>
          </p:nvPr>
        </p:nvSpPr>
        <p:spPr>
          <a:xfrm>
            <a:off x="6056425" y="2511750"/>
            <a:ext cx="2296200" cy="102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48" name="Google Shape;248;p29"/>
          <p:cNvSpPr txBox="1">
            <a:spLocks noGrp="1"/>
          </p:cNvSpPr>
          <p:nvPr>
            <p:ph type="subTitle" idx="5"/>
          </p:nvPr>
        </p:nvSpPr>
        <p:spPr>
          <a:xfrm>
            <a:off x="3423900" y="2421098"/>
            <a:ext cx="2296200" cy="747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49" name="Google Shape;249;p29"/>
          <p:cNvSpPr txBox="1">
            <a:spLocks noGrp="1"/>
          </p:cNvSpPr>
          <p:nvPr>
            <p:ph type="subTitle" idx="6"/>
          </p:nvPr>
        </p:nvSpPr>
        <p:spPr>
          <a:xfrm>
            <a:off x="6056425" y="1767272"/>
            <a:ext cx="2296200" cy="747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250" name="Google Shape;250;p29"/>
          <p:cNvGrpSpPr/>
          <p:nvPr/>
        </p:nvGrpSpPr>
        <p:grpSpPr>
          <a:xfrm>
            <a:off x="4513316" y="2516692"/>
            <a:ext cx="5140031" cy="5416592"/>
            <a:chOff x="4513316" y="2516692"/>
            <a:chExt cx="5140031" cy="5416592"/>
          </a:xfrm>
        </p:grpSpPr>
        <p:sp>
          <p:nvSpPr>
            <p:cNvPr id="251" name="Google Shape;251;p29"/>
            <p:cNvSpPr/>
            <p:nvPr/>
          </p:nvSpPr>
          <p:spPr>
            <a:xfrm rot="10800000">
              <a:off x="4513316" y="4342826"/>
              <a:ext cx="3309591" cy="3590458"/>
            </a:xfrm>
            <a:custGeom>
              <a:avLst/>
              <a:gdLst/>
              <a:ahLst/>
              <a:cxnLst/>
              <a:rect l="l" t="t" r="r" b="b"/>
              <a:pathLst>
                <a:path w="91381" h="99136" extrusionOk="0">
                  <a:moveTo>
                    <a:pt x="77092" y="1"/>
                  </a:moveTo>
                  <a:cubicBezTo>
                    <a:pt x="75139" y="1"/>
                    <a:pt x="73192" y="742"/>
                    <a:pt x="71711" y="2223"/>
                  </a:cubicBezTo>
                  <a:lnTo>
                    <a:pt x="5191" y="68755"/>
                  </a:lnTo>
                  <a:cubicBezTo>
                    <a:pt x="1857" y="72065"/>
                    <a:pt x="0" y="76589"/>
                    <a:pt x="36" y="81292"/>
                  </a:cubicBezTo>
                  <a:cubicBezTo>
                    <a:pt x="48" y="86019"/>
                    <a:pt x="1941" y="90555"/>
                    <a:pt x="5298" y="93889"/>
                  </a:cubicBezTo>
                  <a:cubicBezTo>
                    <a:pt x="8800" y="97385"/>
                    <a:pt x="13392" y="99135"/>
                    <a:pt x="17968" y="99135"/>
                  </a:cubicBezTo>
                  <a:cubicBezTo>
                    <a:pt x="22494" y="99135"/>
                    <a:pt x="27005" y="97424"/>
                    <a:pt x="30432" y="93996"/>
                  </a:cubicBezTo>
                  <a:lnTo>
                    <a:pt x="32921" y="91508"/>
                  </a:lnTo>
                  <a:cubicBezTo>
                    <a:pt x="33111" y="91353"/>
                    <a:pt x="33302" y="91186"/>
                    <a:pt x="33480" y="90996"/>
                  </a:cubicBezTo>
                  <a:lnTo>
                    <a:pt x="88392" y="36084"/>
                  </a:lnTo>
                  <a:cubicBezTo>
                    <a:pt x="91381" y="33096"/>
                    <a:pt x="91369" y="28226"/>
                    <a:pt x="88344" y="25202"/>
                  </a:cubicBezTo>
                  <a:cubicBezTo>
                    <a:pt x="86829" y="23687"/>
                    <a:pt x="84844" y="22928"/>
                    <a:pt x="82865" y="22928"/>
                  </a:cubicBezTo>
                  <a:cubicBezTo>
                    <a:pt x="80909" y="22928"/>
                    <a:pt x="78959" y="23669"/>
                    <a:pt x="77474" y="25154"/>
                  </a:cubicBezTo>
                  <a:lnTo>
                    <a:pt x="19574" y="83054"/>
                  </a:lnTo>
                  <a:cubicBezTo>
                    <a:pt x="19090" y="83538"/>
                    <a:pt x="18452" y="83783"/>
                    <a:pt x="17813" y="83783"/>
                  </a:cubicBezTo>
                  <a:cubicBezTo>
                    <a:pt x="17210" y="83783"/>
                    <a:pt x="16607" y="83565"/>
                    <a:pt x="16133" y="83126"/>
                  </a:cubicBezTo>
                  <a:cubicBezTo>
                    <a:pt x="15657" y="82661"/>
                    <a:pt x="15383" y="82030"/>
                    <a:pt x="15371" y="81364"/>
                  </a:cubicBezTo>
                  <a:cubicBezTo>
                    <a:pt x="15371" y="80721"/>
                    <a:pt x="15621" y="80102"/>
                    <a:pt x="16085" y="79649"/>
                  </a:cubicBezTo>
                  <a:lnTo>
                    <a:pt x="82606" y="13129"/>
                  </a:lnTo>
                  <a:cubicBezTo>
                    <a:pt x="85582" y="10152"/>
                    <a:pt x="85570" y="5283"/>
                    <a:pt x="82558" y="2271"/>
                  </a:cubicBezTo>
                  <a:cubicBezTo>
                    <a:pt x="81044" y="757"/>
                    <a:pt x="79065" y="1"/>
                    <a:pt x="7709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29"/>
            <p:cNvSpPr/>
            <p:nvPr/>
          </p:nvSpPr>
          <p:spPr>
            <a:xfrm rot="-8100000">
              <a:off x="8087199" y="3254895"/>
              <a:ext cx="484820" cy="3075349"/>
            </a:xfrm>
            <a:custGeom>
              <a:avLst/>
              <a:gdLst/>
              <a:ahLst/>
              <a:cxnLst/>
              <a:rect l="l" t="t" r="r" b="b"/>
              <a:pathLst>
                <a:path w="10455" h="66319" extrusionOk="0">
                  <a:moveTo>
                    <a:pt x="1" y="1"/>
                  </a:moveTo>
                  <a:lnTo>
                    <a:pt x="1" y="61091"/>
                  </a:lnTo>
                  <a:cubicBezTo>
                    <a:pt x="1" y="63985"/>
                    <a:pt x="2334" y="66318"/>
                    <a:pt x="5227" y="66318"/>
                  </a:cubicBezTo>
                  <a:cubicBezTo>
                    <a:pt x="8109" y="66318"/>
                    <a:pt x="10454" y="63973"/>
                    <a:pt x="10454" y="61091"/>
                  </a:cubicBezTo>
                  <a:lnTo>
                    <a:pt x="104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29"/>
            <p:cNvSpPr/>
            <p:nvPr/>
          </p:nvSpPr>
          <p:spPr>
            <a:xfrm rot="2700000">
              <a:off x="8792376" y="2468331"/>
              <a:ext cx="435953" cy="1382709"/>
            </a:xfrm>
            <a:custGeom>
              <a:avLst/>
              <a:gdLst/>
              <a:ahLst/>
              <a:cxnLst/>
              <a:rect l="l" t="t" r="r" b="b"/>
              <a:pathLst>
                <a:path w="10455" h="33160" extrusionOk="0">
                  <a:moveTo>
                    <a:pt x="1" y="0"/>
                  </a:moveTo>
                  <a:lnTo>
                    <a:pt x="1" y="27932"/>
                  </a:lnTo>
                  <a:cubicBezTo>
                    <a:pt x="1" y="30826"/>
                    <a:pt x="2334" y="33159"/>
                    <a:pt x="5228" y="33159"/>
                  </a:cubicBezTo>
                  <a:cubicBezTo>
                    <a:pt x="8109" y="33159"/>
                    <a:pt x="10454" y="30814"/>
                    <a:pt x="10454" y="27932"/>
                  </a:cubicBezTo>
                  <a:lnTo>
                    <a:pt x="1045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4" name="Google Shape;254;p29"/>
          <p:cNvGrpSpPr/>
          <p:nvPr/>
        </p:nvGrpSpPr>
        <p:grpSpPr>
          <a:xfrm>
            <a:off x="-382556" y="4002025"/>
            <a:ext cx="1269225" cy="740575"/>
            <a:chOff x="4805650" y="2718925"/>
            <a:chExt cx="1269225" cy="740575"/>
          </a:xfrm>
        </p:grpSpPr>
        <p:sp>
          <p:nvSpPr>
            <p:cNvPr id="255" name="Google Shape;255;p29"/>
            <p:cNvSpPr/>
            <p:nvPr/>
          </p:nvSpPr>
          <p:spPr>
            <a:xfrm>
              <a:off x="4805650" y="2718925"/>
              <a:ext cx="1269225" cy="198850"/>
            </a:xfrm>
            <a:custGeom>
              <a:avLst/>
              <a:gdLst/>
              <a:ahLst/>
              <a:cxnLst/>
              <a:rect l="l" t="t" r="r" b="b"/>
              <a:pathLst>
                <a:path w="50769" h="7954" extrusionOk="0">
                  <a:moveTo>
                    <a:pt x="0" y="0"/>
                  </a:moveTo>
                  <a:lnTo>
                    <a:pt x="0" y="5227"/>
                  </a:lnTo>
                  <a:cubicBezTo>
                    <a:pt x="1346" y="5227"/>
                    <a:pt x="1870" y="5560"/>
                    <a:pt x="2822" y="6168"/>
                  </a:cubicBezTo>
                  <a:cubicBezTo>
                    <a:pt x="3989" y="6930"/>
                    <a:pt x="5584" y="7954"/>
                    <a:pt x="8466" y="7954"/>
                  </a:cubicBezTo>
                  <a:cubicBezTo>
                    <a:pt x="11347" y="7954"/>
                    <a:pt x="12943" y="6930"/>
                    <a:pt x="14109" y="6168"/>
                  </a:cubicBezTo>
                  <a:cubicBezTo>
                    <a:pt x="15062" y="5560"/>
                    <a:pt x="15574" y="5227"/>
                    <a:pt x="16919" y="5227"/>
                  </a:cubicBezTo>
                  <a:cubicBezTo>
                    <a:pt x="18265" y="5227"/>
                    <a:pt x="18788" y="5560"/>
                    <a:pt x="19741" y="6168"/>
                  </a:cubicBezTo>
                  <a:cubicBezTo>
                    <a:pt x="20908" y="6930"/>
                    <a:pt x="22503" y="7954"/>
                    <a:pt x="25385" y="7954"/>
                  </a:cubicBezTo>
                  <a:cubicBezTo>
                    <a:pt x="28266" y="7954"/>
                    <a:pt x="29861" y="6930"/>
                    <a:pt x="31028" y="6168"/>
                  </a:cubicBezTo>
                  <a:cubicBezTo>
                    <a:pt x="31981" y="5560"/>
                    <a:pt x="32493" y="5227"/>
                    <a:pt x="33838" y="5227"/>
                  </a:cubicBezTo>
                  <a:cubicBezTo>
                    <a:pt x="35195" y="5227"/>
                    <a:pt x="35707" y="5560"/>
                    <a:pt x="36660" y="6168"/>
                  </a:cubicBezTo>
                  <a:cubicBezTo>
                    <a:pt x="37827" y="6930"/>
                    <a:pt x="39422" y="7954"/>
                    <a:pt x="42303" y="7954"/>
                  </a:cubicBezTo>
                  <a:cubicBezTo>
                    <a:pt x="45185" y="7954"/>
                    <a:pt x="46780" y="6930"/>
                    <a:pt x="47947" y="6168"/>
                  </a:cubicBezTo>
                  <a:cubicBezTo>
                    <a:pt x="48899" y="5560"/>
                    <a:pt x="49423" y="5227"/>
                    <a:pt x="50769" y="5227"/>
                  </a:cubicBezTo>
                  <a:lnTo>
                    <a:pt x="50769" y="0"/>
                  </a:lnTo>
                  <a:cubicBezTo>
                    <a:pt x="47875" y="0"/>
                    <a:pt x="46280" y="1024"/>
                    <a:pt x="45113" y="1786"/>
                  </a:cubicBezTo>
                  <a:cubicBezTo>
                    <a:pt x="44173" y="2393"/>
                    <a:pt x="43649" y="2727"/>
                    <a:pt x="42303" y="2727"/>
                  </a:cubicBezTo>
                  <a:cubicBezTo>
                    <a:pt x="40958" y="2727"/>
                    <a:pt x="40434" y="2393"/>
                    <a:pt x="39493" y="1786"/>
                  </a:cubicBezTo>
                  <a:cubicBezTo>
                    <a:pt x="38327" y="1024"/>
                    <a:pt x="36731" y="0"/>
                    <a:pt x="33838" y="0"/>
                  </a:cubicBezTo>
                  <a:cubicBezTo>
                    <a:pt x="30957" y="0"/>
                    <a:pt x="29361" y="1036"/>
                    <a:pt x="28194" y="1786"/>
                  </a:cubicBezTo>
                  <a:cubicBezTo>
                    <a:pt x="27254" y="2393"/>
                    <a:pt x="26730" y="2727"/>
                    <a:pt x="25385" y="2727"/>
                  </a:cubicBezTo>
                  <a:cubicBezTo>
                    <a:pt x="24039" y="2727"/>
                    <a:pt x="23515" y="2393"/>
                    <a:pt x="22575" y="1786"/>
                  </a:cubicBezTo>
                  <a:cubicBezTo>
                    <a:pt x="21408" y="1024"/>
                    <a:pt x="19812" y="0"/>
                    <a:pt x="16919" y="0"/>
                  </a:cubicBezTo>
                  <a:cubicBezTo>
                    <a:pt x="14038" y="0"/>
                    <a:pt x="12442" y="1036"/>
                    <a:pt x="11276" y="1786"/>
                  </a:cubicBezTo>
                  <a:cubicBezTo>
                    <a:pt x="10335" y="2393"/>
                    <a:pt x="9811" y="2727"/>
                    <a:pt x="8466" y="2727"/>
                  </a:cubicBezTo>
                  <a:cubicBezTo>
                    <a:pt x="7120" y="2727"/>
                    <a:pt x="6596" y="2393"/>
                    <a:pt x="5656" y="1786"/>
                  </a:cubicBezTo>
                  <a:cubicBezTo>
                    <a:pt x="4489" y="1024"/>
                    <a:pt x="2894" y="0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29"/>
            <p:cNvSpPr/>
            <p:nvPr/>
          </p:nvSpPr>
          <p:spPr>
            <a:xfrm>
              <a:off x="4805650" y="2989775"/>
              <a:ext cx="1269225" cy="199175"/>
            </a:xfrm>
            <a:custGeom>
              <a:avLst/>
              <a:gdLst/>
              <a:ahLst/>
              <a:cxnLst/>
              <a:rect l="l" t="t" r="r" b="b"/>
              <a:pathLst>
                <a:path w="50769" h="7967" extrusionOk="0">
                  <a:moveTo>
                    <a:pt x="0" y="1"/>
                  </a:moveTo>
                  <a:lnTo>
                    <a:pt x="0" y="5228"/>
                  </a:lnTo>
                  <a:cubicBezTo>
                    <a:pt x="1346" y="5228"/>
                    <a:pt x="1870" y="5561"/>
                    <a:pt x="2822" y="6180"/>
                  </a:cubicBezTo>
                  <a:cubicBezTo>
                    <a:pt x="3989" y="6930"/>
                    <a:pt x="5584" y="7966"/>
                    <a:pt x="8466" y="7966"/>
                  </a:cubicBezTo>
                  <a:cubicBezTo>
                    <a:pt x="11347" y="7966"/>
                    <a:pt x="12943" y="6918"/>
                    <a:pt x="14109" y="6180"/>
                  </a:cubicBezTo>
                  <a:cubicBezTo>
                    <a:pt x="15062" y="5561"/>
                    <a:pt x="15574" y="5228"/>
                    <a:pt x="16919" y="5228"/>
                  </a:cubicBezTo>
                  <a:cubicBezTo>
                    <a:pt x="18265" y="5228"/>
                    <a:pt x="18788" y="5561"/>
                    <a:pt x="19741" y="6180"/>
                  </a:cubicBezTo>
                  <a:cubicBezTo>
                    <a:pt x="20908" y="6930"/>
                    <a:pt x="22503" y="7966"/>
                    <a:pt x="25385" y="7966"/>
                  </a:cubicBezTo>
                  <a:cubicBezTo>
                    <a:pt x="28266" y="7966"/>
                    <a:pt x="29861" y="6918"/>
                    <a:pt x="31028" y="6180"/>
                  </a:cubicBezTo>
                  <a:cubicBezTo>
                    <a:pt x="31981" y="5561"/>
                    <a:pt x="32493" y="5228"/>
                    <a:pt x="33838" y="5228"/>
                  </a:cubicBezTo>
                  <a:cubicBezTo>
                    <a:pt x="35195" y="5228"/>
                    <a:pt x="35707" y="5561"/>
                    <a:pt x="36660" y="6180"/>
                  </a:cubicBezTo>
                  <a:cubicBezTo>
                    <a:pt x="37827" y="6930"/>
                    <a:pt x="39422" y="7966"/>
                    <a:pt x="42303" y="7966"/>
                  </a:cubicBezTo>
                  <a:cubicBezTo>
                    <a:pt x="45185" y="7966"/>
                    <a:pt x="46780" y="6918"/>
                    <a:pt x="47947" y="6180"/>
                  </a:cubicBezTo>
                  <a:cubicBezTo>
                    <a:pt x="48899" y="5561"/>
                    <a:pt x="49423" y="5228"/>
                    <a:pt x="50769" y="5228"/>
                  </a:cubicBezTo>
                  <a:lnTo>
                    <a:pt x="50769" y="1"/>
                  </a:lnTo>
                  <a:cubicBezTo>
                    <a:pt x="47875" y="1"/>
                    <a:pt x="46280" y="1025"/>
                    <a:pt x="45113" y="1787"/>
                  </a:cubicBezTo>
                  <a:cubicBezTo>
                    <a:pt x="44173" y="2394"/>
                    <a:pt x="43649" y="2739"/>
                    <a:pt x="42303" y="2739"/>
                  </a:cubicBezTo>
                  <a:cubicBezTo>
                    <a:pt x="40958" y="2739"/>
                    <a:pt x="40434" y="2394"/>
                    <a:pt x="39493" y="1787"/>
                  </a:cubicBezTo>
                  <a:cubicBezTo>
                    <a:pt x="38327" y="1025"/>
                    <a:pt x="36731" y="1"/>
                    <a:pt x="33838" y="1"/>
                  </a:cubicBezTo>
                  <a:cubicBezTo>
                    <a:pt x="30957" y="1"/>
                    <a:pt x="29361" y="1049"/>
                    <a:pt x="28194" y="1787"/>
                  </a:cubicBezTo>
                  <a:cubicBezTo>
                    <a:pt x="27254" y="2394"/>
                    <a:pt x="26730" y="2739"/>
                    <a:pt x="25385" y="2739"/>
                  </a:cubicBezTo>
                  <a:cubicBezTo>
                    <a:pt x="24039" y="2739"/>
                    <a:pt x="23515" y="2394"/>
                    <a:pt x="22575" y="1787"/>
                  </a:cubicBezTo>
                  <a:cubicBezTo>
                    <a:pt x="21408" y="1025"/>
                    <a:pt x="19812" y="1"/>
                    <a:pt x="16919" y="1"/>
                  </a:cubicBezTo>
                  <a:cubicBezTo>
                    <a:pt x="14038" y="1"/>
                    <a:pt x="12442" y="1049"/>
                    <a:pt x="11276" y="1787"/>
                  </a:cubicBezTo>
                  <a:cubicBezTo>
                    <a:pt x="10335" y="2394"/>
                    <a:pt x="9811" y="2739"/>
                    <a:pt x="8466" y="2739"/>
                  </a:cubicBezTo>
                  <a:cubicBezTo>
                    <a:pt x="7120" y="2739"/>
                    <a:pt x="6596" y="2394"/>
                    <a:pt x="5656" y="1787"/>
                  </a:cubicBezTo>
                  <a:cubicBezTo>
                    <a:pt x="4489" y="1025"/>
                    <a:pt x="2894" y="1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29"/>
            <p:cNvSpPr/>
            <p:nvPr/>
          </p:nvSpPr>
          <p:spPr>
            <a:xfrm>
              <a:off x="4805650" y="3260350"/>
              <a:ext cx="1269225" cy="199150"/>
            </a:xfrm>
            <a:custGeom>
              <a:avLst/>
              <a:gdLst/>
              <a:ahLst/>
              <a:cxnLst/>
              <a:rect l="l" t="t" r="r" b="b"/>
              <a:pathLst>
                <a:path w="50769" h="7966" extrusionOk="0">
                  <a:moveTo>
                    <a:pt x="0" y="1"/>
                  </a:moveTo>
                  <a:lnTo>
                    <a:pt x="0" y="5227"/>
                  </a:lnTo>
                  <a:cubicBezTo>
                    <a:pt x="1346" y="5227"/>
                    <a:pt x="1870" y="5573"/>
                    <a:pt x="2822" y="6180"/>
                  </a:cubicBezTo>
                  <a:cubicBezTo>
                    <a:pt x="3989" y="6942"/>
                    <a:pt x="5584" y="7966"/>
                    <a:pt x="8466" y="7966"/>
                  </a:cubicBezTo>
                  <a:cubicBezTo>
                    <a:pt x="11347" y="7966"/>
                    <a:pt x="12943" y="6918"/>
                    <a:pt x="14109" y="6180"/>
                  </a:cubicBezTo>
                  <a:cubicBezTo>
                    <a:pt x="15062" y="5573"/>
                    <a:pt x="15574" y="5227"/>
                    <a:pt x="16919" y="5227"/>
                  </a:cubicBezTo>
                  <a:cubicBezTo>
                    <a:pt x="18265" y="5227"/>
                    <a:pt x="18788" y="5573"/>
                    <a:pt x="19741" y="6180"/>
                  </a:cubicBezTo>
                  <a:cubicBezTo>
                    <a:pt x="20908" y="6942"/>
                    <a:pt x="22503" y="7966"/>
                    <a:pt x="25385" y="7966"/>
                  </a:cubicBezTo>
                  <a:cubicBezTo>
                    <a:pt x="28266" y="7966"/>
                    <a:pt x="29861" y="6918"/>
                    <a:pt x="31028" y="6180"/>
                  </a:cubicBezTo>
                  <a:cubicBezTo>
                    <a:pt x="31981" y="5573"/>
                    <a:pt x="32493" y="5227"/>
                    <a:pt x="33838" y="5227"/>
                  </a:cubicBezTo>
                  <a:cubicBezTo>
                    <a:pt x="35195" y="5227"/>
                    <a:pt x="35707" y="5573"/>
                    <a:pt x="36660" y="6180"/>
                  </a:cubicBezTo>
                  <a:cubicBezTo>
                    <a:pt x="37827" y="6942"/>
                    <a:pt x="39422" y="7966"/>
                    <a:pt x="42303" y="7966"/>
                  </a:cubicBezTo>
                  <a:cubicBezTo>
                    <a:pt x="45185" y="7966"/>
                    <a:pt x="46780" y="6918"/>
                    <a:pt x="47947" y="6180"/>
                  </a:cubicBezTo>
                  <a:cubicBezTo>
                    <a:pt x="48899" y="5573"/>
                    <a:pt x="49423" y="5227"/>
                    <a:pt x="50769" y="5227"/>
                  </a:cubicBezTo>
                  <a:lnTo>
                    <a:pt x="50769" y="1"/>
                  </a:lnTo>
                  <a:cubicBezTo>
                    <a:pt x="47875" y="1"/>
                    <a:pt x="46280" y="1036"/>
                    <a:pt x="45113" y="1787"/>
                  </a:cubicBezTo>
                  <a:cubicBezTo>
                    <a:pt x="44173" y="2406"/>
                    <a:pt x="43649" y="2739"/>
                    <a:pt x="42303" y="2739"/>
                  </a:cubicBezTo>
                  <a:cubicBezTo>
                    <a:pt x="40958" y="2739"/>
                    <a:pt x="40434" y="2406"/>
                    <a:pt x="39493" y="1787"/>
                  </a:cubicBezTo>
                  <a:cubicBezTo>
                    <a:pt x="38327" y="1036"/>
                    <a:pt x="36731" y="1"/>
                    <a:pt x="33838" y="1"/>
                  </a:cubicBezTo>
                  <a:cubicBezTo>
                    <a:pt x="30957" y="1"/>
                    <a:pt x="29361" y="1036"/>
                    <a:pt x="28194" y="1787"/>
                  </a:cubicBezTo>
                  <a:cubicBezTo>
                    <a:pt x="27254" y="2406"/>
                    <a:pt x="26730" y="2739"/>
                    <a:pt x="25385" y="2739"/>
                  </a:cubicBezTo>
                  <a:cubicBezTo>
                    <a:pt x="24039" y="2739"/>
                    <a:pt x="23515" y="2406"/>
                    <a:pt x="22575" y="1787"/>
                  </a:cubicBezTo>
                  <a:cubicBezTo>
                    <a:pt x="21408" y="1036"/>
                    <a:pt x="19812" y="1"/>
                    <a:pt x="16919" y="1"/>
                  </a:cubicBezTo>
                  <a:cubicBezTo>
                    <a:pt x="14038" y="1"/>
                    <a:pt x="12442" y="1036"/>
                    <a:pt x="11276" y="1787"/>
                  </a:cubicBezTo>
                  <a:cubicBezTo>
                    <a:pt x="10335" y="2406"/>
                    <a:pt x="9811" y="2739"/>
                    <a:pt x="8466" y="2739"/>
                  </a:cubicBezTo>
                  <a:cubicBezTo>
                    <a:pt x="7120" y="2739"/>
                    <a:pt x="6596" y="2406"/>
                    <a:pt x="5656" y="1787"/>
                  </a:cubicBezTo>
                  <a:cubicBezTo>
                    <a:pt x="4489" y="1036"/>
                    <a:pt x="2894" y="1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0" name="Google Shape;260;p30"/>
          <p:cNvSpPr txBox="1">
            <a:spLocks noGrp="1"/>
          </p:cNvSpPr>
          <p:nvPr>
            <p:ph type="subTitle" idx="1"/>
          </p:nvPr>
        </p:nvSpPr>
        <p:spPr>
          <a:xfrm>
            <a:off x="1620250" y="1306475"/>
            <a:ext cx="28209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61" name="Google Shape;261;p30"/>
          <p:cNvSpPr txBox="1">
            <a:spLocks noGrp="1"/>
          </p:cNvSpPr>
          <p:nvPr>
            <p:ph type="subTitle" idx="2"/>
          </p:nvPr>
        </p:nvSpPr>
        <p:spPr>
          <a:xfrm>
            <a:off x="1620251" y="1756175"/>
            <a:ext cx="2820900" cy="10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p30"/>
          <p:cNvSpPr txBox="1">
            <a:spLocks noGrp="1"/>
          </p:cNvSpPr>
          <p:nvPr>
            <p:ph type="subTitle" idx="3"/>
          </p:nvPr>
        </p:nvSpPr>
        <p:spPr>
          <a:xfrm>
            <a:off x="5504890" y="1756175"/>
            <a:ext cx="2820900" cy="10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63" name="Google Shape;263;p30"/>
          <p:cNvSpPr txBox="1">
            <a:spLocks noGrp="1"/>
          </p:cNvSpPr>
          <p:nvPr>
            <p:ph type="subTitle" idx="4"/>
          </p:nvPr>
        </p:nvSpPr>
        <p:spPr>
          <a:xfrm>
            <a:off x="1620251" y="3352100"/>
            <a:ext cx="2820900" cy="10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64" name="Google Shape;264;p30"/>
          <p:cNvSpPr txBox="1">
            <a:spLocks noGrp="1"/>
          </p:cNvSpPr>
          <p:nvPr>
            <p:ph type="subTitle" idx="5"/>
          </p:nvPr>
        </p:nvSpPr>
        <p:spPr>
          <a:xfrm>
            <a:off x="5504890" y="3352100"/>
            <a:ext cx="2820900" cy="10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65" name="Google Shape;265;p30"/>
          <p:cNvSpPr txBox="1">
            <a:spLocks noGrp="1"/>
          </p:cNvSpPr>
          <p:nvPr>
            <p:ph type="subTitle" idx="6"/>
          </p:nvPr>
        </p:nvSpPr>
        <p:spPr>
          <a:xfrm>
            <a:off x="1620250" y="2902400"/>
            <a:ext cx="28209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66" name="Google Shape;266;p30"/>
          <p:cNvSpPr txBox="1">
            <a:spLocks noGrp="1"/>
          </p:cNvSpPr>
          <p:nvPr>
            <p:ph type="subTitle" idx="7"/>
          </p:nvPr>
        </p:nvSpPr>
        <p:spPr>
          <a:xfrm>
            <a:off x="5504888" y="1306475"/>
            <a:ext cx="28209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67" name="Google Shape;267;p30"/>
          <p:cNvSpPr txBox="1">
            <a:spLocks noGrp="1"/>
          </p:cNvSpPr>
          <p:nvPr>
            <p:ph type="subTitle" idx="8"/>
          </p:nvPr>
        </p:nvSpPr>
        <p:spPr>
          <a:xfrm>
            <a:off x="5504888" y="2902400"/>
            <a:ext cx="2820900" cy="525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268" name="Google Shape;268;p30"/>
          <p:cNvGrpSpPr/>
          <p:nvPr/>
        </p:nvGrpSpPr>
        <p:grpSpPr>
          <a:xfrm flipH="1">
            <a:off x="-621321" y="2623328"/>
            <a:ext cx="2848550" cy="4337371"/>
            <a:chOff x="6744106" y="2623328"/>
            <a:chExt cx="2848550" cy="4337371"/>
          </a:xfrm>
        </p:grpSpPr>
        <p:sp>
          <p:nvSpPr>
            <p:cNvPr id="269" name="Google Shape;269;p30"/>
            <p:cNvSpPr/>
            <p:nvPr/>
          </p:nvSpPr>
          <p:spPr>
            <a:xfrm rot="10800000">
              <a:off x="6744106" y="3994302"/>
              <a:ext cx="2734348" cy="2966397"/>
            </a:xfrm>
            <a:custGeom>
              <a:avLst/>
              <a:gdLst/>
              <a:ahLst/>
              <a:cxnLst/>
              <a:rect l="l" t="t" r="r" b="b"/>
              <a:pathLst>
                <a:path w="91381" h="99136" extrusionOk="0">
                  <a:moveTo>
                    <a:pt x="77092" y="1"/>
                  </a:moveTo>
                  <a:cubicBezTo>
                    <a:pt x="75139" y="1"/>
                    <a:pt x="73192" y="742"/>
                    <a:pt x="71711" y="2223"/>
                  </a:cubicBezTo>
                  <a:lnTo>
                    <a:pt x="5191" y="68755"/>
                  </a:lnTo>
                  <a:cubicBezTo>
                    <a:pt x="1857" y="72065"/>
                    <a:pt x="0" y="76589"/>
                    <a:pt x="36" y="81292"/>
                  </a:cubicBezTo>
                  <a:cubicBezTo>
                    <a:pt x="48" y="86019"/>
                    <a:pt x="1941" y="90555"/>
                    <a:pt x="5298" y="93889"/>
                  </a:cubicBezTo>
                  <a:cubicBezTo>
                    <a:pt x="8800" y="97385"/>
                    <a:pt x="13392" y="99135"/>
                    <a:pt x="17968" y="99135"/>
                  </a:cubicBezTo>
                  <a:cubicBezTo>
                    <a:pt x="22494" y="99135"/>
                    <a:pt x="27005" y="97424"/>
                    <a:pt x="30432" y="93996"/>
                  </a:cubicBezTo>
                  <a:lnTo>
                    <a:pt x="32921" y="91508"/>
                  </a:lnTo>
                  <a:cubicBezTo>
                    <a:pt x="33111" y="91353"/>
                    <a:pt x="33302" y="91186"/>
                    <a:pt x="33480" y="90996"/>
                  </a:cubicBezTo>
                  <a:lnTo>
                    <a:pt x="88392" y="36084"/>
                  </a:lnTo>
                  <a:cubicBezTo>
                    <a:pt x="91381" y="33096"/>
                    <a:pt x="91369" y="28226"/>
                    <a:pt x="88344" y="25202"/>
                  </a:cubicBezTo>
                  <a:cubicBezTo>
                    <a:pt x="86829" y="23687"/>
                    <a:pt x="84844" y="22928"/>
                    <a:pt x="82865" y="22928"/>
                  </a:cubicBezTo>
                  <a:cubicBezTo>
                    <a:pt x="80909" y="22928"/>
                    <a:pt x="78959" y="23669"/>
                    <a:pt x="77474" y="25154"/>
                  </a:cubicBezTo>
                  <a:lnTo>
                    <a:pt x="19574" y="83054"/>
                  </a:lnTo>
                  <a:cubicBezTo>
                    <a:pt x="19090" y="83538"/>
                    <a:pt x="18452" y="83783"/>
                    <a:pt x="17813" y="83783"/>
                  </a:cubicBezTo>
                  <a:cubicBezTo>
                    <a:pt x="17210" y="83783"/>
                    <a:pt x="16607" y="83565"/>
                    <a:pt x="16133" y="83126"/>
                  </a:cubicBezTo>
                  <a:cubicBezTo>
                    <a:pt x="15657" y="82661"/>
                    <a:pt x="15383" y="82030"/>
                    <a:pt x="15371" y="81364"/>
                  </a:cubicBezTo>
                  <a:cubicBezTo>
                    <a:pt x="15371" y="80721"/>
                    <a:pt x="15621" y="80102"/>
                    <a:pt x="16085" y="79649"/>
                  </a:cubicBezTo>
                  <a:lnTo>
                    <a:pt x="82606" y="13129"/>
                  </a:lnTo>
                  <a:cubicBezTo>
                    <a:pt x="85582" y="10152"/>
                    <a:pt x="85570" y="5283"/>
                    <a:pt x="82558" y="2271"/>
                  </a:cubicBezTo>
                  <a:cubicBezTo>
                    <a:pt x="81044" y="757"/>
                    <a:pt x="79065" y="1"/>
                    <a:pt x="7709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30"/>
            <p:cNvSpPr/>
            <p:nvPr/>
          </p:nvSpPr>
          <p:spPr>
            <a:xfrm rot="2700000">
              <a:off x="8700805" y="2573233"/>
              <a:ext cx="451589" cy="1432300"/>
            </a:xfrm>
            <a:custGeom>
              <a:avLst/>
              <a:gdLst/>
              <a:ahLst/>
              <a:cxnLst/>
              <a:rect l="l" t="t" r="r" b="b"/>
              <a:pathLst>
                <a:path w="10455" h="33160" extrusionOk="0">
                  <a:moveTo>
                    <a:pt x="1" y="0"/>
                  </a:moveTo>
                  <a:lnTo>
                    <a:pt x="1" y="27932"/>
                  </a:lnTo>
                  <a:cubicBezTo>
                    <a:pt x="1" y="30826"/>
                    <a:pt x="2334" y="33159"/>
                    <a:pt x="5228" y="33159"/>
                  </a:cubicBezTo>
                  <a:cubicBezTo>
                    <a:pt x="8109" y="33159"/>
                    <a:pt x="10454" y="30814"/>
                    <a:pt x="10454" y="27932"/>
                  </a:cubicBezTo>
                  <a:lnTo>
                    <a:pt x="1045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1" name="Google Shape;271;p30"/>
          <p:cNvGrpSpPr/>
          <p:nvPr/>
        </p:nvGrpSpPr>
        <p:grpSpPr>
          <a:xfrm>
            <a:off x="8509425" y="361088"/>
            <a:ext cx="1269225" cy="740575"/>
            <a:chOff x="4805650" y="2718925"/>
            <a:chExt cx="1269225" cy="740575"/>
          </a:xfrm>
        </p:grpSpPr>
        <p:sp>
          <p:nvSpPr>
            <p:cNvPr id="272" name="Google Shape;272;p30"/>
            <p:cNvSpPr/>
            <p:nvPr/>
          </p:nvSpPr>
          <p:spPr>
            <a:xfrm>
              <a:off x="4805650" y="2718925"/>
              <a:ext cx="1269225" cy="198850"/>
            </a:xfrm>
            <a:custGeom>
              <a:avLst/>
              <a:gdLst/>
              <a:ahLst/>
              <a:cxnLst/>
              <a:rect l="l" t="t" r="r" b="b"/>
              <a:pathLst>
                <a:path w="50769" h="7954" extrusionOk="0">
                  <a:moveTo>
                    <a:pt x="0" y="0"/>
                  </a:moveTo>
                  <a:lnTo>
                    <a:pt x="0" y="5227"/>
                  </a:lnTo>
                  <a:cubicBezTo>
                    <a:pt x="1346" y="5227"/>
                    <a:pt x="1870" y="5560"/>
                    <a:pt x="2822" y="6168"/>
                  </a:cubicBezTo>
                  <a:cubicBezTo>
                    <a:pt x="3989" y="6930"/>
                    <a:pt x="5584" y="7954"/>
                    <a:pt x="8466" y="7954"/>
                  </a:cubicBezTo>
                  <a:cubicBezTo>
                    <a:pt x="11347" y="7954"/>
                    <a:pt x="12943" y="6930"/>
                    <a:pt x="14109" y="6168"/>
                  </a:cubicBezTo>
                  <a:cubicBezTo>
                    <a:pt x="15062" y="5560"/>
                    <a:pt x="15574" y="5227"/>
                    <a:pt x="16919" y="5227"/>
                  </a:cubicBezTo>
                  <a:cubicBezTo>
                    <a:pt x="18265" y="5227"/>
                    <a:pt x="18788" y="5560"/>
                    <a:pt x="19741" y="6168"/>
                  </a:cubicBezTo>
                  <a:cubicBezTo>
                    <a:pt x="20908" y="6930"/>
                    <a:pt x="22503" y="7954"/>
                    <a:pt x="25385" y="7954"/>
                  </a:cubicBezTo>
                  <a:cubicBezTo>
                    <a:pt x="28266" y="7954"/>
                    <a:pt x="29861" y="6930"/>
                    <a:pt x="31028" y="6168"/>
                  </a:cubicBezTo>
                  <a:cubicBezTo>
                    <a:pt x="31981" y="5560"/>
                    <a:pt x="32493" y="5227"/>
                    <a:pt x="33838" y="5227"/>
                  </a:cubicBezTo>
                  <a:cubicBezTo>
                    <a:pt x="35195" y="5227"/>
                    <a:pt x="35707" y="5560"/>
                    <a:pt x="36660" y="6168"/>
                  </a:cubicBezTo>
                  <a:cubicBezTo>
                    <a:pt x="37827" y="6930"/>
                    <a:pt x="39422" y="7954"/>
                    <a:pt x="42303" y="7954"/>
                  </a:cubicBezTo>
                  <a:cubicBezTo>
                    <a:pt x="45185" y="7954"/>
                    <a:pt x="46780" y="6930"/>
                    <a:pt x="47947" y="6168"/>
                  </a:cubicBezTo>
                  <a:cubicBezTo>
                    <a:pt x="48899" y="5560"/>
                    <a:pt x="49423" y="5227"/>
                    <a:pt x="50769" y="5227"/>
                  </a:cubicBezTo>
                  <a:lnTo>
                    <a:pt x="50769" y="0"/>
                  </a:lnTo>
                  <a:cubicBezTo>
                    <a:pt x="47875" y="0"/>
                    <a:pt x="46280" y="1024"/>
                    <a:pt x="45113" y="1786"/>
                  </a:cubicBezTo>
                  <a:cubicBezTo>
                    <a:pt x="44173" y="2393"/>
                    <a:pt x="43649" y="2727"/>
                    <a:pt x="42303" y="2727"/>
                  </a:cubicBezTo>
                  <a:cubicBezTo>
                    <a:pt x="40958" y="2727"/>
                    <a:pt x="40434" y="2393"/>
                    <a:pt x="39493" y="1786"/>
                  </a:cubicBezTo>
                  <a:cubicBezTo>
                    <a:pt x="38327" y="1024"/>
                    <a:pt x="36731" y="0"/>
                    <a:pt x="33838" y="0"/>
                  </a:cubicBezTo>
                  <a:cubicBezTo>
                    <a:pt x="30957" y="0"/>
                    <a:pt x="29361" y="1036"/>
                    <a:pt x="28194" y="1786"/>
                  </a:cubicBezTo>
                  <a:cubicBezTo>
                    <a:pt x="27254" y="2393"/>
                    <a:pt x="26730" y="2727"/>
                    <a:pt x="25385" y="2727"/>
                  </a:cubicBezTo>
                  <a:cubicBezTo>
                    <a:pt x="24039" y="2727"/>
                    <a:pt x="23515" y="2393"/>
                    <a:pt x="22575" y="1786"/>
                  </a:cubicBezTo>
                  <a:cubicBezTo>
                    <a:pt x="21408" y="1024"/>
                    <a:pt x="19812" y="0"/>
                    <a:pt x="16919" y="0"/>
                  </a:cubicBezTo>
                  <a:cubicBezTo>
                    <a:pt x="14038" y="0"/>
                    <a:pt x="12442" y="1036"/>
                    <a:pt x="11276" y="1786"/>
                  </a:cubicBezTo>
                  <a:cubicBezTo>
                    <a:pt x="10335" y="2393"/>
                    <a:pt x="9811" y="2727"/>
                    <a:pt x="8466" y="2727"/>
                  </a:cubicBezTo>
                  <a:cubicBezTo>
                    <a:pt x="7120" y="2727"/>
                    <a:pt x="6596" y="2393"/>
                    <a:pt x="5656" y="1786"/>
                  </a:cubicBezTo>
                  <a:cubicBezTo>
                    <a:pt x="4489" y="1024"/>
                    <a:pt x="2894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30"/>
            <p:cNvSpPr/>
            <p:nvPr/>
          </p:nvSpPr>
          <p:spPr>
            <a:xfrm>
              <a:off x="4805650" y="2989775"/>
              <a:ext cx="1269225" cy="199175"/>
            </a:xfrm>
            <a:custGeom>
              <a:avLst/>
              <a:gdLst/>
              <a:ahLst/>
              <a:cxnLst/>
              <a:rect l="l" t="t" r="r" b="b"/>
              <a:pathLst>
                <a:path w="50769" h="7967" extrusionOk="0">
                  <a:moveTo>
                    <a:pt x="0" y="1"/>
                  </a:moveTo>
                  <a:lnTo>
                    <a:pt x="0" y="5228"/>
                  </a:lnTo>
                  <a:cubicBezTo>
                    <a:pt x="1346" y="5228"/>
                    <a:pt x="1870" y="5561"/>
                    <a:pt x="2822" y="6180"/>
                  </a:cubicBezTo>
                  <a:cubicBezTo>
                    <a:pt x="3989" y="6930"/>
                    <a:pt x="5584" y="7966"/>
                    <a:pt x="8466" y="7966"/>
                  </a:cubicBezTo>
                  <a:cubicBezTo>
                    <a:pt x="11347" y="7966"/>
                    <a:pt x="12943" y="6918"/>
                    <a:pt x="14109" y="6180"/>
                  </a:cubicBezTo>
                  <a:cubicBezTo>
                    <a:pt x="15062" y="5561"/>
                    <a:pt x="15574" y="5228"/>
                    <a:pt x="16919" y="5228"/>
                  </a:cubicBezTo>
                  <a:cubicBezTo>
                    <a:pt x="18265" y="5228"/>
                    <a:pt x="18788" y="5561"/>
                    <a:pt x="19741" y="6180"/>
                  </a:cubicBezTo>
                  <a:cubicBezTo>
                    <a:pt x="20908" y="6930"/>
                    <a:pt x="22503" y="7966"/>
                    <a:pt x="25385" y="7966"/>
                  </a:cubicBezTo>
                  <a:cubicBezTo>
                    <a:pt x="28266" y="7966"/>
                    <a:pt x="29861" y="6918"/>
                    <a:pt x="31028" y="6180"/>
                  </a:cubicBezTo>
                  <a:cubicBezTo>
                    <a:pt x="31981" y="5561"/>
                    <a:pt x="32493" y="5228"/>
                    <a:pt x="33838" y="5228"/>
                  </a:cubicBezTo>
                  <a:cubicBezTo>
                    <a:pt x="35195" y="5228"/>
                    <a:pt x="35707" y="5561"/>
                    <a:pt x="36660" y="6180"/>
                  </a:cubicBezTo>
                  <a:cubicBezTo>
                    <a:pt x="37827" y="6930"/>
                    <a:pt x="39422" y="7966"/>
                    <a:pt x="42303" y="7966"/>
                  </a:cubicBezTo>
                  <a:cubicBezTo>
                    <a:pt x="45185" y="7966"/>
                    <a:pt x="46780" y="6918"/>
                    <a:pt x="47947" y="6180"/>
                  </a:cubicBezTo>
                  <a:cubicBezTo>
                    <a:pt x="48899" y="5561"/>
                    <a:pt x="49423" y="5228"/>
                    <a:pt x="50769" y="5228"/>
                  </a:cubicBezTo>
                  <a:lnTo>
                    <a:pt x="50769" y="1"/>
                  </a:lnTo>
                  <a:cubicBezTo>
                    <a:pt x="47875" y="1"/>
                    <a:pt x="46280" y="1025"/>
                    <a:pt x="45113" y="1787"/>
                  </a:cubicBezTo>
                  <a:cubicBezTo>
                    <a:pt x="44173" y="2394"/>
                    <a:pt x="43649" y="2739"/>
                    <a:pt x="42303" y="2739"/>
                  </a:cubicBezTo>
                  <a:cubicBezTo>
                    <a:pt x="40958" y="2739"/>
                    <a:pt x="40434" y="2394"/>
                    <a:pt x="39493" y="1787"/>
                  </a:cubicBezTo>
                  <a:cubicBezTo>
                    <a:pt x="38327" y="1025"/>
                    <a:pt x="36731" y="1"/>
                    <a:pt x="33838" y="1"/>
                  </a:cubicBezTo>
                  <a:cubicBezTo>
                    <a:pt x="30957" y="1"/>
                    <a:pt x="29361" y="1049"/>
                    <a:pt x="28194" y="1787"/>
                  </a:cubicBezTo>
                  <a:cubicBezTo>
                    <a:pt x="27254" y="2394"/>
                    <a:pt x="26730" y="2739"/>
                    <a:pt x="25385" y="2739"/>
                  </a:cubicBezTo>
                  <a:cubicBezTo>
                    <a:pt x="24039" y="2739"/>
                    <a:pt x="23515" y="2394"/>
                    <a:pt x="22575" y="1787"/>
                  </a:cubicBezTo>
                  <a:cubicBezTo>
                    <a:pt x="21408" y="1025"/>
                    <a:pt x="19812" y="1"/>
                    <a:pt x="16919" y="1"/>
                  </a:cubicBezTo>
                  <a:cubicBezTo>
                    <a:pt x="14038" y="1"/>
                    <a:pt x="12442" y="1049"/>
                    <a:pt x="11276" y="1787"/>
                  </a:cubicBezTo>
                  <a:cubicBezTo>
                    <a:pt x="10335" y="2394"/>
                    <a:pt x="9811" y="2739"/>
                    <a:pt x="8466" y="2739"/>
                  </a:cubicBezTo>
                  <a:cubicBezTo>
                    <a:pt x="7120" y="2739"/>
                    <a:pt x="6596" y="2394"/>
                    <a:pt x="5656" y="1787"/>
                  </a:cubicBezTo>
                  <a:cubicBezTo>
                    <a:pt x="4489" y="1025"/>
                    <a:pt x="2894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30"/>
            <p:cNvSpPr/>
            <p:nvPr/>
          </p:nvSpPr>
          <p:spPr>
            <a:xfrm>
              <a:off x="4805650" y="3260350"/>
              <a:ext cx="1269225" cy="199150"/>
            </a:xfrm>
            <a:custGeom>
              <a:avLst/>
              <a:gdLst/>
              <a:ahLst/>
              <a:cxnLst/>
              <a:rect l="l" t="t" r="r" b="b"/>
              <a:pathLst>
                <a:path w="50769" h="7966" extrusionOk="0">
                  <a:moveTo>
                    <a:pt x="0" y="1"/>
                  </a:moveTo>
                  <a:lnTo>
                    <a:pt x="0" y="5227"/>
                  </a:lnTo>
                  <a:cubicBezTo>
                    <a:pt x="1346" y="5227"/>
                    <a:pt x="1870" y="5573"/>
                    <a:pt x="2822" y="6180"/>
                  </a:cubicBezTo>
                  <a:cubicBezTo>
                    <a:pt x="3989" y="6942"/>
                    <a:pt x="5584" y="7966"/>
                    <a:pt x="8466" y="7966"/>
                  </a:cubicBezTo>
                  <a:cubicBezTo>
                    <a:pt x="11347" y="7966"/>
                    <a:pt x="12943" y="6918"/>
                    <a:pt x="14109" y="6180"/>
                  </a:cubicBezTo>
                  <a:cubicBezTo>
                    <a:pt x="15062" y="5573"/>
                    <a:pt x="15574" y="5227"/>
                    <a:pt x="16919" y="5227"/>
                  </a:cubicBezTo>
                  <a:cubicBezTo>
                    <a:pt x="18265" y="5227"/>
                    <a:pt x="18788" y="5573"/>
                    <a:pt x="19741" y="6180"/>
                  </a:cubicBezTo>
                  <a:cubicBezTo>
                    <a:pt x="20908" y="6942"/>
                    <a:pt x="22503" y="7966"/>
                    <a:pt x="25385" y="7966"/>
                  </a:cubicBezTo>
                  <a:cubicBezTo>
                    <a:pt x="28266" y="7966"/>
                    <a:pt x="29861" y="6918"/>
                    <a:pt x="31028" y="6180"/>
                  </a:cubicBezTo>
                  <a:cubicBezTo>
                    <a:pt x="31981" y="5573"/>
                    <a:pt x="32493" y="5227"/>
                    <a:pt x="33838" y="5227"/>
                  </a:cubicBezTo>
                  <a:cubicBezTo>
                    <a:pt x="35195" y="5227"/>
                    <a:pt x="35707" y="5573"/>
                    <a:pt x="36660" y="6180"/>
                  </a:cubicBezTo>
                  <a:cubicBezTo>
                    <a:pt x="37827" y="6942"/>
                    <a:pt x="39422" y="7966"/>
                    <a:pt x="42303" y="7966"/>
                  </a:cubicBezTo>
                  <a:cubicBezTo>
                    <a:pt x="45185" y="7966"/>
                    <a:pt x="46780" y="6918"/>
                    <a:pt x="47947" y="6180"/>
                  </a:cubicBezTo>
                  <a:cubicBezTo>
                    <a:pt x="48899" y="5573"/>
                    <a:pt x="49423" y="5227"/>
                    <a:pt x="50769" y="5227"/>
                  </a:cubicBezTo>
                  <a:lnTo>
                    <a:pt x="50769" y="1"/>
                  </a:lnTo>
                  <a:cubicBezTo>
                    <a:pt x="47875" y="1"/>
                    <a:pt x="46280" y="1036"/>
                    <a:pt x="45113" y="1787"/>
                  </a:cubicBezTo>
                  <a:cubicBezTo>
                    <a:pt x="44173" y="2406"/>
                    <a:pt x="43649" y="2739"/>
                    <a:pt x="42303" y="2739"/>
                  </a:cubicBezTo>
                  <a:cubicBezTo>
                    <a:pt x="40958" y="2739"/>
                    <a:pt x="40434" y="2406"/>
                    <a:pt x="39493" y="1787"/>
                  </a:cubicBezTo>
                  <a:cubicBezTo>
                    <a:pt x="38327" y="1036"/>
                    <a:pt x="36731" y="1"/>
                    <a:pt x="33838" y="1"/>
                  </a:cubicBezTo>
                  <a:cubicBezTo>
                    <a:pt x="30957" y="1"/>
                    <a:pt x="29361" y="1036"/>
                    <a:pt x="28194" y="1787"/>
                  </a:cubicBezTo>
                  <a:cubicBezTo>
                    <a:pt x="27254" y="2406"/>
                    <a:pt x="26730" y="2739"/>
                    <a:pt x="25385" y="2739"/>
                  </a:cubicBezTo>
                  <a:cubicBezTo>
                    <a:pt x="24039" y="2739"/>
                    <a:pt x="23515" y="2406"/>
                    <a:pt x="22575" y="1787"/>
                  </a:cubicBezTo>
                  <a:cubicBezTo>
                    <a:pt x="21408" y="1036"/>
                    <a:pt x="19812" y="1"/>
                    <a:pt x="16919" y="1"/>
                  </a:cubicBezTo>
                  <a:cubicBezTo>
                    <a:pt x="14038" y="1"/>
                    <a:pt x="12442" y="1036"/>
                    <a:pt x="11276" y="1787"/>
                  </a:cubicBezTo>
                  <a:cubicBezTo>
                    <a:pt x="10335" y="2406"/>
                    <a:pt x="9811" y="2739"/>
                    <a:pt x="8466" y="2739"/>
                  </a:cubicBezTo>
                  <a:cubicBezTo>
                    <a:pt x="7120" y="2739"/>
                    <a:pt x="6596" y="2406"/>
                    <a:pt x="5656" y="1787"/>
                  </a:cubicBezTo>
                  <a:cubicBezTo>
                    <a:pt x="4489" y="1036"/>
                    <a:pt x="2894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5" name="Google Shape;275;p30"/>
          <p:cNvSpPr/>
          <p:nvPr/>
        </p:nvSpPr>
        <p:spPr>
          <a:xfrm rot="10800000" flipH="1">
            <a:off x="-2023569" y="-1733573"/>
            <a:ext cx="2734348" cy="2966397"/>
          </a:xfrm>
          <a:custGeom>
            <a:avLst/>
            <a:gdLst/>
            <a:ahLst/>
            <a:cxnLst/>
            <a:rect l="l" t="t" r="r" b="b"/>
            <a:pathLst>
              <a:path w="91381" h="99136" extrusionOk="0">
                <a:moveTo>
                  <a:pt x="77092" y="1"/>
                </a:moveTo>
                <a:cubicBezTo>
                  <a:pt x="75139" y="1"/>
                  <a:pt x="73192" y="742"/>
                  <a:pt x="71711" y="2223"/>
                </a:cubicBezTo>
                <a:lnTo>
                  <a:pt x="5191" y="68755"/>
                </a:lnTo>
                <a:cubicBezTo>
                  <a:pt x="1857" y="72065"/>
                  <a:pt x="0" y="76589"/>
                  <a:pt x="36" y="81292"/>
                </a:cubicBezTo>
                <a:cubicBezTo>
                  <a:pt x="48" y="86019"/>
                  <a:pt x="1941" y="90555"/>
                  <a:pt x="5298" y="93889"/>
                </a:cubicBezTo>
                <a:cubicBezTo>
                  <a:pt x="8800" y="97385"/>
                  <a:pt x="13392" y="99135"/>
                  <a:pt x="17968" y="99135"/>
                </a:cubicBezTo>
                <a:cubicBezTo>
                  <a:pt x="22494" y="99135"/>
                  <a:pt x="27005" y="97424"/>
                  <a:pt x="30432" y="93996"/>
                </a:cubicBezTo>
                <a:lnTo>
                  <a:pt x="32921" y="91508"/>
                </a:lnTo>
                <a:cubicBezTo>
                  <a:pt x="33111" y="91353"/>
                  <a:pt x="33302" y="91186"/>
                  <a:pt x="33480" y="90996"/>
                </a:cubicBezTo>
                <a:lnTo>
                  <a:pt x="88392" y="36084"/>
                </a:lnTo>
                <a:cubicBezTo>
                  <a:pt x="91381" y="33096"/>
                  <a:pt x="91369" y="28226"/>
                  <a:pt x="88344" y="25202"/>
                </a:cubicBezTo>
                <a:cubicBezTo>
                  <a:pt x="86829" y="23687"/>
                  <a:pt x="84844" y="22928"/>
                  <a:pt x="82865" y="22928"/>
                </a:cubicBezTo>
                <a:cubicBezTo>
                  <a:pt x="80909" y="22928"/>
                  <a:pt x="78959" y="23669"/>
                  <a:pt x="77474" y="25154"/>
                </a:cubicBezTo>
                <a:lnTo>
                  <a:pt x="19574" y="83054"/>
                </a:lnTo>
                <a:cubicBezTo>
                  <a:pt x="19090" y="83538"/>
                  <a:pt x="18452" y="83783"/>
                  <a:pt x="17813" y="83783"/>
                </a:cubicBezTo>
                <a:cubicBezTo>
                  <a:pt x="17210" y="83783"/>
                  <a:pt x="16607" y="83565"/>
                  <a:pt x="16133" y="83126"/>
                </a:cubicBezTo>
                <a:cubicBezTo>
                  <a:pt x="15657" y="82661"/>
                  <a:pt x="15383" y="82030"/>
                  <a:pt x="15371" y="81364"/>
                </a:cubicBezTo>
                <a:cubicBezTo>
                  <a:pt x="15371" y="80721"/>
                  <a:pt x="15621" y="80102"/>
                  <a:pt x="16085" y="79649"/>
                </a:cubicBezTo>
                <a:lnTo>
                  <a:pt x="82606" y="13129"/>
                </a:lnTo>
                <a:cubicBezTo>
                  <a:pt x="85582" y="10152"/>
                  <a:pt x="85570" y="5283"/>
                  <a:pt x="82558" y="2271"/>
                </a:cubicBezTo>
                <a:cubicBezTo>
                  <a:pt x="81044" y="757"/>
                  <a:pt x="79065" y="1"/>
                  <a:pt x="770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78" name="Google Shape;278;p31"/>
          <p:cNvSpPr txBox="1">
            <a:spLocks noGrp="1"/>
          </p:cNvSpPr>
          <p:nvPr>
            <p:ph type="subTitle" idx="1"/>
          </p:nvPr>
        </p:nvSpPr>
        <p:spPr>
          <a:xfrm>
            <a:off x="1033118" y="2040119"/>
            <a:ext cx="2259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79" name="Google Shape;279;p31"/>
          <p:cNvSpPr txBox="1">
            <a:spLocks noGrp="1"/>
          </p:cNvSpPr>
          <p:nvPr>
            <p:ph type="subTitle" idx="2"/>
          </p:nvPr>
        </p:nvSpPr>
        <p:spPr>
          <a:xfrm>
            <a:off x="3442200" y="2040119"/>
            <a:ext cx="2259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80" name="Google Shape;280;p31"/>
          <p:cNvSpPr txBox="1">
            <a:spLocks noGrp="1"/>
          </p:cNvSpPr>
          <p:nvPr>
            <p:ph type="subTitle" idx="3"/>
          </p:nvPr>
        </p:nvSpPr>
        <p:spPr>
          <a:xfrm>
            <a:off x="5853532" y="2040119"/>
            <a:ext cx="22551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81" name="Google Shape;281;p31"/>
          <p:cNvSpPr txBox="1">
            <a:spLocks noGrp="1"/>
          </p:cNvSpPr>
          <p:nvPr>
            <p:ph type="subTitle" idx="4"/>
          </p:nvPr>
        </p:nvSpPr>
        <p:spPr>
          <a:xfrm>
            <a:off x="1033118" y="3665025"/>
            <a:ext cx="2259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82" name="Google Shape;282;p31"/>
          <p:cNvSpPr txBox="1">
            <a:spLocks noGrp="1"/>
          </p:cNvSpPr>
          <p:nvPr>
            <p:ph type="subTitle" idx="5"/>
          </p:nvPr>
        </p:nvSpPr>
        <p:spPr>
          <a:xfrm>
            <a:off x="3442200" y="3665025"/>
            <a:ext cx="2259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83" name="Google Shape;283;p31"/>
          <p:cNvSpPr txBox="1">
            <a:spLocks noGrp="1"/>
          </p:cNvSpPr>
          <p:nvPr>
            <p:ph type="subTitle" idx="6"/>
          </p:nvPr>
        </p:nvSpPr>
        <p:spPr>
          <a:xfrm>
            <a:off x="5853532" y="3665025"/>
            <a:ext cx="22551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84" name="Google Shape;284;p31"/>
          <p:cNvSpPr txBox="1">
            <a:spLocks noGrp="1"/>
          </p:cNvSpPr>
          <p:nvPr>
            <p:ph type="subTitle" idx="7"/>
          </p:nvPr>
        </p:nvSpPr>
        <p:spPr>
          <a:xfrm>
            <a:off x="1033118" y="1314850"/>
            <a:ext cx="2259600" cy="7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85" name="Google Shape;285;p31"/>
          <p:cNvSpPr txBox="1">
            <a:spLocks noGrp="1"/>
          </p:cNvSpPr>
          <p:nvPr>
            <p:ph type="subTitle" idx="8"/>
          </p:nvPr>
        </p:nvSpPr>
        <p:spPr>
          <a:xfrm>
            <a:off x="3442200" y="1314850"/>
            <a:ext cx="2259600" cy="7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86" name="Google Shape;286;p31"/>
          <p:cNvSpPr txBox="1">
            <a:spLocks noGrp="1"/>
          </p:cNvSpPr>
          <p:nvPr>
            <p:ph type="subTitle" idx="9"/>
          </p:nvPr>
        </p:nvSpPr>
        <p:spPr>
          <a:xfrm>
            <a:off x="5853532" y="1314850"/>
            <a:ext cx="2255100" cy="7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87" name="Google Shape;287;p31"/>
          <p:cNvSpPr txBox="1">
            <a:spLocks noGrp="1"/>
          </p:cNvSpPr>
          <p:nvPr>
            <p:ph type="subTitle" idx="13"/>
          </p:nvPr>
        </p:nvSpPr>
        <p:spPr>
          <a:xfrm>
            <a:off x="1033118" y="2935175"/>
            <a:ext cx="2259600" cy="7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88" name="Google Shape;288;p31"/>
          <p:cNvSpPr txBox="1">
            <a:spLocks noGrp="1"/>
          </p:cNvSpPr>
          <p:nvPr>
            <p:ph type="subTitle" idx="14"/>
          </p:nvPr>
        </p:nvSpPr>
        <p:spPr>
          <a:xfrm>
            <a:off x="3442200" y="2935175"/>
            <a:ext cx="2259600" cy="7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89" name="Google Shape;289;p31"/>
          <p:cNvSpPr txBox="1">
            <a:spLocks noGrp="1"/>
          </p:cNvSpPr>
          <p:nvPr>
            <p:ph type="subTitle" idx="15"/>
          </p:nvPr>
        </p:nvSpPr>
        <p:spPr>
          <a:xfrm>
            <a:off x="5851282" y="2935175"/>
            <a:ext cx="2259600" cy="72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290" name="Google Shape;290;p31"/>
          <p:cNvGrpSpPr/>
          <p:nvPr/>
        </p:nvGrpSpPr>
        <p:grpSpPr>
          <a:xfrm>
            <a:off x="6608975" y="2335023"/>
            <a:ext cx="3459330" cy="4341052"/>
            <a:chOff x="6608975" y="2335023"/>
            <a:chExt cx="3459330" cy="4341052"/>
          </a:xfrm>
        </p:grpSpPr>
        <p:grpSp>
          <p:nvGrpSpPr>
            <p:cNvPr id="291" name="Google Shape;291;p31"/>
            <p:cNvGrpSpPr/>
            <p:nvPr/>
          </p:nvGrpSpPr>
          <p:grpSpPr>
            <a:xfrm>
              <a:off x="6608975" y="4682350"/>
              <a:ext cx="1269225" cy="740575"/>
              <a:chOff x="4805650" y="2718925"/>
              <a:chExt cx="1269225" cy="740575"/>
            </a:xfrm>
          </p:grpSpPr>
          <p:sp>
            <p:nvSpPr>
              <p:cNvPr id="292" name="Google Shape;292;p31"/>
              <p:cNvSpPr/>
              <p:nvPr/>
            </p:nvSpPr>
            <p:spPr>
              <a:xfrm>
                <a:off x="4805650" y="2718925"/>
                <a:ext cx="1269225" cy="198850"/>
              </a:xfrm>
              <a:custGeom>
                <a:avLst/>
                <a:gdLst/>
                <a:ahLst/>
                <a:cxnLst/>
                <a:rect l="l" t="t" r="r" b="b"/>
                <a:pathLst>
                  <a:path w="50769" h="7954" extrusionOk="0">
                    <a:moveTo>
                      <a:pt x="0" y="0"/>
                    </a:moveTo>
                    <a:lnTo>
                      <a:pt x="0" y="5227"/>
                    </a:lnTo>
                    <a:cubicBezTo>
                      <a:pt x="1346" y="5227"/>
                      <a:pt x="1870" y="5560"/>
                      <a:pt x="2822" y="6168"/>
                    </a:cubicBezTo>
                    <a:cubicBezTo>
                      <a:pt x="3989" y="6930"/>
                      <a:pt x="5584" y="7954"/>
                      <a:pt x="8466" y="7954"/>
                    </a:cubicBezTo>
                    <a:cubicBezTo>
                      <a:pt x="11347" y="7954"/>
                      <a:pt x="12943" y="6930"/>
                      <a:pt x="14109" y="6168"/>
                    </a:cubicBezTo>
                    <a:cubicBezTo>
                      <a:pt x="15062" y="5560"/>
                      <a:pt x="15574" y="5227"/>
                      <a:pt x="16919" y="5227"/>
                    </a:cubicBezTo>
                    <a:cubicBezTo>
                      <a:pt x="18265" y="5227"/>
                      <a:pt x="18788" y="5560"/>
                      <a:pt x="19741" y="6168"/>
                    </a:cubicBezTo>
                    <a:cubicBezTo>
                      <a:pt x="20908" y="6930"/>
                      <a:pt x="22503" y="7954"/>
                      <a:pt x="25385" y="7954"/>
                    </a:cubicBezTo>
                    <a:cubicBezTo>
                      <a:pt x="28266" y="7954"/>
                      <a:pt x="29861" y="6930"/>
                      <a:pt x="31028" y="6168"/>
                    </a:cubicBezTo>
                    <a:cubicBezTo>
                      <a:pt x="31981" y="5560"/>
                      <a:pt x="32493" y="5227"/>
                      <a:pt x="33838" y="5227"/>
                    </a:cubicBezTo>
                    <a:cubicBezTo>
                      <a:pt x="35195" y="5227"/>
                      <a:pt x="35707" y="5560"/>
                      <a:pt x="36660" y="6168"/>
                    </a:cubicBezTo>
                    <a:cubicBezTo>
                      <a:pt x="37827" y="6930"/>
                      <a:pt x="39422" y="7954"/>
                      <a:pt x="42303" y="7954"/>
                    </a:cubicBezTo>
                    <a:cubicBezTo>
                      <a:pt x="45185" y="7954"/>
                      <a:pt x="46780" y="6930"/>
                      <a:pt x="47947" y="6168"/>
                    </a:cubicBezTo>
                    <a:cubicBezTo>
                      <a:pt x="48899" y="5560"/>
                      <a:pt x="49423" y="5227"/>
                      <a:pt x="50769" y="5227"/>
                    </a:cubicBezTo>
                    <a:lnTo>
                      <a:pt x="50769" y="0"/>
                    </a:lnTo>
                    <a:cubicBezTo>
                      <a:pt x="47875" y="0"/>
                      <a:pt x="46280" y="1024"/>
                      <a:pt x="45113" y="1786"/>
                    </a:cubicBezTo>
                    <a:cubicBezTo>
                      <a:pt x="44173" y="2393"/>
                      <a:pt x="43649" y="2727"/>
                      <a:pt x="42303" y="2727"/>
                    </a:cubicBezTo>
                    <a:cubicBezTo>
                      <a:pt x="40958" y="2727"/>
                      <a:pt x="40434" y="2393"/>
                      <a:pt x="39493" y="1786"/>
                    </a:cubicBezTo>
                    <a:cubicBezTo>
                      <a:pt x="38327" y="1024"/>
                      <a:pt x="36731" y="0"/>
                      <a:pt x="33838" y="0"/>
                    </a:cubicBezTo>
                    <a:cubicBezTo>
                      <a:pt x="30957" y="0"/>
                      <a:pt x="29361" y="1036"/>
                      <a:pt x="28194" y="1786"/>
                    </a:cubicBezTo>
                    <a:cubicBezTo>
                      <a:pt x="27254" y="2393"/>
                      <a:pt x="26730" y="2727"/>
                      <a:pt x="25385" y="2727"/>
                    </a:cubicBezTo>
                    <a:cubicBezTo>
                      <a:pt x="24039" y="2727"/>
                      <a:pt x="23515" y="2393"/>
                      <a:pt x="22575" y="1786"/>
                    </a:cubicBezTo>
                    <a:cubicBezTo>
                      <a:pt x="21408" y="1024"/>
                      <a:pt x="19812" y="0"/>
                      <a:pt x="16919" y="0"/>
                    </a:cubicBezTo>
                    <a:cubicBezTo>
                      <a:pt x="14038" y="0"/>
                      <a:pt x="12442" y="1036"/>
                      <a:pt x="11276" y="1786"/>
                    </a:cubicBezTo>
                    <a:cubicBezTo>
                      <a:pt x="10335" y="2393"/>
                      <a:pt x="9811" y="2727"/>
                      <a:pt x="8466" y="2727"/>
                    </a:cubicBezTo>
                    <a:cubicBezTo>
                      <a:pt x="7120" y="2727"/>
                      <a:pt x="6596" y="2393"/>
                      <a:pt x="5656" y="1786"/>
                    </a:cubicBezTo>
                    <a:cubicBezTo>
                      <a:pt x="4489" y="1024"/>
                      <a:pt x="2894" y="0"/>
                      <a:pt x="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31"/>
              <p:cNvSpPr/>
              <p:nvPr/>
            </p:nvSpPr>
            <p:spPr>
              <a:xfrm>
                <a:off x="4805650" y="2989775"/>
                <a:ext cx="1269225" cy="199175"/>
              </a:xfrm>
              <a:custGeom>
                <a:avLst/>
                <a:gdLst/>
                <a:ahLst/>
                <a:cxnLst/>
                <a:rect l="l" t="t" r="r" b="b"/>
                <a:pathLst>
                  <a:path w="50769" h="7967" extrusionOk="0">
                    <a:moveTo>
                      <a:pt x="0" y="1"/>
                    </a:moveTo>
                    <a:lnTo>
                      <a:pt x="0" y="5228"/>
                    </a:lnTo>
                    <a:cubicBezTo>
                      <a:pt x="1346" y="5228"/>
                      <a:pt x="1870" y="5561"/>
                      <a:pt x="2822" y="6180"/>
                    </a:cubicBezTo>
                    <a:cubicBezTo>
                      <a:pt x="3989" y="6930"/>
                      <a:pt x="5584" y="7966"/>
                      <a:pt x="8466" y="7966"/>
                    </a:cubicBezTo>
                    <a:cubicBezTo>
                      <a:pt x="11347" y="7966"/>
                      <a:pt x="12943" y="6918"/>
                      <a:pt x="14109" y="6180"/>
                    </a:cubicBezTo>
                    <a:cubicBezTo>
                      <a:pt x="15062" y="5561"/>
                      <a:pt x="15574" y="5228"/>
                      <a:pt x="16919" y="5228"/>
                    </a:cubicBezTo>
                    <a:cubicBezTo>
                      <a:pt x="18265" y="5228"/>
                      <a:pt x="18788" y="5561"/>
                      <a:pt x="19741" y="6180"/>
                    </a:cubicBezTo>
                    <a:cubicBezTo>
                      <a:pt x="20908" y="6930"/>
                      <a:pt x="22503" y="7966"/>
                      <a:pt x="25385" y="7966"/>
                    </a:cubicBezTo>
                    <a:cubicBezTo>
                      <a:pt x="28266" y="7966"/>
                      <a:pt x="29861" y="6918"/>
                      <a:pt x="31028" y="6180"/>
                    </a:cubicBezTo>
                    <a:cubicBezTo>
                      <a:pt x="31981" y="5561"/>
                      <a:pt x="32493" y="5228"/>
                      <a:pt x="33838" y="5228"/>
                    </a:cubicBezTo>
                    <a:cubicBezTo>
                      <a:pt x="35195" y="5228"/>
                      <a:pt x="35707" y="5561"/>
                      <a:pt x="36660" y="6180"/>
                    </a:cubicBezTo>
                    <a:cubicBezTo>
                      <a:pt x="37827" y="6930"/>
                      <a:pt x="39422" y="7966"/>
                      <a:pt x="42303" y="7966"/>
                    </a:cubicBezTo>
                    <a:cubicBezTo>
                      <a:pt x="45185" y="7966"/>
                      <a:pt x="46780" y="6918"/>
                      <a:pt x="47947" y="6180"/>
                    </a:cubicBezTo>
                    <a:cubicBezTo>
                      <a:pt x="48899" y="5561"/>
                      <a:pt x="49423" y="5228"/>
                      <a:pt x="50769" y="5228"/>
                    </a:cubicBezTo>
                    <a:lnTo>
                      <a:pt x="50769" y="1"/>
                    </a:lnTo>
                    <a:cubicBezTo>
                      <a:pt x="47875" y="1"/>
                      <a:pt x="46280" y="1025"/>
                      <a:pt x="45113" y="1787"/>
                    </a:cubicBezTo>
                    <a:cubicBezTo>
                      <a:pt x="44173" y="2394"/>
                      <a:pt x="43649" y="2739"/>
                      <a:pt x="42303" y="2739"/>
                    </a:cubicBezTo>
                    <a:cubicBezTo>
                      <a:pt x="40958" y="2739"/>
                      <a:pt x="40434" y="2394"/>
                      <a:pt x="39493" y="1787"/>
                    </a:cubicBezTo>
                    <a:cubicBezTo>
                      <a:pt x="38327" y="1025"/>
                      <a:pt x="36731" y="1"/>
                      <a:pt x="33838" y="1"/>
                    </a:cubicBezTo>
                    <a:cubicBezTo>
                      <a:pt x="30957" y="1"/>
                      <a:pt x="29361" y="1049"/>
                      <a:pt x="28194" y="1787"/>
                    </a:cubicBezTo>
                    <a:cubicBezTo>
                      <a:pt x="27254" y="2394"/>
                      <a:pt x="26730" y="2739"/>
                      <a:pt x="25385" y="2739"/>
                    </a:cubicBezTo>
                    <a:cubicBezTo>
                      <a:pt x="24039" y="2739"/>
                      <a:pt x="23515" y="2394"/>
                      <a:pt x="22575" y="1787"/>
                    </a:cubicBezTo>
                    <a:cubicBezTo>
                      <a:pt x="21408" y="1025"/>
                      <a:pt x="19812" y="1"/>
                      <a:pt x="16919" y="1"/>
                    </a:cubicBezTo>
                    <a:cubicBezTo>
                      <a:pt x="14038" y="1"/>
                      <a:pt x="12442" y="1049"/>
                      <a:pt x="11276" y="1787"/>
                    </a:cubicBezTo>
                    <a:cubicBezTo>
                      <a:pt x="10335" y="2394"/>
                      <a:pt x="9811" y="2739"/>
                      <a:pt x="8466" y="2739"/>
                    </a:cubicBezTo>
                    <a:cubicBezTo>
                      <a:pt x="7120" y="2739"/>
                      <a:pt x="6596" y="2394"/>
                      <a:pt x="5656" y="1787"/>
                    </a:cubicBezTo>
                    <a:cubicBezTo>
                      <a:pt x="4489" y="1025"/>
                      <a:pt x="2894" y="1"/>
                      <a:pt x="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294;p31"/>
              <p:cNvSpPr/>
              <p:nvPr/>
            </p:nvSpPr>
            <p:spPr>
              <a:xfrm>
                <a:off x="4805650" y="3260350"/>
                <a:ext cx="1269225" cy="199150"/>
              </a:xfrm>
              <a:custGeom>
                <a:avLst/>
                <a:gdLst/>
                <a:ahLst/>
                <a:cxnLst/>
                <a:rect l="l" t="t" r="r" b="b"/>
                <a:pathLst>
                  <a:path w="50769" h="7966" extrusionOk="0">
                    <a:moveTo>
                      <a:pt x="0" y="1"/>
                    </a:moveTo>
                    <a:lnTo>
                      <a:pt x="0" y="5227"/>
                    </a:lnTo>
                    <a:cubicBezTo>
                      <a:pt x="1346" y="5227"/>
                      <a:pt x="1870" y="5573"/>
                      <a:pt x="2822" y="6180"/>
                    </a:cubicBezTo>
                    <a:cubicBezTo>
                      <a:pt x="3989" y="6942"/>
                      <a:pt x="5584" y="7966"/>
                      <a:pt x="8466" y="7966"/>
                    </a:cubicBezTo>
                    <a:cubicBezTo>
                      <a:pt x="11347" y="7966"/>
                      <a:pt x="12943" y="6918"/>
                      <a:pt x="14109" y="6180"/>
                    </a:cubicBezTo>
                    <a:cubicBezTo>
                      <a:pt x="15062" y="5573"/>
                      <a:pt x="15574" y="5227"/>
                      <a:pt x="16919" y="5227"/>
                    </a:cubicBezTo>
                    <a:cubicBezTo>
                      <a:pt x="18265" y="5227"/>
                      <a:pt x="18788" y="5573"/>
                      <a:pt x="19741" y="6180"/>
                    </a:cubicBezTo>
                    <a:cubicBezTo>
                      <a:pt x="20908" y="6942"/>
                      <a:pt x="22503" y="7966"/>
                      <a:pt x="25385" y="7966"/>
                    </a:cubicBezTo>
                    <a:cubicBezTo>
                      <a:pt x="28266" y="7966"/>
                      <a:pt x="29861" y="6918"/>
                      <a:pt x="31028" y="6180"/>
                    </a:cubicBezTo>
                    <a:cubicBezTo>
                      <a:pt x="31981" y="5573"/>
                      <a:pt x="32493" y="5227"/>
                      <a:pt x="33838" y="5227"/>
                    </a:cubicBezTo>
                    <a:cubicBezTo>
                      <a:pt x="35195" y="5227"/>
                      <a:pt x="35707" y="5573"/>
                      <a:pt x="36660" y="6180"/>
                    </a:cubicBezTo>
                    <a:cubicBezTo>
                      <a:pt x="37827" y="6942"/>
                      <a:pt x="39422" y="7966"/>
                      <a:pt x="42303" y="7966"/>
                    </a:cubicBezTo>
                    <a:cubicBezTo>
                      <a:pt x="45185" y="7966"/>
                      <a:pt x="46780" y="6918"/>
                      <a:pt x="47947" y="6180"/>
                    </a:cubicBezTo>
                    <a:cubicBezTo>
                      <a:pt x="48899" y="5573"/>
                      <a:pt x="49423" y="5227"/>
                      <a:pt x="50769" y="5227"/>
                    </a:cubicBezTo>
                    <a:lnTo>
                      <a:pt x="50769" y="1"/>
                    </a:lnTo>
                    <a:cubicBezTo>
                      <a:pt x="47875" y="1"/>
                      <a:pt x="46280" y="1036"/>
                      <a:pt x="45113" y="1787"/>
                    </a:cubicBezTo>
                    <a:cubicBezTo>
                      <a:pt x="44173" y="2406"/>
                      <a:pt x="43649" y="2739"/>
                      <a:pt x="42303" y="2739"/>
                    </a:cubicBezTo>
                    <a:cubicBezTo>
                      <a:pt x="40958" y="2739"/>
                      <a:pt x="40434" y="2406"/>
                      <a:pt x="39493" y="1787"/>
                    </a:cubicBezTo>
                    <a:cubicBezTo>
                      <a:pt x="38327" y="1036"/>
                      <a:pt x="36731" y="1"/>
                      <a:pt x="33838" y="1"/>
                    </a:cubicBezTo>
                    <a:cubicBezTo>
                      <a:pt x="30957" y="1"/>
                      <a:pt x="29361" y="1036"/>
                      <a:pt x="28194" y="1787"/>
                    </a:cubicBezTo>
                    <a:cubicBezTo>
                      <a:pt x="27254" y="2406"/>
                      <a:pt x="26730" y="2739"/>
                      <a:pt x="25385" y="2739"/>
                    </a:cubicBezTo>
                    <a:cubicBezTo>
                      <a:pt x="24039" y="2739"/>
                      <a:pt x="23515" y="2406"/>
                      <a:pt x="22575" y="1787"/>
                    </a:cubicBezTo>
                    <a:cubicBezTo>
                      <a:pt x="21408" y="1036"/>
                      <a:pt x="19812" y="1"/>
                      <a:pt x="16919" y="1"/>
                    </a:cubicBezTo>
                    <a:cubicBezTo>
                      <a:pt x="14038" y="1"/>
                      <a:pt x="12442" y="1036"/>
                      <a:pt x="11276" y="1787"/>
                    </a:cubicBezTo>
                    <a:cubicBezTo>
                      <a:pt x="10335" y="2406"/>
                      <a:pt x="9811" y="2739"/>
                      <a:pt x="8466" y="2739"/>
                    </a:cubicBezTo>
                    <a:cubicBezTo>
                      <a:pt x="7120" y="2739"/>
                      <a:pt x="6596" y="2406"/>
                      <a:pt x="5656" y="1787"/>
                    </a:cubicBezTo>
                    <a:cubicBezTo>
                      <a:pt x="4489" y="1036"/>
                      <a:pt x="2894" y="1"/>
                      <a:pt x="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95" name="Google Shape;295;p31"/>
            <p:cNvSpPr/>
            <p:nvPr/>
          </p:nvSpPr>
          <p:spPr>
            <a:xfrm rot="10800000">
              <a:off x="6998548" y="4197675"/>
              <a:ext cx="2284525" cy="2478400"/>
            </a:xfrm>
            <a:custGeom>
              <a:avLst/>
              <a:gdLst/>
              <a:ahLst/>
              <a:cxnLst/>
              <a:rect l="l" t="t" r="r" b="b"/>
              <a:pathLst>
                <a:path w="91381" h="99136" extrusionOk="0">
                  <a:moveTo>
                    <a:pt x="77092" y="1"/>
                  </a:moveTo>
                  <a:cubicBezTo>
                    <a:pt x="75139" y="1"/>
                    <a:pt x="73192" y="742"/>
                    <a:pt x="71711" y="2223"/>
                  </a:cubicBezTo>
                  <a:lnTo>
                    <a:pt x="5191" y="68755"/>
                  </a:lnTo>
                  <a:cubicBezTo>
                    <a:pt x="1857" y="72065"/>
                    <a:pt x="0" y="76589"/>
                    <a:pt x="36" y="81292"/>
                  </a:cubicBezTo>
                  <a:cubicBezTo>
                    <a:pt x="48" y="86019"/>
                    <a:pt x="1941" y="90555"/>
                    <a:pt x="5298" y="93889"/>
                  </a:cubicBezTo>
                  <a:cubicBezTo>
                    <a:pt x="8800" y="97385"/>
                    <a:pt x="13392" y="99135"/>
                    <a:pt x="17968" y="99135"/>
                  </a:cubicBezTo>
                  <a:cubicBezTo>
                    <a:pt x="22494" y="99135"/>
                    <a:pt x="27005" y="97424"/>
                    <a:pt x="30432" y="93996"/>
                  </a:cubicBezTo>
                  <a:lnTo>
                    <a:pt x="32921" y="91508"/>
                  </a:lnTo>
                  <a:cubicBezTo>
                    <a:pt x="33111" y="91353"/>
                    <a:pt x="33302" y="91186"/>
                    <a:pt x="33480" y="90996"/>
                  </a:cubicBezTo>
                  <a:lnTo>
                    <a:pt x="88392" y="36084"/>
                  </a:lnTo>
                  <a:cubicBezTo>
                    <a:pt x="91381" y="33096"/>
                    <a:pt x="91369" y="28226"/>
                    <a:pt x="88344" y="25202"/>
                  </a:cubicBezTo>
                  <a:cubicBezTo>
                    <a:pt x="86829" y="23687"/>
                    <a:pt x="84844" y="22928"/>
                    <a:pt x="82865" y="22928"/>
                  </a:cubicBezTo>
                  <a:cubicBezTo>
                    <a:pt x="80909" y="22928"/>
                    <a:pt x="78959" y="23669"/>
                    <a:pt x="77474" y="25154"/>
                  </a:cubicBezTo>
                  <a:lnTo>
                    <a:pt x="19574" y="83054"/>
                  </a:lnTo>
                  <a:cubicBezTo>
                    <a:pt x="19090" y="83538"/>
                    <a:pt x="18452" y="83783"/>
                    <a:pt x="17813" y="83783"/>
                  </a:cubicBezTo>
                  <a:cubicBezTo>
                    <a:pt x="17210" y="83783"/>
                    <a:pt x="16607" y="83565"/>
                    <a:pt x="16133" y="83126"/>
                  </a:cubicBezTo>
                  <a:cubicBezTo>
                    <a:pt x="15657" y="82661"/>
                    <a:pt x="15383" y="82030"/>
                    <a:pt x="15371" y="81364"/>
                  </a:cubicBezTo>
                  <a:cubicBezTo>
                    <a:pt x="15371" y="80721"/>
                    <a:pt x="15621" y="80102"/>
                    <a:pt x="16085" y="79649"/>
                  </a:cubicBezTo>
                  <a:lnTo>
                    <a:pt x="82606" y="13129"/>
                  </a:lnTo>
                  <a:cubicBezTo>
                    <a:pt x="85582" y="10152"/>
                    <a:pt x="85570" y="5283"/>
                    <a:pt x="82558" y="2271"/>
                  </a:cubicBezTo>
                  <a:cubicBezTo>
                    <a:pt x="81044" y="757"/>
                    <a:pt x="79065" y="1"/>
                    <a:pt x="7709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31"/>
            <p:cNvSpPr/>
            <p:nvPr/>
          </p:nvSpPr>
          <p:spPr>
            <a:xfrm rot="2700000">
              <a:off x="8987311" y="2189227"/>
              <a:ext cx="427045" cy="2026535"/>
            </a:xfrm>
            <a:custGeom>
              <a:avLst/>
              <a:gdLst/>
              <a:ahLst/>
              <a:cxnLst/>
              <a:rect l="l" t="t" r="r" b="b"/>
              <a:pathLst>
                <a:path w="10455" h="49614" extrusionOk="0">
                  <a:moveTo>
                    <a:pt x="1" y="0"/>
                  </a:moveTo>
                  <a:lnTo>
                    <a:pt x="1" y="44386"/>
                  </a:lnTo>
                  <a:cubicBezTo>
                    <a:pt x="1" y="47280"/>
                    <a:pt x="2346" y="49613"/>
                    <a:pt x="5228" y="49613"/>
                  </a:cubicBezTo>
                  <a:cubicBezTo>
                    <a:pt x="8121" y="49613"/>
                    <a:pt x="10454" y="47268"/>
                    <a:pt x="10454" y="44386"/>
                  </a:cubicBezTo>
                  <a:lnTo>
                    <a:pt x="1045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7" name="Google Shape;297;p31"/>
          <p:cNvGrpSpPr/>
          <p:nvPr/>
        </p:nvGrpSpPr>
        <p:grpSpPr>
          <a:xfrm>
            <a:off x="-1252100" y="-373650"/>
            <a:ext cx="2284525" cy="5517374"/>
            <a:chOff x="-1252100" y="-373650"/>
            <a:chExt cx="2284525" cy="5517374"/>
          </a:xfrm>
        </p:grpSpPr>
        <p:grpSp>
          <p:nvGrpSpPr>
            <p:cNvPr id="298" name="Google Shape;298;p31"/>
            <p:cNvGrpSpPr/>
            <p:nvPr/>
          </p:nvGrpSpPr>
          <p:grpSpPr>
            <a:xfrm>
              <a:off x="-73465" y="-58733"/>
              <a:ext cx="507553" cy="5202457"/>
              <a:chOff x="6539500" y="1042525"/>
              <a:chExt cx="346500" cy="3551650"/>
            </a:xfrm>
          </p:grpSpPr>
          <p:sp>
            <p:nvSpPr>
              <p:cNvPr id="299" name="Google Shape;299;p31"/>
              <p:cNvSpPr/>
              <p:nvPr/>
            </p:nvSpPr>
            <p:spPr>
              <a:xfrm>
                <a:off x="6539500" y="1042525"/>
                <a:ext cx="67000" cy="3551650"/>
              </a:xfrm>
              <a:custGeom>
                <a:avLst/>
                <a:gdLst/>
                <a:ahLst/>
                <a:cxnLst/>
                <a:rect l="l" t="t" r="r" b="b"/>
                <a:pathLst>
                  <a:path w="2680" h="142066" extrusionOk="0">
                    <a:moveTo>
                      <a:pt x="0" y="0"/>
                    </a:moveTo>
                    <a:lnTo>
                      <a:pt x="0" y="142065"/>
                    </a:lnTo>
                    <a:lnTo>
                      <a:pt x="2679" y="142065"/>
                    </a:lnTo>
                    <a:lnTo>
                      <a:pt x="267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31"/>
              <p:cNvSpPr/>
              <p:nvPr/>
            </p:nvSpPr>
            <p:spPr>
              <a:xfrm>
                <a:off x="6679400" y="1042525"/>
                <a:ext cx="66700" cy="3551650"/>
              </a:xfrm>
              <a:custGeom>
                <a:avLst/>
                <a:gdLst/>
                <a:ahLst/>
                <a:cxnLst/>
                <a:rect l="l" t="t" r="r" b="b"/>
                <a:pathLst>
                  <a:path w="2668" h="142066" extrusionOk="0">
                    <a:moveTo>
                      <a:pt x="0" y="0"/>
                    </a:moveTo>
                    <a:lnTo>
                      <a:pt x="0" y="142065"/>
                    </a:lnTo>
                    <a:lnTo>
                      <a:pt x="2667" y="142065"/>
                    </a:lnTo>
                    <a:lnTo>
                      <a:pt x="266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301;p31"/>
              <p:cNvSpPr/>
              <p:nvPr/>
            </p:nvSpPr>
            <p:spPr>
              <a:xfrm>
                <a:off x="6819000" y="1042525"/>
                <a:ext cx="67000" cy="3551650"/>
              </a:xfrm>
              <a:custGeom>
                <a:avLst/>
                <a:gdLst/>
                <a:ahLst/>
                <a:cxnLst/>
                <a:rect l="l" t="t" r="r" b="b"/>
                <a:pathLst>
                  <a:path w="2680" h="142066" extrusionOk="0">
                    <a:moveTo>
                      <a:pt x="0" y="0"/>
                    </a:moveTo>
                    <a:lnTo>
                      <a:pt x="0" y="142065"/>
                    </a:lnTo>
                    <a:lnTo>
                      <a:pt x="2679" y="142065"/>
                    </a:lnTo>
                    <a:lnTo>
                      <a:pt x="267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02" name="Google Shape;302;p31"/>
            <p:cNvSpPr/>
            <p:nvPr/>
          </p:nvSpPr>
          <p:spPr>
            <a:xfrm>
              <a:off x="-1252100" y="-373650"/>
              <a:ext cx="2284525" cy="2478400"/>
            </a:xfrm>
            <a:custGeom>
              <a:avLst/>
              <a:gdLst/>
              <a:ahLst/>
              <a:cxnLst/>
              <a:rect l="l" t="t" r="r" b="b"/>
              <a:pathLst>
                <a:path w="91381" h="99136" extrusionOk="0">
                  <a:moveTo>
                    <a:pt x="77092" y="1"/>
                  </a:moveTo>
                  <a:cubicBezTo>
                    <a:pt x="75139" y="1"/>
                    <a:pt x="73192" y="742"/>
                    <a:pt x="71711" y="2223"/>
                  </a:cubicBezTo>
                  <a:lnTo>
                    <a:pt x="5191" y="68755"/>
                  </a:lnTo>
                  <a:cubicBezTo>
                    <a:pt x="1857" y="72065"/>
                    <a:pt x="0" y="76589"/>
                    <a:pt x="36" y="81292"/>
                  </a:cubicBezTo>
                  <a:cubicBezTo>
                    <a:pt x="48" y="86019"/>
                    <a:pt x="1941" y="90555"/>
                    <a:pt x="5298" y="93889"/>
                  </a:cubicBezTo>
                  <a:cubicBezTo>
                    <a:pt x="8800" y="97385"/>
                    <a:pt x="13392" y="99135"/>
                    <a:pt x="17968" y="99135"/>
                  </a:cubicBezTo>
                  <a:cubicBezTo>
                    <a:pt x="22494" y="99135"/>
                    <a:pt x="27005" y="97424"/>
                    <a:pt x="30432" y="93996"/>
                  </a:cubicBezTo>
                  <a:lnTo>
                    <a:pt x="32921" y="91508"/>
                  </a:lnTo>
                  <a:cubicBezTo>
                    <a:pt x="33111" y="91353"/>
                    <a:pt x="33302" y="91186"/>
                    <a:pt x="33480" y="90996"/>
                  </a:cubicBezTo>
                  <a:lnTo>
                    <a:pt x="88392" y="36084"/>
                  </a:lnTo>
                  <a:cubicBezTo>
                    <a:pt x="91381" y="33096"/>
                    <a:pt x="91369" y="28226"/>
                    <a:pt x="88344" y="25202"/>
                  </a:cubicBezTo>
                  <a:cubicBezTo>
                    <a:pt x="86829" y="23687"/>
                    <a:pt x="84844" y="22928"/>
                    <a:pt x="82865" y="22928"/>
                  </a:cubicBezTo>
                  <a:cubicBezTo>
                    <a:pt x="80909" y="22928"/>
                    <a:pt x="78959" y="23669"/>
                    <a:pt x="77474" y="25154"/>
                  </a:cubicBezTo>
                  <a:lnTo>
                    <a:pt x="19574" y="83054"/>
                  </a:lnTo>
                  <a:cubicBezTo>
                    <a:pt x="19090" y="83538"/>
                    <a:pt x="18452" y="83783"/>
                    <a:pt x="17813" y="83783"/>
                  </a:cubicBezTo>
                  <a:cubicBezTo>
                    <a:pt x="17210" y="83783"/>
                    <a:pt x="16607" y="83565"/>
                    <a:pt x="16133" y="83126"/>
                  </a:cubicBezTo>
                  <a:cubicBezTo>
                    <a:pt x="15657" y="82661"/>
                    <a:pt x="15383" y="82030"/>
                    <a:pt x="15371" y="81364"/>
                  </a:cubicBezTo>
                  <a:cubicBezTo>
                    <a:pt x="15371" y="80721"/>
                    <a:pt x="15621" y="80102"/>
                    <a:pt x="16085" y="79649"/>
                  </a:cubicBezTo>
                  <a:lnTo>
                    <a:pt x="82606" y="13129"/>
                  </a:lnTo>
                  <a:cubicBezTo>
                    <a:pt x="85582" y="10152"/>
                    <a:pt x="85570" y="5283"/>
                    <a:pt x="82558" y="2271"/>
                  </a:cubicBezTo>
                  <a:cubicBezTo>
                    <a:pt x="81044" y="757"/>
                    <a:pt x="79065" y="1"/>
                    <a:pt x="770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2"/>
          <p:cNvSpPr txBox="1">
            <a:spLocks noGrp="1"/>
          </p:cNvSpPr>
          <p:nvPr>
            <p:ph type="title" hasCustomPrompt="1"/>
          </p:nvPr>
        </p:nvSpPr>
        <p:spPr>
          <a:xfrm>
            <a:off x="1630050" y="535000"/>
            <a:ext cx="5883900" cy="82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05" name="Google Shape;305;p32"/>
          <p:cNvSpPr txBox="1">
            <a:spLocks noGrp="1"/>
          </p:cNvSpPr>
          <p:nvPr>
            <p:ph type="subTitle" idx="1"/>
          </p:nvPr>
        </p:nvSpPr>
        <p:spPr>
          <a:xfrm>
            <a:off x="1629975" y="1252100"/>
            <a:ext cx="5883900" cy="4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06" name="Google Shape;306;p32"/>
          <p:cNvSpPr txBox="1">
            <a:spLocks noGrp="1"/>
          </p:cNvSpPr>
          <p:nvPr>
            <p:ph type="title" idx="2" hasCustomPrompt="1"/>
          </p:nvPr>
        </p:nvSpPr>
        <p:spPr>
          <a:xfrm>
            <a:off x="1630050" y="1990599"/>
            <a:ext cx="5883900" cy="82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07" name="Google Shape;307;p32"/>
          <p:cNvSpPr txBox="1">
            <a:spLocks noGrp="1"/>
          </p:cNvSpPr>
          <p:nvPr>
            <p:ph type="subTitle" idx="3"/>
          </p:nvPr>
        </p:nvSpPr>
        <p:spPr>
          <a:xfrm>
            <a:off x="1629975" y="2707700"/>
            <a:ext cx="5883900" cy="4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08" name="Google Shape;308;p32"/>
          <p:cNvSpPr txBox="1">
            <a:spLocks noGrp="1"/>
          </p:cNvSpPr>
          <p:nvPr>
            <p:ph type="title" idx="4" hasCustomPrompt="1"/>
          </p:nvPr>
        </p:nvSpPr>
        <p:spPr>
          <a:xfrm>
            <a:off x="1630050" y="3446198"/>
            <a:ext cx="5883900" cy="82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09" name="Google Shape;309;p32"/>
          <p:cNvSpPr txBox="1">
            <a:spLocks noGrp="1"/>
          </p:cNvSpPr>
          <p:nvPr>
            <p:ph type="subTitle" idx="5"/>
          </p:nvPr>
        </p:nvSpPr>
        <p:spPr>
          <a:xfrm>
            <a:off x="1629975" y="4163300"/>
            <a:ext cx="5883900" cy="4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310" name="Google Shape;310;p32"/>
          <p:cNvGrpSpPr/>
          <p:nvPr/>
        </p:nvGrpSpPr>
        <p:grpSpPr>
          <a:xfrm>
            <a:off x="8281450" y="4138000"/>
            <a:ext cx="1269225" cy="740575"/>
            <a:chOff x="4805650" y="2718925"/>
            <a:chExt cx="1269225" cy="740575"/>
          </a:xfrm>
        </p:grpSpPr>
        <p:sp>
          <p:nvSpPr>
            <p:cNvPr id="311" name="Google Shape;311;p32"/>
            <p:cNvSpPr/>
            <p:nvPr/>
          </p:nvSpPr>
          <p:spPr>
            <a:xfrm>
              <a:off x="4805650" y="2718925"/>
              <a:ext cx="1269225" cy="198850"/>
            </a:xfrm>
            <a:custGeom>
              <a:avLst/>
              <a:gdLst/>
              <a:ahLst/>
              <a:cxnLst/>
              <a:rect l="l" t="t" r="r" b="b"/>
              <a:pathLst>
                <a:path w="50769" h="7954" extrusionOk="0">
                  <a:moveTo>
                    <a:pt x="0" y="0"/>
                  </a:moveTo>
                  <a:lnTo>
                    <a:pt x="0" y="5227"/>
                  </a:lnTo>
                  <a:cubicBezTo>
                    <a:pt x="1346" y="5227"/>
                    <a:pt x="1870" y="5560"/>
                    <a:pt x="2822" y="6168"/>
                  </a:cubicBezTo>
                  <a:cubicBezTo>
                    <a:pt x="3989" y="6930"/>
                    <a:pt x="5584" y="7954"/>
                    <a:pt x="8466" y="7954"/>
                  </a:cubicBezTo>
                  <a:cubicBezTo>
                    <a:pt x="11347" y="7954"/>
                    <a:pt x="12943" y="6930"/>
                    <a:pt x="14109" y="6168"/>
                  </a:cubicBezTo>
                  <a:cubicBezTo>
                    <a:pt x="15062" y="5560"/>
                    <a:pt x="15574" y="5227"/>
                    <a:pt x="16919" y="5227"/>
                  </a:cubicBezTo>
                  <a:cubicBezTo>
                    <a:pt x="18265" y="5227"/>
                    <a:pt x="18788" y="5560"/>
                    <a:pt x="19741" y="6168"/>
                  </a:cubicBezTo>
                  <a:cubicBezTo>
                    <a:pt x="20908" y="6930"/>
                    <a:pt x="22503" y="7954"/>
                    <a:pt x="25385" y="7954"/>
                  </a:cubicBezTo>
                  <a:cubicBezTo>
                    <a:pt x="28266" y="7954"/>
                    <a:pt x="29861" y="6930"/>
                    <a:pt x="31028" y="6168"/>
                  </a:cubicBezTo>
                  <a:cubicBezTo>
                    <a:pt x="31981" y="5560"/>
                    <a:pt x="32493" y="5227"/>
                    <a:pt x="33838" y="5227"/>
                  </a:cubicBezTo>
                  <a:cubicBezTo>
                    <a:pt x="35195" y="5227"/>
                    <a:pt x="35707" y="5560"/>
                    <a:pt x="36660" y="6168"/>
                  </a:cubicBezTo>
                  <a:cubicBezTo>
                    <a:pt x="37827" y="6930"/>
                    <a:pt x="39422" y="7954"/>
                    <a:pt x="42303" y="7954"/>
                  </a:cubicBezTo>
                  <a:cubicBezTo>
                    <a:pt x="45185" y="7954"/>
                    <a:pt x="46780" y="6930"/>
                    <a:pt x="47947" y="6168"/>
                  </a:cubicBezTo>
                  <a:cubicBezTo>
                    <a:pt x="48899" y="5560"/>
                    <a:pt x="49423" y="5227"/>
                    <a:pt x="50769" y="5227"/>
                  </a:cubicBezTo>
                  <a:lnTo>
                    <a:pt x="50769" y="0"/>
                  </a:lnTo>
                  <a:cubicBezTo>
                    <a:pt x="47875" y="0"/>
                    <a:pt x="46280" y="1024"/>
                    <a:pt x="45113" y="1786"/>
                  </a:cubicBezTo>
                  <a:cubicBezTo>
                    <a:pt x="44173" y="2393"/>
                    <a:pt x="43649" y="2727"/>
                    <a:pt x="42303" y="2727"/>
                  </a:cubicBezTo>
                  <a:cubicBezTo>
                    <a:pt x="40958" y="2727"/>
                    <a:pt x="40434" y="2393"/>
                    <a:pt x="39493" y="1786"/>
                  </a:cubicBezTo>
                  <a:cubicBezTo>
                    <a:pt x="38327" y="1024"/>
                    <a:pt x="36731" y="0"/>
                    <a:pt x="33838" y="0"/>
                  </a:cubicBezTo>
                  <a:cubicBezTo>
                    <a:pt x="30957" y="0"/>
                    <a:pt x="29361" y="1036"/>
                    <a:pt x="28194" y="1786"/>
                  </a:cubicBezTo>
                  <a:cubicBezTo>
                    <a:pt x="27254" y="2393"/>
                    <a:pt x="26730" y="2727"/>
                    <a:pt x="25385" y="2727"/>
                  </a:cubicBezTo>
                  <a:cubicBezTo>
                    <a:pt x="24039" y="2727"/>
                    <a:pt x="23515" y="2393"/>
                    <a:pt x="22575" y="1786"/>
                  </a:cubicBezTo>
                  <a:cubicBezTo>
                    <a:pt x="21408" y="1024"/>
                    <a:pt x="19812" y="0"/>
                    <a:pt x="16919" y="0"/>
                  </a:cubicBezTo>
                  <a:cubicBezTo>
                    <a:pt x="14038" y="0"/>
                    <a:pt x="12442" y="1036"/>
                    <a:pt x="11276" y="1786"/>
                  </a:cubicBezTo>
                  <a:cubicBezTo>
                    <a:pt x="10335" y="2393"/>
                    <a:pt x="9811" y="2727"/>
                    <a:pt x="8466" y="2727"/>
                  </a:cubicBezTo>
                  <a:cubicBezTo>
                    <a:pt x="7120" y="2727"/>
                    <a:pt x="6596" y="2393"/>
                    <a:pt x="5656" y="1786"/>
                  </a:cubicBezTo>
                  <a:cubicBezTo>
                    <a:pt x="4489" y="1024"/>
                    <a:pt x="2894" y="0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32"/>
            <p:cNvSpPr/>
            <p:nvPr/>
          </p:nvSpPr>
          <p:spPr>
            <a:xfrm>
              <a:off x="4805650" y="2989775"/>
              <a:ext cx="1269225" cy="199175"/>
            </a:xfrm>
            <a:custGeom>
              <a:avLst/>
              <a:gdLst/>
              <a:ahLst/>
              <a:cxnLst/>
              <a:rect l="l" t="t" r="r" b="b"/>
              <a:pathLst>
                <a:path w="50769" h="7967" extrusionOk="0">
                  <a:moveTo>
                    <a:pt x="0" y="1"/>
                  </a:moveTo>
                  <a:lnTo>
                    <a:pt x="0" y="5228"/>
                  </a:lnTo>
                  <a:cubicBezTo>
                    <a:pt x="1346" y="5228"/>
                    <a:pt x="1870" y="5561"/>
                    <a:pt x="2822" y="6180"/>
                  </a:cubicBezTo>
                  <a:cubicBezTo>
                    <a:pt x="3989" y="6930"/>
                    <a:pt x="5584" y="7966"/>
                    <a:pt x="8466" y="7966"/>
                  </a:cubicBezTo>
                  <a:cubicBezTo>
                    <a:pt x="11347" y="7966"/>
                    <a:pt x="12943" y="6918"/>
                    <a:pt x="14109" y="6180"/>
                  </a:cubicBezTo>
                  <a:cubicBezTo>
                    <a:pt x="15062" y="5561"/>
                    <a:pt x="15574" y="5228"/>
                    <a:pt x="16919" y="5228"/>
                  </a:cubicBezTo>
                  <a:cubicBezTo>
                    <a:pt x="18265" y="5228"/>
                    <a:pt x="18788" y="5561"/>
                    <a:pt x="19741" y="6180"/>
                  </a:cubicBezTo>
                  <a:cubicBezTo>
                    <a:pt x="20908" y="6930"/>
                    <a:pt x="22503" y="7966"/>
                    <a:pt x="25385" y="7966"/>
                  </a:cubicBezTo>
                  <a:cubicBezTo>
                    <a:pt x="28266" y="7966"/>
                    <a:pt x="29861" y="6918"/>
                    <a:pt x="31028" y="6180"/>
                  </a:cubicBezTo>
                  <a:cubicBezTo>
                    <a:pt x="31981" y="5561"/>
                    <a:pt x="32493" y="5228"/>
                    <a:pt x="33838" y="5228"/>
                  </a:cubicBezTo>
                  <a:cubicBezTo>
                    <a:pt x="35195" y="5228"/>
                    <a:pt x="35707" y="5561"/>
                    <a:pt x="36660" y="6180"/>
                  </a:cubicBezTo>
                  <a:cubicBezTo>
                    <a:pt x="37827" y="6930"/>
                    <a:pt x="39422" y="7966"/>
                    <a:pt x="42303" y="7966"/>
                  </a:cubicBezTo>
                  <a:cubicBezTo>
                    <a:pt x="45185" y="7966"/>
                    <a:pt x="46780" y="6918"/>
                    <a:pt x="47947" y="6180"/>
                  </a:cubicBezTo>
                  <a:cubicBezTo>
                    <a:pt x="48899" y="5561"/>
                    <a:pt x="49423" y="5228"/>
                    <a:pt x="50769" y="5228"/>
                  </a:cubicBezTo>
                  <a:lnTo>
                    <a:pt x="50769" y="1"/>
                  </a:lnTo>
                  <a:cubicBezTo>
                    <a:pt x="47875" y="1"/>
                    <a:pt x="46280" y="1025"/>
                    <a:pt x="45113" y="1787"/>
                  </a:cubicBezTo>
                  <a:cubicBezTo>
                    <a:pt x="44173" y="2394"/>
                    <a:pt x="43649" y="2739"/>
                    <a:pt x="42303" y="2739"/>
                  </a:cubicBezTo>
                  <a:cubicBezTo>
                    <a:pt x="40958" y="2739"/>
                    <a:pt x="40434" y="2394"/>
                    <a:pt x="39493" y="1787"/>
                  </a:cubicBezTo>
                  <a:cubicBezTo>
                    <a:pt x="38327" y="1025"/>
                    <a:pt x="36731" y="1"/>
                    <a:pt x="33838" y="1"/>
                  </a:cubicBezTo>
                  <a:cubicBezTo>
                    <a:pt x="30957" y="1"/>
                    <a:pt x="29361" y="1049"/>
                    <a:pt x="28194" y="1787"/>
                  </a:cubicBezTo>
                  <a:cubicBezTo>
                    <a:pt x="27254" y="2394"/>
                    <a:pt x="26730" y="2739"/>
                    <a:pt x="25385" y="2739"/>
                  </a:cubicBezTo>
                  <a:cubicBezTo>
                    <a:pt x="24039" y="2739"/>
                    <a:pt x="23515" y="2394"/>
                    <a:pt x="22575" y="1787"/>
                  </a:cubicBezTo>
                  <a:cubicBezTo>
                    <a:pt x="21408" y="1025"/>
                    <a:pt x="19812" y="1"/>
                    <a:pt x="16919" y="1"/>
                  </a:cubicBezTo>
                  <a:cubicBezTo>
                    <a:pt x="14038" y="1"/>
                    <a:pt x="12442" y="1049"/>
                    <a:pt x="11276" y="1787"/>
                  </a:cubicBezTo>
                  <a:cubicBezTo>
                    <a:pt x="10335" y="2394"/>
                    <a:pt x="9811" y="2739"/>
                    <a:pt x="8466" y="2739"/>
                  </a:cubicBezTo>
                  <a:cubicBezTo>
                    <a:pt x="7120" y="2739"/>
                    <a:pt x="6596" y="2394"/>
                    <a:pt x="5656" y="1787"/>
                  </a:cubicBezTo>
                  <a:cubicBezTo>
                    <a:pt x="4489" y="1025"/>
                    <a:pt x="2894" y="1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32"/>
            <p:cNvSpPr/>
            <p:nvPr/>
          </p:nvSpPr>
          <p:spPr>
            <a:xfrm>
              <a:off x="4805650" y="3260350"/>
              <a:ext cx="1269225" cy="199150"/>
            </a:xfrm>
            <a:custGeom>
              <a:avLst/>
              <a:gdLst/>
              <a:ahLst/>
              <a:cxnLst/>
              <a:rect l="l" t="t" r="r" b="b"/>
              <a:pathLst>
                <a:path w="50769" h="7966" extrusionOk="0">
                  <a:moveTo>
                    <a:pt x="0" y="1"/>
                  </a:moveTo>
                  <a:lnTo>
                    <a:pt x="0" y="5227"/>
                  </a:lnTo>
                  <a:cubicBezTo>
                    <a:pt x="1346" y="5227"/>
                    <a:pt x="1870" y="5573"/>
                    <a:pt x="2822" y="6180"/>
                  </a:cubicBezTo>
                  <a:cubicBezTo>
                    <a:pt x="3989" y="6942"/>
                    <a:pt x="5584" y="7966"/>
                    <a:pt x="8466" y="7966"/>
                  </a:cubicBezTo>
                  <a:cubicBezTo>
                    <a:pt x="11347" y="7966"/>
                    <a:pt x="12943" y="6918"/>
                    <a:pt x="14109" y="6180"/>
                  </a:cubicBezTo>
                  <a:cubicBezTo>
                    <a:pt x="15062" y="5573"/>
                    <a:pt x="15574" y="5227"/>
                    <a:pt x="16919" y="5227"/>
                  </a:cubicBezTo>
                  <a:cubicBezTo>
                    <a:pt x="18265" y="5227"/>
                    <a:pt x="18788" y="5573"/>
                    <a:pt x="19741" y="6180"/>
                  </a:cubicBezTo>
                  <a:cubicBezTo>
                    <a:pt x="20908" y="6942"/>
                    <a:pt x="22503" y="7966"/>
                    <a:pt x="25385" y="7966"/>
                  </a:cubicBezTo>
                  <a:cubicBezTo>
                    <a:pt x="28266" y="7966"/>
                    <a:pt x="29861" y="6918"/>
                    <a:pt x="31028" y="6180"/>
                  </a:cubicBezTo>
                  <a:cubicBezTo>
                    <a:pt x="31981" y="5573"/>
                    <a:pt x="32493" y="5227"/>
                    <a:pt x="33838" y="5227"/>
                  </a:cubicBezTo>
                  <a:cubicBezTo>
                    <a:pt x="35195" y="5227"/>
                    <a:pt x="35707" y="5573"/>
                    <a:pt x="36660" y="6180"/>
                  </a:cubicBezTo>
                  <a:cubicBezTo>
                    <a:pt x="37827" y="6942"/>
                    <a:pt x="39422" y="7966"/>
                    <a:pt x="42303" y="7966"/>
                  </a:cubicBezTo>
                  <a:cubicBezTo>
                    <a:pt x="45185" y="7966"/>
                    <a:pt x="46780" y="6918"/>
                    <a:pt x="47947" y="6180"/>
                  </a:cubicBezTo>
                  <a:cubicBezTo>
                    <a:pt x="48899" y="5573"/>
                    <a:pt x="49423" y="5227"/>
                    <a:pt x="50769" y="5227"/>
                  </a:cubicBezTo>
                  <a:lnTo>
                    <a:pt x="50769" y="1"/>
                  </a:lnTo>
                  <a:cubicBezTo>
                    <a:pt x="47875" y="1"/>
                    <a:pt x="46280" y="1036"/>
                    <a:pt x="45113" y="1787"/>
                  </a:cubicBezTo>
                  <a:cubicBezTo>
                    <a:pt x="44173" y="2406"/>
                    <a:pt x="43649" y="2739"/>
                    <a:pt x="42303" y="2739"/>
                  </a:cubicBezTo>
                  <a:cubicBezTo>
                    <a:pt x="40958" y="2739"/>
                    <a:pt x="40434" y="2406"/>
                    <a:pt x="39493" y="1787"/>
                  </a:cubicBezTo>
                  <a:cubicBezTo>
                    <a:pt x="38327" y="1036"/>
                    <a:pt x="36731" y="1"/>
                    <a:pt x="33838" y="1"/>
                  </a:cubicBezTo>
                  <a:cubicBezTo>
                    <a:pt x="30957" y="1"/>
                    <a:pt x="29361" y="1036"/>
                    <a:pt x="28194" y="1787"/>
                  </a:cubicBezTo>
                  <a:cubicBezTo>
                    <a:pt x="27254" y="2406"/>
                    <a:pt x="26730" y="2739"/>
                    <a:pt x="25385" y="2739"/>
                  </a:cubicBezTo>
                  <a:cubicBezTo>
                    <a:pt x="24039" y="2739"/>
                    <a:pt x="23515" y="2406"/>
                    <a:pt x="22575" y="1787"/>
                  </a:cubicBezTo>
                  <a:cubicBezTo>
                    <a:pt x="21408" y="1036"/>
                    <a:pt x="19812" y="1"/>
                    <a:pt x="16919" y="1"/>
                  </a:cubicBezTo>
                  <a:cubicBezTo>
                    <a:pt x="14038" y="1"/>
                    <a:pt x="12442" y="1036"/>
                    <a:pt x="11276" y="1787"/>
                  </a:cubicBezTo>
                  <a:cubicBezTo>
                    <a:pt x="10335" y="2406"/>
                    <a:pt x="9811" y="2739"/>
                    <a:pt x="8466" y="2739"/>
                  </a:cubicBezTo>
                  <a:cubicBezTo>
                    <a:pt x="7120" y="2739"/>
                    <a:pt x="6596" y="2406"/>
                    <a:pt x="5656" y="1787"/>
                  </a:cubicBezTo>
                  <a:cubicBezTo>
                    <a:pt x="4489" y="1036"/>
                    <a:pt x="2894" y="1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4" name="Google Shape;314;p32"/>
          <p:cNvSpPr/>
          <p:nvPr/>
        </p:nvSpPr>
        <p:spPr>
          <a:xfrm rot="-2700000">
            <a:off x="245524" y="-2466512"/>
            <a:ext cx="568432" cy="3605727"/>
          </a:xfrm>
          <a:custGeom>
            <a:avLst/>
            <a:gdLst/>
            <a:ahLst/>
            <a:cxnLst/>
            <a:rect l="l" t="t" r="r" b="b"/>
            <a:pathLst>
              <a:path w="10455" h="66319" extrusionOk="0">
                <a:moveTo>
                  <a:pt x="1" y="1"/>
                </a:moveTo>
                <a:lnTo>
                  <a:pt x="1" y="61091"/>
                </a:lnTo>
                <a:cubicBezTo>
                  <a:pt x="1" y="63985"/>
                  <a:pt x="2334" y="66318"/>
                  <a:pt x="5227" y="66318"/>
                </a:cubicBezTo>
                <a:cubicBezTo>
                  <a:pt x="8109" y="66318"/>
                  <a:pt x="10454" y="63973"/>
                  <a:pt x="10454" y="61091"/>
                </a:cubicBezTo>
                <a:lnTo>
                  <a:pt x="1045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5" name="Google Shape;315;p32"/>
          <p:cNvGrpSpPr/>
          <p:nvPr/>
        </p:nvGrpSpPr>
        <p:grpSpPr>
          <a:xfrm>
            <a:off x="7484250" y="228599"/>
            <a:ext cx="1088650" cy="201300"/>
            <a:chOff x="2678325" y="4703600"/>
            <a:chExt cx="1088650" cy="201300"/>
          </a:xfrm>
        </p:grpSpPr>
        <p:sp>
          <p:nvSpPr>
            <p:cNvPr id="316" name="Google Shape;316;p32"/>
            <p:cNvSpPr/>
            <p:nvPr/>
          </p:nvSpPr>
          <p:spPr>
            <a:xfrm>
              <a:off x="2678325" y="4703600"/>
              <a:ext cx="201300" cy="201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32"/>
            <p:cNvSpPr/>
            <p:nvPr/>
          </p:nvSpPr>
          <p:spPr>
            <a:xfrm>
              <a:off x="3106250" y="4703600"/>
              <a:ext cx="201300" cy="201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32"/>
            <p:cNvSpPr/>
            <p:nvPr/>
          </p:nvSpPr>
          <p:spPr>
            <a:xfrm>
              <a:off x="3534175" y="4703600"/>
              <a:ext cx="232800" cy="2013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9" name="Google Shape;319;p32"/>
          <p:cNvGrpSpPr/>
          <p:nvPr/>
        </p:nvGrpSpPr>
        <p:grpSpPr>
          <a:xfrm rot="-5400000">
            <a:off x="-399325" y="4199025"/>
            <a:ext cx="1269225" cy="740575"/>
            <a:chOff x="4805650" y="2718925"/>
            <a:chExt cx="1269225" cy="740575"/>
          </a:xfrm>
        </p:grpSpPr>
        <p:sp>
          <p:nvSpPr>
            <p:cNvPr id="320" name="Google Shape;320;p32"/>
            <p:cNvSpPr/>
            <p:nvPr/>
          </p:nvSpPr>
          <p:spPr>
            <a:xfrm>
              <a:off x="4805650" y="2718925"/>
              <a:ext cx="1269225" cy="198850"/>
            </a:xfrm>
            <a:custGeom>
              <a:avLst/>
              <a:gdLst/>
              <a:ahLst/>
              <a:cxnLst/>
              <a:rect l="l" t="t" r="r" b="b"/>
              <a:pathLst>
                <a:path w="50769" h="7954" extrusionOk="0">
                  <a:moveTo>
                    <a:pt x="0" y="0"/>
                  </a:moveTo>
                  <a:lnTo>
                    <a:pt x="0" y="5227"/>
                  </a:lnTo>
                  <a:cubicBezTo>
                    <a:pt x="1346" y="5227"/>
                    <a:pt x="1870" y="5560"/>
                    <a:pt x="2822" y="6168"/>
                  </a:cubicBezTo>
                  <a:cubicBezTo>
                    <a:pt x="3989" y="6930"/>
                    <a:pt x="5584" y="7954"/>
                    <a:pt x="8466" y="7954"/>
                  </a:cubicBezTo>
                  <a:cubicBezTo>
                    <a:pt x="11347" y="7954"/>
                    <a:pt x="12943" y="6930"/>
                    <a:pt x="14109" y="6168"/>
                  </a:cubicBezTo>
                  <a:cubicBezTo>
                    <a:pt x="15062" y="5560"/>
                    <a:pt x="15574" y="5227"/>
                    <a:pt x="16919" y="5227"/>
                  </a:cubicBezTo>
                  <a:cubicBezTo>
                    <a:pt x="18265" y="5227"/>
                    <a:pt x="18788" y="5560"/>
                    <a:pt x="19741" y="6168"/>
                  </a:cubicBezTo>
                  <a:cubicBezTo>
                    <a:pt x="20908" y="6930"/>
                    <a:pt x="22503" y="7954"/>
                    <a:pt x="25385" y="7954"/>
                  </a:cubicBezTo>
                  <a:cubicBezTo>
                    <a:pt x="28266" y="7954"/>
                    <a:pt x="29861" y="6930"/>
                    <a:pt x="31028" y="6168"/>
                  </a:cubicBezTo>
                  <a:cubicBezTo>
                    <a:pt x="31981" y="5560"/>
                    <a:pt x="32493" y="5227"/>
                    <a:pt x="33838" y="5227"/>
                  </a:cubicBezTo>
                  <a:cubicBezTo>
                    <a:pt x="35195" y="5227"/>
                    <a:pt x="35707" y="5560"/>
                    <a:pt x="36660" y="6168"/>
                  </a:cubicBezTo>
                  <a:cubicBezTo>
                    <a:pt x="37827" y="6930"/>
                    <a:pt x="39422" y="7954"/>
                    <a:pt x="42303" y="7954"/>
                  </a:cubicBezTo>
                  <a:cubicBezTo>
                    <a:pt x="45185" y="7954"/>
                    <a:pt x="46780" y="6930"/>
                    <a:pt x="47947" y="6168"/>
                  </a:cubicBezTo>
                  <a:cubicBezTo>
                    <a:pt x="48899" y="5560"/>
                    <a:pt x="49423" y="5227"/>
                    <a:pt x="50769" y="5227"/>
                  </a:cubicBezTo>
                  <a:lnTo>
                    <a:pt x="50769" y="0"/>
                  </a:lnTo>
                  <a:cubicBezTo>
                    <a:pt x="47875" y="0"/>
                    <a:pt x="46280" y="1024"/>
                    <a:pt x="45113" y="1786"/>
                  </a:cubicBezTo>
                  <a:cubicBezTo>
                    <a:pt x="44173" y="2393"/>
                    <a:pt x="43649" y="2727"/>
                    <a:pt x="42303" y="2727"/>
                  </a:cubicBezTo>
                  <a:cubicBezTo>
                    <a:pt x="40958" y="2727"/>
                    <a:pt x="40434" y="2393"/>
                    <a:pt x="39493" y="1786"/>
                  </a:cubicBezTo>
                  <a:cubicBezTo>
                    <a:pt x="38327" y="1024"/>
                    <a:pt x="36731" y="0"/>
                    <a:pt x="33838" y="0"/>
                  </a:cubicBezTo>
                  <a:cubicBezTo>
                    <a:pt x="30957" y="0"/>
                    <a:pt x="29361" y="1036"/>
                    <a:pt x="28194" y="1786"/>
                  </a:cubicBezTo>
                  <a:cubicBezTo>
                    <a:pt x="27254" y="2393"/>
                    <a:pt x="26730" y="2727"/>
                    <a:pt x="25385" y="2727"/>
                  </a:cubicBezTo>
                  <a:cubicBezTo>
                    <a:pt x="24039" y="2727"/>
                    <a:pt x="23515" y="2393"/>
                    <a:pt x="22575" y="1786"/>
                  </a:cubicBezTo>
                  <a:cubicBezTo>
                    <a:pt x="21408" y="1024"/>
                    <a:pt x="19812" y="0"/>
                    <a:pt x="16919" y="0"/>
                  </a:cubicBezTo>
                  <a:cubicBezTo>
                    <a:pt x="14038" y="0"/>
                    <a:pt x="12442" y="1036"/>
                    <a:pt x="11276" y="1786"/>
                  </a:cubicBezTo>
                  <a:cubicBezTo>
                    <a:pt x="10335" y="2393"/>
                    <a:pt x="9811" y="2727"/>
                    <a:pt x="8466" y="2727"/>
                  </a:cubicBezTo>
                  <a:cubicBezTo>
                    <a:pt x="7120" y="2727"/>
                    <a:pt x="6596" y="2393"/>
                    <a:pt x="5656" y="1786"/>
                  </a:cubicBezTo>
                  <a:cubicBezTo>
                    <a:pt x="4489" y="1024"/>
                    <a:pt x="2894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32"/>
            <p:cNvSpPr/>
            <p:nvPr/>
          </p:nvSpPr>
          <p:spPr>
            <a:xfrm>
              <a:off x="4805650" y="2989775"/>
              <a:ext cx="1269225" cy="199175"/>
            </a:xfrm>
            <a:custGeom>
              <a:avLst/>
              <a:gdLst/>
              <a:ahLst/>
              <a:cxnLst/>
              <a:rect l="l" t="t" r="r" b="b"/>
              <a:pathLst>
                <a:path w="50769" h="7967" extrusionOk="0">
                  <a:moveTo>
                    <a:pt x="0" y="1"/>
                  </a:moveTo>
                  <a:lnTo>
                    <a:pt x="0" y="5228"/>
                  </a:lnTo>
                  <a:cubicBezTo>
                    <a:pt x="1346" y="5228"/>
                    <a:pt x="1870" y="5561"/>
                    <a:pt x="2822" y="6180"/>
                  </a:cubicBezTo>
                  <a:cubicBezTo>
                    <a:pt x="3989" y="6930"/>
                    <a:pt x="5584" y="7966"/>
                    <a:pt x="8466" y="7966"/>
                  </a:cubicBezTo>
                  <a:cubicBezTo>
                    <a:pt x="11347" y="7966"/>
                    <a:pt x="12943" y="6918"/>
                    <a:pt x="14109" y="6180"/>
                  </a:cubicBezTo>
                  <a:cubicBezTo>
                    <a:pt x="15062" y="5561"/>
                    <a:pt x="15574" y="5228"/>
                    <a:pt x="16919" y="5228"/>
                  </a:cubicBezTo>
                  <a:cubicBezTo>
                    <a:pt x="18265" y="5228"/>
                    <a:pt x="18788" y="5561"/>
                    <a:pt x="19741" y="6180"/>
                  </a:cubicBezTo>
                  <a:cubicBezTo>
                    <a:pt x="20908" y="6930"/>
                    <a:pt x="22503" y="7966"/>
                    <a:pt x="25385" y="7966"/>
                  </a:cubicBezTo>
                  <a:cubicBezTo>
                    <a:pt x="28266" y="7966"/>
                    <a:pt x="29861" y="6918"/>
                    <a:pt x="31028" y="6180"/>
                  </a:cubicBezTo>
                  <a:cubicBezTo>
                    <a:pt x="31981" y="5561"/>
                    <a:pt x="32493" y="5228"/>
                    <a:pt x="33838" y="5228"/>
                  </a:cubicBezTo>
                  <a:cubicBezTo>
                    <a:pt x="35195" y="5228"/>
                    <a:pt x="35707" y="5561"/>
                    <a:pt x="36660" y="6180"/>
                  </a:cubicBezTo>
                  <a:cubicBezTo>
                    <a:pt x="37827" y="6930"/>
                    <a:pt x="39422" y="7966"/>
                    <a:pt x="42303" y="7966"/>
                  </a:cubicBezTo>
                  <a:cubicBezTo>
                    <a:pt x="45185" y="7966"/>
                    <a:pt x="46780" y="6918"/>
                    <a:pt x="47947" y="6180"/>
                  </a:cubicBezTo>
                  <a:cubicBezTo>
                    <a:pt x="48899" y="5561"/>
                    <a:pt x="49423" y="5228"/>
                    <a:pt x="50769" y="5228"/>
                  </a:cubicBezTo>
                  <a:lnTo>
                    <a:pt x="50769" y="1"/>
                  </a:lnTo>
                  <a:cubicBezTo>
                    <a:pt x="47875" y="1"/>
                    <a:pt x="46280" y="1025"/>
                    <a:pt x="45113" y="1787"/>
                  </a:cubicBezTo>
                  <a:cubicBezTo>
                    <a:pt x="44173" y="2394"/>
                    <a:pt x="43649" y="2739"/>
                    <a:pt x="42303" y="2739"/>
                  </a:cubicBezTo>
                  <a:cubicBezTo>
                    <a:pt x="40958" y="2739"/>
                    <a:pt x="40434" y="2394"/>
                    <a:pt x="39493" y="1787"/>
                  </a:cubicBezTo>
                  <a:cubicBezTo>
                    <a:pt x="38327" y="1025"/>
                    <a:pt x="36731" y="1"/>
                    <a:pt x="33838" y="1"/>
                  </a:cubicBezTo>
                  <a:cubicBezTo>
                    <a:pt x="30957" y="1"/>
                    <a:pt x="29361" y="1049"/>
                    <a:pt x="28194" y="1787"/>
                  </a:cubicBezTo>
                  <a:cubicBezTo>
                    <a:pt x="27254" y="2394"/>
                    <a:pt x="26730" y="2739"/>
                    <a:pt x="25385" y="2739"/>
                  </a:cubicBezTo>
                  <a:cubicBezTo>
                    <a:pt x="24039" y="2739"/>
                    <a:pt x="23515" y="2394"/>
                    <a:pt x="22575" y="1787"/>
                  </a:cubicBezTo>
                  <a:cubicBezTo>
                    <a:pt x="21408" y="1025"/>
                    <a:pt x="19812" y="1"/>
                    <a:pt x="16919" y="1"/>
                  </a:cubicBezTo>
                  <a:cubicBezTo>
                    <a:pt x="14038" y="1"/>
                    <a:pt x="12442" y="1049"/>
                    <a:pt x="11276" y="1787"/>
                  </a:cubicBezTo>
                  <a:cubicBezTo>
                    <a:pt x="10335" y="2394"/>
                    <a:pt x="9811" y="2739"/>
                    <a:pt x="8466" y="2739"/>
                  </a:cubicBezTo>
                  <a:cubicBezTo>
                    <a:pt x="7120" y="2739"/>
                    <a:pt x="6596" y="2394"/>
                    <a:pt x="5656" y="1787"/>
                  </a:cubicBezTo>
                  <a:cubicBezTo>
                    <a:pt x="4489" y="1025"/>
                    <a:pt x="2894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32"/>
            <p:cNvSpPr/>
            <p:nvPr/>
          </p:nvSpPr>
          <p:spPr>
            <a:xfrm>
              <a:off x="4805650" y="3260350"/>
              <a:ext cx="1269225" cy="199150"/>
            </a:xfrm>
            <a:custGeom>
              <a:avLst/>
              <a:gdLst/>
              <a:ahLst/>
              <a:cxnLst/>
              <a:rect l="l" t="t" r="r" b="b"/>
              <a:pathLst>
                <a:path w="50769" h="7966" extrusionOk="0">
                  <a:moveTo>
                    <a:pt x="0" y="1"/>
                  </a:moveTo>
                  <a:lnTo>
                    <a:pt x="0" y="5227"/>
                  </a:lnTo>
                  <a:cubicBezTo>
                    <a:pt x="1346" y="5227"/>
                    <a:pt x="1870" y="5573"/>
                    <a:pt x="2822" y="6180"/>
                  </a:cubicBezTo>
                  <a:cubicBezTo>
                    <a:pt x="3989" y="6942"/>
                    <a:pt x="5584" y="7966"/>
                    <a:pt x="8466" y="7966"/>
                  </a:cubicBezTo>
                  <a:cubicBezTo>
                    <a:pt x="11347" y="7966"/>
                    <a:pt x="12943" y="6918"/>
                    <a:pt x="14109" y="6180"/>
                  </a:cubicBezTo>
                  <a:cubicBezTo>
                    <a:pt x="15062" y="5573"/>
                    <a:pt x="15574" y="5227"/>
                    <a:pt x="16919" y="5227"/>
                  </a:cubicBezTo>
                  <a:cubicBezTo>
                    <a:pt x="18265" y="5227"/>
                    <a:pt x="18788" y="5573"/>
                    <a:pt x="19741" y="6180"/>
                  </a:cubicBezTo>
                  <a:cubicBezTo>
                    <a:pt x="20908" y="6942"/>
                    <a:pt x="22503" y="7966"/>
                    <a:pt x="25385" y="7966"/>
                  </a:cubicBezTo>
                  <a:cubicBezTo>
                    <a:pt x="28266" y="7966"/>
                    <a:pt x="29861" y="6918"/>
                    <a:pt x="31028" y="6180"/>
                  </a:cubicBezTo>
                  <a:cubicBezTo>
                    <a:pt x="31981" y="5573"/>
                    <a:pt x="32493" y="5227"/>
                    <a:pt x="33838" y="5227"/>
                  </a:cubicBezTo>
                  <a:cubicBezTo>
                    <a:pt x="35195" y="5227"/>
                    <a:pt x="35707" y="5573"/>
                    <a:pt x="36660" y="6180"/>
                  </a:cubicBezTo>
                  <a:cubicBezTo>
                    <a:pt x="37827" y="6942"/>
                    <a:pt x="39422" y="7966"/>
                    <a:pt x="42303" y="7966"/>
                  </a:cubicBezTo>
                  <a:cubicBezTo>
                    <a:pt x="45185" y="7966"/>
                    <a:pt x="46780" y="6918"/>
                    <a:pt x="47947" y="6180"/>
                  </a:cubicBezTo>
                  <a:cubicBezTo>
                    <a:pt x="48899" y="5573"/>
                    <a:pt x="49423" y="5227"/>
                    <a:pt x="50769" y="5227"/>
                  </a:cubicBezTo>
                  <a:lnTo>
                    <a:pt x="50769" y="1"/>
                  </a:lnTo>
                  <a:cubicBezTo>
                    <a:pt x="47875" y="1"/>
                    <a:pt x="46280" y="1036"/>
                    <a:pt x="45113" y="1787"/>
                  </a:cubicBezTo>
                  <a:cubicBezTo>
                    <a:pt x="44173" y="2406"/>
                    <a:pt x="43649" y="2739"/>
                    <a:pt x="42303" y="2739"/>
                  </a:cubicBezTo>
                  <a:cubicBezTo>
                    <a:pt x="40958" y="2739"/>
                    <a:pt x="40434" y="2406"/>
                    <a:pt x="39493" y="1787"/>
                  </a:cubicBezTo>
                  <a:cubicBezTo>
                    <a:pt x="38327" y="1036"/>
                    <a:pt x="36731" y="1"/>
                    <a:pt x="33838" y="1"/>
                  </a:cubicBezTo>
                  <a:cubicBezTo>
                    <a:pt x="30957" y="1"/>
                    <a:pt x="29361" y="1036"/>
                    <a:pt x="28194" y="1787"/>
                  </a:cubicBezTo>
                  <a:cubicBezTo>
                    <a:pt x="27254" y="2406"/>
                    <a:pt x="26730" y="2739"/>
                    <a:pt x="25385" y="2739"/>
                  </a:cubicBezTo>
                  <a:cubicBezTo>
                    <a:pt x="24039" y="2739"/>
                    <a:pt x="23515" y="2406"/>
                    <a:pt x="22575" y="1787"/>
                  </a:cubicBezTo>
                  <a:cubicBezTo>
                    <a:pt x="21408" y="1036"/>
                    <a:pt x="19812" y="1"/>
                    <a:pt x="16919" y="1"/>
                  </a:cubicBezTo>
                  <a:cubicBezTo>
                    <a:pt x="14038" y="1"/>
                    <a:pt x="12442" y="1036"/>
                    <a:pt x="11276" y="1787"/>
                  </a:cubicBezTo>
                  <a:cubicBezTo>
                    <a:pt x="10335" y="2406"/>
                    <a:pt x="9811" y="2739"/>
                    <a:pt x="8466" y="2739"/>
                  </a:cubicBezTo>
                  <a:cubicBezTo>
                    <a:pt x="7120" y="2739"/>
                    <a:pt x="6596" y="2406"/>
                    <a:pt x="5656" y="1787"/>
                  </a:cubicBezTo>
                  <a:cubicBezTo>
                    <a:pt x="4489" y="1036"/>
                    <a:pt x="2894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3"/>
          <p:cNvSpPr txBox="1">
            <a:spLocks noGrp="1"/>
          </p:cNvSpPr>
          <p:nvPr>
            <p:ph type="ctrTitle"/>
          </p:nvPr>
        </p:nvSpPr>
        <p:spPr>
          <a:xfrm>
            <a:off x="1115250" y="535000"/>
            <a:ext cx="4473000" cy="105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25" name="Google Shape;325;p33"/>
          <p:cNvSpPr txBox="1">
            <a:spLocks noGrp="1"/>
          </p:cNvSpPr>
          <p:nvPr>
            <p:ph type="subTitle" idx="1"/>
          </p:nvPr>
        </p:nvSpPr>
        <p:spPr>
          <a:xfrm>
            <a:off x="1115350" y="1700400"/>
            <a:ext cx="4473000" cy="117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26" name="Google Shape;326;p33"/>
          <p:cNvSpPr txBox="1"/>
          <p:nvPr/>
        </p:nvSpPr>
        <p:spPr>
          <a:xfrm>
            <a:off x="1115350" y="3663575"/>
            <a:ext cx="4379400" cy="5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CREDITS: This presentation template was created by </a:t>
            </a:r>
            <a:r>
              <a:rPr lang="zh-CN" sz="1000" b="1" u="sng">
                <a:solidFill>
                  <a:schemeClr val="hlink"/>
                </a:solidFill>
                <a:latin typeface="Asap"/>
                <a:ea typeface="Asap"/>
                <a:cs typeface="Asap"/>
                <a:sym typeface="Asap"/>
                <a:hlinkClick r:id="rId2"/>
              </a:rPr>
              <a:t>Slidesgo</a:t>
            </a:r>
            <a:r>
              <a:rPr lang="zh-CN" sz="1000" u="sng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,</a:t>
            </a:r>
            <a:r>
              <a:rPr lang="zh-CN" sz="10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 and includes icons by </a:t>
            </a:r>
            <a:r>
              <a:rPr lang="zh-CN" sz="1000" b="1" u="sng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zh-CN" sz="1000" u="sng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,</a:t>
            </a:r>
            <a:r>
              <a:rPr lang="zh-CN" sz="10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 and infographics &amp; images by </a:t>
            </a:r>
            <a:r>
              <a:rPr lang="zh-CN" sz="1000" b="1" u="sng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 u="sng"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</p:txBody>
      </p:sp>
      <p:grpSp>
        <p:nvGrpSpPr>
          <p:cNvPr id="327" name="Google Shape;327;p33"/>
          <p:cNvGrpSpPr/>
          <p:nvPr/>
        </p:nvGrpSpPr>
        <p:grpSpPr>
          <a:xfrm>
            <a:off x="8395487" y="-126199"/>
            <a:ext cx="545183" cy="5588521"/>
            <a:chOff x="6539500" y="1042525"/>
            <a:chExt cx="346500" cy="3551650"/>
          </a:xfrm>
        </p:grpSpPr>
        <p:sp>
          <p:nvSpPr>
            <p:cNvPr id="328" name="Google Shape;328;p33"/>
            <p:cNvSpPr/>
            <p:nvPr/>
          </p:nvSpPr>
          <p:spPr>
            <a:xfrm>
              <a:off x="6539500" y="1042525"/>
              <a:ext cx="67000" cy="3551650"/>
            </a:xfrm>
            <a:custGeom>
              <a:avLst/>
              <a:gdLst/>
              <a:ahLst/>
              <a:cxnLst/>
              <a:rect l="l" t="t" r="r" b="b"/>
              <a:pathLst>
                <a:path w="2680" h="142066" extrusionOk="0">
                  <a:moveTo>
                    <a:pt x="0" y="0"/>
                  </a:moveTo>
                  <a:lnTo>
                    <a:pt x="0" y="142065"/>
                  </a:lnTo>
                  <a:lnTo>
                    <a:pt x="2679" y="142065"/>
                  </a:lnTo>
                  <a:lnTo>
                    <a:pt x="267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33"/>
            <p:cNvSpPr/>
            <p:nvPr/>
          </p:nvSpPr>
          <p:spPr>
            <a:xfrm>
              <a:off x="6679400" y="1042525"/>
              <a:ext cx="66700" cy="3551650"/>
            </a:xfrm>
            <a:custGeom>
              <a:avLst/>
              <a:gdLst/>
              <a:ahLst/>
              <a:cxnLst/>
              <a:rect l="l" t="t" r="r" b="b"/>
              <a:pathLst>
                <a:path w="2668" h="142066" extrusionOk="0">
                  <a:moveTo>
                    <a:pt x="0" y="0"/>
                  </a:moveTo>
                  <a:lnTo>
                    <a:pt x="0" y="142065"/>
                  </a:lnTo>
                  <a:lnTo>
                    <a:pt x="2667" y="142065"/>
                  </a:lnTo>
                  <a:lnTo>
                    <a:pt x="2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33"/>
            <p:cNvSpPr/>
            <p:nvPr/>
          </p:nvSpPr>
          <p:spPr>
            <a:xfrm>
              <a:off x="6819000" y="1042525"/>
              <a:ext cx="67000" cy="3551650"/>
            </a:xfrm>
            <a:custGeom>
              <a:avLst/>
              <a:gdLst/>
              <a:ahLst/>
              <a:cxnLst/>
              <a:rect l="l" t="t" r="r" b="b"/>
              <a:pathLst>
                <a:path w="2680" h="142066" extrusionOk="0">
                  <a:moveTo>
                    <a:pt x="0" y="0"/>
                  </a:moveTo>
                  <a:lnTo>
                    <a:pt x="0" y="142065"/>
                  </a:lnTo>
                  <a:lnTo>
                    <a:pt x="2679" y="142065"/>
                  </a:lnTo>
                  <a:lnTo>
                    <a:pt x="267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1" name="Google Shape;331;p33"/>
          <p:cNvGrpSpPr/>
          <p:nvPr/>
        </p:nvGrpSpPr>
        <p:grpSpPr>
          <a:xfrm>
            <a:off x="6310475" y="4492143"/>
            <a:ext cx="1269225" cy="740575"/>
            <a:chOff x="4805650" y="2718925"/>
            <a:chExt cx="1269225" cy="740575"/>
          </a:xfrm>
        </p:grpSpPr>
        <p:sp>
          <p:nvSpPr>
            <p:cNvPr id="332" name="Google Shape;332;p33"/>
            <p:cNvSpPr/>
            <p:nvPr/>
          </p:nvSpPr>
          <p:spPr>
            <a:xfrm>
              <a:off x="4805650" y="2718925"/>
              <a:ext cx="1269225" cy="198850"/>
            </a:xfrm>
            <a:custGeom>
              <a:avLst/>
              <a:gdLst/>
              <a:ahLst/>
              <a:cxnLst/>
              <a:rect l="l" t="t" r="r" b="b"/>
              <a:pathLst>
                <a:path w="50769" h="7954" extrusionOk="0">
                  <a:moveTo>
                    <a:pt x="0" y="0"/>
                  </a:moveTo>
                  <a:lnTo>
                    <a:pt x="0" y="5227"/>
                  </a:lnTo>
                  <a:cubicBezTo>
                    <a:pt x="1346" y="5227"/>
                    <a:pt x="1870" y="5560"/>
                    <a:pt x="2822" y="6168"/>
                  </a:cubicBezTo>
                  <a:cubicBezTo>
                    <a:pt x="3989" y="6930"/>
                    <a:pt x="5584" y="7954"/>
                    <a:pt x="8466" y="7954"/>
                  </a:cubicBezTo>
                  <a:cubicBezTo>
                    <a:pt x="11347" y="7954"/>
                    <a:pt x="12943" y="6930"/>
                    <a:pt x="14109" y="6168"/>
                  </a:cubicBezTo>
                  <a:cubicBezTo>
                    <a:pt x="15062" y="5560"/>
                    <a:pt x="15574" y="5227"/>
                    <a:pt x="16919" y="5227"/>
                  </a:cubicBezTo>
                  <a:cubicBezTo>
                    <a:pt x="18265" y="5227"/>
                    <a:pt x="18788" y="5560"/>
                    <a:pt x="19741" y="6168"/>
                  </a:cubicBezTo>
                  <a:cubicBezTo>
                    <a:pt x="20908" y="6930"/>
                    <a:pt x="22503" y="7954"/>
                    <a:pt x="25385" y="7954"/>
                  </a:cubicBezTo>
                  <a:cubicBezTo>
                    <a:pt x="28266" y="7954"/>
                    <a:pt x="29861" y="6930"/>
                    <a:pt x="31028" y="6168"/>
                  </a:cubicBezTo>
                  <a:cubicBezTo>
                    <a:pt x="31981" y="5560"/>
                    <a:pt x="32493" y="5227"/>
                    <a:pt x="33838" y="5227"/>
                  </a:cubicBezTo>
                  <a:cubicBezTo>
                    <a:pt x="35195" y="5227"/>
                    <a:pt x="35707" y="5560"/>
                    <a:pt x="36660" y="6168"/>
                  </a:cubicBezTo>
                  <a:cubicBezTo>
                    <a:pt x="37827" y="6930"/>
                    <a:pt x="39422" y="7954"/>
                    <a:pt x="42303" y="7954"/>
                  </a:cubicBezTo>
                  <a:cubicBezTo>
                    <a:pt x="45185" y="7954"/>
                    <a:pt x="46780" y="6930"/>
                    <a:pt x="47947" y="6168"/>
                  </a:cubicBezTo>
                  <a:cubicBezTo>
                    <a:pt x="48899" y="5560"/>
                    <a:pt x="49423" y="5227"/>
                    <a:pt x="50769" y="5227"/>
                  </a:cubicBezTo>
                  <a:lnTo>
                    <a:pt x="50769" y="0"/>
                  </a:lnTo>
                  <a:cubicBezTo>
                    <a:pt x="47875" y="0"/>
                    <a:pt x="46280" y="1024"/>
                    <a:pt x="45113" y="1786"/>
                  </a:cubicBezTo>
                  <a:cubicBezTo>
                    <a:pt x="44173" y="2393"/>
                    <a:pt x="43649" y="2727"/>
                    <a:pt x="42303" y="2727"/>
                  </a:cubicBezTo>
                  <a:cubicBezTo>
                    <a:pt x="40958" y="2727"/>
                    <a:pt x="40434" y="2393"/>
                    <a:pt x="39493" y="1786"/>
                  </a:cubicBezTo>
                  <a:cubicBezTo>
                    <a:pt x="38327" y="1024"/>
                    <a:pt x="36731" y="0"/>
                    <a:pt x="33838" y="0"/>
                  </a:cubicBezTo>
                  <a:cubicBezTo>
                    <a:pt x="30957" y="0"/>
                    <a:pt x="29361" y="1036"/>
                    <a:pt x="28194" y="1786"/>
                  </a:cubicBezTo>
                  <a:cubicBezTo>
                    <a:pt x="27254" y="2393"/>
                    <a:pt x="26730" y="2727"/>
                    <a:pt x="25385" y="2727"/>
                  </a:cubicBezTo>
                  <a:cubicBezTo>
                    <a:pt x="24039" y="2727"/>
                    <a:pt x="23515" y="2393"/>
                    <a:pt x="22575" y="1786"/>
                  </a:cubicBezTo>
                  <a:cubicBezTo>
                    <a:pt x="21408" y="1024"/>
                    <a:pt x="19812" y="0"/>
                    <a:pt x="16919" y="0"/>
                  </a:cubicBezTo>
                  <a:cubicBezTo>
                    <a:pt x="14038" y="0"/>
                    <a:pt x="12442" y="1036"/>
                    <a:pt x="11276" y="1786"/>
                  </a:cubicBezTo>
                  <a:cubicBezTo>
                    <a:pt x="10335" y="2393"/>
                    <a:pt x="9811" y="2727"/>
                    <a:pt x="8466" y="2727"/>
                  </a:cubicBezTo>
                  <a:cubicBezTo>
                    <a:pt x="7120" y="2727"/>
                    <a:pt x="6596" y="2393"/>
                    <a:pt x="5656" y="1786"/>
                  </a:cubicBezTo>
                  <a:cubicBezTo>
                    <a:pt x="4489" y="1024"/>
                    <a:pt x="2894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33"/>
            <p:cNvSpPr/>
            <p:nvPr/>
          </p:nvSpPr>
          <p:spPr>
            <a:xfrm>
              <a:off x="4805650" y="2989775"/>
              <a:ext cx="1269225" cy="199175"/>
            </a:xfrm>
            <a:custGeom>
              <a:avLst/>
              <a:gdLst/>
              <a:ahLst/>
              <a:cxnLst/>
              <a:rect l="l" t="t" r="r" b="b"/>
              <a:pathLst>
                <a:path w="50769" h="7967" extrusionOk="0">
                  <a:moveTo>
                    <a:pt x="0" y="1"/>
                  </a:moveTo>
                  <a:lnTo>
                    <a:pt x="0" y="5228"/>
                  </a:lnTo>
                  <a:cubicBezTo>
                    <a:pt x="1346" y="5228"/>
                    <a:pt x="1870" y="5561"/>
                    <a:pt x="2822" y="6180"/>
                  </a:cubicBezTo>
                  <a:cubicBezTo>
                    <a:pt x="3989" y="6930"/>
                    <a:pt x="5584" y="7966"/>
                    <a:pt x="8466" y="7966"/>
                  </a:cubicBezTo>
                  <a:cubicBezTo>
                    <a:pt x="11347" y="7966"/>
                    <a:pt x="12943" y="6918"/>
                    <a:pt x="14109" y="6180"/>
                  </a:cubicBezTo>
                  <a:cubicBezTo>
                    <a:pt x="15062" y="5561"/>
                    <a:pt x="15574" y="5228"/>
                    <a:pt x="16919" y="5228"/>
                  </a:cubicBezTo>
                  <a:cubicBezTo>
                    <a:pt x="18265" y="5228"/>
                    <a:pt x="18788" y="5561"/>
                    <a:pt x="19741" y="6180"/>
                  </a:cubicBezTo>
                  <a:cubicBezTo>
                    <a:pt x="20908" y="6930"/>
                    <a:pt x="22503" y="7966"/>
                    <a:pt x="25385" y="7966"/>
                  </a:cubicBezTo>
                  <a:cubicBezTo>
                    <a:pt x="28266" y="7966"/>
                    <a:pt x="29861" y="6918"/>
                    <a:pt x="31028" y="6180"/>
                  </a:cubicBezTo>
                  <a:cubicBezTo>
                    <a:pt x="31981" y="5561"/>
                    <a:pt x="32493" y="5228"/>
                    <a:pt x="33838" y="5228"/>
                  </a:cubicBezTo>
                  <a:cubicBezTo>
                    <a:pt x="35195" y="5228"/>
                    <a:pt x="35707" y="5561"/>
                    <a:pt x="36660" y="6180"/>
                  </a:cubicBezTo>
                  <a:cubicBezTo>
                    <a:pt x="37827" y="6930"/>
                    <a:pt x="39422" y="7966"/>
                    <a:pt x="42303" y="7966"/>
                  </a:cubicBezTo>
                  <a:cubicBezTo>
                    <a:pt x="45185" y="7966"/>
                    <a:pt x="46780" y="6918"/>
                    <a:pt x="47947" y="6180"/>
                  </a:cubicBezTo>
                  <a:cubicBezTo>
                    <a:pt x="48899" y="5561"/>
                    <a:pt x="49423" y="5228"/>
                    <a:pt x="50769" y="5228"/>
                  </a:cubicBezTo>
                  <a:lnTo>
                    <a:pt x="50769" y="1"/>
                  </a:lnTo>
                  <a:cubicBezTo>
                    <a:pt x="47875" y="1"/>
                    <a:pt x="46280" y="1025"/>
                    <a:pt x="45113" y="1787"/>
                  </a:cubicBezTo>
                  <a:cubicBezTo>
                    <a:pt x="44173" y="2394"/>
                    <a:pt x="43649" y="2739"/>
                    <a:pt x="42303" y="2739"/>
                  </a:cubicBezTo>
                  <a:cubicBezTo>
                    <a:pt x="40958" y="2739"/>
                    <a:pt x="40434" y="2394"/>
                    <a:pt x="39493" y="1787"/>
                  </a:cubicBezTo>
                  <a:cubicBezTo>
                    <a:pt x="38327" y="1025"/>
                    <a:pt x="36731" y="1"/>
                    <a:pt x="33838" y="1"/>
                  </a:cubicBezTo>
                  <a:cubicBezTo>
                    <a:pt x="30957" y="1"/>
                    <a:pt x="29361" y="1049"/>
                    <a:pt x="28194" y="1787"/>
                  </a:cubicBezTo>
                  <a:cubicBezTo>
                    <a:pt x="27254" y="2394"/>
                    <a:pt x="26730" y="2739"/>
                    <a:pt x="25385" y="2739"/>
                  </a:cubicBezTo>
                  <a:cubicBezTo>
                    <a:pt x="24039" y="2739"/>
                    <a:pt x="23515" y="2394"/>
                    <a:pt x="22575" y="1787"/>
                  </a:cubicBezTo>
                  <a:cubicBezTo>
                    <a:pt x="21408" y="1025"/>
                    <a:pt x="19812" y="1"/>
                    <a:pt x="16919" y="1"/>
                  </a:cubicBezTo>
                  <a:cubicBezTo>
                    <a:pt x="14038" y="1"/>
                    <a:pt x="12442" y="1049"/>
                    <a:pt x="11276" y="1787"/>
                  </a:cubicBezTo>
                  <a:cubicBezTo>
                    <a:pt x="10335" y="2394"/>
                    <a:pt x="9811" y="2739"/>
                    <a:pt x="8466" y="2739"/>
                  </a:cubicBezTo>
                  <a:cubicBezTo>
                    <a:pt x="7120" y="2739"/>
                    <a:pt x="6596" y="2394"/>
                    <a:pt x="5656" y="1787"/>
                  </a:cubicBezTo>
                  <a:cubicBezTo>
                    <a:pt x="4489" y="1025"/>
                    <a:pt x="2894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33"/>
            <p:cNvSpPr/>
            <p:nvPr/>
          </p:nvSpPr>
          <p:spPr>
            <a:xfrm>
              <a:off x="4805650" y="3260350"/>
              <a:ext cx="1269225" cy="199150"/>
            </a:xfrm>
            <a:custGeom>
              <a:avLst/>
              <a:gdLst/>
              <a:ahLst/>
              <a:cxnLst/>
              <a:rect l="l" t="t" r="r" b="b"/>
              <a:pathLst>
                <a:path w="50769" h="7966" extrusionOk="0">
                  <a:moveTo>
                    <a:pt x="0" y="1"/>
                  </a:moveTo>
                  <a:lnTo>
                    <a:pt x="0" y="5227"/>
                  </a:lnTo>
                  <a:cubicBezTo>
                    <a:pt x="1346" y="5227"/>
                    <a:pt x="1870" y="5573"/>
                    <a:pt x="2822" y="6180"/>
                  </a:cubicBezTo>
                  <a:cubicBezTo>
                    <a:pt x="3989" y="6942"/>
                    <a:pt x="5584" y="7966"/>
                    <a:pt x="8466" y="7966"/>
                  </a:cubicBezTo>
                  <a:cubicBezTo>
                    <a:pt x="11347" y="7966"/>
                    <a:pt x="12943" y="6918"/>
                    <a:pt x="14109" y="6180"/>
                  </a:cubicBezTo>
                  <a:cubicBezTo>
                    <a:pt x="15062" y="5573"/>
                    <a:pt x="15574" y="5227"/>
                    <a:pt x="16919" y="5227"/>
                  </a:cubicBezTo>
                  <a:cubicBezTo>
                    <a:pt x="18265" y="5227"/>
                    <a:pt x="18788" y="5573"/>
                    <a:pt x="19741" y="6180"/>
                  </a:cubicBezTo>
                  <a:cubicBezTo>
                    <a:pt x="20908" y="6942"/>
                    <a:pt x="22503" y="7966"/>
                    <a:pt x="25385" y="7966"/>
                  </a:cubicBezTo>
                  <a:cubicBezTo>
                    <a:pt x="28266" y="7966"/>
                    <a:pt x="29861" y="6918"/>
                    <a:pt x="31028" y="6180"/>
                  </a:cubicBezTo>
                  <a:cubicBezTo>
                    <a:pt x="31981" y="5573"/>
                    <a:pt x="32493" y="5227"/>
                    <a:pt x="33838" y="5227"/>
                  </a:cubicBezTo>
                  <a:cubicBezTo>
                    <a:pt x="35195" y="5227"/>
                    <a:pt x="35707" y="5573"/>
                    <a:pt x="36660" y="6180"/>
                  </a:cubicBezTo>
                  <a:cubicBezTo>
                    <a:pt x="37827" y="6942"/>
                    <a:pt x="39422" y="7966"/>
                    <a:pt x="42303" y="7966"/>
                  </a:cubicBezTo>
                  <a:cubicBezTo>
                    <a:pt x="45185" y="7966"/>
                    <a:pt x="46780" y="6918"/>
                    <a:pt x="47947" y="6180"/>
                  </a:cubicBezTo>
                  <a:cubicBezTo>
                    <a:pt x="48899" y="5573"/>
                    <a:pt x="49423" y="5227"/>
                    <a:pt x="50769" y="5227"/>
                  </a:cubicBezTo>
                  <a:lnTo>
                    <a:pt x="50769" y="1"/>
                  </a:lnTo>
                  <a:cubicBezTo>
                    <a:pt x="47875" y="1"/>
                    <a:pt x="46280" y="1036"/>
                    <a:pt x="45113" y="1787"/>
                  </a:cubicBezTo>
                  <a:cubicBezTo>
                    <a:pt x="44173" y="2406"/>
                    <a:pt x="43649" y="2739"/>
                    <a:pt x="42303" y="2739"/>
                  </a:cubicBezTo>
                  <a:cubicBezTo>
                    <a:pt x="40958" y="2739"/>
                    <a:pt x="40434" y="2406"/>
                    <a:pt x="39493" y="1787"/>
                  </a:cubicBezTo>
                  <a:cubicBezTo>
                    <a:pt x="38327" y="1036"/>
                    <a:pt x="36731" y="1"/>
                    <a:pt x="33838" y="1"/>
                  </a:cubicBezTo>
                  <a:cubicBezTo>
                    <a:pt x="30957" y="1"/>
                    <a:pt x="29361" y="1036"/>
                    <a:pt x="28194" y="1787"/>
                  </a:cubicBezTo>
                  <a:cubicBezTo>
                    <a:pt x="27254" y="2406"/>
                    <a:pt x="26730" y="2739"/>
                    <a:pt x="25385" y="2739"/>
                  </a:cubicBezTo>
                  <a:cubicBezTo>
                    <a:pt x="24039" y="2739"/>
                    <a:pt x="23515" y="2406"/>
                    <a:pt x="22575" y="1787"/>
                  </a:cubicBezTo>
                  <a:cubicBezTo>
                    <a:pt x="21408" y="1036"/>
                    <a:pt x="19812" y="1"/>
                    <a:pt x="16919" y="1"/>
                  </a:cubicBezTo>
                  <a:cubicBezTo>
                    <a:pt x="14038" y="1"/>
                    <a:pt x="12442" y="1036"/>
                    <a:pt x="11276" y="1787"/>
                  </a:cubicBezTo>
                  <a:cubicBezTo>
                    <a:pt x="10335" y="2406"/>
                    <a:pt x="9811" y="2739"/>
                    <a:pt x="8466" y="2739"/>
                  </a:cubicBezTo>
                  <a:cubicBezTo>
                    <a:pt x="7120" y="2739"/>
                    <a:pt x="6596" y="2406"/>
                    <a:pt x="5656" y="1787"/>
                  </a:cubicBezTo>
                  <a:cubicBezTo>
                    <a:pt x="4489" y="1036"/>
                    <a:pt x="2894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5" name="Google Shape;335;p33"/>
          <p:cNvGrpSpPr/>
          <p:nvPr/>
        </p:nvGrpSpPr>
        <p:grpSpPr>
          <a:xfrm>
            <a:off x="-247634" y="-126199"/>
            <a:ext cx="545183" cy="5588521"/>
            <a:chOff x="6539500" y="1042525"/>
            <a:chExt cx="346500" cy="3551650"/>
          </a:xfrm>
        </p:grpSpPr>
        <p:sp>
          <p:nvSpPr>
            <p:cNvPr id="336" name="Google Shape;336;p33"/>
            <p:cNvSpPr/>
            <p:nvPr/>
          </p:nvSpPr>
          <p:spPr>
            <a:xfrm>
              <a:off x="6539500" y="1042525"/>
              <a:ext cx="67000" cy="3551650"/>
            </a:xfrm>
            <a:custGeom>
              <a:avLst/>
              <a:gdLst/>
              <a:ahLst/>
              <a:cxnLst/>
              <a:rect l="l" t="t" r="r" b="b"/>
              <a:pathLst>
                <a:path w="2680" h="142066" extrusionOk="0">
                  <a:moveTo>
                    <a:pt x="0" y="0"/>
                  </a:moveTo>
                  <a:lnTo>
                    <a:pt x="0" y="142065"/>
                  </a:lnTo>
                  <a:lnTo>
                    <a:pt x="2679" y="142065"/>
                  </a:lnTo>
                  <a:lnTo>
                    <a:pt x="267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33"/>
            <p:cNvSpPr/>
            <p:nvPr/>
          </p:nvSpPr>
          <p:spPr>
            <a:xfrm>
              <a:off x="6679400" y="1042525"/>
              <a:ext cx="66700" cy="3551650"/>
            </a:xfrm>
            <a:custGeom>
              <a:avLst/>
              <a:gdLst/>
              <a:ahLst/>
              <a:cxnLst/>
              <a:rect l="l" t="t" r="r" b="b"/>
              <a:pathLst>
                <a:path w="2668" h="142066" extrusionOk="0">
                  <a:moveTo>
                    <a:pt x="0" y="0"/>
                  </a:moveTo>
                  <a:lnTo>
                    <a:pt x="0" y="142065"/>
                  </a:lnTo>
                  <a:lnTo>
                    <a:pt x="2667" y="142065"/>
                  </a:lnTo>
                  <a:lnTo>
                    <a:pt x="26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33"/>
            <p:cNvSpPr/>
            <p:nvPr/>
          </p:nvSpPr>
          <p:spPr>
            <a:xfrm>
              <a:off x="6819000" y="1042525"/>
              <a:ext cx="67000" cy="3551650"/>
            </a:xfrm>
            <a:custGeom>
              <a:avLst/>
              <a:gdLst/>
              <a:ahLst/>
              <a:cxnLst/>
              <a:rect l="l" t="t" r="r" b="b"/>
              <a:pathLst>
                <a:path w="2680" h="142066" extrusionOk="0">
                  <a:moveTo>
                    <a:pt x="0" y="0"/>
                  </a:moveTo>
                  <a:lnTo>
                    <a:pt x="0" y="142065"/>
                  </a:lnTo>
                  <a:lnTo>
                    <a:pt x="2679" y="142065"/>
                  </a:lnTo>
                  <a:lnTo>
                    <a:pt x="267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9" name="Google Shape;339;p33"/>
          <p:cNvGrpSpPr/>
          <p:nvPr/>
        </p:nvGrpSpPr>
        <p:grpSpPr>
          <a:xfrm>
            <a:off x="6377590" y="-666721"/>
            <a:ext cx="2609428" cy="1655723"/>
            <a:chOff x="6404568" y="-666694"/>
            <a:chExt cx="2414125" cy="1531800"/>
          </a:xfrm>
        </p:grpSpPr>
        <p:sp>
          <p:nvSpPr>
            <p:cNvPr id="340" name="Google Shape;340;p33"/>
            <p:cNvSpPr/>
            <p:nvPr/>
          </p:nvSpPr>
          <p:spPr>
            <a:xfrm rot="-2700000">
              <a:off x="7966410" y="-455779"/>
              <a:ext cx="431555" cy="1368757"/>
            </a:xfrm>
            <a:custGeom>
              <a:avLst/>
              <a:gdLst/>
              <a:ahLst/>
              <a:cxnLst/>
              <a:rect l="l" t="t" r="r" b="b"/>
              <a:pathLst>
                <a:path w="10455" h="33160" extrusionOk="0">
                  <a:moveTo>
                    <a:pt x="1" y="0"/>
                  </a:moveTo>
                  <a:lnTo>
                    <a:pt x="1" y="27932"/>
                  </a:lnTo>
                  <a:cubicBezTo>
                    <a:pt x="1" y="30826"/>
                    <a:pt x="2334" y="33159"/>
                    <a:pt x="5228" y="33159"/>
                  </a:cubicBezTo>
                  <a:cubicBezTo>
                    <a:pt x="8109" y="33159"/>
                    <a:pt x="10454" y="30814"/>
                    <a:pt x="10454" y="27932"/>
                  </a:cubicBezTo>
                  <a:lnTo>
                    <a:pt x="1045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/>
                <a:t> </a:t>
              </a:r>
              <a:endParaRPr/>
            </a:p>
          </p:txBody>
        </p:sp>
        <p:sp>
          <p:nvSpPr>
            <p:cNvPr id="341" name="Google Shape;341;p33"/>
            <p:cNvSpPr/>
            <p:nvPr/>
          </p:nvSpPr>
          <p:spPr>
            <a:xfrm rot="-2700000">
              <a:off x="6825297" y="-714567"/>
              <a:ext cx="431555" cy="1368757"/>
            </a:xfrm>
            <a:custGeom>
              <a:avLst/>
              <a:gdLst/>
              <a:ahLst/>
              <a:cxnLst/>
              <a:rect l="l" t="t" r="r" b="b"/>
              <a:pathLst>
                <a:path w="10455" h="33160" extrusionOk="0">
                  <a:moveTo>
                    <a:pt x="1" y="0"/>
                  </a:moveTo>
                  <a:lnTo>
                    <a:pt x="1" y="27932"/>
                  </a:lnTo>
                  <a:cubicBezTo>
                    <a:pt x="1" y="30826"/>
                    <a:pt x="2334" y="33159"/>
                    <a:pt x="5228" y="33159"/>
                  </a:cubicBezTo>
                  <a:cubicBezTo>
                    <a:pt x="8109" y="33159"/>
                    <a:pt x="10454" y="30814"/>
                    <a:pt x="10454" y="27932"/>
                  </a:cubicBezTo>
                  <a:lnTo>
                    <a:pt x="104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/>
                <a:t> </a:t>
              </a:r>
              <a:endParaRPr/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3" name="Google Shape;343;p34"/>
          <p:cNvGrpSpPr/>
          <p:nvPr/>
        </p:nvGrpSpPr>
        <p:grpSpPr>
          <a:xfrm rot="-5400000">
            <a:off x="4309982" y="-4442520"/>
            <a:ext cx="572695" cy="9412228"/>
            <a:chOff x="6539500" y="1042525"/>
            <a:chExt cx="346500" cy="3551650"/>
          </a:xfrm>
        </p:grpSpPr>
        <p:sp>
          <p:nvSpPr>
            <p:cNvPr id="344" name="Google Shape;344;p34"/>
            <p:cNvSpPr/>
            <p:nvPr/>
          </p:nvSpPr>
          <p:spPr>
            <a:xfrm>
              <a:off x="6539500" y="1042525"/>
              <a:ext cx="67000" cy="3551650"/>
            </a:xfrm>
            <a:custGeom>
              <a:avLst/>
              <a:gdLst/>
              <a:ahLst/>
              <a:cxnLst/>
              <a:rect l="l" t="t" r="r" b="b"/>
              <a:pathLst>
                <a:path w="2680" h="142066" extrusionOk="0">
                  <a:moveTo>
                    <a:pt x="0" y="0"/>
                  </a:moveTo>
                  <a:lnTo>
                    <a:pt x="0" y="142065"/>
                  </a:lnTo>
                  <a:lnTo>
                    <a:pt x="2679" y="142065"/>
                  </a:lnTo>
                  <a:lnTo>
                    <a:pt x="267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34"/>
            <p:cNvSpPr/>
            <p:nvPr/>
          </p:nvSpPr>
          <p:spPr>
            <a:xfrm>
              <a:off x="6679400" y="1042525"/>
              <a:ext cx="66700" cy="3551650"/>
            </a:xfrm>
            <a:custGeom>
              <a:avLst/>
              <a:gdLst/>
              <a:ahLst/>
              <a:cxnLst/>
              <a:rect l="l" t="t" r="r" b="b"/>
              <a:pathLst>
                <a:path w="2668" h="142066" extrusionOk="0">
                  <a:moveTo>
                    <a:pt x="0" y="0"/>
                  </a:moveTo>
                  <a:lnTo>
                    <a:pt x="0" y="142065"/>
                  </a:lnTo>
                  <a:lnTo>
                    <a:pt x="2667" y="142065"/>
                  </a:lnTo>
                  <a:lnTo>
                    <a:pt x="26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34"/>
            <p:cNvSpPr/>
            <p:nvPr/>
          </p:nvSpPr>
          <p:spPr>
            <a:xfrm>
              <a:off x="6819000" y="1042525"/>
              <a:ext cx="67000" cy="3551650"/>
            </a:xfrm>
            <a:custGeom>
              <a:avLst/>
              <a:gdLst/>
              <a:ahLst/>
              <a:cxnLst/>
              <a:rect l="l" t="t" r="r" b="b"/>
              <a:pathLst>
                <a:path w="2680" h="142066" extrusionOk="0">
                  <a:moveTo>
                    <a:pt x="0" y="0"/>
                  </a:moveTo>
                  <a:lnTo>
                    <a:pt x="0" y="142065"/>
                  </a:lnTo>
                  <a:lnTo>
                    <a:pt x="2679" y="142065"/>
                  </a:lnTo>
                  <a:lnTo>
                    <a:pt x="267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7" name="Google Shape;347;p34"/>
          <p:cNvSpPr/>
          <p:nvPr/>
        </p:nvSpPr>
        <p:spPr>
          <a:xfrm flipH="1">
            <a:off x="-2377380" y="-2122904"/>
            <a:ext cx="3377899" cy="3664562"/>
          </a:xfrm>
          <a:custGeom>
            <a:avLst/>
            <a:gdLst/>
            <a:ahLst/>
            <a:cxnLst/>
            <a:rect l="l" t="t" r="r" b="b"/>
            <a:pathLst>
              <a:path w="91381" h="99136" extrusionOk="0">
                <a:moveTo>
                  <a:pt x="77092" y="1"/>
                </a:moveTo>
                <a:cubicBezTo>
                  <a:pt x="75139" y="1"/>
                  <a:pt x="73192" y="742"/>
                  <a:pt x="71711" y="2223"/>
                </a:cubicBezTo>
                <a:lnTo>
                  <a:pt x="5191" y="68755"/>
                </a:lnTo>
                <a:cubicBezTo>
                  <a:pt x="1857" y="72065"/>
                  <a:pt x="0" y="76589"/>
                  <a:pt x="36" y="81292"/>
                </a:cubicBezTo>
                <a:cubicBezTo>
                  <a:pt x="48" y="86019"/>
                  <a:pt x="1941" y="90555"/>
                  <a:pt x="5298" y="93889"/>
                </a:cubicBezTo>
                <a:cubicBezTo>
                  <a:pt x="8800" y="97385"/>
                  <a:pt x="13392" y="99135"/>
                  <a:pt x="17968" y="99135"/>
                </a:cubicBezTo>
                <a:cubicBezTo>
                  <a:pt x="22494" y="99135"/>
                  <a:pt x="27005" y="97424"/>
                  <a:pt x="30432" y="93996"/>
                </a:cubicBezTo>
                <a:lnTo>
                  <a:pt x="32921" y="91508"/>
                </a:lnTo>
                <a:cubicBezTo>
                  <a:pt x="33111" y="91353"/>
                  <a:pt x="33302" y="91186"/>
                  <a:pt x="33480" y="90996"/>
                </a:cubicBezTo>
                <a:lnTo>
                  <a:pt x="88392" y="36084"/>
                </a:lnTo>
                <a:cubicBezTo>
                  <a:pt x="91381" y="33096"/>
                  <a:pt x="91369" y="28226"/>
                  <a:pt x="88344" y="25202"/>
                </a:cubicBezTo>
                <a:cubicBezTo>
                  <a:pt x="86829" y="23687"/>
                  <a:pt x="84844" y="22928"/>
                  <a:pt x="82865" y="22928"/>
                </a:cubicBezTo>
                <a:cubicBezTo>
                  <a:pt x="80909" y="22928"/>
                  <a:pt x="78959" y="23669"/>
                  <a:pt x="77474" y="25154"/>
                </a:cubicBezTo>
                <a:lnTo>
                  <a:pt x="19574" y="83054"/>
                </a:lnTo>
                <a:cubicBezTo>
                  <a:pt x="19090" y="83538"/>
                  <a:pt x="18452" y="83783"/>
                  <a:pt x="17813" y="83783"/>
                </a:cubicBezTo>
                <a:cubicBezTo>
                  <a:pt x="17210" y="83783"/>
                  <a:pt x="16607" y="83565"/>
                  <a:pt x="16133" y="83126"/>
                </a:cubicBezTo>
                <a:cubicBezTo>
                  <a:pt x="15657" y="82661"/>
                  <a:pt x="15383" y="82030"/>
                  <a:pt x="15371" y="81364"/>
                </a:cubicBezTo>
                <a:cubicBezTo>
                  <a:pt x="15371" y="80721"/>
                  <a:pt x="15621" y="80102"/>
                  <a:pt x="16085" y="79649"/>
                </a:cubicBezTo>
                <a:lnTo>
                  <a:pt x="82606" y="13129"/>
                </a:lnTo>
                <a:cubicBezTo>
                  <a:pt x="85582" y="10152"/>
                  <a:pt x="85570" y="5283"/>
                  <a:pt x="82558" y="2271"/>
                </a:cubicBezTo>
                <a:cubicBezTo>
                  <a:pt x="81044" y="757"/>
                  <a:pt x="79065" y="1"/>
                  <a:pt x="7709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8" name="Google Shape;348;p34"/>
          <p:cNvGrpSpPr/>
          <p:nvPr/>
        </p:nvGrpSpPr>
        <p:grpSpPr>
          <a:xfrm rot="10800000" flipH="1">
            <a:off x="6854276" y="-543396"/>
            <a:ext cx="3304431" cy="2359299"/>
            <a:chOff x="6398434" y="3874100"/>
            <a:chExt cx="2343070" cy="1672905"/>
          </a:xfrm>
        </p:grpSpPr>
        <p:sp>
          <p:nvSpPr>
            <p:cNvPr id="349" name="Google Shape;349;p34"/>
            <p:cNvSpPr/>
            <p:nvPr/>
          </p:nvSpPr>
          <p:spPr>
            <a:xfrm rot="-8100197">
              <a:off x="7743857" y="3688660"/>
              <a:ext cx="322197" cy="2043785"/>
            </a:xfrm>
            <a:custGeom>
              <a:avLst/>
              <a:gdLst/>
              <a:ahLst/>
              <a:cxnLst/>
              <a:rect l="l" t="t" r="r" b="b"/>
              <a:pathLst>
                <a:path w="10455" h="66319" extrusionOk="0">
                  <a:moveTo>
                    <a:pt x="1" y="1"/>
                  </a:moveTo>
                  <a:lnTo>
                    <a:pt x="1" y="61091"/>
                  </a:lnTo>
                  <a:cubicBezTo>
                    <a:pt x="1" y="63985"/>
                    <a:pt x="2334" y="66318"/>
                    <a:pt x="5227" y="66318"/>
                  </a:cubicBezTo>
                  <a:cubicBezTo>
                    <a:pt x="8109" y="66318"/>
                    <a:pt x="10454" y="63973"/>
                    <a:pt x="10454" y="61091"/>
                  </a:cubicBezTo>
                  <a:lnTo>
                    <a:pt x="104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34"/>
            <p:cNvSpPr/>
            <p:nvPr/>
          </p:nvSpPr>
          <p:spPr>
            <a:xfrm rot="-8100197">
              <a:off x="6712576" y="4517273"/>
              <a:ext cx="322197" cy="1021908"/>
            </a:xfrm>
            <a:custGeom>
              <a:avLst/>
              <a:gdLst/>
              <a:ahLst/>
              <a:cxnLst/>
              <a:rect l="l" t="t" r="r" b="b"/>
              <a:pathLst>
                <a:path w="10455" h="33160" extrusionOk="0">
                  <a:moveTo>
                    <a:pt x="1" y="0"/>
                  </a:moveTo>
                  <a:lnTo>
                    <a:pt x="1" y="27932"/>
                  </a:lnTo>
                  <a:cubicBezTo>
                    <a:pt x="1" y="30826"/>
                    <a:pt x="2334" y="33159"/>
                    <a:pt x="5228" y="33159"/>
                  </a:cubicBezTo>
                  <a:cubicBezTo>
                    <a:pt x="8109" y="33159"/>
                    <a:pt x="10454" y="30814"/>
                    <a:pt x="10454" y="27932"/>
                  </a:cubicBezTo>
                  <a:lnTo>
                    <a:pt x="104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1" name="Google Shape;351;p34"/>
          <p:cNvGrpSpPr/>
          <p:nvPr/>
        </p:nvGrpSpPr>
        <p:grpSpPr>
          <a:xfrm rot="-5400000">
            <a:off x="4309982" y="188730"/>
            <a:ext cx="572695" cy="9412228"/>
            <a:chOff x="6539500" y="1042525"/>
            <a:chExt cx="346500" cy="3551650"/>
          </a:xfrm>
        </p:grpSpPr>
        <p:sp>
          <p:nvSpPr>
            <p:cNvPr id="352" name="Google Shape;352;p34"/>
            <p:cNvSpPr/>
            <p:nvPr/>
          </p:nvSpPr>
          <p:spPr>
            <a:xfrm>
              <a:off x="6539500" y="1042525"/>
              <a:ext cx="67000" cy="3551650"/>
            </a:xfrm>
            <a:custGeom>
              <a:avLst/>
              <a:gdLst/>
              <a:ahLst/>
              <a:cxnLst/>
              <a:rect l="l" t="t" r="r" b="b"/>
              <a:pathLst>
                <a:path w="2680" h="142066" extrusionOk="0">
                  <a:moveTo>
                    <a:pt x="0" y="0"/>
                  </a:moveTo>
                  <a:lnTo>
                    <a:pt x="0" y="142065"/>
                  </a:lnTo>
                  <a:lnTo>
                    <a:pt x="2679" y="142065"/>
                  </a:lnTo>
                  <a:lnTo>
                    <a:pt x="267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34"/>
            <p:cNvSpPr/>
            <p:nvPr/>
          </p:nvSpPr>
          <p:spPr>
            <a:xfrm>
              <a:off x="6679400" y="1042525"/>
              <a:ext cx="66700" cy="3551650"/>
            </a:xfrm>
            <a:custGeom>
              <a:avLst/>
              <a:gdLst/>
              <a:ahLst/>
              <a:cxnLst/>
              <a:rect l="l" t="t" r="r" b="b"/>
              <a:pathLst>
                <a:path w="2668" h="142066" extrusionOk="0">
                  <a:moveTo>
                    <a:pt x="0" y="0"/>
                  </a:moveTo>
                  <a:lnTo>
                    <a:pt x="0" y="142065"/>
                  </a:lnTo>
                  <a:lnTo>
                    <a:pt x="2667" y="142065"/>
                  </a:lnTo>
                  <a:lnTo>
                    <a:pt x="266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34"/>
            <p:cNvSpPr/>
            <p:nvPr/>
          </p:nvSpPr>
          <p:spPr>
            <a:xfrm>
              <a:off x="6819000" y="1042525"/>
              <a:ext cx="67000" cy="3551650"/>
            </a:xfrm>
            <a:custGeom>
              <a:avLst/>
              <a:gdLst/>
              <a:ahLst/>
              <a:cxnLst/>
              <a:rect l="l" t="t" r="r" b="b"/>
              <a:pathLst>
                <a:path w="2680" h="142066" extrusionOk="0">
                  <a:moveTo>
                    <a:pt x="0" y="0"/>
                  </a:moveTo>
                  <a:lnTo>
                    <a:pt x="0" y="142065"/>
                  </a:lnTo>
                  <a:lnTo>
                    <a:pt x="2679" y="142065"/>
                  </a:lnTo>
                  <a:lnTo>
                    <a:pt x="267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6" name="Google Shape;356;p35"/>
          <p:cNvGrpSpPr/>
          <p:nvPr/>
        </p:nvGrpSpPr>
        <p:grpSpPr>
          <a:xfrm flipH="1">
            <a:off x="-31260" y="4593467"/>
            <a:ext cx="2421237" cy="706360"/>
            <a:chOff x="-76439" y="4569403"/>
            <a:chExt cx="2421237" cy="706360"/>
          </a:xfrm>
        </p:grpSpPr>
        <p:grpSp>
          <p:nvGrpSpPr>
            <p:cNvPr id="357" name="Google Shape;357;p35"/>
            <p:cNvGrpSpPr/>
            <p:nvPr/>
          </p:nvGrpSpPr>
          <p:grpSpPr>
            <a:xfrm>
              <a:off x="-76439" y="4569403"/>
              <a:ext cx="1210587" cy="706360"/>
              <a:chOff x="4805650" y="2718925"/>
              <a:chExt cx="1269225" cy="740575"/>
            </a:xfrm>
          </p:grpSpPr>
          <p:sp>
            <p:nvSpPr>
              <p:cNvPr id="358" name="Google Shape;358;p35"/>
              <p:cNvSpPr/>
              <p:nvPr/>
            </p:nvSpPr>
            <p:spPr>
              <a:xfrm>
                <a:off x="4805650" y="2718925"/>
                <a:ext cx="1269225" cy="198850"/>
              </a:xfrm>
              <a:custGeom>
                <a:avLst/>
                <a:gdLst/>
                <a:ahLst/>
                <a:cxnLst/>
                <a:rect l="l" t="t" r="r" b="b"/>
                <a:pathLst>
                  <a:path w="50769" h="7954" extrusionOk="0">
                    <a:moveTo>
                      <a:pt x="0" y="0"/>
                    </a:moveTo>
                    <a:lnTo>
                      <a:pt x="0" y="5227"/>
                    </a:lnTo>
                    <a:cubicBezTo>
                      <a:pt x="1346" y="5227"/>
                      <a:pt x="1870" y="5560"/>
                      <a:pt x="2822" y="6168"/>
                    </a:cubicBezTo>
                    <a:cubicBezTo>
                      <a:pt x="3989" y="6930"/>
                      <a:pt x="5584" y="7954"/>
                      <a:pt x="8466" y="7954"/>
                    </a:cubicBezTo>
                    <a:cubicBezTo>
                      <a:pt x="11347" y="7954"/>
                      <a:pt x="12943" y="6930"/>
                      <a:pt x="14109" y="6168"/>
                    </a:cubicBezTo>
                    <a:cubicBezTo>
                      <a:pt x="15062" y="5560"/>
                      <a:pt x="15574" y="5227"/>
                      <a:pt x="16919" y="5227"/>
                    </a:cubicBezTo>
                    <a:cubicBezTo>
                      <a:pt x="18265" y="5227"/>
                      <a:pt x="18788" y="5560"/>
                      <a:pt x="19741" y="6168"/>
                    </a:cubicBezTo>
                    <a:cubicBezTo>
                      <a:pt x="20908" y="6930"/>
                      <a:pt x="22503" y="7954"/>
                      <a:pt x="25385" y="7954"/>
                    </a:cubicBezTo>
                    <a:cubicBezTo>
                      <a:pt x="28266" y="7954"/>
                      <a:pt x="29861" y="6930"/>
                      <a:pt x="31028" y="6168"/>
                    </a:cubicBezTo>
                    <a:cubicBezTo>
                      <a:pt x="31981" y="5560"/>
                      <a:pt x="32493" y="5227"/>
                      <a:pt x="33838" y="5227"/>
                    </a:cubicBezTo>
                    <a:cubicBezTo>
                      <a:pt x="35195" y="5227"/>
                      <a:pt x="35707" y="5560"/>
                      <a:pt x="36660" y="6168"/>
                    </a:cubicBezTo>
                    <a:cubicBezTo>
                      <a:pt x="37827" y="6930"/>
                      <a:pt x="39422" y="7954"/>
                      <a:pt x="42303" y="7954"/>
                    </a:cubicBezTo>
                    <a:cubicBezTo>
                      <a:pt x="45185" y="7954"/>
                      <a:pt x="46780" y="6930"/>
                      <a:pt x="47947" y="6168"/>
                    </a:cubicBezTo>
                    <a:cubicBezTo>
                      <a:pt x="48899" y="5560"/>
                      <a:pt x="49423" y="5227"/>
                      <a:pt x="50769" y="5227"/>
                    </a:cubicBezTo>
                    <a:lnTo>
                      <a:pt x="50769" y="0"/>
                    </a:lnTo>
                    <a:cubicBezTo>
                      <a:pt x="47875" y="0"/>
                      <a:pt x="46280" y="1024"/>
                      <a:pt x="45113" y="1786"/>
                    </a:cubicBezTo>
                    <a:cubicBezTo>
                      <a:pt x="44173" y="2393"/>
                      <a:pt x="43649" y="2727"/>
                      <a:pt x="42303" y="2727"/>
                    </a:cubicBezTo>
                    <a:cubicBezTo>
                      <a:pt x="40958" y="2727"/>
                      <a:pt x="40434" y="2393"/>
                      <a:pt x="39493" y="1786"/>
                    </a:cubicBezTo>
                    <a:cubicBezTo>
                      <a:pt x="38327" y="1024"/>
                      <a:pt x="36731" y="0"/>
                      <a:pt x="33838" y="0"/>
                    </a:cubicBezTo>
                    <a:cubicBezTo>
                      <a:pt x="30957" y="0"/>
                      <a:pt x="29361" y="1036"/>
                      <a:pt x="28194" y="1786"/>
                    </a:cubicBezTo>
                    <a:cubicBezTo>
                      <a:pt x="27254" y="2393"/>
                      <a:pt x="26730" y="2727"/>
                      <a:pt x="25385" y="2727"/>
                    </a:cubicBezTo>
                    <a:cubicBezTo>
                      <a:pt x="24039" y="2727"/>
                      <a:pt x="23515" y="2393"/>
                      <a:pt x="22575" y="1786"/>
                    </a:cubicBezTo>
                    <a:cubicBezTo>
                      <a:pt x="21408" y="1024"/>
                      <a:pt x="19812" y="0"/>
                      <a:pt x="16919" y="0"/>
                    </a:cubicBezTo>
                    <a:cubicBezTo>
                      <a:pt x="14038" y="0"/>
                      <a:pt x="12442" y="1036"/>
                      <a:pt x="11276" y="1786"/>
                    </a:cubicBezTo>
                    <a:cubicBezTo>
                      <a:pt x="10335" y="2393"/>
                      <a:pt x="9811" y="2727"/>
                      <a:pt x="8466" y="2727"/>
                    </a:cubicBezTo>
                    <a:cubicBezTo>
                      <a:pt x="7120" y="2727"/>
                      <a:pt x="6596" y="2393"/>
                      <a:pt x="5656" y="1786"/>
                    </a:cubicBezTo>
                    <a:cubicBezTo>
                      <a:pt x="4489" y="1024"/>
                      <a:pt x="2894" y="0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Google Shape;359;p35"/>
              <p:cNvSpPr/>
              <p:nvPr/>
            </p:nvSpPr>
            <p:spPr>
              <a:xfrm>
                <a:off x="4805650" y="2989775"/>
                <a:ext cx="1269225" cy="199175"/>
              </a:xfrm>
              <a:custGeom>
                <a:avLst/>
                <a:gdLst/>
                <a:ahLst/>
                <a:cxnLst/>
                <a:rect l="l" t="t" r="r" b="b"/>
                <a:pathLst>
                  <a:path w="50769" h="7967" extrusionOk="0">
                    <a:moveTo>
                      <a:pt x="0" y="1"/>
                    </a:moveTo>
                    <a:lnTo>
                      <a:pt x="0" y="5228"/>
                    </a:lnTo>
                    <a:cubicBezTo>
                      <a:pt x="1346" y="5228"/>
                      <a:pt x="1870" y="5561"/>
                      <a:pt x="2822" y="6180"/>
                    </a:cubicBezTo>
                    <a:cubicBezTo>
                      <a:pt x="3989" y="6930"/>
                      <a:pt x="5584" y="7966"/>
                      <a:pt x="8466" y="7966"/>
                    </a:cubicBezTo>
                    <a:cubicBezTo>
                      <a:pt x="11347" y="7966"/>
                      <a:pt x="12943" y="6918"/>
                      <a:pt x="14109" y="6180"/>
                    </a:cubicBezTo>
                    <a:cubicBezTo>
                      <a:pt x="15062" y="5561"/>
                      <a:pt x="15574" y="5228"/>
                      <a:pt x="16919" y="5228"/>
                    </a:cubicBezTo>
                    <a:cubicBezTo>
                      <a:pt x="18265" y="5228"/>
                      <a:pt x="18788" y="5561"/>
                      <a:pt x="19741" y="6180"/>
                    </a:cubicBezTo>
                    <a:cubicBezTo>
                      <a:pt x="20908" y="6930"/>
                      <a:pt x="22503" y="7966"/>
                      <a:pt x="25385" y="7966"/>
                    </a:cubicBezTo>
                    <a:cubicBezTo>
                      <a:pt x="28266" y="7966"/>
                      <a:pt x="29861" y="6918"/>
                      <a:pt x="31028" y="6180"/>
                    </a:cubicBezTo>
                    <a:cubicBezTo>
                      <a:pt x="31981" y="5561"/>
                      <a:pt x="32493" y="5228"/>
                      <a:pt x="33838" y="5228"/>
                    </a:cubicBezTo>
                    <a:cubicBezTo>
                      <a:pt x="35195" y="5228"/>
                      <a:pt x="35707" y="5561"/>
                      <a:pt x="36660" y="6180"/>
                    </a:cubicBezTo>
                    <a:cubicBezTo>
                      <a:pt x="37827" y="6930"/>
                      <a:pt x="39422" y="7966"/>
                      <a:pt x="42303" y="7966"/>
                    </a:cubicBezTo>
                    <a:cubicBezTo>
                      <a:pt x="45185" y="7966"/>
                      <a:pt x="46780" y="6918"/>
                      <a:pt x="47947" y="6180"/>
                    </a:cubicBezTo>
                    <a:cubicBezTo>
                      <a:pt x="48899" y="5561"/>
                      <a:pt x="49423" y="5228"/>
                      <a:pt x="50769" y="5228"/>
                    </a:cubicBezTo>
                    <a:lnTo>
                      <a:pt x="50769" y="1"/>
                    </a:lnTo>
                    <a:cubicBezTo>
                      <a:pt x="47875" y="1"/>
                      <a:pt x="46280" y="1025"/>
                      <a:pt x="45113" y="1787"/>
                    </a:cubicBezTo>
                    <a:cubicBezTo>
                      <a:pt x="44173" y="2394"/>
                      <a:pt x="43649" y="2739"/>
                      <a:pt x="42303" y="2739"/>
                    </a:cubicBezTo>
                    <a:cubicBezTo>
                      <a:pt x="40958" y="2739"/>
                      <a:pt x="40434" y="2394"/>
                      <a:pt x="39493" y="1787"/>
                    </a:cubicBezTo>
                    <a:cubicBezTo>
                      <a:pt x="38327" y="1025"/>
                      <a:pt x="36731" y="1"/>
                      <a:pt x="33838" y="1"/>
                    </a:cubicBezTo>
                    <a:cubicBezTo>
                      <a:pt x="30957" y="1"/>
                      <a:pt x="29361" y="1049"/>
                      <a:pt x="28194" y="1787"/>
                    </a:cubicBezTo>
                    <a:cubicBezTo>
                      <a:pt x="27254" y="2394"/>
                      <a:pt x="26730" y="2739"/>
                      <a:pt x="25385" y="2739"/>
                    </a:cubicBezTo>
                    <a:cubicBezTo>
                      <a:pt x="24039" y="2739"/>
                      <a:pt x="23515" y="2394"/>
                      <a:pt x="22575" y="1787"/>
                    </a:cubicBezTo>
                    <a:cubicBezTo>
                      <a:pt x="21408" y="1025"/>
                      <a:pt x="19812" y="1"/>
                      <a:pt x="16919" y="1"/>
                    </a:cubicBezTo>
                    <a:cubicBezTo>
                      <a:pt x="14038" y="1"/>
                      <a:pt x="12442" y="1049"/>
                      <a:pt x="11276" y="1787"/>
                    </a:cubicBezTo>
                    <a:cubicBezTo>
                      <a:pt x="10335" y="2394"/>
                      <a:pt x="9811" y="2739"/>
                      <a:pt x="8466" y="2739"/>
                    </a:cubicBezTo>
                    <a:cubicBezTo>
                      <a:pt x="7120" y="2739"/>
                      <a:pt x="6596" y="2394"/>
                      <a:pt x="5656" y="1787"/>
                    </a:cubicBezTo>
                    <a:cubicBezTo>
                      <a:pt x="4489" y="1025"/>
                      <a:pt x="2894" y="1"/>
                      <a:pt x="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Google Shape;360;p35"/>
              <p:cNvSpPr/>
              <p:nvPr/>
            </p:nvSpPr>
            <p:spPr>
              <a:xfrm>
                <a:off x="4805650" y="3260350"/>
                <a:ext cx="1269225" cy="199150"/>
              </a:xfrm>
              <a:custGeom>
                <a:avLst/>
                <a:gdLst/>
                <a:ahLst/>
                <a:cxnLst/>
                <a:rect l="l" t="t" r="r" b="b"/>
                <a:pathLst>
                  <a:path w="50769" h="7966" extrusionOk="0">
                    <a:moveTo>
                      <a:pt x="0" y="1"/>
                    </a:moveTo>
                    <a:lnTo>
                      <a:pt x="0" y="5227"/>
                    </a:lnTo>
                    <a:cubicBezTo>
                      <a:pt x="1346" y="5227"/>
                      <a:pt x="1870" y="5573"/>
                      <a:pt x="2822" y="6180"/>
                    </a:cubicBezTo>
                    <a:cubicBezTo>
                      <a:pt x="3989" y="6942"/>
                      <a:pt x="5584" y="7966"/>
                      <a:pt x="8466" y="7966"/>
                    </a:cubicBezTo>
                    <a:cubicBezTo>
                      <a:pt x="11347" y="7966"/>
                      <a:pt x="12943" y="6918"/>
                      <a:pt x="14109" y="6180"/>
                    </a:cubicBezTo>
                    <a:cubicBezTo>
                      <a:pt x="15062" y="5573"/>
                      <a:pt x="15574" y="5227"/>
                      <a:pt x="16919" y="5227"/>
                    </a:cubicBezTo>
                    <a:cubicBezTo>
                      <a:pt x="18265" y="5227"/>
                      <a:pt x="18788" y="5573"/>
                      <a:pt x="19741" y="6180"/>
                    </a:cubicBezTo>
                    <a:cubicBezTo>
                      <a:pt x="20908" y="6942"/>
                      <a:pt x="22503" y="7966"/>
                      <a:pt x="25385" y="7966"/>
                    </a:cubicBezTo>
                    <a:cubicBezTo>
                      <a:pt x="28266" y="7966"/>
                      <a:pt x="29861" y="6918"/>
                      <a:pt x="31028" y="6180"/>
                    </a:cubicBezTo>
                    <a:cubicBezTo>
                      <a:pt x="31981" y="5573"/>
                      <a:pt x="32493" y="5227"/>
                      <a:pt x="33838" y="5227"/>
                    </a:cubicBezTo>
                    <a:cubicBezTo>
                      <a:pt x="35195" y="5227"/>
                      <a:pt x="35707" y="5573"/>
                      <a:pt x="36660" y="6180"/>
                    </a:cubicBezTo>
                    <a:cubicBezTo>
                      <a:pt x="37827" y="6942"/>
                      <a:pt x="39422" y="7966"/>
                      <a:pt x="42303" y="7966"/>
                    </a:cubicBezTo>
                    <a:cubicBezTo>
                      <a:pt x="45185" y="7966"/>
                      <a:pt x="46780" y="6918"/>
                      <a:pt x="47947" y="6180"/>
                    </a:cubicBezTo>
                    <a:cubicBezTo>
                      <a:pt x="48899" y="5573"/>
                      <a:pt x="49423" y="5227"/>
                      <a:pt x="50769" y="5227"/>
                    </a:cubicBezTo>
                    <a:lnTo>
                      <a:pt x="50769" y="1"/>
                    </a:lnTo>
                    <a:cubicBezTo>
                      <a:pt x="47875" y="1"/>
                      <a:pt x="46280" y="1036"/>
                      <a:pt x="45113" y="1787"/>
                    </a:cubicBezTo>
                    <a:cubicBezTo>
                      <a:pt x="44173" y="2406"/>
                      <a:pt x="43649" y="2739"/>
                      <a:pt x="42303" y="2739"/>
                    </a:cubicBezTo>
                    <a:cubicBezTo>
                      <a:pt x="40958" y="2739"/>
                      <a:pt x="40434" y="2406"/>
                      <a:pt x="39493" y="1787"/>
                    </a:cubicBezTo>
                    <a:cubicBezTo>
                      <a:pt x="38327" y="1036"/>
                      <a:pt x="36731" y="1"/>
                      <a:pt x="33838" y="1"/>
                    </a:cubicBezTo>
                    <a:cubicBezTo>
                      <a:pt x="30957" y="1"/>
                      <a:pt x="29361" y="1036"/>
                      <a:pt x="28194" y="1787"/>
                    </a:cubicBezTo>
                    <a:cubicBezTo>
                      <a:pt x="27254" y="2406"/>
                      <a:pt x="26730" y="2739"/>
                      <a:pt x="25385" y="2739"/>
                    </a:cubicBezTo>
                    <a:cubicBezTo>
                      <a:pt x="24039" y="2739"/>
                      <a:pt x="23515" y="2406"/>
                      <a:pt x="22575" y="1787"/>
                    </a:cubicBezTo>
                    <a:cubicBezTo>
                      <a:pt x="21408" y="1036"/>
                      <a:pt x="19812" y="1"/>
                      <a:pt x="16919" y="1"/>
                    </a:cubicBezTo>
                    <a:cubicBezTo>
                      <a:pt x="14038" y="1"/>
                      <a:pt x="12442" y="1036"/>
                      <a:pt x="11276" y="1787"/>
                    </a:cubicBezTo>
                    <a:cubicBezTo>
                      <a:pt x="10335" y="2406"/>
                      <a:pt x="9811" y="2739"/>
                      <a:pt x="8466" y="2739"/>
                    </a:cubicBezTo>
                    <a:cubicBezTo>
                      <a:pt x="7120" y="2739"/>
                      <a:pt x="6596" y="2406"/>
                      <a:pt x="5656" y="1787"/>
                    </a:cubicBezTo>
                    <a:cubicBezTo>
                      <a:pt x="4489" y="1036"/>
                      <a:pt x="2894" y="1"/>
                      <a:pt x="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1" name="Google Shape;361;p35"/>
            <p:cNvGrpSpPr/>
            <p:nvPr/>
          </p:nvGrpSpPr>
          <p:grpSpPr>
            <a:xfrm>
              <a:off x="1134211" y="4569403"/>
              <a:ext cx="1210587" cy="706360"/>
              <a:chOff x="4805650" y="2718925"/>
              <a:chExt cx="1269225" cy="740575"/>
            </a:xfrm>
          </p:grpSpPr>
          <p:sp>
            <p:nvSpPr>
              <p:cNvPr id="362" name="Google Shape;362;p35"/>
              <p:cNvSpPr/>
              <p:nvPr/>
            </p:nvSpPr>
            <p:spPr>
              <a:xfrm>
                <a:off x="4805650" y="2718925"/>
                <a:ext cx="1269225" cy="198850"/>
              </a:xfrm>
              <a:custGeom>
                <a:avLst/>
                <a:gdLst/>
                <a:ahLst/>
                <a:cxnLst/>
                <a:rect l="l" t="t" r="r" b="b"/>
                <a:pathLst>
                  <a:path w="50769" h="7954" extrusionOk="0">
                    <a:moveTo>
                      <a:pt x="0" y="0"/>
                    </a:moveTo>
                    <a:lnTo>
                      <a:pt x="0" y="5227"/>
                    </a:lnTo>
                    <a:cubicBezTo>
                      <a:pt x="1346" y="5227"/>
                      <a:pt x="1870" y="5560"/>
                      <a:pt x="2822" y="6168"/>
                    </a:cubicBezTo>
                    <a:cubicBezTo>
                      <a:pt x="3989" y="6930"/>
                      <a:pt x="5584" y="7954"/>
                      <a:pt x="8466" y="7954"/>
                    </a:cubicBezTo>
                    <a:cubicBezTo>
                      <a:pt x="11347" y="7954"/>
                      <a:pt x="12943" y="6930"/>
                      <a:pt x="14109" y="6168"/>
                    </a:cubicBezTo>
                    <a:cubicBezTo>
                      <a:pt x="15062" y="5560"/>
                      <a:pt x="15574" y="5227"/>
                      <a:pt x="16919" y="5227"/>
                    </a:cubicBezTo>
                    <a:cubicBezTo>
                      <a:pt x="18265" y="5227"/>
                      <a:pt x="18788" y="5560"/>
                      <a:pt x="19741" y="6168"/>
                    </a:cubicBezTo>
                    <a:cubicBezTo>
                      <a:pt x="20908" y="6930"/>
                      <a:pt x="22503" y="7954"/>
                      <a:pt x="25385" y="7954"/>
                    </a:cubicBezTo>
                    <a:cubicBezTo>
                      <a:pt x="28266" y="7954"/>
                      <a:pt x="29861" y="6930"/>
                      <a:pt x="31028" y="6168"/>
                    </a:cubicBezTo>
                    <a:cubicBezTo>
                      <a:pt x="31981" y="5560"/>
                      <a:pt x="32493" y="5227"/>
                      <a:pt x="33838" y="5227"/>
                    </a:cubicBezTo>
                    <a:cubicBezTo>
                      <a:pt x="35195" y="5227"/>
                      <a:pt x="35707" y="5560"/>
                      <a:pt x="36660" y="6168"/>
                    </a:cubicBezTo>
                    <a:cubicBezTo>
                      <a:pt x="37827" y="6930"/>
                      <a:pt x="39422" y="7954"/>
                      <a:pt x="42303" y="7954"/>
                    </a:cubicBezTo>
                    <a:cubicBezTo>
                      <a:pt x="45185" y="7954"/>
                      <a:pt x="46780" y="6930"/>
                      <a:pt x="47947" y="6168"/>
                    </a:cubicBezTo>
                    <a:cubicBezTo>
                      <a:pt x="48899" y="5560"/>
                      <a:pt x="49423" y="5227"/>
                      <a:pt x="50769" y="5227"/>
                    </a:cubicBezTo>
                    <a:lnTo>
                      <a:pt x="50769" y="0"/>
                    </a:lnTo>
                    <a:cubicBezTo>
                      <a:pt x="47875" y="0"/>
                      <a:pt x="46280" y="1024"/>
                      <a:pt x="45113" y="1786"/>
                    </a:cubicBezTo>
                    <a:cubicBezTo>
                      <a:pt x="44173" y="2393"/>
                      <a:pt x="43649" y="2727"/>
                      <a:pt x="42303" y="2727"/>
                    </a:cubicBezTo>
                    <a:cubicBezTo>
                      <a:pt x="40958" y="2727"/>
                      <a:pt x="40434" y="2393"/>
                      <a:pt x="39493" y="1786"/>
                    </a:cubicBezTo>
                    <a:cubicBezTo>
                      <a:pt x="38327" y="1024"/>
                      <a:pt x="36731" y="0"/>
                      <a:pt x="33838" y="0"/>
                    </a:cubicBezTo>
                    <a:cubicBezTo>
                      <a:pt x="30957" y="0"/>
                      <a:pt x="29361" y="1036"/>
                      <a:pt x="28194" y="1786"/>
                    </a:cubicBezTo>
                    <a:cubicBezTo>
                      <a:pt x="27254" y="2393"/>
                      <a:pt x="26730" y="2727"/>
                      <a:pt x="25385" y="2727"/>
                    </a:cubicBezTo>
                    <a:cubicBezTo>
                      <a:pt x="24039" y="2727"/>
                      <a:pt x="23515" y="2393"/>
                      <a:pt x="22575" y="1786"/>
                    </a:cubicBezTo>
                    <a:cubicBezTo>
                      <a:pt x="21408" y="1024"/>
                      <a:pt x="19812" y="0"/>
                      <a:pt x="16919" y="0"/>
                    </a:cubicBezTo>
                    <a:cubicBezTo>
                      <a:pt x="14038" y="0"/>
                      <a:pt x="12442" y="1036"/>
                      <a:pt x="11276" y="1786"/>
                    </a:cubicBezTo>
                    <a:cubicBezTo>
                      <a:pt x="10335" y="2393"/>
                      <a:pt x="9811" y="2727"/>
                      <a:pt x="8466" y="2727"/>
                    </a:cubicBezTo>
                    <a:cubicBezTo>
                      <a:pt x="7120" y="2727"/>
                      <a:pt x="6596" y="2393"/>
                      <a:pt x="5656" y="1786"/>
                    </a:cubicBezTo>
                    <a:cubicBezTo>
                      <a:pt x="4489" y="1024"/>
                      <a:pt x="2894" y="0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Google Shape;363;p35"/>
              <p:cNvSpPr/>
              <p:nvPr/>
            </p:nvSpPr>
            <p:spPr>
              <a:xfrm>
                <a:off x="4805650" y="2989775"/>
                <a:ext cx="1269225" cy="199175"/>
              </a:xfrm>
              <a:custGeom>
                <a:avLst/>
                <a:gdLst/>
                <a:ahLst/>
                <a:cxnLst/>
                <a:rect l="l" t="t" r="r" b="b"/>
                <a:pathLst>
                  <a:path w="50769" h="7967" extrusionOk="0">
                    <a:moveTo>
                      <a:pt x="0" y="1"/>
                    </a:moveTo>
                    <a:lnTo>
                      <a:pt x="0" y="5228"/>
                    </a:lnTo>
                    <a:cubicBezTo>
                      <a:pt x="1346" y="5228"/>
                      <a:pt x="1870" y="5561"/>
                      <a:pt x="2822" y="6180"/>
                    </a:cubicBezTo>
                    <a:cubicBezTo>
                      <a:pt x="3989" y="6930"/>
                      <a:pt x="5584" y="7966"/>
                      <a:pt x="8466" y="7966"/>
                    </a:cubicBezTo>
                    <a:cubicBezTo>
                      <a:pt x="11347" y="7966"/>
                      <a:pt x="12943" y="6918"/>
                      <a:pt x="14109" y="6180"/>
                    </a:cubicBezTo>
                    <a:cubicBezTo>
                      <a:pt x="15062" y="5561"/>
                      <a:pt x="15574" y="5228"/>
                      <a:pt x="16919" y="5228"/>
                    </a:cubicBezTo>
                    <a:cubicBezTo>
                      <a:pt x="18265" y="5228"/>
                      <a:pt x="18788" y="5561"/>
                      <a:pt x="19741" y="6180"/>
                    </a:cubicBezTo>
                    <a:cubicBezTo>
                      <a:pt x="20908" y="6930"/>
                      <a:pt x="22503" y="7966"/>
                      <a:pt x="25385" y="7966"/>
                    </a:cubicBezTo>
                    <a:cubicBezTo>
                      <a:pt x="28266" y="7966"/>
                      <a:pt x="29861" y="6918"/>
                      <a:pt x="31028" y="6180"/>
                    </a:cubicBezTo>
                    <a:cubicBezTo>
                      <a:pt x="31981" y="5561"/>
                      <a:pt x="32493" y="5228"/>
                      <a:pt x="33838" y="5228"/>
                    </a:cubicBezTo>
                    <a:cubicBezTo>
                      <a:pt x="35195" y="5228"/>
                      <a:pt x="35707" y="5561"/>
                      <a:pt x="36660" y="6180"/>
                    </a:cubicBezTo>
                    <a:cubicBezTo>
                      <a:pt x="37827" y="6930"/>
                      <a:pt x="39422" y="7966"/>
                      <a:pt x="42303" y="7966"/>
                    </a:cubicBezTo>
                    <a:cubicBezTo>
                      <a:pt x="45185" y="7966"/>
                      <a:pt x="46780" y="6918"/>
                      <a:pt x="47947" y="6180"/>
                    </a:cubicBezTo>
                    <a:cubicBezTo>
                      <a:pt x="48899" y="5561"/>
                      <a:pt x="49423" y="5228"/>
                      <a:pt x="50769" y="5228"/>
                    </a:cubicBezTo>
                    <a:lnTo>
                      <a:pt x="50769" y="1"/>
                    </a:lnTo>
                    <a:cubicBezTo>
                      <a:pt x="47875" y="1"/>
                      <a:pt x="46280" y="1025"/>
                      <a:pt x="45113" y="1787"/>
                    </a:cubicBezTo>
                    <a:cubicBezTo>
                      <a:pt x="44173" y="2394"/>
                      <a:pt x="43649" y="2739"/>
                      <a:pt x="42303" y="2739"/>
                    </a:cubicBezTo>
                    <a:cubicBezTo>
                      <a:pt x="40958" y="2739"/>
                      <a:pt x="40434" y="2394"/>
                      <a:pt x="39493" y="1787"/>
                    </a:cubicBezTo>
                    <a:cubicBezTo>
                      <a:pt x="38327" y="1025"/>
                      <a:pt x="36731" y="1"/>
                      <a:pt x="33838" y="1"/>
                    </a:cubicBezTo>
                    <a:cubicBezTo>
                      <a:pt x="30957" y="1"/>
                      <a:pt x="29361" y="1049"/>
                      <a:pt x="28194" y="1787"/>
                    </a:cubicBezTo>
                    <a:cubicBezTo>
                      <a:pt x="27254" y="2394"/>
                      <a:pt x="26730" y="2739"/>
                      <a:pt x="25385" y="2739"/>
                    </a:cubicBezTo>
                    <a:cubicBezTo>
                      <a:pt x="24039" y="2739"/>
                      <a:pt x="23515" y="2394"/>
                      <a:pt x="22575" y="1787"/>
                    </a:cubicBezTo>
                    <a:cubicBezTo>
                      <a:pt x="21408" y="1025"/>
                      <a:pt x="19812" y="1"/>
                      <a:pt x="16919" y="1"/>
                    </a:cubicBezTo>
                    <a:cubicBezTo>
                      <a:pt x="14038" y="1"/>
                      <a:pt x="12442" y="1049"/>
                      <a:pt x="11276" y="1787"/>
                    </a:cubicBezTo>
                    <a:cubicBezTo>
                      <a:pt x="10335" y="2394"/>
                      <a:pt x="9811" y="2739"/>
                      <a:pt x="8466" y="2739"/>
                    </a:cubicBezTo>
                    <a:cubicBezTo>
                      <a:pt x="7120" y="2739"/>
                      <a:pt x="6596" y="2394"/>
                      <a:pt x="5656" y="1787"/>
                    </a:cubicBezTo>
                    <a:cubicBezTo>
                      <a:pt x="4489" y="1025"/>
                      <a:pt x="2894" y="1"/>
                      <a:pt x="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Google Shape;364;p35"/>
              <p:cNvSpPr/>
              <p:nvPr/>
            </p:nvSpPr>
            <p:spPr>
              <a:xfrm>
                <a:off x="4805650" y="3260350"/>
                <a:ext cx="1269225" cy="199150"/>
              </a:xfrm>
              <a:custGeom>
                <a:avLst/>
                <a:gdLst/>
                <a:ahLst/>
                <a:cxnLst/>
                <a:rect l="l" t="t" r="r" b="b"/>
                <a:pathLst>
                  <a:path w="50769" h="7966" extrusionOk="0">
                    <a:moveTo>
                      <a:pt x="0" y="1"/>
                    </a:moveTo>
                    <a:lnTo>
                      <a:pt x="0" y="5227"/>
                    </a:lnTo>
                    <a:cubicBezTo>
                      <a:pt x="1346" y="5227"/>
                      <a:pt x="1870" y="5573"/>
                      <a:pt x="2822" y="6180"/>
                    </a:cubicBezTo>
                    <a:cubicBezTo>
                      <a:pt x="3989" y="6942"/>
                      <a:pt x="5584" y="7966"/>
                      <a:pt x="8466" y="7966"/>
                    </a:cubicBezTo>
                    <a:cubicBezTo>
                      <a:pt x="11347" y="7966"/>
                      <a:pt x="12943" y="6918"/>
                      <a:pt x="14109" y="6180"/>
                    </a:cubicBezTo>
                    <a:cubicBezTo>
                      <a:pt x="15062" y="5573"/>
                      <a:pt x="15574" y="5227"/>
                      <a:pt x="16919" y="5227"/>
                    </a:cubicBezTo>
                    <a:cubicBezTo>
                      <a:pt x="18265" y="5227"/>
                      <a:pt x="18788" y="5573"/>
                      <a:pt x="19741" y="6180"/>
                    </a:cubicBezTo>
                    <a:cubicBezTo>
                      <a:pt x="20908" y="6942"/>
                      <a:pt x="22503" y="7966"/>
                      <a:pt x="25385" y="7966"/>
                    </a:cubicBezTo>
                    <a:cubicBezTo>
                      <a:pt x="28266" y="7966"/>
                      <a:pt x="29861" y="6918"/>
                      <a:pt x="31028" y="6180"/>
                    </a:cubicBezTo>
                    <a:cubicBezTo>
                      <a:pt x="31981" y="5573"/>
                      <a:pt x="32493" y="5227"/>
                      <a:pt x="33838" y="5227"/>
                    </a:cubicBezTo>
                    <a:cubicBezTo>
                      <a:pt x="35195" y="5227"/>
                      <a:pt x="35707" y="5573"/>
                      <a:pt x="36660" y="6180"/>
                    </a:cubicBezTo>
                    <a:cubicBezTo>
                      <a:pt x="37827" y="6942"/>
                      <a:pt x="39422" y="7966"/>
                      <a:pt x="42303" y="7966"/>
                    </a:cubicBezTo>
                    <a:cubicBezTo>
                      <a:pt x="45185" y="7966"/>
                      <a:pt x="46780" y="6918"/>
                      <a:pt x="47947" y="6180"/>
                    </a:cubicBezTo>
                    <a:cubicBezTo>
                      <a:pt x="48899" y="5573"/>
                      <a:pt x="49423" y="5227"/>
                      <a:pt x="50769" y="5227"/>
                    </a:cubicBezTo>
                    <a:lnTo>
                      <a:pt x="50769" y="1"/>
                    </a:lnTo>
                    <a:cubicBezTo>
                      <a:pt x="47875" y="1"/>
                      <a:pt x="46280" y="1036"/>
                      <a:pt x="45113" y="1787"/>
                    </a:cubicBezTo>
                    <a:cubicBezTo>
                      <a:pt x="44173" y="2406"/>
                      <a:pt x="43649" y="2739"/>
                      <a:pt x="42303" y="2739"/>
                    </a:cubicBezTo>
                    <a:cubicBezTo>
                      <a:pt x="40958" y="2739"/>
                      <a:pt x="40434" y="2406"/>
                      <a:pt x="39493" y="1787"/>
                    </a:cubicBezTo>
                    <a:cubicBezTo>
                      <a:pt x="38327" y="1036"/>
                      <a:pt x="36731" y="1"/>
                      <a:pt x="33838" y="1"/>
                    </a:cubicBezTo>
                    <a:cubicBezTo>
                      <a:pt x="30957" y="1"/>
                      <a:pt x="29361" y="1036"/>
                      <a:pt x="28194" y="1787"/>
                    </a:cubicBezTo>
                    <a:cubicBezTo>
                      <a:pt x="27254" y="2406"/>
                      <a:pt x="26730" y="2739"/>
                      <a:pt x="25385" y="2739"/>
                    </a:cubicBezTo>
                    <a:cubicBezTo>
                      <a:pt x="24039" y="2739"/>
                      <a:pt x="23515" y="2406"/>
                      <a:pt x="22575" y="1787"/>
                    </a:cubicBezTo>
                    <a:cubicBezTo>
                      <a:pt x="21408" y="1036"/>
                      <a:pt x="19812" y="1"/>
                      <a:pt x="16919" y="1"/>
                    </a:cubicBezTo>
                    <a:cubicBezTo>
                      <a:pt x="14038" y="1"/>
                      <a:pt x="12442" y="1036"/>
                      <a:pt x="11276" y="1787"/>
                    </a:cubicBezTo>
                    <a:cubicBezTo>
                      <a:pt x="10335" y="2406"/>
                      <a:pt x="9811" y="2739"/>
                      <a:pt x="8466" y="2739"/>
                    </a:cubicBezTo>
                    <a:cubicBezTo>
                      <a:pt x="7120" y="2739"/>
                      <a:pt x="6596" y="2406"/>
                      <a:pt x="5656" y="1787"/>
                    </a:cubicBezTo>
                    <a:cubicBezTo>
                      <a:pt x="4489" y="1036"/>
                      <a:pt x="2894" y="1"/>
                      <a:pt x="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65" name="Google Shape;365;p35"/>
          <p:cNvSpPr/>
          <p:nvPr/>
        </p:nvSpPr>
        <p:spPr>
          <a:xfrm>
            <a:off x="-1151193" y="-239425"/>
            <a:ext cx="2284525" cy="2478400"/>
          </a:xfrm>
          <a:custGeom>
            <a:avLst/>
            <a:gdLst/>
            <a:ahLst/>
            <a:cxnLst/>
            <a:rect l="l" t="t" r="r" b="b"/>
            <a:pathLst>
              <a:path w="91381" h="99136" extrusionOk="0">
                <a:moveTo>
                  <a:pt x="77092" y="1"/>
                </a:moveTo>
                <a:cubicBezTo>
                  <a:pt x="75139" y="1"/>
                  <a:pt x="73192" y="742"/>
                  <a:pt x="71711" y="2223"/>
                </a:cubicBezTo>
                <a:lnTo>
                  <a:pt x="5191" y="68755"/>
                </a:lnTo>
                <a:cubicBezTo>
                  <a:pt x="1857" y="72065"/>
                  <a:pt x="0" y="76589"/>
                  <a:pt x="36" y="81292"/>
                </a:cubicBezTo>
                <a:cubicBezTo>
                  <a:pt x="48" y="86019"/>
                  <a:pt x="1941" y="90555"/>
                  <a:pt x="5298" y="93889"/>
                </a:cubicBezTo>
                <a:cubicBezTo>
                  <a:pt x="8800" y="97385"/>
                  <a:pt x="13392" y="99135"/>
                  <a:pt x="17968" y="99135"/>
                </a:cubicBezTo>
                <a:cubicBezTo>
                  <a:pt x="22494" y="99135"/>
                  <a:pt x="27005" y="97424"/>
                  <a:pt x="30432" y="93996"/>
                </a:cubicBezTo>
                <a:lnTo>
                  <a:pt x="32921" y="91508"/>
                </a:lnTo>
                <a:cubicBezTo>
                  <a:pt x="33111" y="91353"/>
                  <a:pt x="33302" y="91186"/>
                  <a:pt x="33480" y="90996"/>
                </a:cubicBezTo>
                <a:lnTo>
                  <a:pt x="88392" y="36084"/>
                </a:lnTo>
                <a:cubicBezTo>
                  <a:pt x="91381" y="33096"/>
                  <a:pt x="91369" y="28226"/>
                  <a:pt x="88344" y="25202"/>
                </a:cubicBezTo>
                <a:cubicBezTo>
                  <a:pt x="86829" y="23687"/>
                  <a:pt x="84844" y="22928"/>
                  <a:pt x="82865" y="22928"/>
                </a:cubicBezTo>
                <a:cubicBezTo>
                  <a:pt x="80909" y="22928"/>
                  <a:pt x="78959" y="23669"/>
                  <a:pt x="77474" y="25154"/>
                </a:cubicBezTo>
                <a:lnTo>
                  <a:pt x="19574" y="83054"/>
                </a:lnTo>
                <a:cubicBezTo>
                  <a:pt x="19090" y="83538"/>
                  <a:pt x="18452" y="83783"/>
                  <a:pt x="17813" y="83783"/>
                </a:cubicBezTo>
                <a:cubicBezTo>
                  <a:pt x="17210" y="83783"/>
                  <a:pt x="16607" y="83565"/>
                  <a:pt x="16133" y="83126"/>
                </a:cubicBezTo>
                <a:cubicBezTo>
                  <a:pt x="15657" y="82661"/>
                  <a:pt x="15383" y="82030"/>
                  <a:pt x="15371" y="81364"/>
                </a:cubicBezTo>
                <a:cubicBezTo>
                  <a:pt x="15371" y="80721"/>
                  <a:pt x="15621" y="80102"/>
                  <a:pt x="16085" y="79649"/>
                </a:cubicBezTo>
                <a:lnTo>
                  <a:pt x="82606" y="13129"/>
                </a:lnTo>
                <a:cubicBezTo>
                  <a:pt x="85582" y="10152"/>
                  <a:pt x="85570" y="5283"/>
                  <a:pt x="82558" y="2271"/>
                </a:cubicBezTo>
                <a:cubicBezTo>
                  <a:pt x="81044" y="757"/>
                  <a:pt x="79065" y="1"/>
                  <a:pt x="770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6" name="Google Shape;366;p35"/>
          <p:cNvGrpSpPr/>
          <p:nvPr/>
        </p:nvGrpSpPr>
        <p:grpSpPr>
          <a:xfrm>
            <a:off x="6785319" y="3491150"/>
            <a:ext cx="3304431" cy="2359299"/>
            <a:chOff x="6398434" y="3874100"/>
            <a:chExt cx="2343070" cy="1672905"/>
          </a:xfrm>
        </p:grpSpPr>
        <p:sp>
          <p:nvSpPr>
            <p:cNvPr id="367" name="Google Shape;367;p35"/>
            <p:cNvSpPr/>
            <p:nvPr/>
          </p:nvSpPr>
          <p:spPr>
            <a:xfrm rot="-8100197">
              <a:off x="7743857" y="3688660"/>
              <a:ext cx="322197" cy="2043785"/>
            </a:xfrm>
            <a:custGeom>
              <a:avLst/>
              <a:gdLst/>
              <a:ahLst/>
              <a:cxnLst/>
              <a:rect l="l" t="t" r="r" b="b"/>
              <a:pathLst>
                <a:path w="10455" h="66319" extrusionOk="0">
                  <a:moveTo>
                    <a:pt x="1" y="1"/>
                  </a:moveTo>
                  <a:lnTo>
                    <a:pt x="1" y="61091"/>
                  </a:lnTo>
                  <a:cubicBezTo>
                    <a:pt x="1" y="63985"/>
                    <a:pt x="2334" y="66318"/>
                    <a:pt x="5227" y="66318"/>
                  </a:cubicBezTo>
                  <a:cubicBezTo>
                    <a:pt x="8109" y="66318"/>
                    <a:pt x="10454" y="63973"/>
                    <a:pt x="10454" y="61091"/>
                  </a:cubicBezTo>
                  <a:lnTo>
                    <a:pt x="1045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35"/>
            <p:cNvSpPr/>
            <p:nvPr/>
          </p:nvSpPr>
          <p:spPr>
            <a:xfrm rot="-8100197">
              <a:off x="6712576" y="4517273"/>
              <a:ext cx="322197" cy="1021908"/>
            </a:xfrm>
            <a:custGeom>
              <a:avLst/>
              <a:gdLst/>
              <a:ahLst/>
              <a:cxnLst/>
              <a:rect l="l" t="t" r="r" b="b"/>
              <a:pathLst>
                <a:path w="10455" h="33160" extrusionOk="0">
                  <a:moveTo>
                    <a:pt x="1" y="0"/>
                  </a:moveTo>
                  <a:lnTo>
                    <a:pt x="1" y="27932"/>
                  </a:lnTo>
                  <a:cubicBezTo>
                    <a:pt x="1" y="30826"/>
                    <a:pt x="2334" y="33159"/>
                    <a:pt x="5228" y="33159"/>
                  </a:cubicBezTo>
                  <a:cubicBezTo>
                    <a:pt x="8109" y="33159"/>
                    <a:pt x="10454" y="30814"/>
                    <a:pt x="10454" y="27932"/>
                  </a:cubicBezTo>
                  <a:lnTo>
                    <a:pt x="1045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yne"/>
              <a:buNone/>
              <a:defRPr sz="3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ap"/>
              <a:buChar char="●"/>
              <a:defRPr sz="12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ap"/>
              <a:buChar char="○"/>
              <a:defRPr sz="12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ap"/>
              <a:buChar char="■"/>
              <a:defRPr sz="12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ap"/>
              <a:buChar char="●"/>
              <a:defRPr sz="12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ap"/>
              <a:buChar char="○"/>
              <a:defRPr sz="12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ap"/>
              <a:buChar char="■"/>
              <a:defRPr sz="12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ap"/>
              <a:buChar char="●"/>
              <a:defRPr sz="12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ap"/>
              <a:buChar char="○"/>
              <a:defRPr sz="12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ap"/>
              <a:buChar char="■"/>
              <a:defRPr sz="12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6"/>
          <p:cNvSpPr/>
          <p:nvPr/>
        </p:nvSpPr>
        <p:spPr>
          <a:xfrm rot="2699612">
            <a:off x="8433021" y="1725010"/>
            <a:ext cx="491011" cy="3114623"/>
          </a:xfrm>
          <a:custGeom>
            <a:avLst/>
            <a:gdLst/>
            <a:ahLst/>
            <a:cxnLst/>
            <a:rect l="l" t="t" r="r" b="b"/>
            <a:pathLst>
              <a:path w="10455" h="66319" extrusionOk="0">
                <a:moveTo>
                  <a:pt x="1" y="1"/>
                </a:moveTo>
                <a:lnTo>
                  <a:pt x="1" y="61091"/>
                </a:lnTo>
                <a:cubicBezTo>
                  <a:pt x="1" y="63985"/>
                  <a:pt x="2334" y="66318"/>
                  <a:pt x="5227" y="66318"/>
                </a:cubicBezTo>
                <a:cubicBezTo>
                  <a:pt x="8109" y="66318"/>
                  <a:pt x="10454" y="63973"/>
                  <a:pt x="10454" y="61091"/>
                </a:cubicBezTo>
                <a:lnTo>
                  <a:pt x="1045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36"/>
          <p:cNvSpPr/>
          <p:nvPr/>
        </p:nvSpPr>
        <p:spPr>
          <a:xfrm rot="10800000">
            <a:off x="-5310475" y="2801149"/>
            <a:ext cx="7057126" cy="7656025"/>
          </a:xfrm>
          <a:custGeom>
            <a:avLst/>
            <a:gdLst/>
            <a:ahLst/>
            <a:cxnLst/>
            <a:rect l="l" t="t" r="r" b="b"/>
            <a:pathLst>
              <a:path w="91381" h="99136" extrusionOk="0">
                <a:moveTo>
                  <a:pt x="77092" y="1"/>
                </a:moveTo>
                <a:cubicBezTo>
                  <a:pt x="75139" y="1"/>
                  <a:pt x="73192" y="742"/>
                  <a:pt x="71711" y="2223"/>
                </a:cubicBezTo>
                <a:lnTo>
                  <a:pt x="5191" y="68755"/>
                </a:lnTo>
                <a:cubicBezTo>
                  <a:pt x="1857" y="72065"/>
                  <a:pt x="0" y="76589"/>
                  <a:pt x="36" y="81292"/>
                </a:cubicBezTo>
                <a:cubicBezTo>
                  <a:pt x="48" y="86019"/>
                  <a:pt x="1941" y="90555"/>
                  <a:pt x="5298" y="93889"/>
                </a:cubicBezTo>
                <a:cubicBezTo>
                  <a:pt x="8800" y="97385"/>
                  <a:pt x="13392" y="99135"/>
                  <a:pt x="17968" y="99135"/>
                </a:cubicBezTo>
                <a:cubicBezTo>
                  <a:pt x="22494" y="99135"/>
                  <a:pt x="27005" y="97424"/>
                  <a:pt x="30432" y="93996"/>
                </a:cubicBezTo>
                <a:lnTo>
                  <a:pt x="32921" y="91508"/>
                </a:lnTo>
                <a:cubicBezTo>
                  <a:pt x="33111" y="91353"/>
                  <a:pt x="33302" y="91186"/>
                  <a:pt x="33480" y="90996"/>
                </a:cubicBezTo>
                <a:lnTo>
                  <a:pt x="88392" y="36084"/>
                </a:lnTo>
                <a:cubicBezTo>
                  <a:pt x="91381" y="33096"/>
                  <a:pt x="91369" y="28226"/>
                  <a:pt x="88344" y="25202"/>
                </a:cubicBezTo>
                <a:cubicBezTo>
                  <a:pt x="86829" y="23687"/>
                  <a:pt x="84844" y="22928"/>
                  <a:pt x="82865" y="22928"/>
                </a:cubicBezTo>
                <a:cubicBezTo>
                  <a:pt x="80909" y="22928"/>
                  <a:pt x="78959" y="23669"/>
                  <a:pt x="77474" y="25154"/>
                </a:cubicBezTo>
                <a:lnTo>
                  <a:pt x="19574" y="83054"/>
                </a:lnTo>
                <a:cubicBezTo>
                  <a:pt x="19090" y="83538"/>
                  <a:pt x="18452" y="83783"/>
                  <a:pt x="17813" y="83783"/>
                </a:cubicBezTo>
                <a:cubicBezTo>
                  <a:pt x="17210" y="83783"/>
                  <a:pt x="16607" y="83565"/>
                  <a:pt x="16133" y="83126"/>
                </a:cubicBezTo>
                <a:cubicBezTo>
                  <a:pt x="15657" y="82661"/>
                  <a:pt x="15383" y="82030"/>
                  <a:pt x="15371" y="81364"/>
                </a:cubicBezTo>
                <a:cubicBezTo>
                  <a:pt x="15371" y="80721"/>
                  <a:pt x="15621" y="80102"/>
                  <a:pt x="16085" y="79649"/>
                </a:cubicBezTo>
                <a:lnTo>
                  <a:pt x="82606" y="13129"/>
                </a:lnTo>
                <a:cubicBezTo>
                  <a:pt x="85582" y="10152"/>
                  <a:pt x="85570" y="5283"/>
                  <a:pt x="82558" y="2271"/>
                </a:cubicBezTo>
                <a:cubicBezTo>
                  <a:pt x="81044" y="757"/>
                  <a:pt x="79065" y="1"/>
                  <a:pt x="7709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36"/>
          <p:cNvSpPr txBox="1"/>
          <p:nvPr/>
        </p:nvSpPr>
        <p:spPr>
          <a:xfrm>
            <a:off x="3173475" y="1920700"/>
            <a:ext cx="6127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376" name="Google Shape;376;p36"/>
          <p:cNvSpPr txBox="1"/>
          <p:nvPr/>
        </p:nvSpPr>
        <p:spPr>
          <a:xfrm>
            <a:off x="1069250" y="1645000"/>
            <a:ext cx="7057200" cy="16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1" u="sng">
                <a:solidFill>
                  <a:srgbClr val="FFFED2"/>
                </a:solidFill>
                <a:latin typeface="Syne"/>
                <a:ea typeface="Syne"/>
                <a:cs typeface="Syne"/>
                <a:sym typeface="Syne"/>
              </a:rPr>
              <a:t>EOM203.01</a:t>
            </a:r>
            <a:endParaRPr sz="4000" b="1" u="sng">
              <a:solidFill>
                <a:srgbClr val="FFFED2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1">
                <a:solidFill>
                  <a:srgbClr val="FFFED2"/>
                </a:solidFill>
                <a:latin typeface="Syne"/>
                <a:ea typeface="Syne"/>
                <a:cs typeface="Syne"/>
                <a:sym typeface="Syne"/>
              </a:rPr>
              <a:t>Discuss Leadership Within a Peer Setting</a:t>
            </a:r>
            <a:endParaRPr sz="4000" b="1">
              <a:solidFill>
                <a:srgbClr val="FFFED2"/>
              </a:solidFill>
              <a:latin typeface="Syne"/>
              <a:ea typeface="Syne"/>
              <a:cs typeface="Syne"/>
              <a:sym typeface="Syne"/>
            </a:endParaRPr>
          </a:p>
        </p:txBody>
      </p:sp>
      <p:sp>
        <p:nvSpPr>
          <p:cNvPr id="379" name="Google Shape;379;p36"/>
          <p:cNvSpPr txBox="1"/>
          <p:nvPr/>
        </p:nvSpPr>
        <p:spPr>
          <a:xfrm>
            <a:off x="6014213" y="4658375"/>
            <a:ext cx="1569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Level 2 IG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380" name="Google Shape;380;p36"/>
          <p:cNvSpPr/>
          <p:nvPr/>
        </p:nvSpPr>
        <p:spPr>
          <a:xfrm>
            <a:off x="2467525" y="4688550"/>
            <a:ext cx="1276500" cy="313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36"/>
          <p:cNvSpPr txBox="1"/>
          <p:nvPr/>
        </p:nvSpPr>
        <p:spPr>
          <a:xfrm>
            <a:off x="1925949" y="4645350"/>
            <a:ext cx="281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Interactive Lecture + Activity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7"/>
          <p:cNvSpPr/>
          <p:nvPr/>
        </p:nvSpPr>
        <p:spPr>
          <a:xfrm rot="2699636">
            <a:off x="8824153" y="1508820"/>
            <a:ext cx="524205" cy="3325180"/>
          </a:xfrm>
          <a:custGeom>
            <a:avLst/>
            <a:gdLst/>
            <a:ahLst/>
            <a:cxnLst/>
            <a:rect l="l" t="t" r="r" b="b"/>
            <a:pathLst>
              <a:path w="10455" h="66319" extrusionOk="0">
                <a:moveTo>
                  <a:pt x="1" y="1"/>
                </a:moveTo>
                <a:lnTo>
                  <a:pt x="1" y="61091"/>
                </a:lnTo>
                <a:cubicBezTo>
                  <a:pt x="1" y="63985"/>
                  <a:pt x="2334" y="66318"/>
                  <a:pt x="5227" y="66318"/>
                </a:cubicBezTo>
                <a:cubicBezTo>
                  <a:pt x="8109" y="66318"/>
                  <a:pt x="10454" y="63973"/>
                  <a:pt x="10454" y="61091"/>
                </a:cubicBezTo>
                <a:lnTo>
                  <a:pt x="1045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37"/>
          <p:cNvSpPr txBox="1"/>
          <p:nvPr/>
        </p:nvSpPr>
        <p:spPr>
          <a:xfrm>
            <a:off x="730625" y="688050"/>
            <a:ext cx="64545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u="sng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Teaching points</a:t>
            </a:r>
            <a:endParaRPr sz="2200" u="sng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</p:txBody>
      </p:sp>
      <p:sp>
        <p:nvSpPr>
          <p:cNvPr id="388" name="Google Shape;388;p37"/>
          <p:cNvSpPr txBox="1"/>
          <p:nvPr/>
        </p:nvSpPr>
        <p:spPr>
          <a:xfrm>
            <a:off x="730625" y="1494850"/>
            <a:ext cx="6454500" cy="21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dirty="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Teaching Point 1: </a:t>
            </a:r>
            <a:r>
              <a:rPr lang="zh-CN" sz="1600" u="sng" dirty="0">
                <a:solidFill>
                  <a:srgbClr val="FFC800"/>
                </a:solidFill>
                <a:latin typeface="Asap"/>
                <a:ea typeface="Asap"/>
                <a:cs typeface="Asap"/>
                <a:sym typeface="Asap"/>
              </a:rPr>
              <a:t>Explain Leadership Within a Peer Setting</a:t>
            </a:r>
            <a:endParaRPr sz="1600" u="sng" dirty="0">
              <a:solidFill>
                <a:srgbClr val="FFC800"/>
              </a:solidFill>
              <a:latin typeface="Asap"/>
              <a:ea typeface="Asap"/>
              <a:cs typeface="Asap"/>
              <a:sym typeface="Asap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u="sng" dirty="0">
              <a:solidFill>
                <a:srgbClr val="FFC800"/>
              </a:solidFill>
              <a:latin typeface="Asap"/>
              <a:ea typeface="Asap"/>
              <a:cs typeface="Asap"/>
              <a:sym typeface="Asap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dirty="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We’ll look at responsibilities in this teaching point</a:t>
            </a:r>
            <a:endParaRPr sz="1600" dirty="0"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dirty="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Teaching Point 2: </a:t>
            </a:r>
            <a:r>
              <a:rPr lang="zh-CN" sz="1600" u="sng" dirty="0">
                <a:solidFill>
                  <a:srgbClr val="FFC800"/>
                </a:solidFill>
                <a:latin typeface="Asap"/>
                <a:ea typeface="Asap"/>
                <a:cs typeface="Asap"/>
                <a:sym typeface="Asap"/>
              </a:rPr>
              <a:t>Conduct a Goal Mapping Activity</a:t>
            </a:r>
            <a:endParaRPr sz="1600" u="sng" dirty="0">
              <a:solidFill>
                <a:srgbClr val="FFC800"/>
              </a:solidFill>
              <a:latin typeface="Asap"/>
              <a:ea typeface="Asap"/>
              <a:cs typeface="Asap"/>
              <a:sym typeface="Asap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dirty="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We’ll be doing an activity in this teaching point</a:t>
            </a:r>
            <a:endParaRPr sz="1600" dirty="0"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8"/>
          <p:cNvSpPr txBox="1"/>
          <p:nvPr/>
        </p:nvSpPr>
        <p:spPr>
          <a:xfrm>
            <a:off x="1167650" y="632000"/>
            <a:ext cx="6454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u="sng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Why is this lesson important?</a:t>
            </a:r>
            <a:endParaRPr sz="2800" u="sng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</p:txBody>
      </p:sp>
      <p:sp>
        <p:nvSpPr>
          <p:cNvPr id="394" name="Google Shape;394;p38"/>
          <p:cNvSpPr txBox="1"/>
          <p:nvPr/>
        </p:nvSpPr>
        <p:spPr>
          <a:xfrm>
            <a:off x="1344750" y="1629325"/>
            <a:ext cx="6454500" cy="23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1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rPr>
              <a:t>In the Air Cadet program:</a:t>
            </a:r>
            <a:endParaRPr sz="1800" b="1">
              <a:solidFill>
                <a:schemeClr val="accent2"/>
              </a:solidFill>
              <a:latin typeface="Asap"/>
              <a:ea typeface="Asap"/>
              <a:cs typeface="Asap"/>
              <a:sym typeface="Asap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sap"/>
              <a:buChar char="●"/>
            </a:pPr>
            <a:r>
              <a:rPr lang="zh-CN" sz="18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Helps cadets understand responsibilities in the squadron</a:t>
            </a:r>
            <a:endParaRPr sz="1800"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sap"/>
              <a:buChar char="●"/>
            </a:pPr>
            <a:r>
              <a:rPr lang="zh-CN" sz="18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Set goals to become a leader</a:t>
            </a:r>
            <a:endParaRPr sz="1800"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1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rPr>
              <a:t>Outside of the program:</a:t>
            </a:r>
            <a:endParaRPr sz="1800" b="1">
              <a:solidFill>
                <a:schemeClr val="accent2"/>
              </a:solidFill>
              <a:latin typeface="Asap"/>
              <a:ea typeface="Asap"/>
              <a:cs typeface="Asap"/>
              <a:sym typeface="Asap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sap"/>
              <a:buChar char="●"/>
            </a:pPr>
            <a:r>
              <a:rPr lang="zh-CN" sz="18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Know the responsibilities you have</a:t>
            </a:r>
            <a:endParaRPr sz="1800"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sap"/>
              <a:buChar char="●"/>
            </a:pPr>
            <a:r>
              <a:rPr lang="zh-CN" sz="18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Work to improve!</a:t>
            </a:r>
            <a:endParaRPr sz="1800"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9"/>
          <p:cNvSpPr/>
          <p:nvPr/>
        </p:nvSpPr>
        <p:spPr>
          <a:xfrm rot="10800000">
            <a:off x="8031783" y="-1160135"/>
            <a:ext cx="1888617" cy="2048893"/>
          </a:xfrm>
          <a:custGeom>
            <a:avLst/>
            <a:gdLst/>
            <a:ahLst/>
            <a:cxnLst/>
            <a:rect l="l" t="t" r="r" b="b"/>
            <a:pathLst>
              <a:path w="91381" h="99136" extrusionOk="0">
                <a:moveTo>
                  <a:pt x="77092" y="1"/>
                </a:moveTo>
                <a:cubicBezTo>
                  <a:pt x="75139" y="1"/>
                  <a:pt x="73192" y="742"/>
                  <a:pt x="71711" y="2223"/>
                </a:cubicBezTo>
                <a:lnTo>
                  <a:pt x="5191" y="68755"/>
                </a:lnTo>
                <a:cubicBezTo>
                  <a:pt x="1857" y="72065"/>
                  <a:pt x="0" y="76589"/>
                  <a:pt x="36" y="81292"/>
                </a:cubicBezTo>
                <a:cubicBezTo>
                  <a:pt x="48" y="86019"/>
                  <a:pt x="1941" y="90555"/>
                  <a:pt x="5298" y="93889"/>
                </a:cubicBezTo>
                <a:cubicBezTo>
                  <a:pt x="8800" y="97385"/>
                  <a:pt x="13392" y="99135"/>
                  <a:pt x="17968" y="99135"/>
                </a:cubicBezTo>
                <a:cubicBezTo>
                  <a:pt x="22494" y="99135"/>
                  <a:pt x="27005" y="97424"/>
                  <a:pt x="30432" y="93996"/>
                </a:cubicBezTo>
                <a:lnTo>
                  <a:pt x="32921" y="91508"/>
                </a:lnTo>
                <a:cubicBezTo>
                  <a:pt x="33111" y="91353"/>
                  <a:pt x="33302" y="91186"/>
                  <a:pt x="33480" y="90996"/>
                </a:cubicBezTo>
                <a:lnTo>
                  <a:pt x="88392" y="36084"/>
                </a:lnTo>
                <a:cubicBezTo>
                  <a:pt x="91381" y="33096"/>
                  <a:pt x="91369" y="28226"/>
                  <a:pt x="88344" y="25202"/>
                </a:cubicBezTo>
                <a:cubicBezTo>
                  <a:pt x="86829" y="23687"/>
                  <a:pt x="84844" y="22928"/>
                  <a:pt x="82865" y="22928"/>
                </a:cubicBezTo>
                <a:cubicBezTo>
                  <a:pt x="80909" y="22928"/>
                  <a:pt x="78959" y="23669"/>
                  <a:pt x="77474" y="25154"/>
                </a:cubicBezTo>
                <a:lnTo>
                  <a:pt x="19574" y="83054"/>
                </a:lnTo>
                <a:cubicBezTo>
                  <a:pt x="19090" y="83538"/>
                  <a:pt x="18452" y="83783"/>
                  <a:pt x="17813" y="83783"/>
                </a:cubicBezTo>
                <a:cubicBezTo>
                  <a:pt x="17210" y="83783"/>
                  <a:pt x="16607" y="83565"/>
                  <a:pt x="16133" y="83126"/>
                </a:cubicBezTo>
                <a:cubicBezTo>
                  <a:pt x="15657" y="82661"/>
                  <a:pt x="15383" y="82030"/>
                  <a:pt x="15371" y="81364"/>
                </a:cubicBezTo>
                <a:cubicBezTo>
                  <a:pt x="15371" y="80721"/>
                  <a:pt x="15621" y="80102"/>
                  <a:pt x="16085" y="79649"/>
                </a:cubicBezTo>
                <a:lnTo>
                  <a:pt x="82606" y="13129"/>
                </a:lnTo>
                <a:cubicBezTo>
                  <a:pt x="85582" y="10152"/>
                  <a:pt x="85570" y="5283"/>
                  <a:pt x="82558" y="2271"/>
                </a:cubicBezTo>
                <a:cubicBezTo>
                  <a:pt x="81044" y="757"/>
                  <a:pt x="79065" y="1"/>
                  <a:pt x="7709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0" name="Google Shape;400;p39"/>
          <p:cNvGrpSpPr/>
          <p:nvPr/>
        </p:nvGrpSpPr>
        <p:grpSpPr>
          <a:xfrm>
            <a:off x="6281633" y="4066212"/>
            <a:ext cx="3757142" cy="643314"/>
            <a:chOff x="5105006" y="3956125"/>
            <a:chExt cx="4400494" cy="753472"/>
          </a:xfrm>
        </p:grpSpPr>
        <p:sp>
          <p:nvSpPr>
            <p:cNvPr id="401" name="Google Shape;401;p39"/>
            <p:cNvSpPr/>
            <p:nvPr/>
          </p:nvSpPr>
          <p:spPr>
            <a:xfrm rot="5400000">
              <a:off x="7371373" y="2007269"/>
              <a:ext cx="168572" cy="4066284"/>
            </a:xfrm>
            <a:custGeom>
              <a:avLst/>
              <a:gdLst/>
              <a:ahLst/>
              <a:cxnLst/>
              <a:rect l="l" t="t" r="r" b="b"/>
              <a:pathLst>
                <a:path w="2680" h="142066" extrusionOk="0">
                  <a:moveTo>
                    <a:pt x="0" y="0"/>
                  </a:moveTo>
                  <a:lnTo>
                    <a:pt x="0" y="142065"/>
                  </a:lnTo>
                  <a:lnTo>
                    <a:pt x="2679" y="142065"/>
                  </a:lnTo>
                  <a:lnTo>
                    <a:pt x="267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39"/>
            <p:cNvSpPr/>
            <p:nvPr/>
          </p:nvSpPr>
          <p:spPr>
            <a:xfrm rot="5400000">
              <a:off x="7220967" y="2132614"/>
              <a:ext cx="168572" cy="4400494"/>
            </a:xfrm>
            <a:custGeom>
              <a:avLst/>
              <a:gdLst/>
              <a:ahLst/>
              <a:cxnLst/>
              <a:rect l="l" t="t" r="r" b="b"/>
              <a:pathLst>
                <a:path w="2680" h="142066" extrusionOk="0">
                  <a:moveTo>
                    <a:pt x="0" y="0"/>
                  </a:moveTo>
                  <a:lnTo>
                    <a:pt x="0" y="142065"/>
                  </a:lnTo>
                  <a:lnTo>
                    <a:pt x="2679" y="142065"/>
                  </a:lnTo>
                  <a:lnTo>
                    <a:pt x="267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39"/>
            <p:cNvSpPr/>
            <p:nvPr/>
          </p:nvSpPr>
          <p:spPr>
            <a:xfrm rot="5400000">
              <a:off x="7584475" y="2796922"/>
              <a:ext cx="168572" cy="3656779"/>
            </a:xfrm>
            <a:custGeom>
              <a:avLst/>
              <a:gdLst/>
              <a:ahLst/>
              <a:cxnLst/>
              <a:rect l="l" t="t" r="r" b="b"/>
              <a:pathLst>
                <a:path w="2680" h="142066" extrusionOk="0">
                  <a:moveTo>
                    <a:pt x="0" y="0"/>
                  </a:moveTo>
                  <a:lnTo>
                    <a:pt x="0" y="142065"/>
                  </a:lnTo>
                  <a:lnTo>
                    <a:pt x="2679" y="142065"/>
                  </a:lnTo>
                  <a:lnTo>
                    <a:pt x="267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4" name="Google Shape;404;p39"/>
          <p:cNvSpPr/>
          <p:nvPr/>
        </p:nvSpPr>
        <p:spPr>
          <a:xfrm rot="10800000">
            <a:off x="-1562326" y="3723144"/>
            <a:ext cx="5184501" cy="5624481"/>
          </a:xfrm>
          <a:custGeom>
            <a:avLst/>
            <a:gdLst/>
            <a:ahLst/>
            <a:cxnLst/>
            <a:rect l="l" t="t" r="r" b="b"/>
            <a:pathLst>
              <a:path w="91381" h="99136" extrusionOk="0">
                <a:moveTo>
                  <a:pt x="77092" y="1"/>
                </a:moveTo>
                <a:cubicBezTo>
                  <a:pt x="75139" y="1"/>
                  <a:pt x="73192" y="742"/>
                  <a:pt x="71711" y="2223"/>
                </a:cubicBezTo>
                <a:lnTo>
                  <a:pt x="5191" y="68755"/>
                </a:lnTo>
                <a:cubicBezTo>
                  <a:pt x="1857" y="72065"/>
                  <a:pt x="0" y="76589"/>
                  <a:pt x="36" y="81292"/>
                </a:cubicBezTo>
                <a:cubicBezTo>
                  <a:pt x="48" y="86019"/>
                  <a:pt x="1941" y="90555"/>
                  <a:pt x="5298" y="93889"/>
                </a:cubicBezTo>
                <a:cubicBezTo>
                  <a:pt x="8800" y="97385"/>
                  <a:pt x="13392" y="99135"/>
                  <a:pt x="17968" y="99135"/>
                </a:cubicBezTo>
                <a:cubicBezTo>
                  <a:pt x="22494" y="99135"/>
                  <a:pt x="27005" y="97424"/>
                  <a:pt x="30432" y="93996"/>
                </a:cubicBezTo>
                <a:lnTo>
                  <a:pt x="32921" y="91508"/>
                </a:lnTo>
                <a:cubicBezTo>
                  <a:pt x="33111" y="91353"/>
                  <a:pt x="33302" y="91186"/>
                  <a:pt x="33480" y="90996"/>
                </a:cubicBezTo>
                <a:lnTo>
                  <a:pt x="88392" y="36084"/>
                </a:lnTo>
                <a:cubicBezTo>
                  <a:pt x="91381" y="33096"/>
                  <a:pt x="91369" y="28226"/>
                  <a:pt x="88344" y="25202"/>
                </a:cubicBezTo>
                <a:cubicBezTo>
                  <a:pt x="86829" y="23687"/>
                  <a:pt x="84844" y="22928"/>
                  <a:pt x="82865" y="22928"/>
                </a:cubicBezTo>
                <a:cubicBezTo>
                  <a:pt x="80909" y="22928"/>
                  <a:pt x="78959" y="23669"/>
                  <a:pt x="77474" y="25154"/>
                </a:cubicBezTo>
                <a:lnTo>
                  <a:pt x="19574" y="83054"/>
                </a:lnTo>
                <a:cubicBezTo>
                  <a:pt x="19090" y="83538"/>
                  <a:pt x="18452" y="83783"/>
                  <a:pt x="17813" y="83783"/>
                </a:cubicBezTo>
                <a:cubicBezTo>
                  <a:pt x="17210" y="83783"/>
                  <a:pt x="16607" y="83565"/>
                  <a:pt x="16133" y="83126"/>
                </a:cubicBezTo>
                <a:cubicBezTo>
                  <a:pt x="15657" y="82661"/>
                  <a:pt x="15383" y="82030"/>
                  <a:pt x="15371" y="81364"/>
                </a:cubicBezTo>
                <a:cubicBezTo>
                  <a:pt x="15371" y="80721"/>
                  <a:pt x="15621" y="80102"/>
                  <a:pt x="16085" y="79649"/>
                </a:cubicBezTo>
                <a:lnTo>
                  <a:pt x="82606" y="13129"/>
                </a:lnTo>
                <a:cubicBezTo>
                  <a:pt x="85582" y="10152"/>
                  <a:pt x="85570" y="5283"/>
                  <a:pt x="82558" y="2271"/>
                </a:cubicBezTo>
                <a:cubicBezTo>
                  <a:pt x="81044" y="757"/>
                  <a:pt x="79065" y="1"/>
                  <a:pt x="7709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39"/>
          <p:cNvSpPr txBox="1"/>
          <p:nvPr/>
        </p:nvSpPr>
        <p:spPr>
          <a:xfrm>
            <a:off x="1627100" y="1000800"/>
            <a:ext cx="51846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1" u="sng">
                <a:solidFill>
                  <a:schemeClr val="lt2"/>
                </a:solidFill>
                <a:latin typeface="Syne"/>
                <a:ea typeface="Syne"/>
                <a:cs typeface="Syne"/>
                <a:sym typeface="Syne"/>
              </a:rPr>
              <a:t>Teaching Point 1 - Explain Leadership Within a Peer Setting</a:t>
            </a:r>
            <a:endParaRPr sz="2800" b="1" u="sng">
              <a:solidFill>
                <a:schemeClr val="lt2"/>
              </a:solidFill>
              <a:latin typeface="Syne"/>
              <a:ea typeface="Syne"/>
              <a:cs typeface="Syne"/>
              <a:sym typeface="Syne"/>
            </a:endParaRPr>
          </a:p>
        </p:txBody>
      </p:sp>
      <p:sp>
        <p:nvSpPr>
          <p:cNvPr id="406" name="Google Shape;406;p39"/>
          <p:cNvSpPr txBox="1"/>
          <p:nvPr/>
        </p:nvSpPr>
        <p:spPr>
          <a:xfrm>
            <a:off x="2052900" y="2751025"/>
            <a:ext cx="4067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To be a leader, know your responsibilities!</a:t>
            </a:r>
            <a:endParaRPr sz="1600"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0"/>
          <p:cNvSpPr/>
          <p:nvPr/>
        </p:nvSpPr>
        <p:spPr>
          <a:xfrm>
            <a:off x="-215800" y="4463750"/>
            <a:ext cx="2284525" cy="2478400"/>
          </a:xfrm>
          <a:custGeom>
            <a:avLst/>
            <a:gdLst/>
            <a:ahLst/>
            <a:cxnLst/>
            <a:rect l="l" t="t" r="r" b="b"/>
            <a:pathLst>
              <a:path w="91381" h="99136" extrusionOk="0">
                <a:moveTo>
                  <a:pt x="77092" y="1"/>
                </a:moveTo>
                <a:cubicBezTo>
                  <a:pt x="75139" y="1"/>
                  <a:pt x="73192" y="742"/>
                  <a:pt x="71711" y="2223"/>
                </a:cubicBezTo>
                <a:lnTo>
                  <a:pt x="5191" y="68755"/>
                </a:lnTo>
                <a:cubicBezTo>
                  <a:pt x="1857" y="72065"/>
                  <a:pt x="0" y="76589"/>
                  <a:pt x="36" y="81292"/>
                </a:cubicBezTo>
                <a:cubicBezTo>
                  <a:pt x="48" y="86019"/>
                  <a:pt x="1941" y="90555"/>
                  <a:pt x="5298" y="93889"/>
                </a:cubicBezTo>
                <a:cubicBezTo>
                  <a:pt x="8800" y="97385"/>
                  <a:pt x="13392" y="99135"/>
                  <a:pt x="17968" y="99135"/>
                </a:cubicBezTo>
                <a:cubicBezTo>
                  <a:pt x="22494" y="99135"/>
                  <a:pt x="27005" y="97424"/>
                  <a:pt x="30432" y="93996"/>
                </a:cubicBezTo>
                <a:lnTo>
                  <a:pt x="32921" y="91508"/>
                </a:lnTo>
                <a:cubicBezTo>
                  <a:pt x="33111" y="91353"/>
                  <a:pt x="33302" y="91186"/>
                  <a:pt x="33480" y="90996"/>
                </a:cubicBezTo>
                <a:lnTo>
                  <a:pt x="88392" y="36084"/>
                </a:lnTo>
                <a:cubicBezTo>
                  <a:pt x="91381" y="33096"/>
                  <a:pt x="91369" y="28226"/>
                  <a:pt x="88344" y="25202"/>
                </a:cubicBezTo>
                <a:cubicBezTo>
                  <a:pt x="86829" y="23687"/>
                  <a:pt x="84844" y="22928"/>
                  <a:pt x="82865" y="22928"/>
                </a:cubicBezTo>
                <a:cubicBezTo>
                  <a:pt x="80909" y="22928"/>
                  <a:pt x="78959" y="23669"/>
                  <a:pt x="77474" y="25154"/>
                </a:cubicBezTo>
                <a:lnTo>
                  <a:pt x="19574" y="83054"/>
                </a:lnTo>
                <a:cubicBezTo>
                  <a:pt x="19090" y="83538"/>
                  <a:pt x="18452" y="83783"/>
                  <a:pt x="17813" y="83783"/>
                </a:cubicBezTo>
                <a:cubicBezTo>
                  <a:pt x="17210" y="83783"/>
                  <a:pt x="16607" y="83565"/>
                  <a:pt x="16133" y="83126"/>
                </a:cubicBezTo>
                <a:cubicBezTo>
                  <a:pt x="15657" y="82661"/>
                  <a:pt x="15383" y="82030"/>
                  <a:pt x="15371" y="81364"/>
                </a:cubicBezTo>
                <a:cubicBezTo>
                  <a:pt x="15371" y="80721"/>
                  <a:pt x="15621" y="80102"/>
                  <a:pt x="16085" y="79649"/>
                </a:cubicBezTo>
                <a:lnTo>
                  <a:pt x="82606" y="13129"/>
                </a:lnTo>
                <a:cubicBezTo>
                  <a:pt x="85582" y="10152"/>
                  <a:pt x="85570" y="5283"/>
                  <a:pt x="82558" y="2271"/>
                </a:cubicBezTo>
                <a:cubicBezTo>
                  <a:pt x="81044" y="757"/>
                  <a:pt x="79065" y="1"/>
                  <a:pt x="770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40"/>
          <p:cNvSpPr txBox="1"/>
          <p:nvPr/>
        </p:nvSpPr>
        <p:spPr>
          <a:xfrm>
            <a:off x="2185200" y="429225"/>
            <a:ext cx="45609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What do </a:t>
            </a:r>
            <a:r>
              <a:rPr lang="zh-CN" sz="2000" b="1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you</a:t>
            </a:r>
            <a:r>
              <a:rPr lang="zh-CN" sz="20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 think some of the responsibilities in the squadron are?</a:t>
            </a:r>
            <a:endParaRPr sz="20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</p:txBody>
      </p:sp>
      <p:sp>
        <p:nvSpPr>
          <p:cNvPr id="413" name="Google Shape;413;p40"/>
          <p:cNvSpPr txBox="1"/>
          <p:nvPr/>
        </p:nvSpPr>
        <p:spPr>
          <a:xfrm>
            <a:off x="2185200" y="1330500"/>
            <a:ext cx="4560900" cy="31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>
                <a:solidFill>
                  <a:schemeClr val="lt2"/>
                </a:solidFill>
                <a:latin typeface="Syne"/>
                <a:ea typeface="Syne"/>
                <a:cs typeface="Syne"/>
                <a:sym typeface="Syne"/>
              </a:rPr>
              <a:t>Here are some responsibilities we have:</a:t>
            </a:r>
            <a:endParaRPr sz="1600">
              <a:solidFill>
                <a:schemeClr val="lt2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yne"/>
              <a:buChar char="●"/>
            </a:pPr>
            <a:r>
              <a:rPr lang="zh-CN" sz="16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Follow the </a:t>
            </a:r>
            <a:r>
              <a:rPr lang="zh-CN" sz="1600" u="sng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chain of command</a:t>
            </a:r>
            <a:r>
              <a:rPr lang="zh-CN" sz="16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 </a:t>
            </a:r>
            <a:endParaRPr sz="16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yne"/>
              <a:buChar char="●"/>
            </a:pPr>
            <a:r>
              <a:rPr lang="zh-CN" sz="16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Work on your </a:t>
            </a:r>
            <a:r>
              <a:rPr lang="zh-CN" sz="1600" u="sng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uniform </a:t>
            </a:r>
            <a:endParaRPr sz="1600" u="sng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yne"/>
              <a:buChar char="●"/>
            </a:pPr>
            <a:r>
              <a:rPr lang="zh-CN" sz="16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Participate and </a:t>
            </a:r>
            <a:r>
              <a:rPr lang="zh-CN" sz="1600" u="sng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try your best </a:t>
            </a:r>
            <a:endParaRPr sz="1600" u="sng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yne"/>
              <a:buChar char="●"/>
            </a:pPr>
            <a:r>
              <a:rPr lang="zh-CN" sz="16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Set a </a:t>
            </a:r>
            <a:r>
              <a:rPr lang="zh-CN" sz="1600" u="sng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good example</a:t>
            </a:r>
            <a:r>
              <a:rPr lang="zh-CN" sz="16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 </a:t>
            </a:r>
            <a:endParaRPr sz="16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yne"/>
              <a:buChar char="●"/>
            </a:pPr>
            <a:r>
              <a:rPr lang="zh-CN" sz="16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Be </a:t>
            </a:r>
            <a:r>
              <a:rPr lang="zh-CN" sz="1600" u="sng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respectful</a:t>
            </a:r>
            <a:r>
              <a:rPr lang="zh-CN" sz="16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 to all cadets </a:t>
            </a:r>
            <a:endParaRPr sz="16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yne"/>
              <a:buChar char="●"/>
            </a:pPr>
            <a:r>
              <a:rPr lang="zh-CN" sz="16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Be </a:t>
            </a:r>
            <a:r>
              <a:rPr lang="zh-CN" sz="1600" u="sng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friendly and fair</a:t>
            </a:r>
            <a:r>
              <a:rPr lang="zh-CN" sz="16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 to peers </a:t>
            </a:r>
            <a:endParaRPr sz="16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yne"/>
              <a:buChar char="●"/>
            </a:pPr>
            <a:r>
              <a:rPr lang="zh-CN" sz="16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Take </a:t>
            </a:r>
            <a:r>
              <a:rPr lang="zh-CN" sz="1600" u="sng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initiative</a:t>
            </a:r>
            <a:r>
              <a:rPr lang="zh-CN" sz="16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 </a:t>
            </a:r>
            <a:endParaRPr sz="16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yne"/>
              <a:buChar char="●"/>
            </a:pPr>
            <a:r>
              <a:rPr lang="zh-CN" sz="1600" u="sng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Staying safe</a:t>
            </a:r>
            <a:r>
              <a:rPr lang="zh-CN" sz="16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 and being aware of hazards </a:t>
            </a:r>
            <a:endParaRPr sz="16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yne"/>
              <a:buChar char="●"/>
            </a:pPr>
            <a:r>
              <a:rPr lang="zh-CN" sz="1600" u="sng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Set Goals </a:t>
            </a:r>
            <a:endParaRPr sz="1600" u="sng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8" name="Google Shape;418;p41"/>
          <p:cNvGraphicFramePr/>
          <p:nvPr/>
        </p:nvGraphicFramePr>
        <p:xfrm>
          <a:off x="267200" y="1325200"/>
          <a:ext cx="8490675" cy="2747600"/>
        </p:xfrm>
        <a:graphic>
          <a:graphicData uri="http://schemas.openxmlformats.org/drawingml/2006/table">
            <a:tbl>
              <a:tblPr>
                <a:noFill/>
                <a:tableStyleId>{76122FAA-5E03-40F1-B703-EE15CDE46E5B}</a:tableStyleId>
              </a:tblPr>
              <a:tblGrid>
                <a:gridCol w="2830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0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0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99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7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19" name="Google Shape;419;p41"/>
          <p:cNvSpPr txBox="1"/>
          <p:nvPr/>
        </p:nvSpPr>
        <p:spPr>
          <a:xfrm>
            <a:off x="1526225" y="363075"/>
            <a:ext cx="64545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u="sng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Teaching Point 1 Confirmation Questions</a:t>
            </a:r>
            <a:endParaRPr sz="2200" u="sng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</p:txBody>
      </p:sp>
      <p:sp>
        <p:nvSpPr>
          <p:cNvPr id="420" name="Google Shape;420;p41"/>
          <p:cNvSpPr txBox="1"/>
          <p:nvPr/>
        </p:nvSpPr>
        <p:spPr>
          <a:xfrm>
            <a:off x="5974313" y="1398400"/>
            <a:ext cx="2902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Q3. In what ways can we show respect to cadets and officers?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421" name="Google Shape;421;p41"/>
          <p:cNvSpPr txBox="1"/>
          <p:nvPr/>
        </p:nvSpPr>
        <p:spPr>
          <a:xfrm>
            <a:off x="267188" y="2014000"/>
            <a:ext cx="2902500" cy="21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42FFB7"/>
              </a:buClr>
              <a:buSzPts val="1400"/>
              <a:buFont typeface="Asap"/>
              <a:buChar char="●"/>
            </a:pPr>
            <a:r>
              <a:rPr lang="zh-CN" dirty="0">
                <a:solidFill>
                  <a:srgbClr val="42FFB7"/>
                </a:solidFill>
                <a:latin typeface="Asap"/>
                <a:ea typeface="Asap"/>
                <a:cs typeface="Asap"/>
                <a:sym typeface="Asap"/>
              </a:rPr>
              <a:t>Follow chain of command</a:t>
            </a:r>
            <a:endParaRPr dirty="0">
              <a:solidFill>
                <a:srgbClr val="42FFB7"/>
              </a:solidFill>
              <a:latin typeface="Asap"/>
              <a:ea typeface="Asap"/>
              <a:cs typeface="Asap"/>
              <a:sym typeface="Asap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42FFB7"/>
              </a:buClr>
              <a:buSzPts val="1400"/>
              <a:buFont typeface="Asap"/>
              <a:buChar char="●"/>
            </a:pPr>
            <a:r>
              <a:rPr lang="zh-CN" dirty="0">
                <a:solidFill>
                  <a:srgbClr val="42FFB7"/>
                </a:solidFill>
                <a:latin typeface="Asap"/>
                <a:ea typeface="Asap"/>
                <a:cs typeface="Asap"/>
                <a:sym typeface="Asap"/>
              </a:rPr>
              <a:t>Work on uniforms</a:t>
            </a:r>
            <a:endParaRPr dirty="0">
              <a:solidFill>
                <a:srgbClr val="42FFB7"/>
              </a:solidFill>
              <a:latin typeface="Asap"/>
              <a:ea typeface="Asap"/>
              <a:cs typeface="Asap"/>
              <a:sym typeface="Asap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42FFB7"/>
              </a:buClr>
              <a:buSzPts val="1400"/>
              <a:buFont typeface="Asap"/>
              <a:buChar char="●"/>
            </a:pPr>
            <a:r>
              <a:rPr lang="zh-CN" dirty="0">
                <a:solidFill>
                  <a:srgbClr val="42FFB7"/>
                </a:solidFill>
                <a:latin typeface="Asap"/>
                <a:ea typeface="Asap"/>
                <a:cs typeface="Asap"/>
                <a:sym typeface="Asap"/>
              </a:rPr>
              <a:t>Participate and try your best</a:t>
            </a:r>
            <a:endParaRPr dirty="0">
              <a:solidFill>
                <a:srgbClr val="42FFB7"/>
              </a:solidFill>
              <a:latin typeface="Asap"/>
              <a:ea typeface="Asap"/>
              <a:cs typeface="Asap"/>
              <a:sym typeface="Asap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42FFB7"/>
              </a:buClr>
              <a:buSzPts val="1400"/>
              <a:buFont typeface="Asap"/>
              <a:buChar char="●"/>
            </a:pPr>
            <a:r>
              <a:rPr lang="zh-CN" dirty="0">
                <a:solidFill>
                  <a:srgbClr val="42FFB7"/>
                </a:solidFill>
                <a:latin typeface="Asap"/>
                <a:ea typeface="Asap"/>
                <a:cs typeface="Asap"/>
                <a:sym typeface="Asap"/>
              </a:rPr>
              <a:t>Set a good example</a:t>
            </a:r>
            <a:endParaRPr dirty="0">
              <a:solidFill>
                <a:srgbClr val="42FFB7"/>
              </a:solidFill>
              <a:latin typeface="Asap"/>
              <a:ea typeface="Asap"/>
              <a:cs typeface="Asap"/>
              <a:sym typeface="Asap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42FFB7"/>
              </a:buClr>
              <a:buSzPts val="1400"/>
              <a:buFont typeface="Asap"/>
              <a:buChar char="●"/>
            </a:pPr>
            <a:r>
              <a:rPr lang="zh-CN" dirty="0">
                <a:solidFill>
                  <a:srgbClr val="42FFB7"/>
                </a:solidFill>
                <a:latin typeface="Asap"/>
                <a:ea typeface="Asap"/>
                <a:cs typeface="Asap"/>
                <a:sym typeface="Asap"/>
              </a:rPr>
              <a:t>Respect staff</a:t>
            </a:r>
            <a:endParaRPr dirty="0">
              <a:solidFill>
                <a:srgbClr val="42FFB7"/>
              </a:solidFill>
              <a:latin typeface="Asap"/>
              <a:ea typeface="Asap"/>
              <a:cs typeface="Asap"/>
              <a:sym typeface="Asap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42FFB7"/>
              </a:buClr>
              <a:buSzPts val="1400"/>
              <a:buFont typeface="Asap"/>
              <a:buChar char="●"/>
            </a:pPr>
            <a:r>
              <a:rPr lang="zh-CN" dirty="0">
                <a:solidFill>
                  <a:srgbClr val="42FFB7"/>
                </a:solidFill>
                <a:latin typeface="Asap"/>
                <a:ea typeface="Asap"/>
                <a:cs typeface="Asap"/>
                <a:sym typeface="Asap"/>
              </a:rPr>
              <a:t>Be friendly to peers</a:t>
            </a:r>
            <a:endParaRPr dirty="0">
              <a:solidFill>
                <a:srgbClr val="42FFB7"/>
              </a:solidFill>
              <a:latin typeface="Asap"/>
              <a:ea typeface="Asap"/>
              <a:cs typeface="Asap"/>
              <a:sym typeface="Asap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42FFB7"/>
              </a:buClr>
              <a:buSzPts val="1400"/>
              <a:buFont typeface="Asap"/>
              <a:buChar char="●"/>
            </a:pPr>
            <a:r>
              <a:rPr lang="zh-CN" dirty="0">
                <a:solidFill>
                  <a:srgbClr val="42FFB7"/>
                </a:solidFill>
                <a:latin typeface="Asap"/>
                <a:ea typeface="Asap"/>
                <a:cs typeface="Asap"/>
                <a:sym typeface="Asap"/>
              </a:rPr>
              <a:t>Take initiative</a:t>
            </a:r>
            <a:endParaRPr dirty="0">
              <a:solidFill>
                <a:srgbClr val="42FFB7"/>
              </a:solidFill>
              <a:latin typeface="Asap"/>
              <a:ea typeface="Asap"/>
              <a:cs typeface="Asap"/>
              <a:sym typeface="Asap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42FFB7"/>
              </a:buClr>
              <a:buSzPts val="1400"/>
              <a:buFont typeface="Asap"/>
              <a:buChar char="●"/>
            </a:pPr>
            <a:r>
              <a:rPr lang="zh-CN" dirty="0">
                <a:solidFill>
                  <a:srgbClr val="42FFB7"/>
                </a:solidFill>
                <a:latin typeface="Asap"/>
                <a:ea typeface="Asap"/>
                <a:cs typeface="Asap"/>
                <a:sym typeface="Asap"/>
              </a:rPr>
              <a:t>Keep safety in mind</a:t>
            </a:r>
            <a:endParaRPr dirty="0">
              <a:solidFill>
                <a:srgbClr val="42FFB7"/>
              </a:solidFill>
              <a:latin typeface="Asap"/>
              <a:ea typeface="Asap"/>
              <a:cs typeface="Asap"/>
              <a:sym typeface="Asap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42FFB7"/>
              </a:buClr>
              <a:buSzPts val="1400"/>
              <a:buFont typeface="Asap"/>
              <a:buChar char="●"/>
            </a:pPr>
            <a:r>
              <a:rPr lang="zh-CN" dirty="0">
                <a:solidFill>
                  <a:srgbClr val="42FFB7"/>
                </a:solidFill>
                <a:latin typeface="Asap"/>
                <a:ea typeface="Asap"/>
                <a:cs typeface="Asap"/>
                <a:sym typeface="Asap"/>
              </a:rPr>
              <a:t>Set goals</a:t>
            </a:r>
            <a:endParaRPr dirty="0">
              <a:solidFill>
                <a:srgbClr val="42FFB7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422" name="Google Shape;422;p41"/>
          <p:cNvSpPr txBox="1"/>
          <p:nvPr/>
        </p:nvSpPr>
        <p:spPr>
          <a:xfrm>
            <a:off x="3169688" y="2014000"/>
            <a:ext cx="26559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dirty="0">
                <a:solidFill>
                  <a:srgbClr val="42FFB7"/>
                </a:solidFill>
                <a:latin typeface="Asap"/>
                <a:ea typeface="Asap"/>
                <a:cs typeface="Asap"/>
                <a:sym typeface="Asap"/>
              </a:rPr>
              <a:t>Setting a goal shows personal progress, an understanding of yourself, and it gives you a way to show commitment.</a:t>
            </a:r>
            <a:endParaRPr dirty="0">
              <a:solidFill>
                <a:srgbClr val="42FFB7"/>
              </a:solidFill>
              <a:latin typeface="Asap"/>
              <a:ea typeface="Asap"/>
              <a:cs typeface="Asap"/>
              <a:sym typeface="Asap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42FFB7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423" name="Google Shape;423;p41"/>
          <p:cNvSpPr txBox="1"/>
          <p:nvPr/>
        </p:nvSpPr>
        <p:spPr>
          <a:xfrm>
            <a:off x="5974313" y="2047200"/>
            <a:ext cx="29025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rgbClr val="42FFB7"/>
                </a:solidFill>
                <a:latin typeface="Asap"/>
                <a:ea typeface="Asap"/>
                <a:cs typeface="Asap"/>
                <a:sym typeface="Asap"/>
              </a:rPr>
              <a:t>Treat others the way you want to be treated. </a:t>
            </a:r>
            <a:r>
              <a:rPr lang="zh-CN" u="sng">
                <a:solidFill>
                  <a:srgbClr val="42FFB7"/>
                </a:solidFill>
                <a:latin typeface="Asap"/>
                <a:ea typeface="Asap"/>
                <a:cs typeface="Asap"/>
                <a:sym typeface="Asap"/>
              </a:rPr>
              <a:t>Listening attentively</a:t>
            </a:r>
            <a:r>
              <a:rPr lang="zh-CN">
                <a:solidFill>
                  <a:srgbClr val="42FFB7"/>
                </a:solidFill>
                <a:latin typeface="Asap"/>
                <a:ea typeface="Asap"/>
                <a:cs typeface="Asap"/>
                <a:sym typeface="Asap"/>
              </a:rPr>
              <a:t>, </a:t>
            </a:r>
            <a:r>
              <a:rPr lang="zh-CN" u="sng">
                <a:solidFill>
                  <a:srgbClr val="42FFB7"/>
                </a:solidFill>
                <a:latin typeface="Asap"/>
                <a:ea typeface="Asap"/>
                <a:cs typeface="Asap"/>
                <a:sym typeface="Asap"/>
              </a:rPr>
              <a:t>making eye contact when talking with someone</a:t>
            </a:r>
            <a:r>
              <a:rPr lang="zh-CN">
                <a:solidFill>
                  <a:srgbClr val="42FFB7"/>
                </a:solidFill>
                <a:latin typeface="Asap"/>
                <a:ea typeface="Asap"/>
                <a:cs typeface="Asap"/>
                <a:sym typeface="Asap"/>
              </a:rPr>
              <a:t>, </a:t>
            </a:r>
            <a:r>
              <a:rPr lang="zh-CN" u="sng">
                <a:solidFill>
                  <a:srgbClr val="42FFB7"/>
                </a:solidFill>
                <a:latin typeface="Asap"/>
                <a:ea typeface="Asap"/>
                <a:cs typeface="Asap"/>
                <a:sym typeface="Asap"/>
              </a:rPr>
              <a:t>accepting differences</a:t>
            </a:r>
            <a:r>
              <a:rPr lang="zh-CN">
                <a:solidFill>
                  <a:srgbClr val="42FFB7"/>
                </a:solidFill>
                <a:latin typeface="Asap"/>
                <a:ea typeface="Asap"/>
                <a:cs typeface="Asap"/>
                <a:sym typeface="Asap"/>
              </a:rPr>
              <a:t>, etc. are all ways you can be respectful.</a:t>
            </a:r>
            <a:endParaRPr>
              <a:solidFill>
                <a:srgbClr val="42FFB7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424" name="Google Shape;424;p41"/>
          <p:cNvSpPr txBox="1"/>
          <p:nvPr/>
        </p:nvSpPr>
        <p:spPr>
          <a:xfrm>
            <a:off x="3324213" y="1398400"/>
            <a:ext cx="2734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Q2. Why is setting a goal important?</a:t>
            </a:r>
            <a:endParaRPr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425" name="Google Shape;425;p41"/>
          <p:cNvSpPr txBox="1"/>
          <p:nvPr/>
        </p:nvSpPr>
        <p:spPr>
          <a:xfrm>
            <a:off x="435488" y="1398400"/>
            <a:ext cx="2734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Q1. List the responsibilities of level two cadets.</a:t>
            </a:r>
            <a:endParaRPr>
              <a:latin typeface="Asap"/>
              <a:ea typeface="Asap"/>
              <a:cs typeface="Asap"/>
              <a:sym typeface="Asap"/>
            </a:endParaRPr>
          </a:p>
        </p:txBody>
      </p:sp>
      <p:cxnSp>
        <p:nvCxnSpPr>
          <p:cNvPr id="426" name="Google Shape;426;p41"/>
          <p:cNvCxnSpPr/>
          <p:nvPr/>
        </p:nvCxnSpPr>
        <p:spPr>
          <a:xfrm flipH="1">
            <a:off x="8756300" y="3564600"/>
            <a:ext cx="4800" cy="5049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7" name="Google Shape;427;p41"/>
          <p:cNvCxnSpPr/>
          <p:nvPr/>
        </p:nvCxnSpPr>
        <p:spPr>
          <a:xfrm flipH="1">
            <a:off x="8189600" y="4072800"/>
            <a:ext cx="571500" cy="15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42"/>
          <p:cNvSpPr/>
          <p:nvPr/>
        </p:nvSpPr>
        <p:spPr>
          <a:xfrm rot="10800000" flipH="1">
            <a:off x="570868" y="3617357"/>
            <a:ext cx="5521697" cy="5990293"/>
          </a:xfrm>
          <a:custGeom>
            <a:avLst/>
            <a:gdLst/>
            <a:ahLst/>
            <a:cxnLst/>
            <a:rect l="l" t="t" r="r" b="b"/>
            <a:pathLst>
              <a:path w="91381" h="99136" extrusionOk="0">
                <a:moveTo>
                  <a:pt x="77092" y="1"/>
                </a:moveTo>
                <a:cubicBezTo>
                  <a:pt x="75139" y="1"/>
                  <a:pt x="73192" y="742"/>
                  <a:pt x="71711" y="2223"/>
                </a:cubicBezTo>
                <a:lnTo>
                  <a:pt x="5191" y="68755"/>
                </a:lnTo>
                <a:cubicBezTo>
                  <a:pt x="1857" y="72065"/>
                  <a:pt x="0" y="76589"/>
                  <a:pt x="36" y="81292"/>
                </a:cubicBezTo>
                <a:cubicBezTo>
                  <a:pt x="48" y="86019"/>
                  <a:pt x="1941" y="90555"/>
                  <a:pt x="5298" y="93889"/>
                </a:cubicBezTo>
                <a:cubicBezTo>
                  <a:pt x="8800" y="97385"/>
                  <a:pt x="13392" y="99135"/>
                  <a:pt x="17968" y="99135"/>
                </a:cubicBezTo>
                <a:cubicBezTo>
                  <a:pt x="22494" y="99135"/>
                  <a:pt x="27005" y="97424"/>
                  <a:pt x="30432" y="93996"/>
                </a:cubicBezTo>
                <a:lnTo>
                  <a:pt x="32921" y="91508"/>
                </a:lnTo>
                <a:cubicBezTo>
                  <a:pt x="33111" y="91353"/>
                  <a:pt x="33302" y="91186"/>
                  <a:pt x="33480" y="90996"/>
                </a:cubicBezTo>
                <a:lnTo>
                  <a:pt x="88392" y="36084"/>
                </a:lnTo>
                <a:cubicBezTo>
                  <a:pt x="91381" y="33096"/>
                  <a:pt x="91369" y="28226"/>
                  <a:pt x="88344" y="25202"/>
                </a:cubicBezTo>
                <a:cubicBezTo>
                  <a:pt x="86829" y="23687"/>
                  <a:pt x="84844" y="22928"/>
                  <a:pt x="82865" y="22928"/>
                </a:cubicBezTo>
                <a:cubicBezTo>
                  <a:pt x="80909" y="22928"/>
                  <a:pt x="78959" y="23669"/>
                  <a:pt x="77474" y="25154"/>
                </a:cubicBezTo>
                <a:lnTo>
                  <a:pt x="19574" y="83054"/>
                </a:lnTo>
                <a:cubicBezTo>
                  <a:pt x="19090" y="83538"/>
                  <a:pt x="18452" y="83783"/>
                  <a:pt x="17813" y="83783"/>
                </a:cubicBezTo>
                <a:cubicBezTo>
                  <a:pt x="17210" y="83783"/>
                  <a:pt x="16607" y="83565"/>
                  <a:pt x="16133" y="83126"/>
                </a:cubicBezTo>
                <a:cubicBezTo>
                  <a:pt x="15657" y="82661"/>
                  <a:pt x="15383" y="82030"/>
                  <a:pt x="15371" y="81364"/>
                </a:cubicBezTo>
                <a:cubicBezTo>
                  <a:pt x="15371" y="80721"/>
                  <a:pt x="15621" y="80102"/>
                  <a:pt x="16085" y="79649"/>
                </a:cubicBezTo>
                <a:lnTo>
                  <a:pt x="82606" y="13129"/>
                </a:lnTo>
                <a:cubicBezTo>
                  <a:pt x="85582" y="10152"/>
                  <a:pt x="85570" y="5283"/>
                  <a:pt x="82558" y="2271"/>
                </a:cubicBezTo>
                <a:cubicBezTo>
                  <a:pt x="81044" y="757"/>
                  <a:pt x="79065" y="1"/>
                  <a:pt x="770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42"/>
          <p:cNvSpPr/>
          <p:nvPr/>
        </p:nvSpPr>
        <p:spPr>
          <a:xfrm flipH="1">
            <a:off x="5288103" y="-3424225"/>
            <a:ext cx="4300847" cy="4665836"/>
          </a:xfrm>
          <a:custGeom>
            <a:avLst/>
            <a:gdLst/>
            <a:ahLst/>
            <a:cxnLst/>
            <a:rect l="l" t="t" r="r" b="b"/>
            <a:pathLst>
              <a:path w="91381" h="99136" extrusionOk="0">
                <a:moveTo>
                  <a:pt x="77092" y="1"/>
                </a:moveTo>
                <a:cubicBezTo>
                  <a:pt x="75139" y="1"/>
                  <a:pt x="73192" y="742"/>
                  <a:pt x="71711" y="2223"/>
                </a:cubicBezTo>
                <a:lnTo>
                  <a:pt x="5191" y="68755"/>
                </a:lnTo>
                <a:cubicBezTo>
                  <a:pt x="1857" y="72065"/>
                  <a:pt x="0" y="76589"/>
                  <a:pt x="36" y="81292"/>
                </a:cubicBezTo>
                <a:cubicBezTo>
                  <a:pt x="48" y="86019"/>
                  <a:pt x="1941" y="90555"/>
                  <a:pt x="5298" y="93889"/>
                </a:cubicBezTo>
                <a:cubicBezTo>
                  <a:pt x="8800" y="97385"/>
                  <a:pt x="13392" y="99135"/>
                  <a:pt x="17968" y="99135"/>
                </a:cubicBezTo>
                <a:cubicBezTo>
                  <a:pt x="22494" y="99135"/>
                  <a:pt x="27005" y="97424"/>
                  <a:pt x="30432" y="93996"/>
                </a:cubicBezTo>
                <a:lnTo>
                  <a:pt x="32921" y="91508"/>
                </a:lnTo>
                <a:cubicBezTo>
                  <a:pt x="33111" y="91353"/>
                  <a:pt x="33302" y="91186"/>
                  <a:pt x="33480" y="90996"/>
                </a:cubicBezTo>
                <a:lnTo>
                  <a:pt x="88392" y="36084"/>
                </a:lnTo>
                <a:cubicBezTo>
                  <a:pt x="91381" y="33096"/>
                  <a:pt x="91369" y="28226"/>
                  <a:pt x="88344" y="25202"/>
                </a:cubicBezTo>
                <a:cubicBezTo>
                  <a:pt x="86829" y="23687"/>
                  <a:pt x="84844" y="22928"/>
                  <a:pt x="82865" y="22928"/>
                </a:cubicBezTo>
                <a:cubicBezTo>
                  <a:pt x="80909" y="22928"/>
                  <a:pt x="78959" y="23669"/>
                  <a:pt x="77474" y="25154"/>
                </a:cubicBezTo>
                <a:lnTo>
                  <a:pt x="19574" y="83054"/>
                </a:lnTo>
                <a:cubicBezTo>
                  <a:pt x="19090" y="83538"/>
                  <a:pt x="18452" y="83783"/>
                  <a:pt x="17813" y="83783"/>
                </a:cubicBezTo>
                <a:cubicBezTo>
                  <a:pt x="17210" y="83783"/>
                  <a:pt x="16607" y="83565"/>
                  <a:pt x="16133" y="83126"/>
                </a:cubicBezTo>
                <a:cubicBezTo>
                  <a:pt x="15657" y="82661"/>
                  <a:pt x="15383" y="82030"/>
                  <a:pt x="15371" y="81364"/>
                </a:cubicBezTo>
                <a:cubicBezTo>
                  <a:pt x="15371" y="80721"/>
                  <a:pt x="15621" y="80102"/>
                  <a:pt x="16085" y="79649"/>
                </a:cubicBezTo>
                <a:lnTo>
                  <a:pt x="82606" y="13129"/>
                </a:lnTo>
                <a:cubicBezTo>
                  <a:pt x="85582" y="10152"/>
                  <a:pt x="85570" y="5283"/>
                  <a:pt x="82558" y="2271"/>
                </a:cubicBezTo>
                <a:cubicBezTo>
                  <a:pt x="81044" y="757"/>
                  <a:pt x="79065" y="1"/>
                  <a:pt x="7709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42"/>
          <p:cNvSpPr/>
          <p:nvPr/>
        </p:nvSpPr>
        <p:spPr>
          <a:xfrm rot="-2699667" flipH="1">
            <a:off x="5526086" y="-2280712"/>
            <a:ext cx="571556" cy="3625892"/>
          </a:xfrm>
          <a:custGeom>
            <a:avLst/>
            <a:gdLst/>
            <a:ahLst/>
            <a:cxnLst/>
            <a:rect l="l" t="t" r="r" b="b"/>
            <a:pathLst>
              <a:path w="10455" h="66319" extrusionOk="0">
                <a:moveTo>
                  <a:pt x="1" y="1"/>
                </a:moveTo>
                <a:lnTo>
                  <a:pt x="1" y="61091"/>
                </a:lnTo>
                <a:cubicBezTo>
                  <a:pt x="1" y="63985"/>
                  <a:pt x="2334" y="66318"/>
                  <a:pt x="5227" y="66318"/>
                </a:cubicBezTo>
                <a:cubicBezTo>
                  <a:pt x="8109" y="66318"/>
                  <a:pt x="10454" y="63973"/>
                  <a:pt x="10454" y="61091"/>
                </a:cubicBezTo>
                <a:lnTo>
                  <a:pt x="1045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42"/>
          <p:cNvSpPr txBox="1"/>
          <p:nvPr/>
        </p:nvSpPr>
        <p:spPr>
          <a:xfrm>
            <a:off x="1492625" y="1393975"/>
            <a:ext cx="55218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1" u="sng">
                <a:solidFill>
                  <a:srgbClr val="42FFB7"/>
                </a:solidFill>
                <a:latin typeface="Syne"/>
                <a:ea typeface="Syne"/>
                <a:cs typeface="Syne"/>
                <a:sym typeface="Syne"/>
              </a:rPr>
              <a:t>Teaching Point 2 - Conduct a Goal Mapping Activity</a:t>
            </a:r>
            <a:endParaRPr sz="2800" b="1" u="sng">
              <a:solidFill>
                <a:srgbClr val="42FFB7"/>
              </a:solidFill>
              <a:latin typeface="Syne"/>
              <a:ea typeface="Syne"/>
              <a:cs typeface="Syne"/>
              <a:sym typeface="Syne"/>
            </a:endParaRPr>
          </a:p>
        </p:txBody>
      </p:sp>
      <p:sp>
        <p:nvSpPr>
          <p:cNvPr id="436" name="Google Shape;436;p42"/>
          <p:cNvSpPr txBox="1"/>
          <p:nvPr/>
        </p:nvSpPr>
        <p:spPr>
          <a:xfrm>
            <a:off x="2108925" y="2671500"/>
            <a:ext cx="40677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Let’s talk about setting goals!</a:t>
            </a:r>
            <a:endParaRPr sz="1600"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3"/>
          <p:cNvSpPr txBox="1"/>
          <p:nvPr/>
        </p:nvSpPr>
        <p:spPr>
          <a:xfrm>
            <a:off x="2019025" y="451725"/>
            <a:ext cx="4728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u="sng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Brainstorming Some Goals</a:t>
            </a:r>
            <a:endParaRPr sz="2800" u="sng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</p:txBody>
      </p:sp>
      <p:sp>
        <p:nvSpPr>
          <p:cNvPr id="444" name="Google Shape;444;p43"/>
          <p:cNvSpPr txBox="1"/>
          <p:nvPr/>
        </p:nvSpPr>
        <p:spPr>
          <a:xfrm>
            <a:off x="1407500" y="1360375"/>
            <a:ext cx="5788800" cy="11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We’ll brainstorm goals for the cadet training year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-"/>
            </a:pPr>
            <a:r>
              <a:rPr lang="zh-CN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rPr>
              <a:t>Short Term Goals: </a:t>
            </a:r>
            <a:r>
              <a:rPr lang="zh-C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Goals that are achievable in </a:t>
            </a:r>
            <a:r>
              <a:rPr lang="zh-CN" u="sng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3 months or less</a:t>
            </a:r>
            <a:endParaRPr u="sng"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ap"/>
              <a:buChar char="-"/>
            </a:pPr>
            <a:r>
              <a:rPr lang="zh-CN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rPr>
              <a:t>Long Term Goals: </a:t>
            </a:r>
            <a:r>
              <a:rPr lang="zh-C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Goals that will be achieved by </a:t>
            </a:r>
            <a:r>
              <a:rPr lang="zh-CN" u="sng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the end of the training year (May to June)</a:t>
            </a:r>
            <a:endParaRPr u="sng"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2D2291-5F42-3D14-89C4-9BD7281A63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5030" y="2797025"/>
            <a:ext cx="3753739" cy="217850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4"/>
          <p:cNvSpPr txBox="1"/>
          <p:nvPr/>
        </p:nvSpPr>
        <p:spPr>
          <a:xfrm>
            <a:off x="2207550" y="362075"/>
            <a:ext cx="4728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u="sng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Wrapping it Up</a:t>
            </a:r>
            <a:endParaRPr sz="2800" u="sng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</p:txBody>
      </p:sp>
      <p:sp>
        <p:nvSpPr>
          <p:cNvPr id="450" name="Google Shape;450;p44"/>
          <p:cNvSpPr txBox="1"/>
          <p:nvPr/>
        </p:nvSpPr>
        <p:spPr>
          <a:xfrm>
            <a:off x="1593475" y="1360400"/>
            <a:ext cx="6454500" cy="21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rPr>
              <a:t>A reminder to remember why this is important:</a:t>
            </a:r>
            <a:endParaRPr>
              <a:solidFill>
                <a:schemeClr val="accent2"/>
              </a:solidFill>
              <a:latin typeface="Asap"/>
              <a:ea typeface="Asap"/>
              <a:cs typeface="Asap"/>
              <a:sym typeface="Asap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ED2"/>
              </a:buClr>
              <a:buSzPts val="1400"/>
              <a:buFont typeface="Asap"/>
              <a:buChar char="●"/>
            </a:pPr>
            <a:r>
              <a:rPr lang="zh-CN">
                <a:solidFill>
                  <a:srgbClr val="FFFED2"/>
                </a:solidFill>
                <a:latin typeface="Asap"/>
                <a:ea typeface="Asap"/>
                <a:cs typeface="Asap"/>
                <a:sym typeface="Asap"/>
              </a:rPr>
              <a:t>Lets us realise responsibilities in and out of the cadet program</a:t>
            </a:r>
            <a:endParaRPr>
              <a:solidFill>
                <a:srgbClr val="FFFED2"/>
              </a:solidFill>
              <a:latin typeface="Asap"/>
              <a:ea typeface="Asap"/>
              <a:cs typeface="Asap"/>
              <a:sym typeface="Asap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ED2"/>
              </a:buClr>
              <a:buSzPts val="1400"/>
              <a:buFont typeface="Asap"/>
              <a:buChar char="●"/>
            </a:pPr>
            <a:r>
              <a:rPr lang="zh-CN">
                <a:solidFill>
                  <a:srgbClr val="FFFED2"/>
                </a:solidFill>
                <a:latin typeface="Asap"/>
                <a:ea typeface="Asap"/>
                <a:cs typeface="Asap"/>
                <a:sym typeface="Asap"/>
              </a:rPr>
              <a:t>Set goals to take action and improve</a:t>
            </a:r>
            <a:endParaRPr>
              <a:solidFill>
                <a:srgbClr val="FFFED2"/>
              </a:solidFill>
              <a:latin typeface="Asap"/>
              <a:ea typeface="Asap"/>
              <a:cs typeface="Asap"/>
              <a:sym typeface="Asap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ED2"/>
              </a:solidFill>
              <a:latin typeface="Asap"/>
              <a:ea typeface="Asap"/>
              <a:cs typeface="Asap"/>
              <a:sym typeface="Asap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accent2"/>
                </a:solidFill>
                <a:latin typeface="Asap"/>
                <a:ea typeface="Asap"/>
                <a:cs typeface="Asap"/>
                <a:sym typeface="Asap"/>
              </a:rPr>
              <a:t>Today, we have:</a:t>
            </a:r>
            <a:endParaRPr>
              <a:solidFill>
                <a:schemeClr val="accent2"/>
              </a:solidFill>
              <a:latin typeface="Asap"/>
              <a:ea typeface="Asap"/>
              <a:cs typeface="Asap"/>
              <a:sym typeface="Asap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ED2"/>
              </a:buClr>
              <a:buSzPts val="1400"/>
              <a:buFont typeface="Asap"/>
              <a:buChar char="●"/>
            </a:pPr>
            <a:r>
              <a:rPr lang="zh-CN">
                <a:solidFill>
                  <a:srgbClr val="FFFED2"/>
                </a:solidFill>
                <a:latin typeface="Asap"/>
                <a:ea typeface="Asap"/>
                <a:cs typeface="Asap"/>
                <a:sym typeface="Asap"/>
              </a:rPr>
              <a:t>learned responsibilities in our cadet program</a:t>
            </a:r>
            <a:endParaRPr>
              <a:solidFill>
                <a:srgbClr val="FFFED2"/>
              </a:solidFill>
              <a:latin typeface="Asap"/>
              <a:ea typeface="Asap"/>
              <a:cs typeface="Asap"/>
              <a:sym typeface="Asap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ED2"/>
              </a:buClr>
              <a:buSzPts val="1400"/>
              <a:buFont typeface="Asap"/>
              <a:buChar char="●"/>
            </a:pPr>
            <a:r>
              <a:rPr lang="zh-CN">
                <a:solidFill>
                  <a:srgbClr val="FFFED2"/>
                </a:solidFill>
                <a:latin typeface="Asap"/>
                <a:ea typeface="Asap"/>
                <a:cs typeface="Asap"/>
                <a:sym typeface="Asap"/>
              </a:rPr>
              <a:t>brainstormed short term and long term goals</a:t>
            </a:r>
            <a:endParaRPr>
              <a:solidFill>
                <a:srgbClr val="FFFED2"/>
              </a:solidFill>
              <a:latin typeface="Asap"/>
              <a:ea typeface="Asap"/>
              <a:cs typeface="Asap"/>
              <a:sym typeface="Asap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ED2"/>
              </a:buClr>
              <a:buSzPts val="1400"/>
              <a:buFont typeface="Asap"/>
              <a:buChar char="●"/>
            </a:pPr>
            <a:r>
              <a:rPr lang="zh-CN">
                <a:solidFill>
                  <a:srgbClr val="FFFED2"/>
                </a:solidFill>
                <a:latin typeface="Asap"/>
                <a:ea typeface="Asap"/>
                <a:cs typeface="Asap"/>
                <a:sym typeface="Asap"/>
              </a:rPr>
              <a:t>set goals for the training year</a:t>
            </a:r>
            <a:endParaRPr>
              <a:solidFill>
                <a:srgbClr val="FFFED2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5"/>
          <p:cNvSpPr/>
          <p:nvPr/>
        </p:nvSpPr>
        <p:spPr>
          <a:xfrm rot="2699612">
            <a:off x="8433021" y="1725010"/>
            <a:ext cx="491011" cy="3114623"/>
          </a:xfrm>
          <a:custGeom>
            <a:avLst/>
            <a:gdLst/>
            <a:ahLst/>
            <a:cxnLst/>
            <a:rect l="l" t="t" r="r" b="b"/>
            <a:pathLst>
              <a:path w="10455" h="66319" extrusionOk="0">
                <a:moveTo>
                  <a:pt x="1" y="1"/>
                </a:moveTo>
                <a:lnTo>
                  <a:pt x="1" y="61091"/>
                </a:lnTo>
                <a:cubicBezTo>
                  <a:pt x="1" y="63985"/>
                  <a:pt x="2334" y="66318"/>
                  <a:pt x="5227" y="66318"/>
                </a:cubicBezTo>
                <a:cubicBezTo>
                  <a:pt x="8109" y="66318"/>
                  <a:pt x="10454" y="63973"/>
                  <a:pt x="10454" y="61091"/>
                </a:cubicBezTo>
                <a:lnTo>
                  <a:pt x="1045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45"/>
          <p:cNvSpPr/>
          <p:nvPr/>
        </p:nvSpPr>
        <p:spPr>
          <a:xfrm rot="10800000">
            <a:off x="-5310475" y="2801149"/>
            <a:ext cx="7057126" cy="7656025"/>
          </a:xfrm>
          <a:custGeom>
            <a:avLst/>
            <a:gdLst/>
            <a:ahLst/>
            <a:cxnLst/>
            <a:rect l="l" t="t" r="r" b="b"/>
            <a:pathLst>
              <a:path w="91381" h="99136" extrusionOk="0">
                <a:moveTo>
                  <a:pt x="77092" y="1"/>
                </a:moveTo>
                <a:cubicBezTo>
                  <a:pt x="75139" y="1"/>
                  <a:pt x="73192" y="742"/>
                  <a:pt x="71711" y="2223"/>
                </a:cubicBezTo>
                <a:lnTo>
                  <a:pt x="5191" y="68755"/>
                </a:lnTo>
                <a:cubicBezTo>
                  <a:pt x="1857" y="72065"/>
                  <a:pt x="0" y="76589"/>
                  <a:pt x="36" y="81292"/>
                </a:cubicBezTo>
                <a:cubicBezTo>
                  <a:pt x="48" y="86019"/>
                  <a:pt x="1941" y="90555"/>
                  <a:pt x="5298" y="93889"/>
                </a:cubicBezTo>
                <a:cubicBezTo>
                  <a:pt x="8800" y="97385"/>
                  <a:pt x="13392" y="99135"/>
                  <a:pt x="17968" y="99135"/>
                </a:cubicBezTo>
                <a:cubicBezTo>
                  <a:pt x="22494" y="99135"/>
                  <a:pt x="27005" y="97424"/>
                  <a:pt x="30432" y="93996"/>
                </a:cubicBezTo>
                <a:lnTo>
                  <a:pt x="32921" y="91508"/>
                </a:lnTo>
                <a:cubicBezTo>
                  <a:pt x="33111" y="91353"/>
                  <a:pt x="33302" y="91186"/>
                  <a:pt x="33480" y="90996"/>
                </a:cubicBezTo>
                <a:lnTo>
                  <a:pt x="88392" y="36084"/>
                </a:lnTo>
                <a:cubicBezTo>
                  <a:pt x="91381" y="33096"/>
                  <a:pt x="91369" y="28226"/>
                  <a:pt x="88344" y="25202"/>
                </a:cubicBezTo>
                <a:cubicBezTo>
                  <a:pt x="86829" y="23687"/>
                  <a:pt x="84844" y="22928"/>
                  <a:pt x="82865" y="22928"/>
                </a:cubicBezTo>
                <a:cubicBezTo>
                  <a:pt x="80909" y="22928"/>
                  <a:pt x="78959" y="23669"/>
                  <a:pt x="77474" y="25154"/>
                </a:cubicBezTo>
                <a:lnTo>
                  <a:pt x="19574" y="83054"/>
                </a:lnTo>
                <a:cubicBezTo>
                  <a:pt x="19090" y="83538"/>
                  <a:pt x="18452" y="83783"/>
                  <a:pt x="17813" y="83783"/>
                </a:cubicBezTo>
                <a:cubicBezTo>
                  <a:pt x="17210" y="83783"/>
                  <a:pt x="16607" y="83565"/>
                  <a:pt x="16133" y="83126"/>
                </a:cubicBezTo>
                <a:cubicBezTo>
                  <a:pt x="15657" y="82661"/>
                  <a:pt x="15383" y="82030"/>
                  <a:pt x="15371" y="81364"/>
                </a:cubicBezTo>
                <a:cubicBezTo>
                  <a:pt x="15371" y="80721"/>
                  <a:pt x="15621" y="80102"/>
                  <a:pt x="16085" y="79649"/>
                </a:cubicBezTo>
                <a:lnTo>
                  <a:pt x="82606" y="13129"/>
                </a:lnTo>
                <a:cubicBezTo>
                  <a:pt x="85582" y="10152"/>
                  <a:pt x="85570" y="5283"/>
                  <a:pt x="82558" y="2271"/>
                </a:cubicBezTo>
                <a:cubicBezTo>
                  <a:pt x="81044" y="757"/>
                  <a:pt x="79065" y="1"/>
                  <a:pt x="7709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45"/>
          <p:cNvSpPr txBox="1"/>
          <p:nvPr/>
        </p:nvSpPr>
        <p:spPr>
          <a:xfrm>
            <a:off x="3173475" y="1920700"/>
            <a:ext cx="6127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458" name="Google Shape;458;p45"/>
          <p:cNvSpPr txBox="1"/>
          <p:nvPr/>
        </p:nvSpPr>
        <p:spPr>
          <a:xfrm>
            <a:off x="1069250" y="1645000"/>
            <a:ext cx="7057200" cy="16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1" u="sng">
                <a:solidFill>
                  <a:srgbClr val="FFFED2"/>
                </a:solidFill>
                <a:latin typeface="Syne"/>
                <a:ea typeface="Syne"/>
                <a:cs typeface="Syne"/>
                <a:sym typeface="Syne"/>
              </a:rPr>
              <a:t>EOM203.01</a:t>
            </a:r>
            <a:endParaRPr sz="4000" b="1" u="sng">
              <a:solidFill>
                <a:srgbClr val="FFFED2"/>
              </a:solidFill>
              <a:latin typeface="Syne"/>
              <a:ea typeface="Syne"/>
              <a:cs typeface="Syne"/>
              <a:sym typeface="Syn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1">
                <a:solidFill>
                  <a:srgbClr val="FFFED2"/>
                </a:solidFill>
                <a:latin typeface="Syne"/>
                <a:ea typeface="Syne"/>
                <a:cs typeface="Syne"/>
                <a:sym typeface="Syne"/>
              </a:rPr>
              <a:t>Discuss Leadership Within a Peer Setting</a:t>
            </a:r>
            <a:endParaRPr sz="4000" b="1">
              <a:solidFill>
                <a:srgbClr val="FFFED2"/>
              </a:solidFill>
              <a:latin typeface="Syne"/>
              <a:ea typeface="Syne"/>
              <a:cs typeface="Syne"/>
              <a:sym typeface="Syne"/>
            </a:endParaRPr>
          </a:p>
        </p:txBody>
      </p:sp>
      <p:sp>
        <p:nvSpPr>
          <p:cNvPr id="461" name="Google Shape;461;p45"/>
          <p:cNvSpPr txBox="1"/>
          <p:nvPr/>
        </p:nvSpPr>
        <p:spPr>
          <a:xfrm>
            <a:off x="6014213" y="4658375"/>
            <a:ext cx="1569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Level 2 IG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462" name="Google Shape;462;p45"/>
          <p:cNvSpPr/>
          <p:nvPr/>
        </p:nvSpPr>
        <p:spPr>
          <a:xfrm>
            <a:off x="2467525" y="4688550"/>
            <a:ext cx="1276500" cy="313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45"/>
          <p:cNvSpPr txBox="1"/>
          <p:nvPr/>
        </p:nvSpPr>
        <p:spPr>
          <a:xfrm>
            <a:off x="1925949" y="4645350"/>
            <a:ext cx="2813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1"/>
                </a:solidFill>
                <a:latin typeface="Asap"/>
                <a:ea typeface="Asap"/>
                <a:cs typeface="Asap"/>
                <a:sym typeface="Asap"/>
              </a:rPr>
              <a:t>Interactive Lecture + Activity</a:t>
            </a:r>
            <a:endParaRPr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arketing Mix MK Plan by Slidesgo">
  <a:themeElements>
    <a:clrScheme name="Simple Light">
      <a:dk1>
        <a:srgbClr val="FFFED2"/>
      </a:dk1>
      <a:lt1>
        <a:srgbClr val="303030"/>
      </a:lt1>
      <a:dk2>
        <a:srgbClr val="606060"/>
      </a:dk2>
      <a:lt2>
        <a:srgbClr val="49E5B5"/>
      </a:lt2>
      <a:accent1>
        <a:srgbClr val="8D6CFA"/>
      </a:accent1>
      <a:accent2>
        <a:srgbClr val="FCC353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ED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1944</Words>
  <Application>Microsoft Office PowerPoint</Application>
  <PresentationFormat>On-screen Show (16:9)</PresentationFormat>
  <Paragraphs>69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Syne</vt:lpstr>
      <vt:lpstr>Bebas Neue</vt:lpstr>
      <vt:lpstr>Asap</vt:lpstr>
      <vt:lpstr>Raleway</vt:lpstr>
      <vt:lpstr>Arial</vt:lpstr>
      <vt:lpstr>Nunito Light</vt:lpstr>
      <vt:lpstr>Simple Light</vt:lpstr>
      <vt:lpstr>Marketing Mix MK Plan by Slidesgo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Kevin Zhu</cp:lastModifiedBy>
  <cp:revision>2</cp:revision>
  <dcterms:modified xsi:type="dcterms:W3CDTF">2025-06-08T10:50:26Z</dcterms:modified>
</cp:coreProperties>
</file>