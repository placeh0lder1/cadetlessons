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Bebas Neue" panose="020B0606020202050201" pitchFamily="34" charset="0"/>
      <p:regular r:id="rId24"/>
    </p:embeddedFont>
    <p:embeddedFont>
      <p:font typeface="Nunito Light" pitchFamily="2" charset="0"/>
      <p:regular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  <p:embeddedFont>
      <p:font typeface="Rubik" panose="020B0604020202020204" charset="-79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3f50dd7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3f50dd7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19732002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19732002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00e01711c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00e01711c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2765becae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52765becae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00e01711c7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00e01711c7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00ea2cdb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00ea2cdb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00ea2cdb5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00ea2cdb5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00ea2cdb5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00ea2cdb5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00ea2cdb5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00ea2cdb5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00ea2cdb5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00ea2cdb5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00ea2cdb5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00ea2cdb5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857063" y="1454700"/>
            <a:ext cx="5560500" cy="19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600" y="3507325"/>
            <a:ext cx="4528800" cy="3483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836007" y="-3668811"/>
            <a:ext cx="19188949" cy="14711185"/>
            <a:chOff x="-4836007" y="-3668811"/>
            <a:chExt cx="19188949" cy="14711185"/>
          </a:xfrm>
        </p:grpSpPr>
        <p:sp>
          <p:nvSpPr>
            <p:cNvPr id="12" name="Google Shape;12;p2"/>
            <p:cNvSpPr/>
            <p:nvPr/>
          </p:nvSpPr>
          <p:spPr>
            <a:xfrm rot="-4900101" flipH="1">
              <a:off x="7428096" y="615698"/>
              <a:ext cx="6125845" cy="6908976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4900101" flipH="1">
              <a:off x="5883321" y="4057198"/>
              <a:ext cx="6125845" cy="6908976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5400414" flipH="1">
              <a:off x="-4209991" y="-2536308"/>
              <a:ext cx="6125755" cy="690884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5400414" flipH="1">
              <a:off x="-4444091" y="-4060358"/>
              <a:ext cx="6125755" cy="690884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99200" y="2009850"/>
            <a:ext cx="53700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708927" y="706600"/>
            <a:ext cx="1750800" cy="115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1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899200" y="3672000"/>
            <a:ext cx="5370000" cy="4398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-4984008" y="-4077671"/>
            <a:ext cx="18995473" cy="13627050"/>
            <a:chOff x="-4984008" y="-4077671"/>
            <a:chExt cx="18995473" cy="13627050"/>
          </a:xfrm>
        </p:grpSpPr>
        <p:sp>
          <p:nvSpPr>
            <p:cNvPr id="21" name="Google Shape;21;p3"/>
            <p:cNvSpPr/>
            <p:nvPr/>
          </p:nvSpPr>
          <p:spPr>
            <a:xfrm rot="-5080274" flipH="1">
              <a:off x="7224694" y="977957"/>
              <a:ext cx="6125666" cy="6908740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3851884">
              <a:off x="6443189" y="4289658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3110754">
              <a:off x="-4019341" y="-2678125"/>
              <a:ext cx="6222263" cy="54779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2130176">
              <a:off x="-3144577" y="-2140027"/>
              <a:ext cx="4420648" cy="3892298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-5200391" y="-4114881"/>
            <a:ext cx="19440756" cy="13683686"/>
            <a:chOff x="-5200391" y="-4114881"/>
            <a:chExt cx="19440756" cy="13683686"/>
          </a:xfrm>
        </p:grpSpPr>
        <p:sp>
          <p:nvSpPr>
            <p:cNvPr id="27" name="Google Shape;27;p4"/>
            <p:cNvSpPr/>
            <p:nvPr/>
          </p:nvSpPr>
          <p:spPr>
            <a:xfrm rot="-5080274" flipH="1">
              <a:off x="7453594" y="1744282"/>
              <a:ext cx="6125666" cy="6908740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rot="3851884">
              <a:off x="7270339" y="4309083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2700000">
              <a:off x="-4174815" y="-2717142"/>
              <a:ext cx="6222562" cy="5478236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-1255099">
              <a:off x="-2483740" y="-2461630"/>
              <a:ext cx="4420635" cy="389214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9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-3032825" y="-3122549"/>
            <a:ext cx="15718437" cy="12691353"/>
            <a:chOff x="-3032825" y="-3122549"/>
            <a:chExt cx="15718437" cy="12691353"/>
          </a:xfrm>
        </p:grpSpPr>
        <p:sp>
          <p:nvSpPr>
            <p:cNvPr id="34" name="Google Shape;34;p4"/>
            <p:cNvSpPr/>
            <p:nvPr/>
          </p:nvSpPr>
          <p:spPr>
            <a:xfrm rot="3851884">
              <a:off x="7270339" y="4309083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rot="-1255099">
              <a:off x="-2483740" y="-2461630"/>
              <a:ext cx="4420635" cy="389214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5"/>
          <p:cNvGrpSpPr/>
          <p:nvPr/>
        </p:nvGrpSpPr>
        <p:grpSpPr>
          <a:xfrm>
            <a:off x="-4954958" y="-4934736"/>
            <a:ext cx="19335176" cy="13782534"/>
            <a:chOff x="-4954958" y="-4934736"/>
            <a:chExt cx="19335176" cy="13782534"/>
          </a:xfrm>
        </p:grpSpPr>
        <p:sp>
          <p:nvSpPr>
            <p:cNvPr id="38" name="Google Shape;38;p5"/>
            <p:cNvSpPr/>
            <p:nvPr/>
          </p:nvSpPr>
          <p:spPr>
            <a:xfrm rot="-4900101" flipH="1">
              <a:off x="6995121" y="1862623"/>
              <a:ext cx="6125845" cy="6908976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820721" flipH="1">
              <a:off x="7514800" y="1390262"/>
              <a:ext cx="6125825" cy="6908928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6496603" flipH="1">
              <a:off x="-3776986" y="-4397909"/>
              <a:ext cx="6125608" cy="6908788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 rot="5400414" flipH="1">
              <a:off x="-4444091" y="-4060358"/>
              <a:ext cx="6125755" cy="690884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55275" y="31987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83075" y="31987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-5200391" y="-4114881"/>
            <a:ext cx="19440756" cy="13683686"/>
            <a:chOff x="-5200391" y="-4114881"/>
            <a:chExt cx="19440756" cy="13683686"/>
          </a:xfrm>
        </p:grpSpPr>
        <p:sp>
          <p:nvSpPr>
            <p:cNvPr id="50" name="Google Shape;50;p6"/>
            <p:cNvSpPr/>
            <p:nvPr/>
          </p:nvSpPr>
          <p:spPr>
            <a:xfrm rot="-5080274" flipH="1">
              <a:off x="7453594" y="1744282"/>
              <a:ext cx="6125666" cy="6908740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3851884">
              <a:off x="7270339" y="4309083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 rot="-2700000">
              <a:off x="-4174815" y="-2717142"/>
              <a:ext cx="6222562" cy="5478236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 rot="-1255099">
              <a:off x="-2483740" y="-2461630"/>
              <a:ext cx="4420635" cy="389214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7"/>
          <p:cNvGrpSpPr/>
          <p:nvPr/>
        </p:nvGrpSpPr>
        <p:grpSpPr>
          <a:xfrm>
            <a:off x="-2564927" y="-3616694"/>
            <a:ext cx="15409205" cy="12384380"/>
            <a:chOff x="-2564927" y="-3616694"/>
            <a:chExt cx="15409205" cy="12384380"/>
          </a:xfrm>
        </p:grpSpPr>
        <p:sp>
          <p:nvSpPr>
            <p:cNvPr id="56" name="Google Shape;56;p7"/>
            <p:cNvSpPr/>
            <p:nvPr/>
          </p:nvSpPr>
          <p:spPr>
            <a:xfrm rot="-8552429">
              <a:off x="-1837378" y="3932354"/>
              <a:ext cx="4420618" cy="3892142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 rot="2135291">
              <a:off x="6753486" y="-2649685"/>
              <a:ext cx="4632176" cy="407808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 rot="4506151">
              <a:off x="7962424" y="-1637600"/>
              <a:ext cx="4632000" cy="407793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824625" y="1726450"/>
            <a:ext cx="3848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-4173550" y="-3523031"/>
            <a:ext cx="16482572" cy="10214099"/>
            <a:chOff x="-4173550" y="-3523031"/>
            <a:chExt cx="16482572" cy="10214099"/>
          </a:xfrm>
        </p:grpSpPr>
        <p:sp>
          <p:nvSpPr>
            <p:cNvPr id="63" name="Google Shape;63;p8"/>
            <p:cNvSpPr/>
            <p:nvPr/>
          </p:nvSpPr>
          <p:spPr>
            <a:xfrm>
              <a:off x="-4173550" y="3524125"/>
              <a:ext cx="15690415" cy="3166943"/>
            </a:xfrm>
            <a:custGeom>
              <a:avLst/>
              <a:gdLst/>
              <a:ahLst/>
              <a:cxnLst/>
              <a:rect l="l" t="t" r="r" b="b"/>
              <a:pathLst>
                <a:path w="172479" h="47668" extrusionOk="0">
                  <a:moveTo>
                    <a:pt x="160057" y="1"/>
                  </a:moveTo>
                  <a:cubicBezTo>
                    <a:pt x="150876" y="1"/>
                    <a:pt x="141953" y="4122"/>
                    <a:pt x="133678" y="8391"/>
                  </a:cubicBezTo>
                  <a:cubicBezTo>
                    <a:pt x="123009" y="13895"/>
                    <a:pt x="113442" y="18258"/>
                    <a:pt x="101600" y="18258"/>
                  </a:cubicBezTo>
                  <a:cubicBezTo>
                    <a:pt x="100772" y="18258"/>
                    <a:pt x="99932" y="18237"/>
                    <a:pt x="99080" y="18193"/>
                  </a:cubicBezTo>
                  <a:cubicBezTo>
                    <a:pt x="89863" y="17722"/>
                    <a:pt x="80645" y="17114"/>
                    <a:pt x="71604" y="15382"/>
                  </a:cubicBezTo>
                  <a:cubicBezTo>
                    <a:pt x="64051" y="13939"/>
                    <a:pt x="58411" y="8135"/>
                    <a:pt x="51255" y="5682"/>
                  </a:cubicBezTo>
                  <a:cubicBezTo>
                    <a:pt x="47791" y="4489"/>
                    <a:pt x="44094" y="4160"/>
                    <a:pt x="40437" y="3927"/>
                  </a:cubicBezTo>
                  <a:cubicBezTo>
                    <a:pt x="39903" y="3893"/>
                    <a:pt x="39369" y="3859"/>
                    <a:pt x="38835" y="3830"/>
                  </a:cubicBezTo>
                  <a:cubicBezTo>
                    <a:pt x="37173" y="3740"/>
                    <a:pt x="35505" y="3678"/>
                    <a:pt x="33841" y="3678"/>
                  </a:cubicBezTo>
                  <a:cubicBezTo>
                    <a:pt x="30380" y="3678"/>
                    <a:pt x="26932" y="3945"/>
                    <a:pt x="23581" y="4773"/>
                  </a:cubicBezTo>
                  <a:cubicBezTo>
                    <a:pt x="9763" y="8192"/>
                    <a:pt x="0" y="24650"/>
                    <a:pt x="5276" y="38303"/>
                  </a:cubicBezTo>
                  <a:cubicBezTo>
                    <a:pt x="6816" y="42301"/>
                    <a:pt x="10632" y="45090"/>
                    <a:pt x="14710" y="46396"/>
                  </a:cubicBezTo>
                  <a:cubicBezTo>
                    <a:pt x="17974" y="47440"/>
                    <a:pt x="21419" y="47668"/>
                    <a:pt x="24858" y="47668"/>
                  </a:cubicBezTo>
                  <a:cubicBezTo>
                    <a:pt x="25721" y="47668"/>
                    <a:pt x="26583" y="47653"/>
                    <a:pt x="27442" y="47634"/>
                  </a:cubicBezTo>
                  <a:cubicBezTo>
                    <a:pt x="41044" y="47327"/>
                    <a:pt x="54589" y="45879"/>
                    <a:pt x="68083" y="44238"/>
                  </a:cubicBezTo>
                  <a:cubicBezTo>
                    <a:pt x="71371" y="43835"/>
                    <a:pt x="75563" y="43994"/>
                    <a:pt x="78680" y="42915"/>
                  </a:cubicBezTo>
                  <a:cubicBezTo>
                    <a:pt x="80679" y="42227"/>
                    <a:pt x="81645" y="41006"/>
                    <a:pt x="83496" y="40075"/>
                  </a:cubicBezTo>
                  <a:cubicBezTo>
                    <a:pt x="85693" y="38978"/>
                    <a:pt x="88070" y="38615"/>
                    <a:pt x="90485" y="38615"/>
                  </a:cubicBezTo>
                  <a:cubicBezTo>
                    <a:pt x="93186" y="38615"/>
                    <a:pt x="95933" y="39069"/>
                    <a:pt x="98529" y="39462"/>
                  </a:cubicBezTo>
                  <a:cubicBezTo>
                    <a:pt x="108485" y="40967"/>
                    <a:pt x="118588" y="41126"/>
                    <a:pt x="128652" y="41290"/>
                  </a:cubicBezTo>
                  <a:cubicBezTo>
                    <a:pt x="130165" y="41315"/>
                    <a:pt x="131690" y="41336"/>
                    <a:pt x="133218" y="41336"/>
                  </a:cubicBezTo>
                  <a:cubicBezTo>
                    <a:pt x="140620" y="41336"/>
                    <a:pt x="148088" y="40825"/>
                    <a:pt x="154674" y="37605"/>
                  </a:cubicBezTo>
                  <a:cubicBezTo>
                    <a:pt x="165896" y="32113"/>
                    <a:pt x="172478" y="18500"/>
                    <a:pt x="169815" y="6289"/>
                  </a:cubicBezTo>
                  <a:cubicBezTo>
                    <a:pt x="169400" y="4392"/>
                    <a:pt x="168690" y="2399"/>
                    <a:pt x="167083" y="1297"/>
                  </a:cubicBezTo>
                  <a:cubicBezTo>
                    <a:pt x="166072" y="604"/>
                    <a:pt x="164823" y="360"/>
                    <a:pt x="163602" y="213"/>
                  </a:cubicBezTo>
                  <a:cubicBezTo>
                    <a:pt x="162417" y="69"/>
                    <a:pt x="161235" y="1"/>
                    <a:pt x="160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6263151" flipH="1">
              <a:off x="-3189541" y="-2562409"/>
              <a:ext cx="530863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 rot="3744512">
              <a:off x="7350314" y="-2124107"/>
              <a:ext cx="4420523" cy="38921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2283000" y="1617650"/>
            <a:ext cx="4578000" cy="186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9"/>
          <p:cNvGrpSpPr/>
          <p:nvPr/>
        </p:nvGrpSpPr>
        <p:grpSpPr>
          <a:xfrm>
            <a:off x="-3067682" y="-3163555"/>
            <a:ext cx="15082279" cy="10078823"/>
            <a:chOff x="-3067682" y="-3163555"/>
            <a:chExt cx="15082279" cy="10078823"/>
          </a:xfrm>
        </p:grpSpPr>
        <p:sp>
          <p:nvSpPr>
            <p:cNvPr id="69" name="Google Shape;69;p9"/>
            <p:cNvSpPr/>
            <p:nvPr/>
          </p:nvSpPr>
          <p:spPr>
            <a:xfrm>
              <a:off x="-1570450" y="3748325"/>
              <a:ext cx="11459074" cy="3166943"/>
            </a:xfrm>
            <a:custGeom>
              <a:avLst/>
              <a:gdLst/>
              <a:ahLst/>
              <a:cxnLst/>
              <a:rect l="l" t="t" r="r" b="b"/>
              <a:pathLst>
                <a:path w="172479" h="47668" extrusionOk="0">
                  <a:moveTo>
                    <a:pt x="160057" y="1"/>
                  </a:moveTo>
                  <a:cubicBezTo>
                    <a:pt x="150876" y="1"/>
                    <a:pt x="141953" y="4122"/>
                    <a:pt x="133678" y="8391"/>
                  </a:cubicBezTo>
                  <a:cubicBezTo>
                    <a:pt x="123009" y="13895"/>
                    <a:pt x="113442" y="18258"/>
                    <a:pt x="101600" y="18258"/>
                  </a:cubicBezTo>
                  <a:cubicBezTo>
                    <a:pt x="100772" y="18258"/>
                    <a:pt x="99932" y="18237"/>
                    <a:pt x="99080" y="18193"/>
                  </a:cubicBezTo>
                  <a:cubicBezTo>
                    <a:pt x="89863" y="17722"/>
                    <a:pt x="80645" y="17114"/>
                    <a:pt x="71604" y="15382"/>
                  </a:cubicBezTo>
                  <a:cubicBezTo>
                    <a:pt x="64051" y="13939"/>
                    <a:pt x="58411" y="8135"/>
                    <a:pt x="51255" y="5682"/>
                  </a:cubicBezTo>
                  <a:cubicBezTo>
                    <a:pt x="47791" y="4489"/>
                    <a:pt x="44094" y="4160"/>
                    <a:pt x="40437" y="3927"/>
                  </a:cubicBezTo>
                  <a:cubicBezTo>
                    <a:pt x="39903" y="3893"/>
                    <a:pt x="39369" y="3859"/>
                    <a:pt x="38835" y="3830"/>
                  </a:cubicBezTo>
                  <a:cubicBezTo>
                    <a:pt x="37173" y="3740"/>
                    <a:pt x="35505" y="3678"/>
                    <a:pt x="33841" y="3678"/>
                  </a:cubicBezTo>
                  <a:cubicBezTo>
                    <a:pt x="30380" y="3678"/>
                    <a:pt x="26932" y="3945"/>
                    <a:pt x="23581" y="4773"/>
                  </a:cubicBezTo>
                  <a:cubicBezTo>
                    <a:pt x="9763" y="8192"/>
                    <a:pt x="0" y="24650"/>
                    <a:pt x="5276" y="38303"/>
                  </a:cubicBezTo>
                  <a:cubicBezTo>
                    <a:pt x="6816" y="42301"/>
                    <a:pt x="10632" y="45090"/>
                    <a:pt x="14710" y="46396"/>
                  </a:cubicBezTo>
                  <a:cubicBezTo>
                    <a:pt x="17974" y="47440"/>
                    <a:pt x="21419" y="47668"/>
                    <a:pt x="24858" y="47668"/>
                  </a:cubicBezTo>
                  <a:cubicBezTo>
                    <a:pt x="25721" y="47668"/>
                    <a:pt x="26583" y="47653"/>
                    <a:pt x="27442" y="47634"/>
                  </a:cubicBezTo>
                  <a:cubicBezTo>
                    <a:pt x="41044" y="47327"/>
                    <a:pt x="54589" y="45879"/>
                    <a:pt x="68083" y="44238"/>
                  </a:cubicBezTo>
                  <a:cubicBezTo>
                    <a:pt x="71371" y="43835"/>
                    <a:pt x="75563" y="43994"/>
                    <a:pt x="78680" y="42915"/>
                  </a:cubicBezTo>
                  <a:cubicBezTo>
                    <a:pt x="80679" y="42227"/>
                    <a:pt x="81645" y="41006"/>
                    <a:pt x="83496" y="40075"/>
                  </a:cubicBezTo>
                  <a:cubicBezTo>
                    <a:pt x="85693" y="38978"/>
                    <a:pt x="88070" y="38615"/>
                    <a:pt x="90485" y="38615"/>
                  </a:cubicBezTo>
                  <a:cubicBezTo>
                    <a:pt x="93186" y="38615"/>
                    <a:pt x="95933" y="39069"/>
                    <a:pt x="98529" y="39462"/>
                  </a:cubicBezTo>
                  <a:cubicBezTo>
                    <a:pt x="108485" y="40967"/>
                    <a:pt x="118588" y="41126"/>
                    <a:pt x="128652" y="41290"/>
                  </a:cubicBezTo>
                  <a:cubicBezTo>
                    <a:pt x="130165" y="41315"/>
                    <a:pt x="131690" y="41336"/>
                    <a:pt x="133218" y="41336"/>
                  </a:cubicBezTo>
                  <a:cubicBezTo>
                    <a:pt x="140620" y="41336"/>
                    <a:pt x="148088" y="40825"/>
                    <a:pt x="154674" y="37605"/>
                  </a:cubicBezTo>
                  <a:cubicBezTo>
                    <a:pt x="165896" y="32113"/>
                    <a:pt x="172478" y="18500"/>
                    <a:pt x="169815" y="6289"/>
                  </a:cubicBezTo>
                  <a:cubicBezTo>
                    <a:pt x="169400" y="4392"/>
                    <a:pt x="168690" y="2399"/>
                    <a:pt x="167083" y="1297"/>
                  </a:cubicBezTo>
                  <a:cubicBezTo>
                    <a:pt x="166072" y="604"/>
                    <a:pt x="164823" y="360"/>
                    <a:pt x="163602" y="213"/>
                  </a:cubicBezTo>
                  <a:cubicBezTo>
                    <a:pt x="162417" y="69"/>
                    <a:pt x="161235" y="1"/>
                    <a:pt x="160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 rot="6263149" flipH="1">
              <a:off x="-2420014" y="-2445283"/>
              <a:ext cx="379846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3744512">
              <a:off x="7055889" y="-2249332"/>
              <a:ext cx="4420523" cy="38921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2026125" y="1192225"/>
            <a:ext cx="5022000" cy="15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2026125" y="2740950"/>
            <a:ext cx="50220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720000" y="40906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-4984008" y="-4077671"/>
            <a:ext cx="19005873" cy="13627050"/>
            <a:chOff x="-4984008" y="-4077671"/>
            <a:chExt cx="19005873" cy="13627050"/>
          </a:xfrm>
        </p:grpSpPr>
        <p:sp>
          <p:nvSpPr>
            <p:cNvPr id="79" name="Google Shape;79;p11"/>
            <p:cNvSpPr/>
            <p:nvPr/>
          </p:nvSpPr>
          <p:spPr>
            <a:xfrm rot="5080274">
              <a:off x="-4322904" y="193857"/>
              <a:ext cx="6125666" cy="6908740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3851884" flipH="1">
              <a:off x="-2571375" y="4289658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1"/>
            <p:cNvSpPr/>
            <p:nvPr/>
          </p:nvSpPr>
          <p:spPr>
            <a:xfrm rot="3110754" flipH="1">
              <a:off x="6834935" y="-2678125"/>
              <a:ext cx="6222263" cy="54779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2130176" flipH="1">
              <a:off x="7456985" y="-2140027"/>
              <a:ext cx="4420648" cy="3892298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83;p11"/>
          <p:cNvSpPr txBox="1">
            <a:spLocks noGrp="1"/>
          </p:cNvSpPr>
          <p:nvPr>
            <p:ph type="title" hasCustomPrompt="1"/>
          </p:nvPr>
        </p:nvSpPr>
        <p:spPr>
          <a:xfrm>
            <a:off x="3805525" y="1734825"/>
            <a:ext cx="4473000" cy="10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1"/>
          </p:nvPr>
        </p:nvSpPr>
        <p:spPr>
          <a:xfrm>
            <a:off x="3805525" y="2774100"/>
            <a:ext cx="4473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5999464" y="3785946"/>
            <a:ext cx="243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1777081" y="2198795"/>
            <a:ext cx="243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5999461" y="2198795"/>
            <a:ext cx="243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4"/>
          </p:nvPr>
        </p:nvSpPr>
        <p:spPr>
          <a:xfrm>
            <a:off x="1777081" y="3785946"/>
            <a:ext cx="243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728718" y="1384327"/>
            <a:ext cx="10107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728718" y="2964756"/>
            <a:ext cx="10107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7" hasCustomPrompt="1"/>
          </p:nvPr>
        </p:nvSpPr>
        <p:spPr>
          <a:xfrm>
            <a:off x="4949590" y="1384327"/>
            <a:ext cx="10107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8" hasCustomPrompt="1"/>
          </p:nvPr>
        </p:nvSpPr>
        <p:spPr>
          <a:xfrm>
            <a:off x="4949728" y="2964756"/>
            <a:ext cx="10107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1777081" y="1572500"/>
            <a:ext cx="2431200" cy="8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3"/>
          </p:nvPr>
        </p:nvSpPr>
        <p:spPr>
          <a:xfrm>
            <a:off x="5999461" y="1572500"/>
            <a:ext cx="2431200" cy="8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5999464" y="3163714"/>
            <a:ext cx="2431200" cy="8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777081" y="3163714"/>
            <a:ext cx="2431200" cy="8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00" name="Google Shape;100;p13"/>
          <p:cNvGrpSpPr/>
          <p:nvPr/>
        </p:nvGrpSpPr>
        <p:grpSpPr>
          <a:xfrm>
            <a:off x="-4297668" y="-3616694"/>
            <a:ext cx="17141945" cy="12391707"/>
            <a:chOff x="-4297668" y="-3616694"/>
            <a:chExt cx="17141945" cy="12391707"/>
          </a:xfrm>
        </p:grpSpPr>
        <p:sp>
          <p:nvSpPr>
            <p:cNvPr id="101" name="Google Shape;101;p13"/>
            <p:cNvSpPr/>
            <p:nvPr/>
          </p:nvSpPr>
          <p:spPr>
            <a:xfrm rot="2135291">
              <a:off x="6753486" y="-2649685"/>
              <a:ext cx="4632176" cy="407808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 rot="9353588">
              <a:off x="-3666824" y="3163555"/>
              <a:ext cx="4632277" cy="4078176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 rot="-6723929">
              <a:off x="-2955377" y="3823568"/>
              <a:ext cx="4632134" cy="4078051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 rot="4506151">
              <a:off x="7962424" y="-1637600"/>
              <a:ext cx="4632000" cy="407793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7" name="Google Shape;107;p14"/>
          <p:cNvGrpSpPr/>
          <p:nvPr/>
        </p:nvGrpSpPr>
        <p:grpSpPr>
          <a:xfrm>
            <a:off x="-5058717" y="-3616694"/>
            <a:ext cx="17902995" cy="14257685"/>
            <a:chOff x="-5058717" y="-3616694"/>
            <a:chExt cx="17902995" cy="14257685"/>
          </a:xfrm>
        </p:grpSpPr>
        <p:sp>
          <p:nvSpPr>
            <p:cNvPr id="108" name="Google Shape;108;p14"/>
            <p:cNvSpPr/>
            <p:nvPr/>
          </p:nvSpPr>
          <p:spPr>
            <a:xfrm rot="3700062">
              <a:off x="-3627291" y="2851532"/>
              <a:ext cx="6125753" cy="6908727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 rot="2135291">
              <a:off x="6753486" y="-2649685"/>
              <a:ext cx="4632176" cy="407808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 rot="-6154214">
              <a:off x="-3122927" y="2937152"/>
              <a:ext cx="4632047" cy="4077974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4506151">
              <a:off x="7962424" y="-1637600"/>
              <a:ext cx="4632000" cy="407793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5"/>
          <p:cNvGrpSpPr/>
          <p:nvPr/>
        </p:nvGrpSpPr>
        <p:grpSpPr>
          <a:xfrm>
            <a:off x="-4138925" y="-3163555"/>
            <a:ext cx="16153522" cy="10257203"/>
            <a:chOff x="-4138925" y="-3163555"/>
            <a:chExt cx="16153522" cy="10257203"/>
          </a:xfrm>
        </p:grpSpPr>
        <p:sp>
          <p:nvSpPr>
            <p:cNvPr id="114" name="Google Shape;114;p15"/>
            <p:cNvSpPr/>
            <p:nvPr/>
          </p:nvSpPr>
          <p:spPr>
            <a:xfrm>
              <a:off x="-4138925" y="3588501"/>
              <a:ext cx="15690415" cy="3505147"/>
            </a:xfrm>
            <a:custGeom>
              <a:avLst/>
              <a:gdLst/>
              <a:ahLst/>
              <a:cxnLst/>
              <a:rect l="l" t="t" r="r" b="b"/>
              <a:pathLst>
                <a:path w="172479" h="47668" extrusionOk="0">
                  <a:moveTo>
                    <a:pt x="160057" y="1"/>
                  </a:moveTo>
                  <a:cubicBezTo>
                    <a:pt x="150876" y="1"/>
                    <a:pt x="141953" y="4122"/>
                    <a:pt x="133678" y="8391"/>
                  </a:cubicBezTo>
                  <a:cubicBezTo>
                    <a:pt x="123009" y="13895"/>
                    <a:pt x="113442" y="18258"/>
                    <a:pt x="101600" y="18258"/>
                  </a:cubicBezTo>
                  <a:cubicBezTo>
                    <a:pt x="100772" y="18258"/>
                    <a:pt x="99932" y="18237"/>
                    <a:pt x="99080" y="18193"/>
                  </a:cubicBezTo>
                  <a:cubicBezTo>
                    <a:pt x="89863" y="17722"/>
                    <a:pt x="80645" y="17114"/>
                    <a:pt x="71604" y="15382"/>
                  </a:cubicBezTo>
                  <a:cubicBezTo>
                    <a:pt x="64051" y="13939"/>
                    <a:pt x="58411" y="8135"/>
                    <a:pt x="51255" y="5682"/>
                  </a:cubicBezTo>
                  <a:cubicBezTo>
                    <a:pt x="47791" y="4489"/>
                    <a:pt x="44094" y="4160"/>
                    <a:pt x="40437" y="3927"/>
                  </a:cubicBezTo>
                  <a:cubicBezTo>
                    <a:pt x="39903" y="3893"/>
                    <a:pt x="39369" y="3859"/>
                    <a:pt x="38835" y="3830"/>
                  </a:cubicBezTo>
                  <a:cubicBezTo>
                    <a:pt x="37173" y="3740"/>
                    <a:pt x="35505" y="3678"/>
                    <a:pt x="33841" y="3678"/>
                  </a:cubicBezTo>
                  <a:cubicBezTo>
                    <a:pt x="30380" y="3678"/>
                    <a:pt x="26932" y="3945"/>
                    <a:pt x="23581" y="4773"/>
                  </a:cubicBezTo>
                  <a:cubicBezTo>
                    <a:pt x="9763" y="8192"/>
                    <a:pt x="0" y="24650"/>
                    <a:pt x="5276" y="38303"/>
                  </a:cubicBezTo>
                  <a:cubicBezTo>
                    <a:pt x="6816" y="42301"/>
                    <a:pt x="10632" y="45090"/>
                    <a:pt x="14710" y="46396"/>
                  </a:cubicBezTo>
                  <a:cubicBezTo>
                    <a:pt x="17974" y="47440"/>
                    <a:pt x="21419" y="47668"/>
                    <a:pt x="24858" y="47668"/>
                  </a:cubicBezTo>
                  <a:cubicBezTo>
                    <a:pt x="25721" y="47668"/>
                    <a:pt x="26583" y="47653"/>
                    <a:pt x="27442" y="47634"/>
                  </a:cubicBezTo>
                  <a:cubicBezTo>
                    <a:pt x="41044" y="47327"/>
                    <a:pt x="54589" y="45879"/>
                    <a:pt x="68083" y="44238"/>
                  </a:cubicBezTo>
                  <a:cubicBezTo>
                    <a:pt x="71371" y="43835"/>
                    <a:pt x="75563" y="43994"/>
                    <a:pt x="78680" y="42915"/>
                  </a:cubicBezTo>
                  <a:cubicBezTo>
                    <a:pt x="80679" y="42227"/>
                    <a:pt x="81645" y="41006"/>
                    <a:pt x="83496" y="40075"/>
                  </a:cubicBezTo>
                  <a:cubicBezTo>
                    <a:pt x="85693" y="38978"/>
                    <a:pt x="88070" y="38615"/>
                    <a:pt x="90485" y="38615"/>
                  </a:cubicBezTo>
                  <a:cubicBezTo>
                    <a:pt x="93186" y="38615"/>
                    <a:pt x="95933" y="39069"/>
                    <a:pt x="98529" y="39462"/>
                  </a:cubicBezTo>
                  <a:cubicBezTo>
                    <a:pt x="108485" y="40967"/>
                    <a:pt x="118588" y="41126"/>
                    <a:pt x="128652" y="41290"/>
                  </a:cubicBezTo>
                  <a:cubicBezTo>
                    <a:pt x="130165" y="41315"/>
                    <a:pt x="131690" y="41336"/>
                    <a:pt x="133218" y="41336"/>
                  </a:cubicBezTo>
                  <a:cubicBezTo>
                    <a:pt x="140620" y="41336"/>
                    <a:pt x="148088" y="40825"/>
                    <a:pt x="154674" y="37605"/>
                  </a:cubicBezTo>
                  <a:cubicBezTo>
                    <a:pt x="165896" y="32113"/>
                    <a:pt x="172478" y="18500"/>
                    <a:pt x="169815" y="6289"/>
                  </a:cubicBezTo>
                  <a:cubicBezTo>
                    <a:pt x="169400" y="4392"/>
                    <a:pt x="168690" y="2399"/>
                    <a:pt x="167083" y="1297"/>
                  </a:cubicBezTo>
                  <a:cubicBezTo>
                    <a:pt x="166072" y="604"/>
                    <a:pt x="164823" y="360"/>
                    <a:pt x="163602" y="213"/>
                  </a:cubicBezTo>
                  <a:cubicBezTo>
                    <a:pt x="162417" y="69"/>
                    <a:pt x="161235" y="1"/>
                    <a:pt x="160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rot="6263149" flipH="1">
              <a:off x="-2420014" y="-2445283"/>
              <a:ext cx="379846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rot="3744512">
              <a:off x="7055889" y="-2249332"/>
              <a:ext cx="4420523" cy="38921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6"/>
          <p:cNvGrpSpPr/>
          <p:nvPr/>
        </p:nvGrpSpPr>
        <p:grpSpPr>
          <a:xfrm>
            <a:off x="-2510102" y="-5062887"/>
            <a:ext cx="15394099" cy="14313454"/>
            <a:chOff x="-2510102" y="-5062887"/>
            <a:chExt cx="15394099" cy="14313454"/>
          </a:xfrm>
        </p:grpSpPr>
        <p:sp>
          <p:nvSpPr>
            <p:cNvPr id="120" name="Google Shape;120;p16"/>
            <p:cNvSpPr/>
            <p:nvPr/>
          </p:nvSpPr>
          <p:spPr>
            <a:xfrm rot="-104">
              <a:off x="-2398525" y="3814873"/>
              <a:ext cx="14192435" cy="3166943"/>
            </a:xfrm>
            <a:custGeom>
              <a:avLst/>
              <a:gdLst/>
              <a:ahLst/>
              <a:cxnLst/>
              <a:rect l="l" t="t" r="r" b="b"/>
              <a:pathLst>
                <a:path w="172479" h="47668" extrusionOk="0">
                  <a:moveTo>
                    <a:pt x="160057" y="1"/>
                  </a:moveTo>
                  <a:cubicBezTo>
                    <a:pt x="150876" y="1"/>
                    <a:pt x="141953" y="4122"/>
                    <a:pt x="133678" y="8391"/>
                  </a:cubicBezTo>
                  <a:cubicBezTo>
                    <a:pt x="123009" y="13895"/>
                    <a:pt x="113442" y="18258"/>
                    <a:pt x="101600" y="18258"/>
                  </a:cubicBezTo>
                  <a:cubicBezTo>
                    <a:pt x="100772" y="18258"/>
                    <a:pt x="99932" y="18237"/>
                    <a:pt x="99080" y="18193"/>
                  </a:cubicBezTo>
                  <a:cubicBezTo>
                    <a:pt x="89863" y="17722"/>
                    <a:pt x="80645" y="17114"/>
                    <a:pt x="71604" y="15382"/>
                  </a:cubicBezTo>
                  <a:cubicBezTo>
                    <a:pt x="64051" y="13939"/>
                    <a:pt x="58411" y="8135"/>
                    <a:pt x="51255" y="5682"/>
                  </a:cubicBezTo>
                  <a:cubicBezTo>
                    <a:pt x="47791" y="4489"/>
                    <a:pt x="44094" y="4160"/>
                    <a:pt x="40437" y="3927"/>
                  </a:cubicBezTo>
                  <a:cubicBezTo>
                    <a:pt x="39903" y="3893"/>
                    <a:pt x="39369" y="3859"/>
                    <a:pt x="38835" y="3830"/>
                  </a:cubicBezTo>
                  <a:cubicBezTo>
                    <a:pt x="37173" y="3740"/>
                    <a:pt x="35505" y="3678"/>
                    <a:pt x="33841" y="3678"/>
                  </a:cubicBezTo>
                  <a:cubicBezTo>
                    <a:pt x="30380" y="3678"/>
                    <a:pt x="26932" y="3945"/>
                    <a:pt x="23581" y="4773"/>
                  </a:cubicBezTo>
                  <a:cubicBezTo>
                    <a:pt x="9763" y="8192"/>
                    <a:pt x="0" y="24650"/>
                    <a:pt x="5276" y="38303"/>
                  </a:cubicBezTo>
                  <a:cubicBezTo>
                    <a:pt x="6816" y="42301"/>
                    <a:pt x="10632" y="45090"/>
                    <a:pt x="14710" y="46396"/>
                  </a:cubicBezTo>
                  <a:cubicBezTo>
                    <a:pt x="17974" y="47440"/>
                    <a:pt x="21419" y="47668"/>
                    <a:pt x="24858" y="47668"/>
                  </a:cubicBezTo>
                  <a:cubicBezTo>
                    <a:pt x="25721" y="47668"/>
                    <a:pt x="26583" y="47653"/>
                    <a:pt x="27442" y="47634"/>
                  </a:cubicBezTo>
                  <a:cubicBezTo>
                    <a:pt x="41044" y="47327"/>
                    <a:pt x="54589" y="45879"/>
                    <a:pt x="68083" y="44238"/>
                  </a:cubicBezTo>
                  <a:cubicBezTo>
                    <a:pt x="71371" y="43835"/>
                    <a:pt x="75563" y="43994"/>
                    <a:pt x="78680" y="42915"/>
                  </a:cubicBezTo>
                  <a:cubicBezTo>
                    <a:pt x="80679" y="42227"/>
                    <a:pt x="81645" y="41006"/>
                    <a:pt x="83496" y="40075"/>
                  </a:cubicBezTo>
                  <a:cubicBezTo>
                    <a:pt x="85693" y="38978"/>
                    <a:pt x="88070" y="38615"/>
                    <a:pt x="90485" y="38615"/>
                  </a:cubicBezTo>
                  <a:cubicBezTo>
                    <a:pt x="93186" y="38615"/>
                    <a:pt x="95933" y="39069"/>
                    <a:pt x="98529" y="39462"/>
                  </a:cubicBezTo>
                  <a:cubicBezTo>
                    <a:pt x="108485" y="40967"/>
                    <a:pt x="118588" y="41126"/>
                    <a:pt x="128652" y="41290"/>
                  </a:cubicBezTo>
                  <a:cubicBezTo>
                    <a:pt x="130165" y="41315"/>
                    <a:pt x="131690" y="41336"/>
                    <a:pt x="133218" y="41336"/>
                  </a:cubicBezTo>
                  <a:cubicBezTo>
                    <a:pt x="140620" y="41336"/>
                    <a:pt x="148088" y="40825"/>
                    <a:pt x="154674" y="37605"/>
                  </a:cubicBezTo>
                  <a:cubicBezTo>
                    <a:pt x="165896" y="32113"/>
                    <a:pt x="172478" y="18500"/>
                    <a:pt x="169815" y="6289"/>
                  </a:cubicBezTo>
                  <a:cubicBezTo>
                    <a:pt x="169400" y="4392"/>
                    <a:pt x="168690" y="2399"/>
                    <a:pt x="167083" y="1297"/>
                  </a:cubicBezTo>
                  <a:cubicBezTo>
                    <a:pt x="166072" y="604"/>
                    <a:pt x="164823" y="360"/>
                    <a:pt x="163602" y="213"/>
                  </a:cubicBezTo>
                  <a:cubicBezTo>
                    <a:pt x="162417" y="69"/>
                    <a:pt x="161235" y="1"/>
                    <a:pt x="160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 rot="2289246">
              <a:off x="5634334" y="-3726075"/>
              <a:ext cx="6222263" cy="54779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 rot="3269824">
              <a:off x="6955530" y="-2314155"/>
              <a:ext cx="4420648" cy="3892298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 rot="-8479137">
              <a:off x="-1743768" y="4172073"/>
              <a:ext cx="4632337" cy="407823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3058953" y="2009850"/>
            <a:ext cx="53700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 idx="2" hasCustomPrompt="1"/>
          </p:nvPr>
        </p:nvSpPr>
        <p:spPr>
          <a:xfrm>
            <a:off x="4868680" y="706600"/>
            <a:ext cx="1750800" cy="115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1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1"/>
          </p:nvPr>
        </p:nvSpPr>
        <p:spPr>
          <a:xfrm>
            <a:off x="3058953" y="3672000"/>
            <a:ext cx="5370000" cy="4398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7"/>
          <p:cNvGrpSpPr/>
          <p:nvPr/>
        </p:nvGrpSpPr>
        <p:grpSpPr>
          <a:xfrm>
            <a:off x="-1927762" y="2546189"/>
            <a:ext cx="13941046" cy="5778522"/>
            <a:chOff x="-1927762" y="2546189"/>
            <a:chExt cx="13941046" cy="5778522"/>
          </a:xfrm>
        </p:grpSpPr>
        <p:sp>
          <p:nvSpPr>
            <p:cNvPr id="129" name="Google Shape;129;p17"/>
            <p:cNvSpPr/>
            <p:nvPr/>
          </p:nvSpPr>
          <p:spPr>
            <a:xfrm rot="-106">
              <a:off x="-1927762" y="3425749"/>
              <a:ext cx="13941046" cy="3166943"/>
            </a:xfrm>
            <a:custGeom>
              <a:avLst/>
              <a:gdLst/>
              <a:ahLst/>
              <a:cxnLst/>
              <a:rect l="l" t="t" r="r" b="b"/>
              <a:pathLst>
                <a:path w="172479" h="47668" extrusionOk="0">
                  <a:moveTo>
                    <a:pt x="160057" y="1"/>
                  </a:moveTo>
                  <a:cubicBezTo>
                    <a:pt x="150876" y="1"/>
                    <a:pt x="141953" y="4122"/>
                    <a:pt x="133678" y="8391"/>
                  </a:cubicBezTo>
                  <a:cubicBezTo>
                    <a:pt x="123009" y="13895"/>
                    <a:pt x="113442" y="18258"/>
                    <a:pt x="101600" y="18258"/>
                  </a:cubicBezTo>
                  <a:cubicBezTo>
                    <a:pt x="100772" y="18258"/>
                    <a:pt x="99932" y="18237"/>
                    <a:pt x="99080" y="18193"/>
                  </a:cubicBezTo>
                  <a:cubicBezTo>
                    <a:pt x="89863" y="17722"/>
                    <a:pt x="80645" y="17114"/>
                    <a:pt x="71604" y="15382"/>
                  </a:cubicBezTo>
                  <a:cubicBezTo>
                    <a:pt x="64051" y="13939"/>
                    <a:pt x="58411" y="8135"/>
                    <a:pt x="51255" y="5682"/>
                  </a:cubicBezTo>
                  <a:cubicBezTo>
                    <a:pt x="47791" y="4489"/>
                    <a:pt x="44094" y="4160"/>
                    <a:pt x="40437" y="3927"/>
                  </a:cubicBezTo>
                  <a:cubicBezTo>
                    <a:pt x="39903" y="3893"/>
                    <a:pt x="39369" y="3859"/>
                    <a:pt x="38835" y="3830"/>
                  </a:cubicBezTo>
                  <a:cubicBezTo>
                    <a:pt x="37173" y="3740"/>
                    <a:pt x="35505" y="3678"/>
                    <a:pt x="33841" y="3678"/>
                  </a:cubicBezTo>
                  <a:cubicBezTo>
                    <a:pt x="30380" y="3678"/>
                    <a:pt x="26932" y="3945"/>
                    <a:pt x="23581" y="4773"/>
                  </a:cubicBezTo>
                  <a:cubicBezTo>
                    <a:pt x="9763" y="8192"/>
                    <a:pt x="0" y="24650"/>
                    <a:pt x="5276" y="38303"/>
                  </a:cubicBezTo>
                  <a:cubicBezTo>
                    <a:pt x="6816" y="42301"/>
                    <a:pt x="10632" y="45090"/>
                    <a:pt x="14710" y="46396"/>
                  </a:cubicBezTo>
                  <a:cubicBezTo>
                    <a:pt x="17974" y="47440"/>
                    <a:pt x="21419" y="47668"/>
                    <a:pt x="24858" y="47668"/>
                  </a:cubicBezTo>
                  <a:cubicBezTo>
                    <a:pt x="25721" y="47668"/>
                    <a:pt x="26583" y="47653"/>
                    <a:pt x="27442" y="47634"/>
                  </a:cubicBezTo>
                  <a:cubicBezTo>
                    <a:pt x="41044" y="47327"/>
                    <a:pt x="54589" y="45879"/>
                    <a:pt x="68083" y="44238"/>
                  </a:cubicBezTo>
                  <a:cubicBezTo>
                    <a:pt x="71371" y="43835"/>
                    <a:pt x="75563" y="43994"/>
                    <a:pt x="78680" y="42915"/>
                  </a:cubicBezTo>
                  <a:cubicBezTo>
                    <a:pt x="80679" y="42227"/>
                    <a:pt x="81645" y="41006"/>
                    <a:pt x="83496" y="40075"/>
                  </a:cubicBezTo>
                  <a:cubicBezTo>
                    <a:pt x="85693" y="38978"/>
                    <a:pt x="88070" y="38615"/>
                    <a:pt x="90485" y="38615"/>
                  </a:cubicBezTo>
                  <a:cubicBezTo>
                    <a:pt x="93186" y="38615"/>
                    <a:pt x="95933" y="39069"/>
                    <a:pt x="98529" y="39462"/>
                  </a:cubicBezTo>
                  <a:cubicBezTo>
                    <a:pt x="108485" y="40967"/>
                    <a:pt x="118588" y="41126"/>
                    <a:pt x="128652" y="41290"/>
                  </a:cubicBezTo>
                  <a:cubicBezTo>
                    <a:pt x="130165" y="41315"/>
                    <a:pt x="131690" y="41336"/>
                    <a:pt x="133218" y="41336"/>
                  </a:cubicBezTo>
                  <a:cubicBezTo>
                    <a:pt x="140620" y="41336"/>
                    <a:pt x="148088" y="40825"/>
                    <a:pt x="154674" y="37605"/>
                  </a:cubicBezTo>
                  <a:cubicBezTo>
                    <a:pt x="165896" y="32113"/>
                    <a:pt x="172478" y="18500"/>
                    <a:pt x="169815" y="6289"/>
                  </a:cubicBezTo>
                  <a:cubicBezTo>
                    <a:pt x="169400" y="4392"/>
                    <a:pt x="168690" y="2399"/>
                    <a:pt x="167083" y="1297"/>
                  </a:cubicBezTo>
                  <a:cubicBezTo>
                    <a:pt x="166072" y="604"/>
                    <a:pt x="164823" y="360"/>
                    <a:pt x="163602" y="213"/>
                  </a:cubicBezTo>
                  <a:cubicBezTo>
                    <a:pt x="162417" y="69"/>
                    <a:pt x="161235" y="1"/>
                    <a:pt x="160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 rot="8552429" flipH="1">
              <a:off x="6382758" y="3489379"/>
              <a:ext cx="4420618" cy="3892142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2833442" y="2812600"/>
            <a:ext cx="55971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1"/>
          </p:nvPr>
        </p:nvSpPr>
        <p:spPr>
          <a:xfrm>
            <a:off x="2833325" y="1050150"/>
            <a:ext cx="5597100" cy="16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8"/>
          <p:cNvGrpSpPr/>
          <p:nvPr/>
        </p:nvGrpSpPr>
        <p:grpSpPr>
          <a:xfrm>
            <a:off x="-3269726" y="-5618994"/>
            <a:ext cx="16812709" cy="14507366"/>
            <a:chOff x="-3269726" y="-5618994"/>
            <a:chExt cx="16812709" cy="14507366"/>
          </a:xfrm>
        </p:grpSpPr>
        <p:sp>
          <p:nvSpPr>
            <p:cNvPr id="135" name="Google Shape;135;p18"/>
            <p:cNvSpPr/>
            <p:nvPr/>
          </p:nvSpPr>
          <p:spPr>
            <a:xfrm rot="8311615" flipH="1">
              <a:off x="-2278017" y="-4092213"/>
              <a:ext cx="6640881" cy="5359744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 rot="8531293">
              <a:off x="7100763" y="2719038"/>
              <a:ext cx="5530361" cy="4869081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 rot="-10676228">
              <a:off x="5784105" y="3921397"/>
              <a:ext cx="5530217" cy="486902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 rot="6263151" flipH="1">
              <a:off x="-3189541" y="-2562409"/>
              <a:ext cx="530863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20000" y="1270025"/>
            <a:ext cx="3720300" cy="14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ubTitle" idx="1"/>
          </p:nvPr>
        </p:nvSpPr>
        <p:spPr>
          <a:xfrm>
            <a:off x="720000" y="2675025"/>
            <a:ext cx="37203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>
            <a:spLocks noGrp="1"/>
          </p:cNvSpPr>
          <p:nvPr>
            <p:ph type="pic" idx="2"/>
          </p:nvPr>
        </p:nvSpPr>
        <p:spPr>
          <a:xfrm>
            <a:off x="4710475" y="711600"/>
            <a:ext cx="3720300" cy="3720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872400" y="1637550"/>
            <a:ext cx="35979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1"/>
          </p:nvPr>
        </p:nvSpPr>
        <p:spPr>
          <a:xfrm>
            <a:off x="872400" y="2700750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19"/>
          <p:cNvGrpSpPr/>
          <p:nvPr/>
        </p:nvGrpSpPr>
        <p:grpSpPr>
          <a:xfrm>
            <a:off x="-3881258" y="-3740639"/>
            <a:ext cx="17417384" cy="13393802"/>
            <a:chOff x="-3881258" y="-3740639"/>
            <a:chExt cx="17417384" cy="13393802"/>
          </a:xfrm>
        </p:grpSpPr>
        <p:sp>
          <p:nvSpPr>
            <p:cNvPr id="146" name="Google Shape;146;p19"/>
            <p:cNvSpPr/>
            <p:nvPr/>
          </p:nvSpPr>
          <p:spPr>
            <a:xfrm rot="10546331" flipH="1">
              <a:off x="5947962" y="-3503190"/>
              <a:ext cx="6640778" cy="535947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 rot="-6628535">
              <a:off x="-3398380" y="2267838"/>
              <a:ext cx="5530424" cy="48690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 rot="-9015909">
              <a:off x="-2051880" y="3733242"/>
              <a:ext cx="5530213" cy="486897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 rot="-7513515" flipH="1">
              <a:off x="7601290" y="-726958"/>
              <a:ext cx="5308912" cy="4283707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-3269726" y="-5618994"/>
            <a:ext cx="16812709" cy="14507366"/>
            <a:chOff x="-3269726" y="-5618994"/>
            <a:chExt cx="16812709" cy="14507366"/>
          </a:xfrm>
        </p:grpSpPr>
        <p:sp>
          <p:nvSpPr>
            <p:cNvPr id="152" name="Google Shape;152;p20"/>
            <p:cNvSpPr/>
            <p:nvPr/>
          </p:nvSpPr>
          <p:spPr>
            <a:xfrm rot="8311615" flipH="1">
              <a:off x="-2278017" y="-4092213"/>
              <a:ext cx="6640881" cy="5359744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 rot="8531293">
              <a:off x="7100763" y="2719038"/>
              <a:ext cx="5530361" cy="4869081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 rot="-10676228">
              <a:off x="5784105" y="3921397"/>
              <a:ext cx="5530217" cy="486902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 rot="6263151" flipH="1">
              <a:off x="-3189541" y="-2562409"/>
              <a:ext cx="530863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>
            <a:off x="4608600" y="1501200"/>
            <a:ext cx="35934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1"/>
          </p:nvPr>
        </p:nvSpPr>
        <p:spPr>
          <a:xfrm>
            <a:off x="4608771" y="2562000"/>
            <a:ext cx="3593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1"/>
          </p:nvPr>
        </p:nvSpPr>
        <p:spPr>
          <a:xfrm>
            <a:off x="4784610" y="2447425"/>
            <a:ext cx="27453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2"/>
          </p:nvPr>
        </p:nvSpPr>
        <p:spPr>
          <a:xfrm>
            <a:off x="1614080" y="2447425"/>
            <a:ext cx="27453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3"/>
          </p:nvPr>
        </p:nvSpPr>
        <p:spPr>
          <a:xfrm>
            <a:off x="1614080" y="1964725"/>
            <a:ext cx="274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4"/>
          </p:nvPr>
        </p:nvSpPr>
        <p:spPr>
          <a:xfrm>
            <a:off x="4784620" y="1964725"/>
            <a:ext cx="274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4" name="Google Shape;164;p21"/>
          <p:cNvGrpSpPr/>
          <p:nvPr/>
        </p:nvGrpSpPr>
        <p:grpSpPr>
          <a:xfrm>
            <a:off x="-4173550" y="-3523031"/>
            <a:ext cx="16482572" cy="10442699"/>
            <a:chOff x="-4173550" y="-3523031"/>
            <a:chExt cx="16482572" cy="10442699"/>
          </a:xfrm>
        </p:grpSpPr>
        <p:sp>
          <p:nvSpPr>
            <p:cNvPr id="165" name="Google Shape;165;p21"/>
            <p:cNvSpPr/>
            <p:nvPr/>
          </p:nvSpPr>
          <p:spPr>
            <a:xfrm>
              <a:off x="-4173550" y="3752725"/>
              <a:ext cx="15690415" cy="3166943"/>
            </a:xfrm>
            <a:custGeom>
              <a:avLst/>
              <a:gdLst/>
              <a:ahLst/>
              <a:cxnLst/>
              <a:rect l="l" t="t" r="r" b="b"/>
              <a:pathLst>
                <a:path w="172479" h="47668" extrusionOk="0">
                  <a:moveTo>
                    <a:pt x="160057" y="1"/>
                  </a:moveTo>
                  <a:cubicBezTo>
                    <a:pt x="150876" y="1"/>
                    <a:pt x="141953" y="4122"/>
                    <a:pt x="133678" y="8391"/>
                  </a:cubicBezTo>
                  <a:cubicBezTo>
                    <a:pt x="123009" y="13895"/>
                    <a:pt x="113442" y="18258"/>
                    <a:pt x="101600" y="18258"/>
                  </a:cubicBezTo>
                  <a:cubicBezTo>
                    <a:pt x="100772" y="18258"/>
                    <a:pt x="99932" y="18237"/>
                    <a:pt x="99080" y="18193"/>
                  </a:cubicBezTo>
                  <a:cubicBezTo>
                    <a:pt x="89863" y="17722"/>
                    <a:pt x="80645" y="17114"/>
                    <a:pt x="71604" y="15382"/>
                  </a:cubicBezTo>
                  <a:cubicBezTo>
                    <a:pt x="64051" y="13939"/>
                    <a:pt x="58411" y="8135"/>
                    <a:pt x="51255" y="5682"/>
                  </a:cubicBezTo>
                  <a:cubicBezTo>
                    <a:pt x="47791" y="4489"/>
                    <a:pt x="44094" y="4160"/>
                    <a:pt x="40437" y="3927"/>
                  </a:cubicBezTo>
                  <a:cubicBezTo>
                    <a:pt x="39903" y="3893"/>
                    <a:pt x="39369" y="3859"/>
                    <a:pt x="38835" y="3830"/>
                  </a:cubicBezTo>
                  <a:cubicBezTo>
                    <a:pt x="37173" y="3740"/>
                    <a:pt x="35505" y="3678"/>
                    <a:pt x="33841" y="3678"/>
                  </a:cubicBezTo>
                  <a:cubicBezTo>
                    <a:pt x="30380" y="3678"/>
                    <a:pt x="26932" y="3945"/>
                    <a:pt x="23581" y="4773"/>
                  </a:cubicBezTo>
                  <a:cubicBezTo>
                    <a:pt x="9763" y="8192"/>
                    <a:pt x="0" y="24650"/>
                    <a:pt x="5276" y="38303"/>
                  </a:cubicBezTo>
                  <a:cubicBezTo>
                    <a:pt x="6816" y="42301"/>
                    <a:pt x="10632" y="45090"/>
                    <a:pt x="14710" y="46396"/>
                  </a:cubicBezTo>
                  <a:cubicBezTo>
                    <a:pt x="17974" y="47440"/>
                    <a:pt x="21419" y="47668"/>
                    <a:pt x="24858" y="47668"/>
                  </a:cubicBezTo>
                  <a:cubicBezTo>
                    <a:pt x="25721" y="47668"/>
                    <a:pt x="26583" y="47653"/>
                    <a:pt x="27442" y="47634"/>
                  </a:cubicBezTo>
                  <a:cubicBezTo>
                    <a:pt x="41044" y="47327"/>
                    <a:pt x="54589" y="45879"/>
                    <a:pt x="68083" y="44238"/>
                  </a:cubicBezTo>
                  <a:cubicBezTo>
                    <a:pt x="71371" y="43835"/>
                    <a:pt x="75563" y="43994"/>
                    <a:pt x="78680" y="42915"/>
                  </a:cubicBezTo>
                  <a:cubicBezTo>
                    <a:pt x="80679" y="42227"/>
                    <a:pt x="81645" y="41006"/>
                    <a:pt x="83496" y="40075"/>
                  </a:cubicBezTo>
                  <a:cubicBezTo>
                    <a:pt x="85693" y="38978"/>
                    <a:pt x="88070" y="38615"/>
                    <a:pt x="90485" y="38615"/>
                  </a:cubicBezTo>
                  <a:cubicBezTo>
                    <a:pt x="93186" y="38615"/>
                    <a:pt x="95933" y="39069"/>
                    <a:pt x="98529" y="39462"/>
                  </a:cubicBezTo>
                  <a:cubicBezTo>
                    <a:pt x="108485" y="40967"/>
                    <a:pt x="118588" y="41126"/>
                    <a:pt x="128652" y="41290"/>
                  </a:cubicBezTo>
                  <a:cubicBezTo>
                    <a:pt x="130165" y="41315"/>
                    <a:pt x="131690" y="41336"/>
                    <a:pt x="133218" y="41336"/>
                  </a:cubicBezTo>
                  <a:cubicBezTo>
                    <a:pt x="140620" y="41336"/>
                    <a:pt x="148088" y="40825"/>
                    <a:pt x="154674" y="37605"/>
                  </a:cubicBezTo>
                  <a:cubicBezTo>
                    <a:pt x="165896" y="32113"/>
                    <a:pt x="172478" y="18500"/>
                    <a:pt x="169815" y="6289"/>
                  </a:cubicBezTo>
                  <a:cubicBezTo>
                    <a:pt x="169400" y="4392"/>
                    <a:pt x="168690" y="2399"/>
                    <a:pt x="167083" y="1297"/>
                  </a:cubicBezTo>
                  <a:cubicBezTo>
                    <a:pt x="166072" y="604"/>
                    <a:pt x="164823" y="360"/>
                    <a:pt x="163602" y="213"/>
                  </a:cubicBezTo>
                  <a:cubicBezTo>
                    <a:pt x="162417" y="69"/>
                    <a:pt x="161235" y="1"/>
                    <a:pt x="160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 rot="6263151" flipH="1">
              <a:off x="-3189541" y="-2562409"/>
              <a:ext cx="530863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 rot="3744512">
              <a:off x="7350314" y="-2124107"/>
              <a:ext cx="4420523" cy="38921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21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2"/>
          <p:cNvGrpSpPr/>
          <p:nvPr/>
        </p:nvGrpSpPr>
        <p:grpSpPr>
          <a:xfrm>
            <a:off x="-4297668" y="-3616694"/>
            <a:ext cx="17141945" cy="12466235"/>
            <a:chOff x="-4297668" y="-3616694"/>
            <a:chExt cx="17141945" cy="12466235"/>
          </a:xfrm>
        </p:grpSpPr>
        <p:sp>
          <p:nvSpPr>
            <p:cNvPr id="171" name="Google Shape;171;p22"/>
            <p:cNvSpPr/>
            <p:nvPr/>
          </p:nvSpPr>
          <p:spPr>
            <a:xfrm rot="2135291">
              <a:off x="6753486" y="-2649685"/>
              <a:ext cx="4632176" cy="407808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2"/>
            <p:cNvSpPr/>
            <p:nvPr/>
          </p:nvSpPr>
          <p:spPr>
            <a:xfrm rot="9353588">
              <a:off x="-3666824" y="3163555"/>
              <a:ext cx="4632277" cy="4078176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 rot="-8479137">
              <a:off x="-2214518" y="3771048"/>
              <a:ext cx="4632337" cy="407823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 rot="4506151">
              <a:off x="7962424" y="-1637600"/>
              <a:ext cx="4632000" cy="407793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1"/>
          </p:nvPr>
        </p:nvSpPr>
        <p:spPr>
          <a:xfrm>
            <a:off x="4692215" y="1972425"/>
            <a:ext cx="3410400" cy="19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2"/>
          </p:nvPr>
        </p:nvSpPr>
        <p:spPr>
          <a:xfrm>
            <a:off x="1041375" y="1972425"/>
            <a:ext cx="3410400" cy="19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3"/>
          <p:cNvGrpSpPr/>
          <p:nvPr/>
        </p:nvGrpSpPr>
        <p:grpSpPr>
          <a:xfrm>
            <a:off x="-7936661" y="-6233429"/>
            <a:ext cx="21963901" cy="16911915"/>
            <a:chOff x="-7936661" y="-6233429"/>
            <a:chExt cx="21963901" cy="16911915"/>
          </a:xfrm>
        </p:grpSpPr>
        <p:sp>
          <p:nvSpPr>
            <p:cNvPr id="180" name="Google Shape;180;p23"/>
            <p:cNvSpPr/>
            <p:nvPr/>
          </p:nvSpPr>
          <p:spPr>
            <a:xfrm rot="2135275">
              <a:off x="5385284" y="-4681908"/>
              <a:ext cx="7432139" cy="654312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3"/>
            <p:cNvSpPr/>
            <p:nvPr/>
          </p:nvSpPr>
          <p:spPr>
            <a:xfrm rot="9353580">
              <a:off x="-6806422" y="1995648"/>
              <a:ext cx="8299309" cy="7306569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3"/>
            <p:cNvSpPr/>
            <p:nvPr/>
          </p:nvSpPr>
          <p:spPr>
            <a:xfrm rot="-8479137">
              <a:off x="-1743768" y="4172073"/>
              <a:ext cx="4632337" cy="407823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 rot="4506151">
              <a:off x="7664949" y="-1629525"/>
              <a:ext cx="4632000" cy="407793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subTitle" idx="1"/>
          </p:nvPr>
        </p:nvSpPr>
        <p:spPr>
          <a:xfrm>
            <a:off x="719975" y="2535204"/>
            <a:ext cx="2305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ubTitle" idx="2"/>
          </p:nvPr>
        </p:nvSpPr>
        <p:spPr>
          <a:xfrm>
            <a:off x="3419203" y="2535204"/>
            <a:ext cx="2305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subTitle" idx="3"/>
          </p:nvPr>
        </p:nvSpPr>
        <p:spPr>
          <a:xfrm>
            <a:off x="6118439" y="2535204"/>
            <a:ext cx="2305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subTitle" idx="4"/>
          </p:nvPr>
        </p:nvSpPr>
        <p:spPr>
          <a:xfrm>
            <a:off x="719975" y="1951400"/>
            <a:ext cx="2305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subTitle" idx="5"/>
          </p:nvPr>
        </p:nvSpPr>
        <p:spPr>
          <a:xfrm>
            <a:off x="3419207" y="1951400"/>
            <a:ext cx="2305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subTitle" idx="6"/>
          </p:nvPr>
        </p:nvSpPr>
        <p:spPr>
          <a:xfrm>
            <a:off x="6118439" y="1951400"/>
            <a:ext cx="2305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subTitle" idx="1"/>
          </p:nvPr>
        </p:nvSpPr>
        <p:spPr>
          <a:xfrm>
            <a:off x="1513866" y="1842900"/>
            <a:ext cx="27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subTitle" idx="2"/>
          </p:nvPr>
        </p:nvSpPr>
        <p:spPr>
          <a:xfrm>
            <a:off x="4866534" y="1842900"/>
            <a:ext cx="27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subTitle" idx="3"/>
          </p:nvPr>
        </p:nvSpPr>
        <p:spPr>
          <a:xfrm>
            <a:off x="1513866" y="3485775"/>
            <a:ext cx="27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subTitle" idx="4"/>
          </p:nvPr>
        </p:nvSpPr>
        <p:spPr>
          <a:xfrm>
            <a:off x="4866534" y="3485775"/>
            <a:ext cx="27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subTitle" idx="5"/>
          </p:nvPr>
        </p:nvSpPr>
        <p:spPr>
          <a:xfrm>
            <a:off x="1513866" y="1489700"/>
            <a:ext cx="2763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subTitle" idx="6"/>
          </p:nvPr>
        </p:nvSpPr>
        <p:spPr>
          <a:xfrm>
            <a:off x="1513866" y="3132675"/>
            <a:ext cx="2763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ubTitle" idx="7"/>
          </p:nvPr>
        </p:nvSpPr>
        <p:spPr>
          <a:xfrm>
            <a:off x="4866529" y="1489700"/>
            <a:ext cx="2763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subTitle" idx="8"/>
          </p:nvPr>
        </p:nvSpPr>
        <p:spPr>
          <a:xfrm>
            <a:off x="4866529" y="3132675"/>
            <a:ext cx="2763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1" name="Google Shape;201;p24"/>
          <p:cNvGrpSpPr/>
          <p:nvPr/>
        </p:nvGrpSpPr>
        <p:grpSpPr>
          <a:xfrm>
            <a:off x="-5167083" y="-4103821"/>
            <a:ext cx="19485673" cy="13834200"/>
            <a:chOff x="-5167083" y="-4103821"/>
            <a:chExt cx="19485673" cy="13834200"/>
          </a:xfrm>
        </p:grpSpPr>
        <p:sp>
          <p:nvSpPr>
            <p:cNvPr id="202" name="Google Shape;202;p24"/>
            <p:cNvSpPr/>
            <p:nvPr/>
          </p:nvSpPr>
          <p:spPr>
            <a:xfrm rot="-5080274" flipH="1">
              <a:off x="7531819" y="1675882"/>
              <a:ext cx="6125666" cy="6908740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 rot="3851884">
              <a:off x="6765739" y="4470658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 rot="-3110754">
              <a:off x="-4202416" y="-2704275"/>
              <a:ext cx="6222263" cy="54779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 rot="-2130176">
              <a:off x="-2682527" y="-2331827"/>
              <a:ext cx="4420648" cy="3892298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25"/>
          <p:cNvGrpSpPr/>
          <p:nvPr/>
        </p:nvGrpSpPr>
        <p:grpSpPr>
          <a:xfrm>
            <a:off x="-8998653" y="-1743674"/>
            <a:ext cx="24376002" cy="11300879"/>
            <a:chOff x="-8998653" y="-1743674"/>
            <a:chExt cx="24376002" cy="11300879"/>
          </a:xfrm>
        </p:grpSpPr>
        <p:sp>
          <p:nvSpPr>
            <p:cNvPr id="208" name="Google Shape;208;p25"/>
            <p:cNvSpPr/>
            <p:nvPr/>
          </p:nvSpPr>
          <p:spPr>
            <a:xfrm rot="10405613">
              <a:off x="-8478510" y="-1236841"/>
              <a:ext cx="9407973" cy="963037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5"/>
            <p:cNvSpPr/>
            <p:nvPr/>
          </p:nvSpPr>
          <p:spPr>
            <a:xfrm rot="-7638317">
              <a:off x="-2530801" y="3827125"/>
              <a:ext cx="4632357" cy="407824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5"/>
            <p:cNvSpPr/>
            <p:nvPr/>
          </p:nvSpPr>
          <p:spPr>
            <a:xfrm rot="-5725162" flipH="1">
              <a:off x="7586319" y="927342"/>
              <a:ext cx="7027479" cy="7926387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5"/>
            <p:cNvSpPr/>
            <p:nvPr/>
          </p:nvSpPr>
          <p:spPr>
            <a:xfrm rot="3851884">
              <a:off x="6886964" y="4297483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5"/>
          <p:cNvSpPr txBox="1">
            <a:spLocks noGrp="1"/>
          </p:cNvSpPr>
          <p:nvPr>
            <p:ph type="subTitle" idx="1"/>
          </p:nvPr>
        </p:nvSpPr>
        <p:spPr>
          <a:xfrm>
            <a:off x="710404" y="2073001"/>
            <a:ext cx="2376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subTitle" idx="2"/>
          </p:nvPr>
        </p:nvSpPr>
        <p:spPr>
          <a:xfrm>
            <a:off x="3383550" y="2073001"/>
            <a:ext cx="2376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ubTitle" idx="3"/>
          </p:nvPr>
        </p:nvSpPr>
        <p:spPr>
          <a:xfrm>
            <a:off x="710404" y="3427025"/>
            <a:ext cx="2376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5"/>
          <p:cNvSpPr txBox="1">
            <a:spLocks noGrp="1"/>
          </p:cNvSpPr>
          <p:nvPr>
            <p:ph type="subTitle" idx="4"/>
          </p:nvPr>
        </p:nvSpPr>
        <p:spPr>
          <a:xfrm>
            <a:off x="3383550" y="3427025"/>
            <a:ext cx="2376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5"/>
          <p:cNvSpPr txBox="1">
            <a:spLocks noGrp="1"/>
          </p:cNvSpPr>
          <p:nvPr>
            <p:ph type="subTitle" idx="5"/>
          </p:nvPr>
        </p:nvSpPr>
        <p:spPr>
          <a:xfrm>
            <a:off x="6047227" y="2073001"/>
            <a:ext cx="2376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6"/>
          </p:nvPr>
        </p:nvSpPr>
        <p:spPr>
          <a:xfrm>
            <a:off x="6047227" y="3427025"/>
            <a:ext cx="2376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7"/>
          </p:nvPr>
        </p:nvSpPr>
        <p:spPr>
          <a:xfrm>
            <a:off x="715054" y="1656600"/>
            <a:ext cx="2367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8"/>
          </p:nvPr>
        </p:nvSpPr>
        <p:spPr>
          <a:xfrm>
            <a:off x="3388200" y="1656600"/>
            <a:ext cx="2367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9"/>
          </p:nvPr>
        </p:nvSpPr>
        <p:spPr>
          <a:xfrm>
            <a:off x="6051877" y="1656600"/>
            <a:ext cx="2367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subTitle" idx="13"/>
          </p:nvPr>
        </p:nvSpPr>
        <p:spPr>
          <a:xfrm>
            <a:off x="715054" y="3010600"/>
            <a:ext cx="2367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subTitle" idx="14"/>
          </p:nvPr>
        </p:nvSpPr>
        <p:spPr>
          <a:xfrm>
            <a:off x="3388200" y="3010600"/>
            <a:ext cx="2367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subTitle" idx="15"/>
          </p:nvPr>
        </p:nvSpPr>
        <p:spPr>
          <a:xfrm>
            <a:off x="6051877" y="3010600"/>
            <a:ext cx="2367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6"/>
          <p:cNvGrpSpPr/>
          <p:nvPr/>
        </p:nvGrpSpPr>
        <p:grpSpPr>
          <a:xfrm>
            <a:off x="-4984008" y="-4077671"/>
            <a:ext cx="18284858" cy="13709375"/>
            <a:chOff x="-4984008" y="-4077671"/>
            <a:chExt cx="18284858" cy="13709375"/>
          </a:xfrm>
        </p:grpSpPr>
        <p:sp>
          <p:nvSpPr>
            <p:cNvPr id="227" name="Google Shape;227;p26"/>
            <p:cNvSpPr/>
            <p:nvPr/>
          </p:nvSpPr>
          <p:spPr>
            <a:xfrm rot="-4162469" flipH="1">
              <a:off x="5925737" y="1149542"/>
              <a:ext cx="6125862" cy="6908914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 rot="3851884">
              <a:off x="6867927" y="4371983"/>
              <a:ext cx="4861242" cy="428003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 rot="-3110754">
              <a:off x="-4019341" y="-2678125"/>
              <a:ext cx="6222263" cy="54779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 rot="-2130176">
              <a:off x="-3144577" y="-2140027"/>
              <a:ext cx="4420648" cy="3892298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" name="Google Shape;231;p26"/>
          <p:cNvSpPr txBox="1">
            <a:spLocks noGrp="1"/>
          </p:cNvSpPr>
          <p:nvPr>
            <p:ph type="title" hasCustomPrompt="1"/>
          </p:nvPr>
        </p:nvSpPr>
        <p:spPr>
          <a:xfrm>
            <a:off x="1246625" y="691900"/>
            <a:ext cx="387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26"/>
          <p:cNvSpPr txBox="1">
            <a:spLocks noGrp="1"/>
          </p:cNvSpPr>
          <p:nvPr>
            <p:ph type="subTitle" idx="1"/>
          </p:nvPr>
        </p:nvSpPr>
        <p:spPr>
          <a:xfrm>
            <a:off x="1246625" y="1380824"/>
            <a:ext cx="38790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title" idx="2" hasCustomPrompt="1"/>
          </p:nvPr>
        </p:nvSpPr>
        <p:spPr>
          <a:xfrm>
            <a:off x="1246625" y="2044162"/>
            <a:ext cx="387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3"/>
          </p:nvPr>
        </p:nvSpPr>
        <p:spPr>
          <a:xfrm>
            <a:off x="1246625" y="2735186"/>
            <a:ext cx="38790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title" idx="4" hasCustomPrompt="1"/>
          </p:nvPr>
        </p:nvSpPr>
        <p:spPr>
          <a:xfrm>
            <a:off x="1246625" y="3396424"/>
            <a:ext cx="387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6"/>
          <p:cNvSpPr txBox="1">
            <a:spLocks noGrp="1"/>
          </p:cNvSpPr>
          <p:nvPr>
            <p:ph type="subTitle" idx="5"/>
          </p:nvPr>
        </p:nvSpPr>
        <p:spPr>
          <a:xfrm>
            <a:off x="1246625" y="4085347"/>
            <a:ext cx="38790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7"/>
          <p:cNvGrpSpPr/>
          <p:nvPr/>
        </p:nvGrpSpPr>
        <p:grpSpPr>
          <a:xfrm>
            <a:off x="-3269726" y="-5618994"/>
            <a:ext cx="16812709" cy="14507366"/>
            <a:chOff x="-3269726" y="-5618994"/>
            <a:chExt cx="16812709" cy="14507366"/>
          </a:xfrm>
        </p:grpSpPr>
        <p:sp>
          <p:nvSpPr>
            <p:cNvPr id="239" name="Google Shape;239;p27"/>
            <p:cNvSpPr/>
            <p:nvPr/>
          </p:nvSpPr>
          <p:spPr>
            <a:xfrm rot="8311615" flipH="1">
              <a:off x="-2278017" y="-4092213"/>
              <a:ext cx="6640881" cy="5359744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7"/>
            <p:cNvSpPr/>
            <p:nvPr/>
          </p:nvSpPr>
          <p:spPr>
            <a:xfrm rot="8531293">
              <a:off x="7100763" y="2719038"/>
              <a:ext cx="5530361" cy="4869081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 rot="-10676228">
              <a:off x="5784105" y="3921397"/>
              <a:ext cx="5530217" cy="4869020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 rot="6263151" flipH="1">
              <a:off x="-3189541" y="-2562409"/>
              <a:ext cx="5308636" cy="4284085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" name="Google Shape;243;p27"/>
          <p:cNvSpPr txBox="1">
            <a:spLocks noGrp="1"/>
          </p:cNvSpPr>
          <p:nvPr>
            <p:ph type="title" hasCustomPrompt="1"/>
          </p:nvPr>
        </p:nvSpPr>
        <p:spPr>
          <a:xfrm>
            <a:off x="27734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"/>
          </p:nvPr>
        </p:nvSpPr>
        <p:spPr>
          <a:xfrm>
            <a:off x="4314550" y="2124950"/>
            <a:ext cx="34305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2"/>
          </p:nvPr>
        </p:nvSpPr>
        <p:spPr>
          <a:xfrm>
            <a:off x="4314550" y="1757825"/>
            <a:ext cx="3430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 idx="4" hasCustomPrompt="1"/>
          </p:nvPr>
        </p:nvSpPr>
        <p:spPr>
          <a:xfrm>
            <a:off x="2773450" y="34099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8" name="Google Shape;248;p27"/>
          <p:cNvSpPr txBox="1">
            <a:spLocks noGrp="1"/>
          </p:cNvSpPr>
          <p:nvPr>
            <p:ph type="subTitle" idx="5"/>
          </p:nvPr>
        </p:nvSpPr>
        <p:spPr>
          <a:xfrm>
            <a:off x="4314550" y="3572750"/>
            <a:ext cx="34305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subTitle" idx="6"/>
          </p:nvPr>
        </p:nvSpPr>
        <p:spPr>
          <a:xfrm>
            <a:off x="4314550" y="3205625"/>
            <a:ext cx="3430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1798350" y="3611950"/>
            <a:ext cx="5547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1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254" name="Google Shape;254;p28"/>
          <p:cNvGrpSpPr/>
          <p:nvPr/>
        </p:nvGrpSpPr>
        <p:grpSpPr>
          <a:xfrm>
            <a:off x="-4836007" y="-3668811"/>
            <a:ext cx="19188949" cy="14520685"/>
            <a:chOff x="-4836007" y="-3668811"/>
            <a:chExt cx="19188949" cy="14520685"/>
          </a:xfrm>
        </p:grpSpPr>
        <p:sp>
          <p:nvSpPr>
            <p:cNvPr id="255" name="Google Shape;255;p28"/>
            <p:cNvSpPr/>
            <p:nvPr/>
          </p:nvSpPr>
          <p:spPr>
            <a:xfrm rot="-4900101" flipH="1">
              <a:off x="7428096" y="615698"/>
              <a:ext cx="6125845" cy="6908976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8"/>
            <p:cNvSpPr/>
            <p:nvPr/>
          </p:nvSpPr>
          <p:spPr>
            <a:xfrm rot="-4900101" flipH="1">
              <a:off x="6143096" y="3866698"/>
              <a:ext cx="6125845" cy="6908976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8"/>
            <p:cNvSpPr/>
            <p:nvPr/>
          </p:nvSpPr>
          <p:spPr>
            <a:xfrm rot="5400414" flipH="1">
              <a:off x="-4209991" y="-2536308"/>
              <a:ext cx="6125755" cy="690884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8"/>
            <p:cNvSpPr/>
            <p:nvPr/>
          </p:nvSpPr>
          <p:spPr>
            <a:xfrm rot="5400414" flipH="1">
              <a:off x="-4444091" y="-4060358"/>
              <a:ext cx="6125755" cy="690884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9"/>
          <p:cNvGrpSpPr/>
          <p:nvPr/>
        </p:nvGrpSpPr>
        <p:grpSpPr>
          <a:xfrm>
            <a:off x="-3881258" y="-3740639"/>
            <a:ext cx="17417384" cy="13393802"/>
            <a:chOff x="-3881258" y="-3740639"/>
            <a:chExt cx="17417384" cy="13393802"/>
          </a:xfrm>
        </p:grpSpPr>
        <p:sp>
          <p:nvSpPr>
            <p:cNvPr id="261" name="Google Shape;261;p29"/>
            <p:cNvSpPr/>
            <p:nvPr/>
          </p:nvSpPr>
          <p:spPr>
            <a:xfrm rot="10546331" flipH="1">
              <a:off x="5947962" y="-3503190"/>
              <a:ext cx="6640778" cy="5359479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 rot="-6628535">
              <a:off x="-3398380" y="2267838"/>
              <a:ext cx="5530424" cy="486907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 rot="-9015909">
              <a:off x="-2051880" y="3733242"/>
              <a:ext cx="5530213" cy="4868975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 rot="-7513515" flipH="1">
              <a:off x="7601290" y="-726958"/>
              <a:ext cx="5308912" cy="4283707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-5058717" y="-3616694"/>
            <a:ext cx="17902995" cy="14257685"/>
            <a:chOff x="-5058717" y="-3616694"/>
            <a:chExt cx="17902995" cy="14257685"/>
          </a:xfrm>
        </p:grpSpPr>
        <p:sp>
          <p:nvSpPr>
            <p:cNvPr id="267" name="Google Shape;267;p30"/>
            <p:cNvSpPr/>
            <p:nvPr/>
          </p:nvSpPr>
          <p:spPr>
            <a:xfrm rot="3700062">
              <a:off x="-3627291" y="2851532"/>
              <a:ext cx="6125753" cy="6908727"/>
            </a:xfrm>
            <a:custGeom>
              <a:avLst/>
              <a:gdLst/>
              <a:ahLst/>
              <a:cxnLst/>
              <a:rect l="l" t="t" r="r" b="b"/>
              <a:pathLst>
                <a:path w="147573" h="161450" extrusionOk="0">
                  <a:moveTo>
                    <a:pt x="144904" y="154678"/>
                  </a:moveTo>
                  <a:cubicBezTo>
                    <a:pt x="144904" y="144037"/>
                    <a:pt x="147572" y="128426"/>
                    <a:pt x="144503" y="120987"/>
                  </a:cubicBezTo>
                  <a:cubicBezTo>
                    <a:pt x="142669" y="116518"/>
                    <a:pt x="139233" y="112715"/>
                    <a:pt x="137532" y="108245"/>
                  </a:cubicBezTo>
                  <a:cubicBezTo>
                    <a:pt x="136231" y="104876"/>
                    <a:pt x="135931" y="101307"/>
                    <a:pt x="136031" y="97704"/>
                  </a:cubicBezTo>
                  <a:cubicBezTo>
                    <a:pt x="136398" y="81492"/>
                    <a:pt x="144170" y="65948"/>
                    <a:pt x="143870" y="49703"/>
                  </a:cubicBezTo>
                  <a:cubicBezTo>
                    <a:pt x="143569" y="33325"/>
                    <a:pt x="134563" y="17280"/>
                    <a:pt x="120219" y="7740"/>
                  </a:cubicBezTo>
                  <a:cubicBezTo>
                    <a:pt x="115850" y="4804"/>
                    <a:pt x="110979" y="2469"/>
                    <a:pt x="105642" y="1635"/>
                  </a:cubicBezTo>
                  <a:cubicBezTo>
                    <a:pt x="95035" y="1"/>
                    <a:pt x="84360" y="4838"/>
                    <a:pt x="76188" y="11309"/>
                  </a:cubicBezTo>
                  <a:cubicBezTo>
                    <a:pt x="67982" y="17780"/>
                    <a:pt x="61511" y="25919"/>
                    <a:pt x="53705" y="32724"/>
                  </a:cubicBezTo>
                  <a:cubicBezTo>
                    <a:pt x="48668" y="37161"/>
                    <a:pt x="42297" y="39829"/>
                    <a:pt x="35426" y="39062"/>
                  </a:cubicBezTo>
                  <a:cubicBezTo>
                    <a:pt x="32724" y="38795"/>
                    <a:pt x="30188" y="37794"/>
                    <a:pt x="27553" y="37394"/>
                  </a:cubicBezTo>
                  <a:cubicBezTo>
                    <a:pt x="21649" y="36660"/>
                    <a:pt x="15645" y="40963"/>
                    <a:pt x="11709" y="45133"/>
                  </a:cubicBezTo>
                  <a:cubicBezTo>
                    <a:pt x="7806" y="49303"/>
                    <a:pt x="5638" y="54707"/>
                    <a:pt x="4170" y="60110"/>
                  </a:cubicBezTo>
                  <a:cubicBezTo>
                    <a:pt x="0" y="75722"/>
                    <a:pt x="2836" y="84395"/>
                    <a:pt x="9173" y="99372"/>
                  </a:cubicBezTo>
                  <a:cubicBezTo>
                    <a:pt x="13843" y="110413"/>
                    <a:pt x="19314" y="116184"/>
                    <a:pt x="11008" y="154578"/>
                  </a:cubicBezTo>
                  <a:cubicBezTo>
                    <a:pt x="42130" y="161450"/>
                    <a:pt x="144904" y="156246"/>
                    <a:pt x="144904" y="154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0"/>
            <p:cNvSpPr/>
            <p:nvPr/>
          </p:nvSpPr>
          <p:spPr>
            <a:xfrm rot="2135291">
              <a:off x="6753486" y="-2649685"/>
              <a:ext cx="4632176" cy="4078087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0"/>
            <p:cNvSpPr/>
            <p:nvPr/>
          </p:nvSpPr>
          <p:spPr>
            <a:xfrm rot="-6154214">
              <a:off x="-3122927" y="2937152"/>
              <a:ext cx="4632047" cy="4077974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 rot="4506151">
              <a:off x="7962424" y="-1637600"/>
              <a:ext cx="4632000" cy="4077933"/>
            </a:xfrm>
            <a:custGeom>
              <a:avLst/>
              <a:gdLst/>
              <a:ahLst/>
              <a:cxnLst/>
              <a:rect l="l" t="t" r="r" b="b"/>
              <a:pathLst>
                <a:path w="141936" h="124958" extrusionOk="0">
                  <a:moveTo>
                    <a:pt x="70176" y="1"/>
                  </a:moveTo>
                  <a:cubicBezTo>
                    <a:pt x="62895" y="1"/>
                    <a:pt x="55610" y="1032"/>
                    <a:pt x="48535" y="2706"/>
                  </a:cubicBezTo>
                  <a:cubicBezTo>
                    <a:pt x="38628" y="5041"/>
                    <a:pt x="27087" y="7910"/>
                    <a:pt x="18481" y="13514"/>
                  </a:cubicBezTo>
                  <a:cubicBezTo>
                    <a:pt x="13410" y="16816"/>
                    <a:pt x="8273" y="20652"/>
                    <a:pt x="5071" y="25923"/>
                  </a:cubicBezTo>
                  <a:cubicBezTo>
                    <a:pt x="1669" y="31594"/>
                    <a:pt x="701" y="39166"/>
                    <a:pt x="4037" y="44903"/>
                  </a:cubicBezTo>
                  <a:cubicBezTo>
                    <a:pt x="6105" y="48506"/>
                    <a:pt x="9674" y="51174"/>
                    <a:pt x="11075" y="55044"/>
                  </a:cubicBezTo>
                  <a:cubicBezTo>
                    <a:pt x="13210" y="60781"/>
                    <a:pt x="10075" y="67019"/>
                    <a:pt x="7606" y="72690"/>
                  </a:cubicBezTo>
                  <a:cubicBezTo>
                    <a:pt x="2102" y="85265"/>
                    <a:pt x="1" y="100743"/>
                    <a:pt x="7706" y="112118"/>
                  </a:cubicBezTo>
                  <a:cubicBezTo>
                    <a:pt x="11709" y="118055"/>
                    <a:pt x="18014" y="122158"/>
                    <a:pt x="24852" y="124227"/>
                  </a:cubicBezTo>
                  <a:cubicBezTo>
                    <a:pt x="26526" y="124731"/>
                    <a:pt x="28280" y="124957"/>
                    <a:pt x="30081" y="124957"/>
                  </a:cubicBezTo>
                  <a:cubicBezTo>
                    <a:pt x="44970" y="124957"/>
                    <a:pt x="63112" y="109476"/>
                    <a:pt x="66415" y="107214"/>
                  </a:cubicBezTo>
                  <a:cubicBezTo>
                    <a:pt x="71418" y="103745"/>
                    <a:pt x="80125" y="101744"/>
                    <a:pt x="86129" y="100576"/>
                  </a:cubicBezTo>
                  <a:cubicBezTo>
                    <a:pt x="89024" y="99978"/>
                    <a:pt x="91993" y="99714"/>
                    <a:pt x="94970" y="99714"/>
                  </a:cubicBezTo>
                  <a:cubicBezTo>
                    <a:pt x="98304" y="99714"/>
                    <a:pt x="101649" y="100046"/>
                    <a:pt x="104909" y="100610"/>
                  </a:cubicBezTo>
                  <a:cubicBezTo>
                    <a:pt x="107773" y="101124"/>
                    <a:pt x="110444" y="101353"/>
                    <a:pt x="112931" y="101353"/>
                  </a:cubicBezTo>
                  <a:cubicBezTo>
                    <a:pt x="129791" y="101353"/>
                    <a:pt x="138114" y="90844"/>
                    <a:pt x="139801" y="87734"/>
                  </a:cubicBezTo>
                  <a:cubicBezTo>
                    <a:pt x="141935" y="83764"/>
                    <a:pt x="141435" y="78761"/>
                    <a:pt x="139300" y="74791"/>
                  </a:cubicBezTo>
                  <a:cubicBezTo>
                    <a:pt x="137165" y="70855"/>
                    <a:pt x="133663" y="67786"/>
                    <a:pt x="129827" y="65451"/>
                  </a:cubicBezTo>
                  <a:cubicBezTo>
                    <a:pt x="126991" y="63717"/>
                    <a:pt x="123923" y="62215"/>
                    <a:pt x="121854" y="59580"/>
                  </a:cubicBezTo>
                  <a:cubicBezTo>
                    <a:pt x="118619" y="55411"/>
                    <a:pt x="118919" y="49606"/>
                    <a:pt x="118319" y="44369"/>
                  </a:cubicBezTo>
                  <a:cubicBezTo>
                    <a:pt x="117318" y="35196"/>
                    <a:pt x="113315" y="26657"/>
                    <a:pt x="108478" y="18818"/>
                  </a:cubicBezTo>
                  <a:cubicBezTo>
                    <a:pt x="106243" y="15182"/>
                    <a:pt x="103775" y="11646"/>
                    <a:pt x="100573" y="8844"/>
                  </a:cubicBezTo>
                  <a:cubicBezTo>
                    <a:pt x="95702" y="4574"/>
                    <a:pt x="89431" y="2339"/>
                    <a:pt x="83093" y="1172"/>
                  </a:cubicBezTo>
                  <a:cubicBezTo>
                    <a:pt x="78819" y="364"/>
                    <a:pt x="74498" y="1"/>
                    <a:pt x="7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○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■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○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■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○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■"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>
            <a:spLocks noGrp="1"/>
          </p:cNvSpPr>
          <p:nvPr>
            <p:ph type="ctrTitle"/>
          </p:nvPr>
        </p:nvSpPr>
        <p:spPr>
          <a:xfrm>
            <a:off x="1857063" y="1454700"/>
            <a:ext cx="5560500" cy="19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/>
              <a:t>EOM 203.03</a:t>
            </a:r>
            <a:r>
              <a:rPr lang="en" sz="2200" b="0"/>
              <a:t> </a:t>
            </a:r>
            <a:endParaRPr sz="2200" b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Discuss Effective Communication In A Peer Setting </a:t>
            </a:r>
            <a:endParaRPr sz="36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8095975" y="4583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30 min</a:t>
            </a:r>
            <a:endParaRPr/>
          </a:p>
        </p:txBody>
      </p:sp>
      <p:sp>
        <p:nvSpPr>
          <p:cNvPr id="277" name="Google Shape;277;p31"/>
          <p:cNvSpPr txBox="1"/>
          <p:nvPr/>
        </p:nvSpPr>
        <p:spPr>
          <a:xfrm>
            <a:off x="7417575" y="19100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By:</a:t>
            </a:r>
            <a:endParaRPr dirty="0"/>
          </a:p>
        </p:txBody>
      </p:sp>
      <p:sp>
        <p:nvSpPr>
          <p:cNvPr id="278" name="Google Shape;278;p31"/>
          <p:cNvSpPr txBox="1"/>
          <p:nvPr/>
        </p:nvSpPr>
        <p:spPr>
          <a:xfrm>
            <a:off x="0" y="4504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Level 2 IG</a:t>
            </a:r>
            <a:endParaRPr/>
          </a:p>
        </p:txBody>
      </p:sp>
      <p:sp>
        <p:nvSpPr>
          <p:cNvPr id="279" name="Google Shape;279;p31"/>
          <p:cNvSpPr txBox="1"/>
          <p:nvPr/>
        </p:nvSpPr>
        <p:spPr>
          <a:xfrm>
            <a:off x="0" y="2610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Interactive Lecture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720000" y="24107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Standard</a:t>
            </a:r>
            <a:endParaRPr/>
          </a:p>
        </p:txBody>
      </p:sp>
      <p:sp>
        <p:nvSpPr>
          <p:cNvPr id="285" name="Google Shape;285;p32"/>
          <p:cNvSpPr txBox="1"/>
          <p:nvPr/>
        </p:nvSpPr>
        <p:spPr>
          <a:xfrm>
            <a:off x="720000" y="1063725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6" name="Google Shape;286;p32"/>
          <p:cNvSpPr txBox="1"/>
          <p:nvPr/>
        </p:nvSpPr>
        <p:spPr>
          <a:xfrm>
            <a:off x="2004750" y="1722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>
            <a:spLocks noGrp="1"/>
          </p:cNvSpPr>
          <p:nvPr>
            <p:ph type="subTitle" idx="1"/>
          </p:nvPr>
        </p:nvSpPr>
        <p:spPr>
          <a:xfrm>
            <a:off x="3881264" y="3771371"/>
            <a:ext cx="243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subTitle" idx="13"/>
          </p:nvPr>
        </p:nvSpPr>
        <p:spPr>
          <a:xfrm>
            <a:off x="5999461" y="1475825"/>
            <a:ext cx="2431200" cy="8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Three Styles of Communication</a:t>
            </a:r>
            <a:endParaRPr sz="1700"/>
          </a:p>
        </p:txBody>
      </p:sp>
      <p:sp>
        <p:nvSpPr>
          <p:cNvPr id="293" name="Google Shape;293;p33"/>
          <p:cNvSpPr txBox="1">
            <a:spLocks noGrp="1"/>
          </p:cNvSpPr>
          <p:nvPr>
            <p:ph type="subTitle" idx="14"/>
          </p:nvPr>
        </p:nvSpPr>
        <p:spPr>
          <a:xfrm>
            <a:off x="3881264" y="3149139"/>
            <a:ext cx="2431200" cy="8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Assertive Communication</a:t>
            </a:r>
            <a:endParaRPr sz="1700"/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title" idx="5"/>
          </p:nvPr>
        </p:nvSpPr>
        <p:spPr>
          <a:xfrm>
            <a:off x="728718" y="1384327"/>
            <a:ext cx="10107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6" name="Google Shape;296;p33"/>
          <p:cNvSpPr txBox="1">
            <a:spLocks noGrp="1"/>
          </p:cNvSpPr>
          <p:nvPr>
            <p:ph type="title" idx="7"/>
          </p:nvPr>
        </p:nvSpPr>
        <p:spPr>
          <a:xfrm>
            <a:off x="4949590" y="1384327"/>
            <a:ext cx="10107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7" name="Google Shape;297;p33"/>
          <p:cNvSpPr txBox="1">
            <a:spLocks noGrp="1"/>
          </p:cNvSpPr>
          <p:nvPr>
            <p:ph type="title" idx="8"/>
          </p:nvPr>
        </p:nvSpPr>
        <p:spPr>
          <a:xfrm>
            <a:off x="2831528" y="2950181"/>
            <a:ext cx="10107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9"/>
          </p:nvPr>
        </p:nvSpPr>
        <p:spPr>
          <a:xfrm>
            <a:off x="1777081" y="1572500"/>
            <a:ext cx="2431200" cy="8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Communication is  Fundamental to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Influencing Others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1007800" y="2612075"/>
            <a:ext cx="5370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Communication is  Fundamental to Influencing Others</a:t>
            </a:r>
            <a:endParaRPr sz="3000"/>
          </a:p>
        </p:txBody>
      </p:sp>
      <p:sp>
        <p:nvSpPr>
          <p:cNvPr id="304" name="Google Shape;304;p34"/>
          <p:cNvSpPr txBox="1">
            <a:spLocks noGrp="1"/>
          </p:cNvSpPr>
          <p:nvPr>
            <p:ph type="title" idx="2"/>
          </p:nvPr>
        </p:nvSpPr>
        <p:spPr>
          <a:xfrm>
            <a:off x="2785127" y="1240000"/>
            <a:ext cx="1750800" cy="11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05" name="Google Shape;305;p34"/>
          <p:cNvGrpSpPr/>
          <p:nvPr/>
        </p:nvGrpSpPr>
        <p:grpSpPr>
          <a:xfrm flipH="1">
            <a:off x="6782669" y="1131715"/>
            <a:ext cx="1647922" cy="3472066"/>
            <a:chOff x="3949300" y="3118072"/>
            <a:chExt cx="917041" cy="1932253"/>
          </a:xfrm>
        </p:grpSpPr>
        <p:sp>
          <p:nvSpPr>
            <p:cNvPr id="306" name="Google Shape;306;p34"/>
            <p:cNvSpPr/>
            <p:nvPr/>
          </p:nvSpPr>
          <p:spPr>
            <a:xfrm>
              <a:off x="4391884" y="3416295"/>
              <a:ext cx="474457" cy="459621"/>
            </a:xfrm>
            <a:custGeom>
              <a:avLst/>
              <a:gdLst/>
              <a:ahLst/>
              <a:cxnLst/>
              <a:rect l="l" t="t" r="r" b="b"/>
              <a:pathLst>
                <a:path w="8187" h="7931" extrusionOk="0">
                  <a:moveTo>
                    <a:pt x="0" y="0"/>
                  </a:moveTo>
                  <a:lnTo>
                    <a:pt x="172" y="4328"/>
                  </a:lnTo>
                  <a:cubicBezTo>
                    <a:pt x="172" y="4328"/>
                    <a:pt x="55" y="7931"/>
                    <a:pt x="1513" y="7931"/>
                  </a:cubicBezTo>
                  <a:cubicBezTo>
                    <a:pt x="1550" y="7931"/>
                    <a:pt x="1589" y="7929"/>
                    <a:pt x="1628" y="7924"/>
                  </a:cubicBezTo>
                  <a:cubicBezTo>
                    <a:pt x="3057" y="7747"/>
                    <a:pt x="5056" y="6066"/>
                    <a:pt x="5422" y="5744"/>
                  </a:cubicBezTo>
                  <a:cubicBezTo>
                    <a:pt x="5443" y="5745"/>
                    <a:pt x="5464" y="5745"/>
                    <a:pt x="5486" y="5745"/>
                  </a:cubicBezTo>
                  <a:cubicBezTo>
                    <a:pt x="5927" y="5745"/>
                    <a:pt x="6568" y="5699"/>
                    <a:pt x="6993" y="5497"/>
                  </a:cubicBezTo>
                  <a:cubicBezTo>
                    <a:pt x="7646" y="5184"/>
                    <a:pt x="7994" y="4624"/>
                    <a:pt x="8157" y="4161"/>
                  </a:cubicBezTo>
                  <a:cubicBezTo>
                    <a:pt x="8186" y="4078"/>
                    <a:pt x="8126" y="3992"/>
                    <a:pt x="8046" y="3992"/>
                  </a:cubicBezTo>
                  <a:cubicBezTo>
                    <a:pt x="8041" y="3992"/>
                    <a:pt x="8035" y="3992"/>
                    <a:pt x="8029" y="3993"/>
                  </a:cubicBezTo>
                  <a:cubicBezTo>
                    <a:pt x="7694" y="4043"/>
                    <a:pt x="7078" y="4550"/>
                    <a:pt x="6504" y="4550"/>
                  </a:cubicBezTo>
                  <a:cubicBezTo>
                    <a:pt x="6414" y="4550"/>
                    <a:pt x="6325" y="4538"/>
                    <a:pt x="6238" y="4509"/>
                  </a:cubicBezTo>
                  <a:cubicBezTo>
                    <a:pt x="6821" y="4191"/>
                    <a:pt x="7160" y="3697"/>
                    <a:pt x="6975" y="3596"/>
                  </a:cubicBezTo>
                  <a:cubicBezTo>
                    <a:pt x="6958" y="3587"/>
                    <a:pt x="6940" y="3582"/>
                    <a:pt x="6920" y="3582"/>
                  </a:cubicBezTo>
                  <a:cubicBezTo>
                    <a:pt x="6735" y="3582"/>
                    <a:pt x="6430" y="3970"/>
                    <a:pt x="5687" y="4130"/>
                  </a:cubicBezTo>
                  <a:cubicBezTo>
                    <a:pt x="5321" y="4205"/>
                    <a:pt x="5069" y="4368"/>
                    <a:pt x="4906" y="4522"/>
                  </a:cubicBezTo>
                  <a:lnTo>
                    <a:pt x="2087" y="5608"/>
                  </a:lnTo>
                  <a:cubicBezTo>
                    <a:pt x="2087" y="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4287221" y="3424698"/>
              <a:ext cx="245081" cy="283620"/>
            </a:xfrm>
            <a:custGeom>
              <a:avLst/>
              <a:gdLst/>
              <a:ahLst/>
              <a:cxnLst/>
              <a:rect l="l" t="t" r="r" b="b"/>
              <a:pathLst>
                <a:path w="4229" h="4894" extrusionOk="0">
                  <a:moveTo>
                    <a:pt x="1715" y="0"/>
                  </a:moveTo>
                  <a:cubicBezTo>
                    <a:pt x="863" y="0"/>
                    <a:pt x="1" y="580"/>
                    <a:pt x="214" y="2282"/>
                  </a:cubicBezTo>
                  <a:cubicBezTo>
                    <a:pt x="522" y="3879"/>
                    <a:pt x="1153" y="4894"/>
                    <a:pt x="1153" y="4894"/>
                  </a:cubicBezTo>
                  <a:lnTo>
                    <a:pt x="4228" y="3949"/>
                  </a:lnTo>
                  <a:cubicBezTo>
                    <a:pt x="4228" y="3949"/>
                    <a:pt x="3677" y="1479"/>
                    <a:pt x="3072" y="601"/>
                  </a:cubicBezTo>
                  <a:cubicBezTo>
                    <a:pt x="2832" y="252"/>
                    <a:pt x="2276" y="0"/>
                    <a:pt x="171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4308258" y="4960730"/>
              <a:ext cx="240619" cy="89595"/>
            </a:xfrm>
            <a:custGeom>
              <a:avLst/>
              <a:gdLst/>
              <a:ahLst/>
              <a:cxnLst/>
              <a:rect l="l" t="t" r="r" b="b"/>
              <a:pathLst>
                <a:path w="4152" h="1546" extrusionOk="0">
                  <a:moveTo>
                    <a:pt x="1" y="1"/>
                  </a:moveTo>
                  <a:lnTo>
                    <a:pt x="18" y="1091"/>
                  </a:lnTo>
                  <a:cubicBezTo>
                    <a:pt x="23" y="1344"/>
                    <a:pt x="230" y="1545"/>
                    <a:pt x="482" y="1545"/>
                  </a:cubicBezTo>
                  <a:cubicBezTo>
                    <a:pt x="485" y="1545"/>
                    <a:pt x="488" y="1545"/>
                    <a:pt x="490" y="1545"/>
                  </a:cubicBezTo>
                  <a:lnTo>
                    <a:pt x="3309" y="1501"/>
                  </a:lnTo>
                  <a:cubicBezTo>
                    <a:pt x="3309" y="1501"/>
                    <a:pt x="4152" y="1289"/>
                    <a:pt x="3296" y="870"/>
                  </a:cubicBezTo>
                  <a:cubicBezTo>
                    <a:pt x="2445" y="447"/>
                    <a:pt x="1439" y="36"/>
                    <a:pt x="1439" y="3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4055179" y="3378278"/>
              <a:ext cx="408333" cy="529976"/>
            </a:xfrm>
            <a:custGeom>
              <a:avLst/>
              <a:gdLst/>
              <a:ahLst/>
              <a:cxnLst/>
              <a:rect l="l" t="t" r="r" b="b"/>
              <a:pathLst>
                <a:path w="7046" h="9145" extrusionOk="0">
                  <a:moveTo>
                    <a:pt x="3203" y="0"/>
                  </a:moveTo>
                  <a:cubicBezTo>
                    <a:pt x="2300" y="0"/>
                    <a:pt x="1412" y="115"/>
                    <a:pt x="799" y="326"/>
                  </a:cubicBezTo>
                  <a:cubicBezTo>
                    <a:pt x="0" y="665"/>
                    <a:pt x="799" y="9144"/>
                    <a:pt x="799" y="9144"/>
                  </a:cubicBezTo>
                  <a:lnTo>
                    <a:pt x="6207" y="9144"/>
                  </a:lnTo>
                  <a:cubicBezTo>
                    <a:pt x="6207" y="9144"/>
                    <a:pt x="7045" y="2615"/>
                    <a:pt x="6745" y="1256"/>
                  </a:cubicBezTo>
                  <a:cubicBezTo>
                    <a:pt x="6552" y="382"/>
                    <a:pt x="4850" y="0"/>
                    <a:pt x="320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4209565" y="3908196"/>
              <a:ext cx="205384" cy="1054678"/>
            </a:xfrm>
            <a:custGeom>
              <a:avLst/>
              <a:gdLst/>
              <a:ahLst/>
              <a:cxnLst/>
              <a:rect l="l" t="t" r="r" b="b"/>
              <a:pathLst>
                <a:path w="3544" h="18199" extrusionOk="0">
                  <a:moveTo>
                    <a:pt x="1" y="0"/>
                  </a:moveTo>
                  <a:cubicBezTo>
                    <a:pt x="1" y="0"/>
                    <a:pt x="468" y="3847"/>
                    <a:pt x="962" y="10407"/>
                  </a:cubicBezTo>
                  <a:cubicBezTo>
                    <a:pt x="323" y="14025"/>
                    <a:pt x="1704" y="18163"/>
                    <a:pt x="1704" y="18163"/>
                  </a:cubicBezTo>
                  <a:lnTo>
                    <a:pt x="3142" y="18198"/>
                  </a:lnTo>
                  <a:lnTo>
                    <a:pt x="3543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3957239" y="3908196"/>
              <a:ext cx="385848" cy="1071774"/>
            </a:xfrm>
            <a:custGeom>
              <a:avLst/>
              <a:gdLst/>
              <a:ahLst/>
              <a:cxnLst/>
              <a:rect l="l" t="t" r="r" b="b"/>
              <a:pathLst>
                <a:path w="6658" h="18494" extrusionOk="0">
                  <a:moveTo>
                    <a:pt x="2489" y="0"/>
                  </a:moveTo>
                  <a:cubicBezTo>
                    <a:pt x="2489" y="0"/>
                    <a:pt x="2052" y="3693"/>
                    <a:pt x="1311" y="10231"/>
                  </a:cubicBezTo>
                  <a:lnTo>
                    <a:pt x="1306" y="10231"/>
                  </a:lnTo>
                  <a:cubicBezTo>
                    <a:pt x="0" y="13663"/>
                    <a:pt x="649" y="18203"/>
                    <a:pt x="649" y="18203"/>
                  </a:cubicBezTo>
                  <a:lnTo>
                    <a:pt x="2171" y="18494"/>
                  </a:lnTo>
                  <a:lnTo>
                    <a:pt x="665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3966686" y="4947981"/>
              <a:ext cx="123555" cy="102344"/>
            </a:xfrm>
            <a:custGeom>
              <a:avLst/>
              <a:gdLst/>
              <a:ahLst/>
              <a:cxnLst/>
              <a:rect l="l" t="t" r="r" b="b"/>
              <a:pathLst>
                <a:path w="2132" h="1766" extrusionOk="0">
                  <a:moveTo>
                    <a:pt x="464" y="0"/>
                  </a:moveTo>
                  <a:lnTo>
                    <a:pt x="45" y="1350"/>
                  </a:lnTo>
                  <a:cubicBezTo>
                    <a:pt x="1" y="1567"/>
                    <a:pt x="164" y="1765"/>
                    <a:pt x="384" y="1765"/>
                  </a:cubicBezTo>
                  <a:lnTo>
                    <a:pt x="1783" y="1765"/>
                  </a:lnTo>
                  <a:cubicBezTo>
                    <a:pt x="1977" y="1765"/>
                    <a:pt x="2131" y="1611"/>
                    <a:pt x="2131" y="1421"/>
                  </a:cubicBezTo>
                  <a:lnTo>
                    <a:pt x="213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4239237" y="3253680"/>
              <a:ext cx="141926" cy="217496"/>
            </a:xfrm>
            <a:custGeom>
              <a:avLst/>
              <a:gdLst/>
              <a:ahLst/>
              <a:cxnLst/>
              <a:rect l="l" t="t" r="r" b="b"/>
              <a:pathLst>
                <a:path w="2449" h="3753" extrusionOk="0">
                  <a:moveTo>
                    <a:pt x="552" y="1"/>
                  </a:moveTo>
                  <a:lnTo>
                    <a:pt x="124" y="2251"/>
                  </a:lnTo>
                  <a:cubicBezTo>
                    <a:pt x="0" y="2895"/>
                    <a:pt x="380" y="3526"/>
                    <a:pt x="1006" y="3720"/>
                  </a:cubicBezTo>
                  <a:cubicBezTo>
                    <a:pt x="1077" y="3742"/>
                    <a:pt x="1148" y="3753"/>
                    <a:pt x="1218" y="3753"/>
                  </a:cubicBezTo>
                  <a:cubicBezTo>
                    <a:pt x="1546" y="3753"/>
                    <a:pt x="1845" y="3519"/>
                    <a:pt x="1911" y="3177"/>
                  </a:cubicBezTo>
                  <a:lnTo>
                    <a:pt x="2449" y="362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4"/>
            <p:cNvSpPr/>
            <p:nvPr/>
          </p:nvSpPr>
          <p:spPr>
            <a:xfrm>
              <a:off x="4217273" y="3127576"/>
              <a:ext cx="250818" cy="255339"/>
            </a:xfrm>
            <a:custGeom>
              <a:avLst/>
              <a:gdLst/>
              <a:ahLst/>
              <a:cxnLst/>
              <a:rect l="l" t="t" r="r" b="b"/>
              <a:pathLst>
                <a:path w="4328" h="4406" extrusionOk="0">
                  <a:moveTo>
                    <a:pt x="1965" y="1"/>
                  </a:moveTo>
                  <a:cubicBezTo>
                    <a:pt x="1745" y="1"/>
                    <a:pt x="1524" y="48"/>
                    <a:pt x="1310" y="139"/>
                  </a:cubicBezTo>
                  <a:cubicBezTo>
                    <a:pt x="428" y="513"/>
                    <a:pt x="0" y="1493"/>
                    <a:pt x="560" y="2825"/>
                  </a:cubicBezTo>
                  <a:cubicBezTo>
                    <a:pt x="1004" y="3869"/>
                    <a:pt x="1756" y="4406"/>
                    <a:pt x="2486" y="4406"/>
                  </a:cubicBezTo>
                  <a:cubicBezTo>
                    <a:pt x="2684" y="4406"/>
                    <a:pt x="2882" y="4366"/>
                    <a:pt x="3071" y="4285"/>
                  </a:cubicBezTo>
                  <a:cubicBezTo>
                    <a:pt x="3953" y="3915"/>
                    <a:pt x="4328" y="2799"/>
                    <a:pt x="3763" y="1466"/>
                  </a:cubicBezTo>
                  <a:cubicBezTo>
                    <a:pt x="3335" y="460"/>
                    <a:pt x="2654" y="1"/>
                    <a:pt x="196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3949300" y="3395316"/>
              <a:ext cx="309408" cy="768740"/>
            </a:xfrm>
            <a:custGeom>
              <a:avLst/>
              <a:gdLst/>
              <a:ahLst/>
              <a:cxnLst/>
              <a:rect l="l" t="t" r="r" b="b"/>
              <a:pathLst>
                <a:path w="5339" h="13265" extrusionOk="0">
                  <a:moveTo>
                    <a:pt x="3055" y="1"/>
                  </a:moveTo>
                  <a:cubicBezTo>
                    <a:pt x="2457" y="1"/>
                    <a:pt x="1884" y="361"/>
                    <a:pt x="1655" y="971"/>
                  </a:cubicBezTo>
                  <a:cubicBezTo>
                    <a:pt x="1033" y="2626"/>
                    <a:pt x="168" y="5043"/>
                    <a:pt x="102" y="5868"/>
                  </a:cubicBezTo>
                  <a:cubicBezTo>
                    <a:pt x="1" y="7174"/>
                    <a:pt x="3093" y="10372"/>
                    <a:pt x="3093" y="10372"/>
                  </a:cubicBezTo>
                  <a:cubicBezTo>
                    <a:pt x="3084" y="10796"/>
                    <a:pt x="3102" y="11590"/>
                    <a:pt x="3345" y="12093"/>
                  </a:cubicBezTo>
                  <a:cubicBezTo>
                    <a:pt x="3654" y="12746"/>
                    <a:pt x="4214" y="13094"/>
                    <a:pt x="4677" y="13258"/>
                  </a:cubicBezTo>
                  <a:cubicBezTo>
                    <a:pt x="4691" y="13263"/>
                    <a:pt x="4706" y="13265"/>
                    <a:pt x="4720" y="13265"/>
                  </a:cubicBezTo>
                  <a:cubicBezTo>
                    <a:pt x="4793" y="13265"/>
                    <a:pt x="4856" y="13203"/>
                    <a:pt x="4845" y="13125"/>
                  </a:cubicBezTo>
                  <a:cubicBezTo>
                    <a:pt x="4792" y="12741"/>
                    <a:pt x="4117" y="11974"/>
                    <a:pt x="4328" y="11339"/>
                  </a:cubicBezTo>
                  <a:lnTo>
                    <a:pt x="4328" y="11339"/>
                  </a:lnTo>
                  <a:cubicBezTo>
                    <a:pt x="4587" y="11813"/>
                    <a:pt x="4963" y="12126"/>
                    <a:pt x="5148" y="12126"/>
                  </a:cubicBezTo>
                  <a:cubicBezTo>
                    <a:pt x="5190" y="12126"/>
                    <a:pt x="5223" y="12110"/>
                    <a:pt x="5242" y="12075"/>
                  </a:cubicBezTo>
                  <a:cubicBezTo>
                    <a:pt x="5339" y="11890"/>
                    <a:pt x="4889" y="11608"/>
                    <a:pt x="4712" y="10783"/>
                  </a:cubicBezTo>
                  <a:cubicBezTo>
                    <a:pt x="4602" y="10284"/>
                    <a:pt x="4346" y="10002"/>
                    <a:pt x="4156" y="9852"/>
                  </a:cubicBezTo>
                  <a:lnTo>
                    <a:pt x="2449" y="6243"/>
                  </a:lnTo>
                  <a:lnTo>
                    <a:pt x="4403" y="2136"/>
                  </a:lnTo>
                  <a:cubicBezTo>
                    <a:pt x="4734" y="1434"/>
                    <a:pt x="4478" y="596"/>
                    <a:pt x="3804" y="204"/>
                  </a:cubicBezTo>
                  <a:cubicBezTo>
                    <a:pt x="3566" y="66"/>
                    <a:pt x="3308" y="1"/>
                    <a:pt x="305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4158451" y="3118072"/>
              <a:ext cx="231173" cy="227232"/>
            </a:xfrm>
            <a:custGeom>
              <a:avLst/>
              <a:gdLst/>
              <a:ahLst/>
              <a:cxnLst/>
              <a:rect l="l" t="t" r="r" b="b"/>
              <a:pathLst>
                <a:path w="3989" h="3921" extrusionOk="0">
                  <a:moveTo>
                    <a:pt x="2987" y="0"/>
                  </a:moveTo>
                  <a:cubicBezTo>
                    <a:pt x="2640" y="0"/>
                    <a:pt x="2196" y="132"/>
                    <a:pt x="1646" y="528"/>
                  </a:cubicBezTo>
                  <a:cubicBezTo>
                    <a:pt x="0" y="1714"/>
                    <a:pt x="1646" y="3920"/>
                    <a:pt x="1646" y="3920"/>
                  </a:cubicBezTo>
                  <a:cubicBezTo>
                    <a:pt x="1646" y="3920"/>
                    <a:pt x="2930" y="3660"/>
                    <a:pt x="2047" y="1450"/>
                  </a:cubicBezTo>
                  <a:cubicBezTo>
                    <a:pt x="2497" y="651"/>
                    <a:pt x="3989" y="528"/>
                    <a:pt x="3989" y="528"/>
                  </a:cubicBezTo>
                  <a:cubicBezTo>
                    <a:pt x="3989" y="528"/>
                    <a:pt x="3681" y="0"/>
                    <a:pt x="29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4255966" y="3239943"/>
              <a:ext cx="52215" cy="60908"/>
            </a:xfrm>
            <a:custGeom>
              <a:avLst/>
              <a:gdLst/>
              <a:ahLst/>
              <a:cxnLst/>
              <a:rect l="l" t="t" r="r" b="b"/>
              <a:pathLst>
                <a:path w="901" h="1051" extrusionOk="0">
                  <a:moveTo>
                    <a:pt x="470" y="0"/>
                  </a:moveTo>
                  <a:cubicBezTo>
                    <a:pt x="418" y="0"/>
                    <a:pt x="365" y="11"/>
                    <a:pt x="314" y="33"/>
                  </a:cubicBezTo>
                  <a:cubicBezTo>
                    <a:pt x="102" y="121"/>
                    <a:pt x="1" y="355"/>
                    <a:pt x="138" y="672"/>
                  </a:cubicBezTo>
                  <a:cubicBezTo>
                    <a:pt x="241" y="921"/>
                    <a:pt x="421" y="1051"/>
                    <a:pt x="593" y="1051"/>
                  </a:cubicBezTo>
                  <a:cubicBezTo>
                    <a:pt x="641" y="1051"/>
                    <a:pt x="688" y="1041"/>
                    <a:pt x="733" y="1021"/>
                  </a:cubicBezTo>
                  <a:lnTo>
                    <a:pt x="901" y="350"/>
                  </a:lnTo>
                  <a:cubicBezTo>
                    <a:pt x="797" y="109"/>
                    <a:pt x="635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3978218" y="3383262"/>
              <a:ext cx="249254" cy="291037"/>
            </a:xfrm>
            <a:custGeom>
              <a:avLst/>
              <a:gdLst/>
              <a:ahLst/>
              <a:cxnLst/>
              <a:rect l="l" t="t" r="r" b="b"/>
              <a:pathLst>
                <a:path w="4301" h="5022" extrusionOk="0">
                  <a:moveTo>
                    <a:pt x="2619" y="1"/>
                  </a:moveTo>
                  <a:cubicBezTo>
                    <a:pt x="2099" y="1"/>
                    <a:pt x="1516" y="311"/>
                    <a:pt x="966" y="1157"/>
                  </a:cubicBezTo>
                  <a:cubicBezTo>
                    <a:pt x="172" y="2578"/>
                    <a:pt x="0" y="3760"/>
                    <a:pt x="0" y="3760"/>
                  </a:cubicBezTo>
                  <a:lnTo>
                    <a:pt x="2960" y="5022"/>
                  </a:lnTo>
                  <a:cubicBezTo>
                    <a:pt x="2960" y="5022"/>
                    <a:pt x="4134" y="2776"/>
                    <a:pt x="4235" y="1713"/>
                  </a:cubicBezTo>
                  <a:cubicBezTo>
                    <a:pt x="4301" y="1027"/>
                    <a:pt x="3565" y="1"/>
                    <a:pt x="2619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34"/>
          <p:cNvGrpSpPr/>
          <p:nvPr/>
        </p:nvGrpSpPr>
        <p:grpSpPr>
          <a:xfrm flipH="1">
            <a:off x="6182530" y="641920"/>
            <a:ext cx="947489" cy="636388"/>
            <a:chOff x="3108402" y="1232366"/>
            <a:chExt cx="527262" cy="354159"/>
          </a:xfrm>
        </p:grpSpPr>
        <p:sp>
          <p:nvSpPr>
            <p:cNvPr id="320" name="Google Shape;320;p34"/>
            <p:cNvSpPr/>
            <p:nvPr/>
          </p:nvSpPr>
          <p:spPr>
            <a:xfrm>
              <a:off x="3108402" y="1232366"/>
              <a:ext cx="527262" cy="354159"/>
            </a:xfrm>
            <a:custGeom>
              <a:avLst/>
              <a:gdLst/>
              <a:ahLst/>
              <a:cxnLst/>
              <a:rect l="l" t="t" r="r" b="b"/>
              <a:pathLst>
                <a:path w="7094" h="4765" extrusionOk="0">
                  <a:moveTo>
                    <a:pt x="1990" y="0"/>
                  </a:moveTo>
                  <a:cubicBezTo>
                    <a:pt x="896" y="0"/>
                    <a:pt x="0" y="900"/>
                    <a:pt x="0" y="1994"/>
                  </a:cubicBezTo>
                  <a:cubicBezTo>
                    <a:pt x="0" y="2510"/>
                    <a:pt x="199" y="2982"/>
                    <a:pt x="525" y="3340"/>
                  </a:cubicBezTo>
                  <a:lnTo>
                    <a:pt x="0" y="4765"/>
                  </a:lnTo>
                  <a:lnTo>
                    <a:pt x="1257" y="3847"/>
                  </a:lnTo>
                  <a:cubicBezTo>
                    <a:pt x="1487" y="3935"/>
                    <a:pt x="1734" y="3988"/>
                    <a:pt x="1990" y="3988"/>
                  </a:cubicBezTo>
                  <a:lnTo>
                    <a:pt x="5100" y="3988"/>
                  </a:lnTo>
                  <a:cubicBezTo>
                    <a:pt x="6194" y="3988"/>
                    <a:pt x="7094" y="3088"/>
                    <a:pt x="7094" y="1994"/>
                  </a:cubicBezTo>
                  <a:cubicBezTo>
                    <a:pt x="7094" y="900"/>
                    <a:pt x="6194" y="0"/>
                    <a:pt x="510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3230667" y="1350691"/>
              <a:ext cx="59757" cy="59757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02" y="1"/>
                  </a:moveTo>
                  <a:cubicBezTo>
                    <a:pt x="181" y="1"/>
                    <a:pt x="1" y="182"/>
                    <a:pt x="1" y="402"/>
                  </a:cubicBezTo>
                  <a:cubicBezTo>
                    <a:pt x="1" y="623"/>
                    <a:pt x="181" y="804"/>
                    <a:pt x="402" y="804"/>
                  </a:cubicBezTo>
                  <a:cubicBezTo>
                    <a:pt x="623" y="804"/>
                    <a:pt x="804" y="623"/>
                    <a:pt x="804" y="402"/>
                  </a:cubicBezTo>
                  <a:cubicBezTo>
                    <a:pt x="804" y="182"/>
                    <a:pt x="623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3460554" y="1350691"/>
              <a:ext cx="59386" cy="59757"/>
            </a:xfrm>
            <a:custGeom>
              <a:avLst/>
              <a:gdLst/>
              <a:ahLst/>
              <a:cxnLst/>
              <a:rect l="l" t="t" r="r" b="b"/>
              <a:pathLst>
                <a:path w="799" h="804" extrusionOk="0">
                  <a:moveTo>
                    <a:pt x="402" y="1"/>
                  </a:moveTo>
                  <a:cubicBezTo>
                    <a:pt x="181" y="1"/>
                    <a:pt x="0" y="182"/>
                    <a:pt x="0" y="402"/>
                  </a:cubicBezTo>
                  <a:cubicBezTo>
                    <a:pt x="0" y="623"/>
                    <a:pt x="181" y="804"/>
                    <a:pt x="402" y="804"/>
                  </a:cubicBezTo>
                  <a:cubicBezTo>
                    <a:pt x="622" y="804"/>
                    <a:pt x="799" y="623"/>
                    <a:pt x="799" y="402"/>
                  </a:cubicBezTo>
                  <a:cubicBezTo>
                    <a:pt x="799" y="182"/>
                    <a:pt x="622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3345797" y="1350691"/>
              <a:ext cx="59386" cy="59757"/>
            </a:xfrm>
            <a:custGeom>
              <a:avLst/>
              <a:gdLst/>
              <a:ahLst/>
              <a:cxnLst/>
              <a:rect l="l" t="t" r="r" b="b"/>
              <a:pathLst>
                <a:path w="799" h="804" extrusionOk="0">
                  <a:moveTo>
                    <a:pt x="397" y="1"/>
                  </a:moveTo>
                  <a:cubicBezTo>
                    <a:pt x="177" y="1"/>
                    <a:pt x="0" y="182"/>
                    <a:pt x="0" y="402"/>
                  </a:cubicBezTo>
                  <a:cubicBezTo>
                    <a:pt x="0" y="623"/>
                    <a:pt x="177" y="804"/>
                    <a:pt x="397" y="804"/>
                  </a:cubicBezTo>
                  <a:cubicBezTo>
                    <a:pt x="618" y="804"/>
                    <a:pt x="799" y="623"/>
                    <a:pt x="799" y="402"/>
                  </a:cubicBezTo>
                  <a:cubicBezTo>
                    <a:pt x="799" y="182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>
            <a:spLocks noGrp="1"/>
          </p:cNvSpPr>
          <p:nvPr>
            <p:ph type="title"/>
          </p:nvPr>
        </p:nvSpPr>
        <p:spPr>
          <a:xfrm>
            <a:off x="496000" y="445025"/>
            <a:ext cx="792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Communication is fundamental to Influencing Others </a:t>
            </a:r>
            <a:endParaRPr/>
          </a:p>
        </p:txBody>
      </p:sp>
      <p:sp>
        <p:nvSpPr>
          <p:cNvPr id="329" name="Google Shape;329;p35"/>
          <p:cNvSpPr txBox="1">
            <a:spLocks noGrp="1"/>
          </p:cNvSpPr>
          <p:nvPr>
            <p:ph type="subTitle" idx="2"/>
          </p:nvPr>
        </p:nvSpPr>
        <p:spPr>
          <a:xfrm>
            <a:off x="1574775" y="1896225"/>
            <a:ext cx="3410400" cy="19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Communication permits the flow of ideas from one individual to another individual/group or vise versa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Communication Consists of 3 parts, Sending, receiving and responding to a message.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Includes both verbal and non-verbal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3975" y="2214413"/>
            <a:ext cx="23431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Non-Verbal Communication</a:t>
            </a:r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subTitle" idx="1"/>
          </p:nvPr>
        </p:nvSpPr>
        <p:spPr>
          <a:xfrm>
            <a:off x="824625" y="1193050"/>
            <a:ext cx="3848100" cy="3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Non-Verbal Communication uses many channels for sending and receiving information.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Shows your attitude towards the receiver and the message. 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Eye Contact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Body Posture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Gestures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Facial Expressions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Voice Tone and Volume Changes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  <p:grpSp>
        <p:nvGrpSpPr>
          <p:cNvPr id="337" name="Google Shape;337;p36"/>
          <p:cNvGrpSpPr/>
          <p:nvPr/>
        </p:nvGrpSpPr>
        <p:grpSpPr>
          <a:xfrm>
            <a:off x="6347418" y="2111004"/>
            <a:ext cx="892520" cy="599413"/>
            <a:chOff x="5616954" y="744110"/>
            <a:chExt cx="609478" cy="409323"/>
          </a:xfrm>
        </p:grpSpPr>
        <p:sp>
          <p:nvSpPr>
            <p:cNvPr id="338" name="Google Shape;338;p36"/>
            <p:cNvSpPr/>
            <p:nvPr/>
          </p:nvSpPr>
          <p:spPr>
            <a:xfrm>
              <a:off x="5616954" y="744110"/>
              <a:ext cx="609478" cy="409323"/>
            </a:xfrm>
            <a:custGeom>
              <a:avLst/>
              <a:gdLst/>
              <a:ahLst/>
              <a:cxnLst/>
              <a:rect l="l" t="t" r="r" b="b"/>
              <a:pathLst>
                <a:path w="8520" h="5722" extrusionOk="0">
                  <a:moveTo>
                    <a:pt x="2392" y="0"/>
                  </a:moveTo>
                  <a:cubicBezTo>
                    <a:pt x="1077" y="0"/>
                    <a:pt x="1" y="1077"/>
                    <a:pt x="1" y="2396"/>
                  </a:cubicBezTo>
                  <a:cubicBezTo>
                    <a:pt x="1" y="3710"/>
                    <a:pt x="1077" y="4787"/>
                    <a:pt x="2392" y="4787"/>
                  </a:cubicBezTo>
                  <a:lnTo>
                    <a:pt x="6129" y="4787"/>
                  </a:lnTo>
                  <a:cubicBezTo>
                    <a:pt x="6437" y="4787"/>
                    <a:pt x="6733" y="4729"/>
                    <a:pt x="7007" y="4619"/>
                  </a:cubicBezTo>
                  <a:lnTo>
                    <a:pt x="8520" y="5722"/>
                  </a:lnTo>
                  <a:lnTo>
                    <a:pt x="7889" y="4010"/>
                  </a:lnTo>
                  <a:cubicBezTo>
                    <a:pt x="8281" y="3587"/>
                    <a:pt x="8520" y="3018"/>
                    <a:pt x="8520" y="2396"/>
                  </a:cubicBezTo>
                  <a:cubicBezTo>
                    <a:pt x="8520" y="1077"/>
                    <a:pt x="7443" y="0"/>
                    <a:pt x="612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6012754" y="880956"/>
              <a:ext cx="75469" cy="68817"/>
            </a:xfrm>
            <a:custGeom>
              <a:avLst/>
              <a:gdLst/>
              <a:ahLst/>
              <a:cxnLst/>
              <a:rect l="l" t="t" r="r" b="b"/>
              <a:pathLst>
                <a:path w="1055" h="962" extrusionOk="0">
                  <a:moveTo>
                    <a:pt x="528" y="1"/>
                  </a:moveTo>
                  <a:cubicBezTo>
                    <a:pt x="405" y="1"/>
                    <a:pt x="282" y="48"/>
                    <a:pt x="190" y="143"/>
                  </a:cubicBezTo>
                  <a:cubicBezTo>
                    <a:pt x="0" y="328"/>
                    <a:pt x="0" y="633"/>
                    <a:pt x="190" y="822"/>
                  </a:cubicBezTo>
                  <a:cubicBezTo>
                    <a:pt x="282" y="915"/>
                    <a:pt x="405" y="961"/>
                    <a:pt x="528" y="961"/>
                  </a:cubicBezTo>
                  <a:cubicBezTo>
                    <a:pt x="651" y="961"/>
                    <a:pt x="774" y="915"/>
                    <a:pt x="869" y="822"/>
                  </a:cubicBezTo>
                  <a:cubicBezTo>
                    <a:pt x="1054" y="633"/>
                    <a:pt x="1054" y="328"/>
                    <a:pt x="869" y="143"/>
                  </a:cubicBezTo>
                  <a:cubicBezTo>
                    <a:pt x="774" y="48"/>
                    <a:pt x="651" y="1"/>
                    <a:pt x="5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5747934" y="881600"/>
              <a:ext cx="73896" cy="68817"/>
            </a:xfrm>
            <a:custGeom>
              <a:avLst/>
              <a:gdLst/>
              <a:ahLst/>
              <a:cxnLst/>
              <a:rect l="l" t="t" r="r" b="b"/>
              <a:pathLst>
                <a:path w="1033" h="962" extrusionOk="0">
                  <a:moveTo>
                    <a:pt x="515" y="0"/>
                  </a:moveTo>
                  <a:cubicBezTo>
                    <a:pt x="491" y="0"/>
                    <a:pt x="466" y="2"/>
                    <a:pt x="442" y="6"/>
                  </a:cubicBezTo>
                  <a:cubicBezTo>
                    <a:pt x="177" y="50"/>
                    <a:pt x="1" y="297"/>
                    <a:pt x="45" y="557"/>
                  </a:cubicBezTo>
                  <a:cubicBezTo>
                    <a:pt x="80" y="795"/>
                    <a:pt x="283" y="961"/>
                    <a:pt x="515" y="961"/>
                  </a:cubicBezTo>
                  <a:cubicBezTo>
                    <a:pt x="542" y="961"/>
                    <a:pt x="569" y="959"/>
                    <a:pt x="596" y="954"/>
                  </a:cubicBezTo>
                  <a:cubicBezTo>
                    <a:pt x="857" y="915"/>
                    <a:pt x="1033" y="668"/>
                    <a:pt x="993" y="403"/>
                  </a:cubicBezTo>
                  <a:cubicBezTo>
                    <a:pt x="953" y="167"/>
                    <a:pt x="747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5880487" y="880241"/>
              <a:ext cx="74253" cy="68674"/>
            </a:xfrm>
            <a:custGeom>
              <a:avLst/>
              <a:gdLst/>
              <a:ahLst/>
              <a:cxnLst/>
              <a:rect l="l" t="t" r="r" b="b"/>
              <a:pathLst>
                <a:path w="1038" h="960" extrusionOk="0">
                  <a:moveTo>
                    <a:pt x="519" y="0"/>
                  </a:moveTo>
                  <a:cubicBezTo>
                    <a:pt x="492" y="0"/>
                    <a:pt x="465" y="3"/>
                    <a:pt x="437" y="7"/>
                  </a:cubicBezTo>
                  <a:cubicBezTo>
                    <a:pt x="177" y="51"/>
                    <a:pt x="1" y="303"/>
                    <a:pt x="45" y="563"/>
                  </a:cubicBezTo>
                  <a:cubicBezTo>
                    <a:pt x="88" y="794"/>
                    <a:pt x="288" y="959"/>
                    <a:pt x="514" y="959"/>
                  </a:cubicBezTo>
                  <a:cubicBezTo>
                    <a:pt x="543" y="959"/>
                    <a:pt x="571" y="957"/>
                    <a:pt x="601" y="951"/>
                  </a:cubicBezTo>
                  <a:cubicBezTo>
                    <a:pt x="865" y="907"/>
                    <a:pt x="1037" y="660"/>
                    <a:pt x="993" y="396"/>
                  </a:cubicBezTo>
                  <a:cubicBezTo>
                    <a:pt x="950" y="163"/>
                    <a:pt x="747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36"/>
          <p:cNvGrpSpPr/>
          <p:nvPr/>
        </p:nvGrpSpPr>
        <p:grpSpPr>
          <a:xfrm>
            <a:off x="5808682" y="1477124"/>
            <a:ext cx="892939" cy="600042"/>
            <a:chOff x="5249065" y="311250"/>
            <a:chExt cx="609764" cy="409752"/>
          </a:xfrm>
        </p:grpSpPr>
        <p:sp>
          <p:nvSpPr>
            <p:cNvPr id="343" name="Google Shape;343;p36"/>
            <p:cNvSpPr/>
            <p:nvPr/>
          </p:nvSpPr>
          <p:spPr>
            <a:xfrm>
              <a:off x="5249065" y="311250"/>
              <a:ext cx="609764" cy="409752"/>
            </a:xfrm>
            <a:custGeom>
              <a:avLst/>
              <a:gdLst/>
              <a:ahLst/>
              <a:cxnLst/>
              <a:rect l="l" t="t" r="r" b="b"/>
              <a:pathLst>
                <a:path w="8524" h="5728" extrusionOk="0">
                  <a:moveTo>
                    <a:pt x="6128" y="1"/>
                  </a:moveTo>
                  <a:lnTo>
                    <a:pt x="6128" y="5"/>
                  </a:lnTo>
                  <a:lnTo>
                    <a:pt x="2396" y="5"/>
                  </a:lnTo>
                  <a:cubicBezTo>
                    <a:pt x="1077" y="5"/>
                    <a:pt x="1" y="1082"/>
                    <a:pt x="1" y="2396"/>
                  </a:cubicBezTo>
                  <a:cubicBezTo>
                    <a:pt x="1" y="3018"/>
                    <a:pt x="239" y="3588"/>
                    <a:pt x="632" y="4016"/>
                  </a:cubicBezTo>
                  <a:lnTo>
                    <a:pt x="1" y="5727"/>
                  </a:lnTo>
                  <a:lnTo>
                    <a:pt x="1514" y="4624"/>
                  </a:lnTo>
                  <a:cubicBezTo>
                    <a:pt x="1787" y="4730"/>
                    <a:pt x="2083" y="4792"/>
                    <a:pt x="2396" y="4792"/>
                  </a:cubicBezTo>
                  <a:lnTo>
                    <a:pt x="6128" y="4792"/>
                  </a:lnTo>
                  <a:cubicBezTo>
                    <a:pt x="7443" y="4792"/>
                    <a:pt x="8524" y="3716"/>
                    <a:pt x="8524" y="2396"/>
                  </a:cubicBezTo>
                  <a:cubicBezTo>
                    <a:pt x="8524" y="1082"/>
                    <a:pt x="7443" y="1"/>
                    <a:pt x="612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5390489" y="448239"/>
              <a:ext cx="68817" cy="68888"/>
            </a:xfrm>
            <a:custGeom>
              <a:avLst/>
              <a:gdLst/>
              <a:ahLst/>
              <a:cxnLst/>
              <a:rect l="l" t="t" r="r" b="b"/>
              <a:pathLst>
                <a:path w="962" h="963" extrusionOk="0">
                  <a:moveTo>
                    <a:pt x="481" y="1"/>
                  </a:moveTo>
                  <a:cubicBezTo>
                    <a:pt x="216" y="1"/>
                    <a:pt x="0" y="217"/>
                    <a:pt x="0" y="481"/>
                  </a:cubicBezTo>
                  <a:cubicBezTo>
                    <a:pt x="0" y="746"/>
                    <a:pt x="216" y="962"/>
                    <a:pt x="481" y="962"/>
                  </a:cubicBezTo>
                  <a:cubicBezTo>
                    <a:pt x="746" y="962"/>
                    <a:pt x="962" y="746"/>
                    <a:pt x="962" y="481"/>
                  </a:cubicBezTo>
                  <a:cubicBezTo>
                    <a:pt x="962" y="217"/>
                    <a:pt x="746" y="1"/>
                    <a:pt x="4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5656168" y="448239"/>
              <a:ext cx="68888" cy="68888"/>
            </a:xfrm>
            <a:custGeom>
              <a:avLst/>
              <a:gdLst/>
              <a:ahLst/>
              <a:cxnLst/>
              <a:rect l="l" t="t" r="r" b="b"/>
              <a:pathLst>
                <a:path w="963" h="963" extrusionOk="0">
                  <a:moveTo>
                    <a:pt x="482" y="1"/>
                  </a:moveTo>
                  <a:cubicBezTo>
                    <a:pt x="217" y="1"/>
                    <a:pt x="1" y="217"/>
                    <a:pt x="1" y="481"/>
                  </a:cubicBezTo>
                  <a:cubicBezTo>
                    <a:pt x="1" y="746"/>
                    <a:pt x="217" y="962"/>
                    <a:pt x="482" y="962"/>
                  </a:cubicBezTo>
                  <a:cubicBezTo>
                    <a:pt x="746" y="962"/>
                    <a:pt x="962" y="746"/>
                    <a:pt x="962" y="481"/>
                  </a:cubicBezTo>
                  <a:cubicBezTo>
                    <a:pt x="962" y="217"/>
                    <a:pt x="746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5523328" y="448239"/>
              <a:ext cx="68888" cy="68888"/>
            </a:xfrm>
            <a:custGeom>
              <a:avLst/>
              <a:gdLst/>
              <a:ahLst/>
              <a:cxnLst/>
              <a:rect l="l" t="t" r="r" b="b"/>
              <a:pathLst>
                <a:path w="963" h="963" extrusionOk="0">
                  <a:moveTo>
                    <a:pt x="481" y="1"/>
                  </a:moveTo>
                  <a:cubicBezTo>
                    <a:pt x="217" y="1"/>
                    <a:pt x="0" y="217"/>
                    <a:pt x="0" y="481"/>
                  </a:cubicBezTo>
                  <a:cubicBezTo>
                    <a:pt x="0" y="746"/>
                    <a:pt x="217" y="962"/>
                    <a:pt x="481" y="962"/>
                  </a:cubicBezTo>
                  <a:cubicBezTo>
                    <a:pt x="746" y="962"/>
                    <a:pt x="962" y="746"/>
                    <a:pt x="962" y="481"/>
                  </a:cubicBezTo>
                  <a:cubicBezTo>
                    <a:pt x="962" y="217"/>
                    <a:pt x="746" y="1"/>
                    <a:pt x="4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36"/>
          <p:cNvGrpSpPr/>
          <p:nvPr/>
        </p:nvGrpSpPr>
        <p:grpSpPr>
          <a:xfrm>
            <a:off x="5099693" y="2560231"/>
            <a:ext cx="3409021" cy="2244321"/>
            <a:chOff x="467941" y="798320"/>
            <a:chExt cx="2327930" cy="1532587"/>
          </a:xfrm>
        </p:grpSpPr>
        <p:sp>
          <p:nvSpPr>
            <p:cNvPr id="348" name="Google Shape;348;p36"/>
            <p:cNvSpPr/>
            <p:nvPr/>
          </p:nvSpPr>
          <p:spPr>
            <a:xfrm>
              <a:off x="2164721" y="935810"/>
              <a:ext cx="203016" cy="203016"/>
            </a:xfrm>
            <a:custGeom>
              <a:avLst/>
              <a:gdLst/>
              <a:ahLst/>
              <a:cxnLst/>
              <a:rect l="l" t="t" r="r" b="b"/>
              <a:pathLst>
                <a:path w="2838" h="2838" extrusionOk="0">
                  <a:moveTo>
                    <a:pt x="1421" y="1"/>
                  </a:moveTo>
                  <a:cubicBezTo>
                    <a:pt x="636" y="1"/>
                    <a:pt x="1" y="636"/>
                    <a:pt x="1" y="1417"/>
                  </a:cubicBezTo>
                  <a:cubicBezTo>
                    <a:pt x="1" y="2202"/>
                    <a:pt x="636" y="2837"/>
                    <a:pt x="1421" y="2837"/>
                  </a:cubicBezTo>
                  <a:cubicBezTo>
                    <a:pt x="2202" y="2837"/>
                    <a:pt x="2837" y="2202"/>
                    <a:pt x="2837" y="1417"/>
                  </a:cubicBezTo>
                  <a:cubicBezTo>
                    <a:pt x="2837" y="636"/>
                    <a:pt x="2202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1623634" y="1490562"/>
              <a:ext cx="188995" cy="114885"/>
            </a:xfrm>
            <a:custGeom>
              <a:avLst/>
              <a:gdLst/>
              <a:ahLst/>
              <a:cxnLst/>
              <a:rect l="l" t="t" r="r" b="b"/>
              <a:pathLst>
                <a:path w="2642" h="1606" extrusionOk="0">
                  <a:moveTo>
                    <a:pt x="935" y="0"/>
                  </a:moveTo>
                  <a:cubicBezTo>
                    <a:pt x="921" y="0"/>
                    <a:pt x="907" y="4"/>
                    <a:pt x="894" y="10"/>
                  </a:cubicBezTo>
                  <a:cubicBezTo>
                    <a:pt x="758" y="85"/>
                    <a:pt x="1009" y="451"/>
                    <a:pt x="1441" y="685"/>
                  </a:cubicBezTo>
                  <a:cubicBezTo>
                    <a:pt x="1377" y="707"/>
                    <a:pt x="1311" y="716"/>
                    <a:pt x="1243" y="716"/>
                  </a:cubicBezTo>
                  <a:cubicBezTo>
                    <a:pt x="819" y="716"/>
                    <a:pt x="362" y="340"/>
                    <a:pt x="118" y="306"/>
                  </a:cubicBezTo>
                  <a:cubicBezTo>
                    <a:pt x="112" y="305"/>
                    <a:pt x="106" y="304"/>
                    <a:pt x="101" y="304"/>
                  </a:cubicBezTo>
                  <a:cubicBezTo>
                    <a:pt x="40" y="304"/>
                    <a:pt x="1" y="369"/>
                    <a:pt x="21" y="429"/>
                  </a:cubicBezTo>
                  <a:cubicBezTo>
                    <a:pt x="140" y="773"/>
                    <a:pt x="400" y="1188"/>
                    <a:pt x="881" y="1417"/>
                  </a:cubicBezTo>
                  <a:cubicBezTo>
                    <a:pt x="1208" y="1575"/>
                    <a:pt x="1697" y="1606"/>
                    <a:pt x="2024" y="1606"/>
                  </a:cubicBezTo>
                  <a:cubicBezTo>
                    <a:pt x="2227" y="1606"/>
                    <a:pt x="2368" y="1594"/>
                    <a:pt x="2368" y="1594"/>
                  </a:cubicBezTo>
                  <a:lnTo>
                    <a:pt x="2641" y="981"/>
                  </a:lnTo>
                  <a:lnTo>
                    <a:pt x="2641" y="976"/>
                  </a:lnTo>
                  <a:cubicBezTo>
                    <a:pt x="2641" y="976"/>
                    <a:pt x="2465" y="535"/>
                    <a:pt x="1852" y="403"/>
                  </a:cubicBezTo>
                  <a:cubicBezTo>
                    <a:pt x="1300" y="287"/>
                    <a:pt x="1074" y="0"/>
                    <a:pt x="93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2606589" y="1210575"/>
              <a:ext cx="189282" cy="114671"/>
            </a:xfrm>
            <a:custGeom>
              <a:avLst/>
              <a:gdLst/>
              <a:ahLst/>
              <a:cxnLst/>
              <a:rect l="l" t="t" r="r" b="b"/>
              <a:pathLst>
                <a:path w="2646" h="1603" extrusionOk="0">
                  <a:moveTo>
                    <a:pt x="1704" y="0"/>
                  </a:moveTo>
                  <a:cubicBezTo>
                    <a:pt x="1565" y="0"/>
                    <a:pt x="1342" y="284"/>
                    <a:pt x="790" y="404"/>
                  </a:cubicBezTo>
                  <a:cubicBezTo>
                    <a:pt x="181" y="536"/>
                    <a:pt x="0" y="977"/>
                    <a:pt x="0" y="977"/>
                  </a:cubicBezTo>
                  <a:lnTo>
                    <a:pt x="278" y="1590"/>
                  </a:lnTo>
                  <a:cubicBezTo>
                    <a:pt x="278" y="1590"/>
                    <a:pt x="421" y="1602"/>
                    <a:pt x="628" y="1602"/>
                  </a:cubicBezTo>
                  <a:cubicBezTo>
                    <a:pt x="954" y="1602"/>
                    <a:pt x="1439" y="1572"/>
                    <a:pt x="1760" y="1418"/>
                  </a:cubicBezTo>
                  <a:cubicBezTo>
                    <a:pt x="2246" y="1189"/>
                    <a:pt x="2506" y="774"/>
                    <a:pt x="2625" y="426"/>
                  </a:cubicBezTo>
                  <a:cubicBezTo>
                    <a:pt x="2646" y="368"/>
                    <a:pt x="2600" y="301"/>
                    <a:pt x="2539" y="301"/>
                  </a:cubicBezTo>
                  <a:cubicBezTo>
                    <a:pt x="2535" y="301"/>
                    <a:pt x="2532" y="302"/>
                    <a:pt x="2528" y="302"/>
                  </a:cubicBezTo>
                  <a:cubicBezTo>
                    <a:pt x="2280" y="340"/>
                    <a:pt x="1826" y="717"/>
                    <a:pt x="1399" y="717"/>
                  </a:cubicBezTo>
                  <a:cubicBezTo>
                    <a:pt x="1332" y="717"/>
                    <a:pt x="1265" y="708"/>
                    <a:pt x="1200" y="686"/>
                  </a:cubicBezTo>
                  <a:cubicBezTo>
                    <a:pt x="1632" y="448"/>
                    <a:pt x="1888" y="82"/>
                    <a:pt x="1747" y="11"/>
                  </a:cubicBezTo>
                  <a:cubicBezTo>
                    <a:pt x="1734" y="4"/>
                    <a:pt x="1719" y="0"/>
                    <a:pt x="170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2209573" y="1119655"/>
              <a:ext cx="429282" cy="395946"/>
            </a:xfrm>
            <a:custGeom>
              <a:avLst/>
              <a:gdLst/>
              <a:ahLst/>
              <a:cxnLst/>
              <a:rect l="l" t="t" r="r" b="b"/>
              <a:pathLst>
                <a:path w="6001" h="5535" extrusionOk="0">
                  <a:moveTo>
                    <a:pt x="1488" y="0"/>
                  </a:moveTo>
                  <a:cubicBezTo>
                    <a:pt x="1386" y="0"/>
                    <a:pt x="1286" y="30"/>
                    <a:pt x="1187" y="95"/>
                  </a:cubicBezTo>
                  <a:cubicBezTo>
                    <a:pt x="0" y="881"/>
                    <a:pt x="1791" y="3691"/>
                    <a:pt x="2802" y="5186"/>
                  </a:cubicBezTo>
                  <a:cubicBezTo>
                    <a:pt x="2967" y="5432"/>
                    <a:pt x="3165" y="5534"/>
                    <a:pt x="3379" y="5534"/>
                  </a:cubicBezTo>
                  <a:cubicBezTo>
                    <a:pt x="4471" y="5534"/>
                    <a:pt x="6000" y="2875"/>
                    <a:pt x="6000" y="2875"/>
                  </a:cubicBezTo>
                  <a:lnTo>
                    <a:pt x="5568" y="2222"/>
                  </a:lnTo>
                  <a:lnTo>
                    <a:pt x="3856" y="3642"/>
                  </a:lnTo>
                  <a:cubicBezTo>
                    <a:pt x="3856" y="3642"/>
                    <a:pt x="2610" y="0"/>
                    <a:pt x="1488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1792956" y="1153061"/>
              <a:ext cx="354170" cy="453890"/>
            </a:xfrm>
            <a:custGeom>
              <a:avLst/>
              <a:gdLst/>
              <a:ahLst/>
              <a:cxnLst/>
              <a:rect l="l" t="t" r="r" b="b"/>
              <a:pathLst>
                <a:path w="4951" h="6345" extrusionOk="0">
                  <a:moveTo>
                    <a:pt x="3454" y="1"/>
                  </a:moveTo>
                  <a:cubicBezTo>
                    <a:pt x="2150" y="1"/>
                    <a:pt x="2454" y="4569"/>
                    <a:pt x="2454" y="4569"/>
                  </a:cubicBezTo>
                  <a:lnTo>
                    <a:pt x="155" y="5509"/>
                  </a:lnTo>
                  <a:lnTo>
                    <a:pt x="1" y="6312"/>
                  </a:lnTo>
                  <a:cubicBezTo>
                    <a:pt x="1" y="6312"/>
                    <a:pt x="374" y="6345"/>
                    <a:pt x="907" y="6345"/>
                  </a:cubicBezTo>
                  <a:cubicBezTo>
                    <a:pt x="2174" y="6345"/>
                    <a:pt x="4343" y="6159"/>
                    <a:pt x="4545" y="4905"/>
                  </a:cubicBezTo>
                  <a:cubicBezTo>
                    <a:pt x="4832" y="3118"/>
                    <a:pt x="4951" y="219"/>
                    <a:pt x="3543" y="8"/>
                  </a:cubicBezTo>
                  <a:cubicBezTo>
                    <a:pt x="3513" y="3"/>
                    <a:pt x="3483" y="1"/>
                    <a:pt x="3454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1980734" y="1116865"/>
              <a:ext cx="435934" cy="572995"/>
            </a:xfrm>
            <a:custGeom>
              <a:avLst/>
              <a:gdLst/>
              <a:ahLst/>
              <a:cxnLst/>
              <a:rect l="l" t="t" r="r" b="b"/>
              <a:pathLst>
                <a:path w="6094" h="8010" extrusionOk="0">
                  <a:moveTo>
                    <a:pt x="4151" y="0"/>
                  </a:moveTo>
                  <a:cubicBezTo>
                    <a:pt x="4112" y="0"/>
                    <a:pt x="4073" y="1"/>
                    <a:pt x="4033" y="2"/>
                  </a:cubicBezTo>
                  <a:cubicBezTo>
                    <a:pt x="3314" y="20"/>
                    <a:pt x="2264" y="95"/>
                    <a:pt x="1108" y="324"/>
                  </a:cubicBezTo>
                  <a:cubicBezTo>
                    <a:pt x="539" y="443"/>
                    <a:pt x="124" y="884"/>
                    <a:pt x="102" y="1409"/>
                  </a:cubicBezTo>
                  <a:cubicBezTo>
                    <a:pt x="1" y="3593"/>
                    <a:pt x="1430" y="8009"/>
                    <a:pt x="1430" y="8009"/>
                  </a:cubicBezTo>
                  <a:lnTo>
                    <a:pt x="5162" y="8009"/>
                  </a:lnTo>
                  <a:cubicBezTo>
                    <a:pt x="5162" y="8009"/>
                    <a:pt x="6093" y="3284"/>
                    <a:pt x="5568" y="964"/>
                  </a:cubicBezTo>
                  <a:cubicBezTo>
                    <a:pt x="5400" y="227"/>
                    <a:pt x="4954" y="0"/>
                    <a:pt x="415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1834303" y="1583558"/>
              <a:ext cx="730372" cy="164960"/>
            </a:xfrm>
            <a:custGeom>
              <a:avLst/>
              <a:gdLst/>
              <a:ahLst/>
              <a:cxnLst/>
              <a:rect l="l" t="t" r="r" b="b"/>
              <a:pathLst>
                <a:path w="10210" h="2306" extrusionOk="0">
                  <a:moveTo>
                    <a:pt x="1140" y="0"/>
                  </a:moveTo>
                  <a:cubicBezTo>
                    <a:pt x="268" y="0"/>
                    <a:pt x="1" y="316"/>
                    <a:pt x="1" y="316"/>
                  </a:cubicBezTo>
                  <a:lnTo>
                    <a:pt x="168" y="2301"/>
                  </a:lnTo>
                  <a:cubicBezTo>
                    <a:pt x="168" y="2301"/>
                    <a:pt x="393" y="2305"/>
                    <a:pt x="797" y="2305"/>
                  </a:cubicBezTo>
                  <a:cubicBezTo>
                    <a:pt x="2277" y="2305"/>
                    <a:pt x="6164" y="2248"/>
                    <a:pt x="10209" y="1714"/>
                  </a:cubicBezTo>
                  <a:cubicBezTo>
                    <a:pt x="9910" y="316"/>
                    <a:pt x="7996" y="163"/>
                    <a:pt x="7172" y="163"/>
                  </a:cubicBezTo>
                  <a:cubicBezTo>
                    <a:pt x="6940" y="163"/>
                    <a:pt x="6795" y="175"/>
                    <a:pt x="6795" y="175"/>
                  </a:cubicBezTo>
                  <a:lnTo>
                    <a:pt x="2427" y="175"/>
                  </a:lnTo>
                  <a:cubicBezTo>
                    <a:pt x="1897" y="46"/>
                    <a:pt x="1474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1672779" y="1606091"/>
              <a:ext cx="534939" cy="562766"/>
            </a:xfrm>
            <a:custGeom>
              <a:avLst/>
              <a:gdLst/>
              <a:ahLst/>
              <a:cxnLst/>
              <a:rect l="l" t="t" r="r" b="b"/>
              <a:pathLst>
                <a:path w="7478" h="786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0" y="1320"/>
                    <a:pt x="4151" y="6477"/>
                    <a:pt x="6128" y="7867"/>
                  </a:cubicBezTo>
                  <a:lnTo>
                    <a:pt x="7478" y="6795"/>
                  </a:lnTo>
                  <a:cubicBezTo>
                    <a:pt x="7478" y="6795"/>
                    <a:pt x="6093" y="3005"/>
                    <a:pt x="4500" y="1024"/>
                  </a:cubicBezTo>
                  <a:lnTo>
                    <a:pt x="225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1677142" y="1681489"/>
              <a:ext cx="305598" cy="133341"/>
            </a:xfrm>
            <a:custGeom>
              <a:avLst/>
              <a:gdLst/>
              <a:ahLst/>
              <a:cxnLst/>
              <a:rect l="l" t="t" r="r" b="b"/>
              <a:pathLst>
                <a:path w="4272" h="1864" extrusionOk="0">
                  <a:moveTo>
                    <a:pt x="2918" y="0"/>
                  </a:moveTo>
                  <a:cubicBezTo>
                    <a:pt x="2523" y="0"/>
                    <a:pt x="2068" y="49"/>
                    <a:pt x="1607" y="94"/>
                  </a:cubicBezTo>
                  <a:cubicBezTo>
                    <a:pt x="1152" y="138"/>
                    <a:pt x="808" y="222"/>
                    <a:pt x="557" y="315"/>
                  </a:cubicBezTo>
                  <a:cubicBezTo>
                    <a:pt x="76" y="491"/>
                    <a:pt x="1" y="1153"/>
                    <a:pt x="438" y="1417"/>
                  </a:cubicBezTo>
                  <a:cubicBezTo>
                    <a:pt x="592" y="1510"/>
                    <a:pt x="790" y="1594"/>
                    <a:pt x="1046" y="1642"/>
                  </a:cubicBezTo>
                  <a:cubicBezTo>
                    <a:pt x="1504" y="1736"/>
                    <a:pt x="2143" y="1864"/>
                    <a:pt x="2723" y="1864"/>
                  </a:cubicBezTo>
                  <a:cubicBezTo>
                    <a:pt x="3428" y="1864"/>
                    <a:pt x="4046" y="1675"/>
                    <a:pt x="4148" y="1007"/>
                  </a:cubicBezTo>
                  <a:cubicBezTo>
                    <a:pt x="4272" y="196"/>
                    <a:pt x="3716" y="0"/>
                    <a:pt x="291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2085532" y="973366"/>
              <a:ext cx="168894" cy="259171"/>
            </a:xfrm>
            <a:custGeom>
              <a:avLst/>
              <a:gdLst/>
              <a:ahLst/>
              <a:cxnLst/>
              <a:rect l="l" t="t" r="r" b="b"/>
              <a:pathLst>
                <a:path w="2361" h="3623" extrusionOk="0">
                  <a:moveTo>
                    <a:pt x="1827" y="1"/>
                  </a:moveTo>
                  <a:lnTo>
                    <a:pt x="0" y="349"/>
                  </a:lnTo>
                  <a:lnTo>
                    <a:pt x="517" y="3067"/>
                  </a:lnTo>
                  <a:cubicBezTo>
                    <a:pt x="582" y="3399"/>
                    <a:pt x="871" y="3622"/>
                    <a:pt x="1189" y="3622"/>
                  </a:cubicBezTo>
                  <a:cubicBezTo>
                    <a:pt x="1255" y="3622"/>
                    <a:pt x="1323" y="3612"/>
                    <a:pt x="1390" y="3592"/>
                  </a:cubicBezTo>
                  <a:cubicBezTo>
                    <a:pt x="1995" y="3402"/>
                    <a:pt x="2361" y="2793"/>
                    <a:pt x="2242" y="2176"/>
                  </a:cubicBezTo>
                  <a:lnTo>
                    <a:pt x="182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1982022" y="823429"/>
              <a:ext cx="298945" cy="304095"/>
            </a:xfrm>
            <a:custGeom>
              <a:avLst/>
              <a:gdLst/>
              <a:ahLst/>
              <a:cxnLst/>
              <a:rect l="l" t="t" r="r" b="b"/>
              <a:pathLst>
                <a:path w="4179" h="4251" extrusionOk="0">
                  <a:moveTo>
                    <a:pt x="2276" y="0"/>
                  </a:moveTo>
                  <a:cubicBezTo>
                    <a:pt x="1612" y="0"/>
                    <a:pt x="958" y="441"/>
                    <a:pt x="547" y="1413"/>
                  </a:cubicBezTo>
                  <a:cubicBezTo>
                    <a:pt x="0" y="2697"/>
                    <a:pt x="362" y="3773"/>
                    <a:pt x="1214" y="4135"/>
                  </a:cubicBezTo>
                  <a:cubicBezTo>
                    <a:pt x="1396" y="4212"/>
                    <a:pt x="1586" y="4251"/>
                    <a:pt x="1777" y="4251"/>
                  </a:cubicBezTo>
                  <a:cubicBezTo>
                    <a:pt x="2481" y="4251"/>
                    <a:pt x="3205" y="3732"/>
                    <a:pt x="3631" y="2723"/>
                  </a:cubicBezTo>
                  <a:cubicBezTo>
                    <a:pt x="4178" y="1439"/>
                    <a:pt x="3764" y="495"/>
                    <a:pt x="2912" y="134"/>
                  </a:cubicBezTo>
                  <a:cubicBezTo>
                    <a:pt x="2704" y="46"/>
                    <a:pt x="2490" y="0"/>
                    <a:pt x="227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1948544" y="1617107"/>
              <a:ext cx="618420" cy="224691"/>
            </a:xfrm>
            <a:custGeom>
              <a:avLst/>
              <a:gdLst/>
              <a:ahLst/>
              <a:cxnLst/>
              <a:rect l="l" t="t" r="r" b="b"/>
              <a:pathLst>
                <a:path w="8645" h="3141" extrusionOk="0">
                  <a:moveTo>
                    <a:pt x="5703" y="1"/>
                  </a:moveTo>
                  <a:cubicBezTo>
                    <a:pt x="3741" y="1"/>
                    <a:pt x="1298" y="583"/>
                    <a:pt x="85" y="1100"/>
                  </a:cubicBezTo>
                  <a:cubicBezTo>
                    <a:pt x="1" y="2031"/>
                    <a:pt x="63" y="2710"/>
                    <a:pt x="63" y="2710"/>
                  </a:cubicBezTo>
                  <a:cubicBezTo>
                    <a:pt x="63" y="2710"/>
                    <a:pt x="2489" y="3141"/>
                    <a:pt x="4756" y="3141"/>
                  </a:cubicBezTo>
                  <a:cubicBezTo>
                    <a:pt x="6728" y="3141"/>
                    <a:pt x="8579" y="2815"/>
                    <a:pt x="8612" y="1598"/>
                  </a:cubicBezTo>
                  <a:cubicBezTo>
                    <a:pt x="8644" y="407"/>
                    <a:pt x="7342" y="1"/>
                    <a:pt x="57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2081097" y="798320"/>
              <a:ext cx="230486" cy="260030"/>
            </a:xfrm>
            <a:custGeom>
              <a:avLst/>
              <a:gdLst/>
              <a:ahLst/>
              <a:cxnLst/>
              <a:rect l="l" t="t" r="r" b="b"/>
              <a:pathLst>
                <a:path w="3222" h="3635" extrusionOk="0">
                  <a:moveTo>
                    <a:pt x="972" y="1"/>
                  </a:moveTo>
                  <a:cubicBezTo>
                    <a:pt x="240" y="1"/>
                    <a:pt x="1" y="643"/>
                    <a:pt x="1" y="643"/>
                  </a:cubicBezTo>
                  <a:cubicBezTo>
                    <a:pt x="1" y="643"/>
                    <a:pt x="1461" y="661"/>
                    <a:pt x="1664" y="1605"/>
                  </a:cubicBezTo>
                  <a:cubicBezTo>
                    <a:pt x="976" y="3612"/>
                    <a:pt x="2114" y="3634"/>
                    <a:pt x="2114" y="3634"/>
                  </a:cubicBezTo>
                  <a:cubicBezTo>
                    <a:pt x="3212" y="2143"/>
                    <a:pt x="3221" y="935"/>
                    <a:pt x="1818" y="233"/>
                  </a:cubicBezTo>
                  <a:cubicBezTo>
                    <a:pt x="1482" y="65"/>
                    <a:pt x="1202" y="1"/>
                    <a:pt x="9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2081097" y="1131172"/>
              <a:ext cx="85627" cy="111595"/>
            </a:xfrm>
            <a:custGeom>
              <a:avLst/>
              <a:gdLst/>
              <a:ahLst/>
              <a:cxnLst/>
              <a:rect l="l" t="t" r="r" b="b"/>
              <a:pathLst>
                <a:path w="1197" h="1560" extrusionOk="0">
                  <a:moveTo>
                    <a:pt x="415" y="0"/>
                  </a:moveTo>
                  <a:cubicBezTo>
                    <a:pt x="415" y="0"/>
                    <a:pt x="1" y="693"/>
                    <a:pt x="407" y="1258"/>
                  </a:cubicBezTo>
                  <a:cubicBezTo>
                    <a:pt x="571" y="1491"/>
                    <a:pt x="733" y="1560"/>
                    <a:pt x="867" y="1560"/>
                  </a:cubicBezTo>
                  <a:cubicBezTo>
                    <a:pt x="1061" y="1560"/>
                    <a:pt x="1196" y="1417"/>
                    <a:pt x="1196" y="1417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2165079" y="1119511"/>
              <a:ext cx="101007" cy="124972"/>
            </a:xfrm>
            <a:custGeom>
              <a:avLst/>
              <a:gdLst/>
              <a:ahLst/>
              <a:cxnLst/>
              <a:rect l="l" t="t" r="r" b="b"/>
              <a:pathLst>
                <a:path w="1412" h="1747" extrusionOk="0">
                  <a:moveTo>
                    <a:pt x="1103" y="0"/>
                  </a:moveTo>
                  <a:lnTo>
                    <a:pt x="0" y="1580"/>
                  </a:lnTo>
                  <a:cubicBezTo>
                    <a:pt x="0" y="1580"/>
                    <a:pt x="227" y="1747"/>
                    <a:pt x="494" y="1747"/>
                  </a:cubicBezTo>
                  <a:cubicBezTo>
                    <a:pt x="664" y="1747"/>
                    <a:pt x="850" y="1680"/>
                    <a:pt x="1006" y="1461"/>
                  </a:cubicBezTo>
                  <a:cubicBezTo>
                    <a:pt x="1412" y="891"/>
                    <a:pt x="1103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2166295" y="1232465"/>
              <a:ext cx="13377" cy="363612"/>
            </a:xfrm>
            <a:custGeom>
              <a:avLst/>
              <a:gdLst/>
              <a:ahLst/>
              <a:cxnLst/>
              <a:rect l="l" t="t" r="r" b="b"/>
              <a:pathLst>
                <a:path w="187" h="5083" extrusionOk="0">
                  <a:moveTo>
                    <a:pt x="1" y="1"/>
                  </a:moveTo>
                  <a:lnTo>
                    <a:pt x="186" y="5083"/>
                  </a:lnTo>
                </a:path>
              </a:pathLst>
            </a:custGeom>
            <a:solidFill>
              <a:srgbClr val="F4D64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2259433" y="1317663"/>
              <a:ext cx="96000" cy="112095"/>
            </a:xfrm>
            <a:custGeom>
              <a:avLst/>
              <a:gdLst/>
              <a:ahLst/>
              <a:cxnLst/>
              <a:rect l="l" t="t" r="r" b="b"/>
              <a:pathLst>
                <a:path w="1342" h="1567" extrusionOk="0">
                  <a:moveTo>
                    <a:pt x="0" y="1"/>
                  </a:moveTo>
                  <a:lnTo>
                    <a:pt x="0" y="896"/>
                  </a:lnTo>
                  <a:cubicBezTo>
                    <a:pt x="0" y="1267"/>
                    <a:pt x="300" y="1567"/>
                    <a:pt x="671" y="1567"/>
                  </a:cubicBezTo>
                  <a:cubicBezTo>
                    <a:pt x="1041" y="1567"/>
                    <a:pt x="1341" y="1267"/>
                    <a:pt x="1341" y="896"/>
                  </a:cubicBezTo>
                  <a:lnTo>
                    <a:pt x="134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972974" y="1180459"/>
              <a:ext cx="569347" cy="425490"/>
            </a:xfrm>
            <a:custGeom>
              <a:avLst/>
              <a:gdLst/>
              <a:ahLst/>
              <a:cxnLst/>
              <a:rect l="l" t="t" r="r" b="b"/>
              <a:pathLst>
                <a:path w="7959" h="5948" extrusionOk="0">
                  <a:moveTo>
                    <a:pt x="1536" y="0"/>
                  </a:moveTo>
                  <a:cubicBezTo>
                    <a:pt x="1478" y="0"/>
                    <a:pt x="1418" y="10"/>
                    <a:pt x="1355" y="31"/>
                  </a:cubicBezTo>
                  <a:cubicBezTo>
                    <a:pt x="1" y="476"/>
                    <a:pt x="601" y="3313"/>
                    <a:pt x="1183" y="5025"/>
                  </a:cubicBezTo>
                  <a:cubicBezTo>
                    <a:pt x="1424" y="5740"/>
                    <a:pt x="2321" y="5947"/>
                    <a:pt x="3282" y="5947"/>
                  </a:cubicBezTo>
                  <a:cubicBezTo>
                    <a:pt x="4152" y="5947"/>
                    <a:pt x="5076" y="5777"/>
                    <a:pt x="5612" y="5660"/>
                  </a:cubicBezTo>
                  <a:cubicBezTo>
                    <a:pt x="5657" y="5663"/>
                    <a:pt x="5773" y="5669"/>
                    <a:pt x="5925" y="5669"/>
                  </a:cubicBezTo>
                  <a:cubicBezTo>
                    <a:pt x="6251" y="5669"/>
                    <a:pt x="6746" y="5640"/>
                    <a:pt x="7077" y="5483"/>
                  </a:cubicBezTo>
                  <a:cubicBezTo>
                    <a:pt x="7558" y="5250"/>
                    <a:pt x="7818" y="4839"/>
                    <a:pt x="7937" y="4491"/>
                  </a:cubicBezTo>
                  <a:cubicBezTo>
                    <a:pt x="7958" y="4433"/>
                    <a:pt x="7916" y="4366"/>
                    <a:pt x="7852" y="4366"/>
                  </a:cubicBezTo>
                  <a:cubicBezTo>
                    <a:pt x="7848" y="4366"/>
                    <a:pt x="7844" y="4367"/>
                    <a:pt x="7840" y="4367"/>
                  </a:cubicBezTo>
                  <a:cubicBezTo>
                    <a:pt x="7596" y="4402"/>
                    <a:pt x="7138" y="4782"/>
                    <a:pt x="6713" y="4782"/>
                  </a:cubicBezTo>
                  <a:cubicBezTo>
                    <a:pt x="6647" y="4782"/>
                    <a:pt x="6581" y="4773"/>
                    <a:pt x="6517" y="4751"/>
                  </a:cubicBezTo>
                  <a:cubicBezTo>
                    <a:pt x="6949" y="4513"/>
                    <a:pt x="7200" y="4147"/>
                    <a:pt x="7064" y="4076"/>
                  </a:cubicBezTo>
                  <a:cubicBezTo>
                    <a:pt x="7050" y="4069"/>
                    <a:pt x="7036" y="4065"/>
                    <a:pt x="7021" y="4065"/>
                  </a:cubicBezTo>
                  <a:cubicBezTo>
                    <a:pt x="6881" y="4065"/>
                    <a:pt x="6655" y="4349"/>
                    <a:pt x="6106" y="4469"/>
                  </a:cubicBezTo>
                  <a:cubicBezTo>
                    <a:pt x="5745" y="4544"/>
                    <a:pt x="5533" y="4729"/>
                    <a:pt x="5423" y="4870"/>
                  </a:cubicBezTo>
                  <a:lnTo>
                    <a:pt x="2992" y="4155"/>
                  </a:lnTo>
                  <a:cubicBezTo>
                    <a:pt x="2992" y="4155"/>
                    <a:pt x="2731" y="0"/>
                    <a:pt x="153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916533" y="1177669"/>
              <a:ext cx="279988" cy="223404"/>
            </a:xfrm>
            <a:custGeom>
              <a:avLst/>
              <a:gdLst/>
              <a:ahLst/>
              <a:cxnLst/>
              <a:rect l="l" t="t" r="r" b="b"/>
              <a:pathLst>
                <a:path w="3914" h="3123" extrusionOk="0">
                  <a:moveTo>
                    <a:pt x="2168" y="0"/>
                  </a:moveTo>
                  <a:cubicBezTo>
                    <a:pt x="2004" y="0"/>
                    <a:pt x="1827" y="35"/>
                    <a:pt x="1637" y="114"/>
                  </a:cubicBezTo>
                  <a:cubicBezTo>
                    <a:pt x="0" y="784"/>
                    <a:pt x="1522" y="3122"/>
                    <a:pt x="1522" y="3122"/>
                  </a:cubicBezTo>
                  <a:lnTo>
                    <a:pt x="3913" y="1993"/>
                  </a:lnTo>
                  <a:cubicBezTo>
                    <a:pt x="3913" y="1993"/>
                    <a:pt x="3411" y="0"/>
                    <a:pt x="216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719885" y="1161216"/>
              <a:ext cx="436220" cy="580077"/>
            </a:xfrm>
            <a:custGeom>
              <a:avLst/>
              <a:gdLst/>
              <a:ahLst/>
              <a:cxnLst/>
              <a:rect l="l" t="t" r="r" b="b"/>
              <a:pathLst>
                <a:path w="6098" h="8109" extrusionOk="0">
                  <a:moveTo>
                    <a:pt x="3224" y="1"/>
                  </a:moveTo>
                  <a:cubicBezTo>
                    <a:pt x="2675" y="1"/>
                    <a:pt x="2050" y="26"/>
                    <a:pt x="1386" y="101"/>
                  </a:cubicBezTo>
                  <a:cubicBezTo>
                    <a:pt x="808" y="167"/>
                    <a:pt x="362" y="573"/>
                    <a:pt x="292" y="1094"/>
                  </a:cubicBezTo>
                  <a:cubicBezTo>
                    <a:pt x="1" y="3260"/>
                    <a:pt x="1042" y="7782"/>
                    <a:pt x="1042" y="7782"/>
                  </a:cubicBezTo>
                  <a:lnTo>
                    <a:pt x="4756" y="8108"/>
                  </a:lnTo>
                  <a:cubicBezTo>
                    <a:pt x="4756" y="8108"/>
                    <a:pt x="6097" y="3480"/>
                    <a:pt x="5775" y="1125"/>
                  </a:cubicBezTo>
                  <a:cubicBezTo>
                    <a:pt x="5670" y="339"/>
                    <a:pt x="5206" y="88"/>
                    <a:pt x="4333" y="35"/>
                  </a:cubicBezTo>
                  <a:cubicBezTo>
                    <a:pt x="4021" y="16"/>
                    <a:pt x="3645" y="1"/>
                    <a:pt x="322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611296" y="1549149"/>
              <a:ext cx="740816" cy="242575"/>
            </a:xfrm>
            <a:custGeom>
              <a:avLst/>
              <a:gdLst/>
              <a:ahLst/>
              <a:cxnLst/>
              <a:rect l="l" t="t" r="r" b="b"/>
              <a:pathLst>
                <a:path w="10356" h="3391" extrusionOk="0">
                  <a:moveTo>
                    <a:pt x="7553" y="1"/>
                  </a:moveTo>
                  <a:cubicBezTo>
                    <a:pt x="7030" y="1"/>
                    <a:pt x="6649" y="60"/>
                    <a:pt x="6649" y="60"/>
                  </a:cubicBezTo>
                  <a:lnTo>
                    <a:pt x="2361" y="876"/>
                  </a:lnTo>
                  <a:lnTo>
                    <a:pt x="2361" y="881"/>
                  </a:lnTo>
                  <a:cubicBezTo>
                    <a:pt x="2227" y="874"/>
                    <a:pt x="2099" y="871"/>
                    <a:pt x="1979" y="871"/>
                  </a:cubicBezTo>
                  <a:cubicBezTo>
                    <a:pt x="338" y="871"/>
                    <a:pt x="1" y="1472"/>
                    <a:pt x="1" y="1472"/>
                  </a:cubicBezTo>
                  <a:lnTo>
                    <a:pt x="535" y="3391"/>
                  </a:lnTo>
                  <a:cubicBezTo>
                    <a:pt x="535" y="3391"/>
                    <a:pt x="5427" y="2906"/>
                    <a:pt x="10355" y="1278"/>
                  </a:cubicBezTo>
                  <a:cubicBezTo>
                    <a:pt x="9895" y="194"/>
                    <a:pt x="8494" y="1"/>
                    <a:pt x="755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467941" y="1567820"/>
              <a:ext cx="637949" cy="238641"/>
            </a:xfrm>
            <a:custGeom>
              <a:avLst/>
              <a:gdLst/>
              <a:ahLst/>
              <a:cxnLst/>
              <a:rect l="l" t="t" r="r" b="b"/>
              <a:pathLst>
                <a:path w="8918" h="3336" extrusionOk="0">
                  <a:moveTo>
                    <a:pt x="2066" y="1"/>
                  </a:moveTo>
                  <a:cubicBezTo>
                    <a:pt x="1116" y="1"/>
                    <a:pt x="429" y="307"/>
                    <a:pt x="307" y="1114"/>
                  </a:cubicBezTo>
                  <a:cubicBezTo>
                    <a:pt x="0" y="3107"/>
                    <a:pt x="5286" y="3335"/>
                    <a:pt x="7722" y="3335"/>
                  </a:cubicBezTo>
                  <a:cubicBezTo>
                    <a:pt x="8429" y="3335"/>
                    <a:pt x="8896" y="3316"/>
                    <a:pt x="8917" y="3315"/>
                  </a:cubicBezTo>
                  <a:lnTo>
                    <a:pt x="8917" y="3315"/>
                  </a:lnTo>
                  <a:cubicBezTo>
                    <a:pt x="8917" y="3315"/>
                    <a:pt x="8917" y="3315"/>
                    <a:pt x="8918" y="3315"/>
                  </a:cubicBezTo>
                  <a:cubicBezTo>
                    <a:pt x="8918" y="3315"/>
                    <a:pt x="8918" y="3315"/>
                    <a:pt x="8918" y="3315"/>
                  </a:cubicBezTo>
                  <a:lnTo>
                    <a:pt x="8918" y="3315"/>
                  </a:lnTo>
                  <a:cubicBezTo>
                    <a:pt x="8918" y="3315"/>
                    <a:pt x="8918" y="3315"/>
                    <a:pt x="8917" y="3315"/>
                  </a:cubicBezTo>
                  <a:lnTo>
                    <a:pt x="8917" y="3315"/>
                  </a:lnTo>
                  <a:cubicBezTo>
                    <a:pt x="8909" y="3315"/>
                    <a:pt x="8843" y="3283"/>
                    <a:pt x="8918" y="2406"/>
                  </a:cubicBezTo>
                  <a:cubicBezTo>
                    <a:pt x="7528" y="1493"/>
                    <a:pt x="4160" y="1"/>
                    <a:pt x="206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1064824" y="1715682"/>
              <a:ext cx="295440" cy="144071"/>
            </a:xfrm>
            <a:custGeom>
              <a:avLst/>
              <a:gdLst/>
              <a:ahLst/>
              <a:cxnLst/>
              <a:rect l="l" t="t" r="r" b="b"/>
              <a:pathLst>
                <a:path w="4130" h="2014" extrusionOk="0">
                  <a:moveTo>
                    <a:pt x="893" y="0"/>
                  </a:moveTo>
                  <a:cubicBezTo>
                    <a:pt x="387" y="0"/>
                    <a:pt x="47" y="204"/>
                    <a:pt x="31" y="829"/>
                  </a:cubicBezTo>
                  <a:cubicBezTo>
                    <a:pt x="1" y="1889"/>
                    <a:pt x="1446" y="2013"/>
                    <a:pt x="2505" y="2013"/>
                  </a:cubicBezTo>
                  <a:cubicBezTo>
                    <a:pt x="2672" y="2013"/>
                    <a:pt x="2829" y="2010"/>
                    <a:pt x="2970" y="2007"/>
                  </a:cubicBezTo>
                  <a:cubicBezTo>
                    <a:pt x="3230" y="2003"/>
                    <a:pt x="3442" y="1959"/>
                    <a:pt x="3609" y="1892"/>
                  </a:cubicBezTo>
                  <a:cubicBezTo>
                    <a:pt x="4086" y="1707"/>
                    <a:pt x="4130" y="1045"/>
                    <a:pt x="3689" y="785"/>
                  </a:cubicBezTo>
                  <a:cubicBezTo>
                    <a:pt x="3459" y="648"/>
                    <a:pt x="3137" y="507"/>
                    <a:pt x="2696" y="379"/>
                  </a:cubicBezTo>
                  <a:cubicBezTo>
                    <a:pt x="2033" y="192"/>
                    <a:pt x="1385" y="0"/>
                    <a:pt x="8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869464" y="1000191"/>
              <a:ext cx="168894" cy="259171"/>
            </a:xfrm>
            <a:custGeom>
              <a:avLst/>
              <a:gdLst/>
              <a:ahLst/>
              <a:cxnLst/>
              <a:rect l="l" t="t" r="r" b="b"/>
              <a:pathLst>
                <a:path w="2361" h="3623" extrusionOk="0">
                  <a:moveTo>
                    <a:pt x="534" y="1"/>
                  </a:moveTo>
                  <a:lnTo>
                    <a:pt x="120" y="2176"/>
                  </a:lnTo>
                  <a:cubicBezTo>
                    <a:pt x="1" y="2793"/>
                    <a:pt x="367" y="3402"/>
                    <a:pt x="971" y="3592"/>
                  </a:cubicBezTo>
                  <a:cubicBezTo>
                    <a:pt x="1038" y="3612"/>
                    <a:pt x="1106" y="3622"/>
                    <a:pt x="1173" y="3622"/>
                  </a:cubicBezTo>
                  <a:cubicBezTo>
                    <a:pt x="1490" y="3622"/>
                    <a:pt x="1778" y="3399"/>
                    <a:pt x="1840" y="3067"/>
                  </a:cubicBezTo>
                  <a:lnTo>
                    <a:pt x="2361" y="349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842996" y="850255"/>
              <a:ext cx="298873" cy="304095"/>
            </a:xfrm>
            <a:custGeom>
              <a:avLst/>
              <a:gdLst/>
              <a:ahLst/>
              <a:cxnLst/>
              <a:rect l="l" t="t" r="r" b="b"/>
              <a:pathLst>
                <a:path w="4178" h="4251" extrusionOk="0">
                  <a:moveTo>
                    <a:pt x="1900" y="0"/>
                  </a:moveTo>
                  <a:cubicBezTo>
                    <a:pt x="1687" y="0"/>
                    <a:pt x="1473" y="46"/>
                    <a:pt x="1266" y="134"/>
                  </a:cubicBezTo>
                  <a:cubicBezTo>
                    <a:pt x="415" y="495"/>
                    <a:pt x="0" y="1439"/>
                    <a:pt x="543" y="2723"/>
                  </a:cubicBezTo>
                  <a:cubicBezTo>
                    <a:pt x="973" y="3732"/>
                    <a:pt x="1697" y="4251"/>
                    <a:pt x="2401" y="4251"/>
                  </a:cubicBezTo>
                  <a:cubicBezTo>
                    <a:pt x="2592" y="4251"/>
                    <a:pt x="2783" y="4212"/>
                    <a:pt x="2965" y="4135"/>
                  </a:cubicBezTo>
                  <a:cubicBezTo>
                    <a:pt x="3816" y="3773"/>
                    <a:pt x="4178" y="2697"/>
                    <a:pt x="3631" y="1413"/>
                  </a:cubicBezTo>
                  <a:cubicBezTo>
                    <a:pt x="3220" y="441"/>
                    <a:pt x="2564" y="0"/>
                    <a:pt x="190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482891" y="1714395"/>
              <a:ext cx="296083" cy="145073"/>
            </a:xfrm>
            <a:custGeom>
              <a:avLst/>
              <a:gdLst/>
              <a:ahLst/>
              <a:cxnLst/>
              <a:rect l="l" t="t" r="r" b="b"/>
              <a:pathLst>
                <a:path w="4139" h="2028" extrusionOk="0">
                  <a:moveTo>
                    <a:pt x="3247" y="0"/>
                  </a:moveTo>
                  <a:cubicBezTo>
                    <a:pt x="2753" y="0"/>
                    <a:pt x="2099" y="201"/>
                    <a:pt x="1430" y="397"/>
                  </a:cubicBezTo>
                  <a:cubicBezTo>
                    <a:pt x="989" y="525"/>
                    <a:pt x="671" y="671"/>
                    <a:pt x="437" y="812"/>
                  </a:cubicBezTo>
                  <a:cubicBezTo>
                    <a:pt x="0" y="1072"/>
                    <a:pt x="53" y="1738"/>
                    <a:pt x="530" y="1915"/>
                  </a:cubicBezTo>
                  <a:lnTo>
                    <a:pt x="525" y="1915"/>
                  </a:lnTo>
                  <a:cubicBezTo>
                    <a:pt x="697" y="1981"/>
                    <a:pt x="909" y="2025"/>
                    <a:pt x="1170" y="2025"/>
                  </a:cubicBezTo>
                  <a:cubicBezTo>
                    <a:pt x="1273" y="2026"/>
                    <a:pt x="1385" y="2028"/>
                    <a:pt x="1504" y="2028"/>
                  </a:cubicBezTo>
                  <a:cubicBezTo>
                    <a:pt x="2571" y="2028"/>
                    <a:pt x="4139" y="1924"/>
                    <a:pt x="4099" y="821"/>
                  </a:cubicBezTo>
                  <a:cubicBezTo>
                    <a:pt x="4077" y="204"/>
                    <a:pt x="3743" y="0"/>
                    <a:pt x="32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736624" y="1556947"/>
              <a:ext cx="643672" cy="262605"/>
            </a:xfrm>
            <a:custGeom>
              <a:avLst/>
              <a:gdLst/>
              <a:ahLst/>
              <a:cxnLst/>
              <a:rect l="l" t="t" r="r" b="b"/>
              <a:pathLst>
                <a:path w="8998" h="3671" extrusionOk="0">
                  <a:moveTo>
                    <a:pt x="6678" y="1"/>
                  </a:moveTo>
                  <a:cubicBezTo>
                    <a:pt x="4577" y="1"/>
                    <a:pt x="1351" y="1337"/>
                    <a:pt x="0" y="2241"/>
                  </a:cubicBezTo>
                  <a:cubicBezTo>
                    <a:pt x="93" y="3172"/>
                    <a:pt x="322" y="3670"/>
                    <a:pt x="322" y="3670"/>
                  </a:cubicBezTo>
                  <a:cubicBezTo>
                    <a:pt x="322" y="3670"/>
                    <a:pt x="352" y="3670"/>
                    <a:pt x="407" y="3670"/>
                  </a:cubicBezTo>
                  <a:cubicBezTo>
                    <a:pt x="1300" y="3670"/>
                    <a:pt x="8998" y="3600"/>
                    <a:pt x="8603" y="1169"/>
                  </a:cubicBezTo>
                  <a:cubicBezTo>
                    <a:pt x="8465" y="321"/>
                    <a:pt x="7706" y="1"/>
                    <a:pt x="667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736195" y="1185681"/>
              <a:ext cx="519845" cy="416262"/>
            </a:xfrm>
            <a:custGeom>
              <a:avLst/>
              <a:gdLst/>
              <a:ahLst/>
              <a:cxnLst/>
              <a:rect l="l" t="t" r="r" b="b"/>
              <a:pathLst>
                <a:path w="7267" h="5819" extrusionOk="0">
                  <a:moveTo>
                    <a:pt x="997" y="1"/>
                  </a:moveTo>
                  <a:cubicBezTo>
                    <a:pt x="419" y="1"/>
                    <a:pt x="1" y="692"/>
                    <a:pt x="253" y="1837"/>
                  </a:cubicBezTo>
                  <a:cubicBezTo>
                    <a:pt x="615" y="3491"/>
                    <a:pt x="1740" y="5415"/>
                    <a:pt x="2808" y="5790"/>
                  </a:cubicBezTo>
                  <a:cubicBezTo>
                    <a:pt x="2864" y="5810"/>
                    <a:pt x="2921" y="5819"/>
                    <a:pt x="2979" y="5819"/>
                  </a:cubicBezTo>
                  <a:cubicBezTo>
                    <a:pt x="3838" y="5819"/>
                    <a:pt x="4877" y="3761"/>
                    <a:pt x="5212" y="3050"/>
                  </a:cubicBezTo>
                  <a:cubicBezTo>
                    <a:pt x="5233" y="3050"/>
                    <a:pt x="5255" y="3051"/>
                    <a:pt x="5277" y="3051"/>
                  </a:cubicBezTo>
                  <a:cubicBezTo>
                    <a:pt x="5603" y="3051"/>
                    <a:pt x="6067" y="3018"/>
                    <a:pt x="6381" y="2865"/>
                  </a:cubicBezTo>
                  <a:cubicBezTo>
                    <a:pt x="6866" y="2635"/>
                    <a:pt x="7127" y="2221"/>
                    <a:pt x="7246" y="1877"/>
                  </a:cubicBezTo>
                  <a:cubicBezTo>
                    <a:pt x="7267" y="1814"/>
                    <a:pt x="7221" y="1748"/>
                    <a:pt x="7160" y="1748"/>
                  </a:cubicBezTo>
                  <a:cubicBezTo>
                    <a:pt x="7156" y="1748"/>
                    <a:pt x="7153" y="1748"/>
                    <a:pt x="7149" y="1749"/>
                  </a:cubicBezTo>
                  <a:lnTo>
                    <a:pt x="7149" y="1753"/>
                  </a:lnTo>
                  <a:cubicBezTo>
                    <a:pt x="6901" y="1787"/>
                    <a:pt x="6447" y="2164"/>
                    <a:pt x="6020" y="2164"/>
                  </a:cubicBezTo>
                  <a:cubicBezTo>
                    <a:pt x="5953" y="2164"/>
                    <a:pt x="5886" y="2154"/>
                    <a:pt x="5821" y="2133"/>
                  </a:cubicBezTo>
                  <a:cubicBezTo>
                    <a:pt x="6258" y="1899"/>
                    <a:pt x="6509" y="1533"/>
                    <a:pt x="6372" y="1458"/>
                  </a:cubicBezTo>
                  <a:cubicBezTo>
                    <a:pt x="6359" y="1451"/>
                    <a:pt x="6345" y="1448"/>
                    <a:pt x="6331" y="1448"/>
                  </a:cubicBezTo>
                  <a:cubicBezTo>
                    <a:pt x="6189" y="1448"/>
                    <a:pt x="5966" y="1734"/>
                    <a:pt x="5411" y="1850"/>
                  </a:cubicBezTo>
                  <a:cubicBezTo>
                    <a:pt x="5102" y="1921"/>
                    <a:pt x="4903" y="2066"/>
                    <a:pt x="4784" y="2194"/>
                  </a:cubicBezTo>
                  <a:lnTo>
                    <a:pt x="4780" y="2190"/>
                  </a:lnTo>
                  <a:lnTo>
                    <a:pt x="3152" y="3990"/>
                  </a:lnTo>
                  <a:cubicBezTo>
                    <a:pt x="3152" y="3990"/>
                    <a:pt x="2715" y="1409"/>
                    <a:pt x="1824" y="438"/>
                  </a:cubicBezTo>
                  <a:cubicBezTo>
                    <a:pt x="1547" y="139"/>
                    <a:pt x="1256" y="1"/>
                    <a:pt x="99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659295" y="1169800"/>
              <a:ext cx="277770" cy="231273"/>
            </a:xfrm>
            <a:custGeom>
              <a:avLst/>
              <a:gdLst/>
              <a:ahLst/>
              <a:cxnLst/>
              <a:rect l="l" t="t" r="r" b="b"/>
              <a:pathLst>
                <a:path w="3883" h="3233" extrusionOk="0">
                  <a:moveTo>
                    <a:pt x="2144" y="1"/>
                  </a:moveTo>
                  <a:cubicBezTo>
                    <a:pt x="1986" y="1"/>
                    <a:pt x="1816" y="34"/>
                    <a:pt x="1633" y="109"/>
                  </a:cubicBezTo>
                  <a:cubicBezTo>
                    <a:pt x="1" y="784"/>
                    <a:pt x="1487" y="3232"/>
                    <a:pt x="1487" y="3232"/>
                  </a:cubicBezTo>
                  <a:lnTo>
                    <a:pt x="3883" y="2103"/>
                  </a:lnTo>
                  <a:cubicBezTo>
                    <a:pt x="3883" y="2103"/>
                    <a:pt x="3399" y="1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812379" y="822642"/>
              <a:ext cx="271118" cy="277341"/>
            </a:xfrm>
            <a:custGeom>
              <a:avLst/>
              <a:gdLst/>
              <a:ahLst/>
              <a:cxnLst/>
              <a:rect l="l" t="t" r="r" b="b"/>
              <a:pathLst>
                <a:path w="3790" h="3877" extrusionOk="0">
                  <a:moveTo>
                    <a:pt x="2581" y="1"/>
                  </a:moveTo>
                  <a:cubicBezTo>
                    <a:pt x="2206" y="1"/>
                    <a:pt x="1744" y="74"/>
                    <a:pt x="1218" y="387"/>
                  </a:cubicBezTo>
                  <a:cubicBezTo>
                    <a:pt x="0" y="1111"/>
                    <a:pt x="296" y="2161"/>
                    <a:pt x="1063" y="3877"/>
                  </a:cubicBezTo>
                  <a:cubicBezTo>
                    <a:pt x="1063" y="3877"/>
                    <a:pt x="2294" y="3541"/>
                    <a:pt x="1518" y="1940"/>
                  </a:cubicBezTo>
                  <a:cubicBezTo>
                    <a:pt x="1734" y="1225"/>
                    <a:pt x="2435" y="965"/>
                    <a:pt x="3009" y="908"/>
                  </a:cubicBezTo>
                  <a:cubicBezTo>
                    <a:pt x="3582" y="850"/>
                    <a:pt x="3790" y="365"/>
                    <a:pt x="3556" y="8"/>
                  </a:cubicBezTo>
                  <a:lnTo>
                    <a:pt x="3556" y="8"/>
                  </a:lnTo>
                  <a:cubicBezTo>
                    <a:pt x="3511" y="46"/>
                    <a:pt x="3445" y="59"/>
                    <a:pt x="3360" y="59"/>
                  </a:cubicBezTo>
                  <a:cubicBezTo>
                    <a:pt x="3181" y="59"/>
                    <a:pt x="2915" y="1"/>
                    <a:pt x="25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888148" y="1001822"/>
              <a:ext cx="66957" cy="78188"/>
            </a:xfrm>
            <a:custGeom>
              <a:avLst/>
              <a:gdLst/>
              <a:ahLst/>
              <a:cxnLst/>
              <a:rect l="l" t="t" r="r" b="b"/>
              <a:pathLst>
                <a:path w="936" h="1093" extrusionOk="0">
                  <a:moveTo>
                    <a:pt x="489" y="1"/>
                  </a:moveTo>
                  <a:cubicBezTo>
                    <a:pt x="435" y="1"/>
                    <a:pt x="380" y="12"/>
                    <a:pt x="327" y="35"/>
                  </a:cubicBezTo>
                  <a:cubicBezTo>
                    <a:pt x="106" y="127"/>
                    <a:pt x="0" y="370"/>
                    <a:pt x="142" y="701"/>
                  </a:cubicBezTo>
                  <a:cubicBezTo>
                    <a:pt x="252" y="960"/>
                    <a:pt x="436" y="1092"/>
                    <a:pt x="617" y="1092"/>
                  </a:cubicBezTo>
                  <a:cubicBezTo>
                    <a:pt x="667" y="1092"/>
                    <a:pt x="716" y="1083"/>
                    <a:pt x="764" y="1063"/>
                  </a:cubicBezTo>
                  <a:lnTo>
                    <a:pt x="936" y="366"/>
                  </a:lnTo>
                  <a:cubicBezTo>
                    <a:pt x="829" y="115"/>
                    <a:pt x="661" y="1"/>
                    <a:pt x="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927263" y="1471033"/>
              <a:ext cx="34408" cy="35124"/>
            </a:xfrm>
            <a:custGeom>
              <a:avLst/>
              <a:gdLst/>
              <a:ahLst/>
              <a:cxnLst/>
              <a:rect l="l" t="t" r="r" b="b"/>
              <a:pathLst>
                <a:path w="481" h="491" extrusionOk="0">
                  <a:moveTo>
                    <a:pt x="481" y="1"/>
                  </a:moveTo>
                  <a:lnTo>
                    <a:pt x="0" y="49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2100325" y="2087600"/>
              <a:ext cx="230504" cy="243308"/>
            </a:xfrm>
            <a:custGeom>
              <a:avLst/>
              <a:gdLst/>
              <a:ahLst/>
              <a:cxnLst/>
              <a:rect l="l" t="t" r="r" b="b"/>
              <a:pathLst>
                <a:path w="3441" h="3632" extrusionOk="0">
                  <a:moveTo>
                    <a:pt x="1502" y="1"/>
                  </a:moveTo>
                  <a:cubicBezTo>
                    <a:pt x="1384" y="1"/>
                    <a:pt x="1260" y="26"/>
                    <a:pt x="1130" y="82"/>
                  </a:cubicBezTo>
                  <a:cubicBezTo>
                    <a:pt x="1" y="567"/>
                    <a:pt x="848" y="1613"/>
                    <a:pt x="1695" y="2724"/>
                  </a:cubicBezTo>
                  <a:cubicBezTo>
                    <a:pt x="1977" y="3086"/>
                    <a:pt x="2229" y="3333"/>
                    <a:pt x="2440" y="3501"/>
                  </a:cubicBezTo>
                  <a:cubicBezTo>
                    <a:pt x="2556" y="3591"/>
                    <a:pt x="2687" y="3631"/>
                    <a:pt x="2816" y="3631"/>
                  </a:cubicBezTo>
                  <a:cubicBezTo>
                    <a:pt x="3137" y="3631"/>
                    <a:pt x="3441" y="3382"/>
                    <a:pt x="3437" y="3020"/>
                  </a:cubicBezTo>
                  <a:cubicBezTo>
                    <a:pt x="3437" y="2835"/>
                    <a:pt x="3402" y="2623"/>
                    <a:pt x="3314" y="2380"/>
                  </a:cubicBezTo>
                  <a:cubicBezTo>
                    <a:pt x="2990" y="1525"/>
                    <a:pt x="2416" y="1"/>
                    <a:pt x="150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 Questions</a:t>
            </a:r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1"/>
          </p:nvPr>
        </p:nvSpPr>
        <p:spPr>
          <a:xfrm>
            <a:off x="519825" y="1345450"/>
            <a:ext cx="3848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Q1. Why are communication skills a fundamental part of leadership?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Q2. List some aspects of non-verbal communication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Q3. What are the 3 components of communication?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7"/>
          <p:cNvSpPr txBox="1"/>
          <p:nvPr/>
        </p:nvSpPr>
        <p:spPr>
          <a:xfrm>
            <a:off x="3787550" y="1394050"/>
            <a:ext cx="4852800" cy="3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A1. Communication skills are a fundamental part of leadership because they permit the flow of ideas from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one individual to another or to a group, and vice versa.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A2. Some aspects of non-verbal communication include: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eye contact;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body posture;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gestures;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facial expressions; and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voice tone, volume changes.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A3. Communication consists of three things: sending, receiving and responding to a message.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>
            <a:spLocks noGrp="1"/>
          </p:cNvSpPr>
          <p:nvPr>
            <p:ph type="title"/>
          </p:nvPr>
        </p:nvSpPr>
        <p:spPr>
          <a:xfrm>
            <a:off x="3058953" y="2009850"/>
            <a:ext cx="5370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Three Styles of Communication</a:t>
            </a:r>
            <a:endParaRPr sz="3000"/>
          </a:p>
        </p:txBody>
      </p:sp>
      <p:sp>
        <p:nvSpPr>
          <p:cNvPr id="393" name="Google Shape;393;p38"/>
          <p:cNvSpPr txBox="1">
            <a:spLocks noGrp="1"/>
          </p:cNvSpPr>
          <p:nvPr>
            <p:ph type="title" idx="2"/>
          </p:nvPr>
        </p:nvSpPr>
        <p:spPr>
          <a:xfrm>
            <a:off x="4868680" y="706600"/>
            <a:ext cx="1750800" cy="11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4" name="Google Shape;394;p38"/>
          <p:cNvSpPr/>
          <p:nvPr/>
        </p:nvSpPr>
        <p:spPr>
          <a:xfrm flipH="1">
            <a:off x="1496406" y="1914725"/>
            <a:ext cx="786620" cy="690901"/>
          </a:xfrm>
          <a:custGeom>
            <a:avLst/>
            <a:gdLst/>
            <a:ahLst/>
            <a:cxnLst/>
            <a:rect l="l" t="t" r="r" b="b"/>
            <a:pathLst>
              <a:path w="4298" h="3775" extrusionOk="0">
                <a:moveTo>
                  <a:pt x="3966" y="0"/>
                </a:moveTo>
                <a:cubicBezTo>
                  <a:pt x="3966" y="0"/>
                  <a:pt x="3084" y="106"/>
                  <a:pt x="2978" y="2956"/>
                </a:cubicBezTo>
                <a:lnTo>
                  <a:pt x="1544" y="2978"/>
                </a:lnTo>
                <a:cubicBezTo>
                  <a:pt x="1465" y="2938"/>
                  <a:pt x="1353" y="2902"/>
                  <a:pt x="1211" y="2902"/>
                </a:cubicBezTo>
                <a:cubicBezTo>
                  <a:pt x="1180" y="2902"/>
                  <a:pt x="1146" y="2904"/>
                  <a:pt x="1112" y="2908"/>
                </a:cubicBezTo>
                <a:cubicBezTo>
                  <a:pt x="1057" y="2914"/>
                  <a:pt x="1006" y="2917"/>
                  <a:pt x="958" y="2917"/>
                </a:cubicBezTo>
                <a:cubicBezTo>
                  <a:pt x="732" y="2917"/>
                  <a:pt x="590" y="2853"/>
                  <a:pt x="512" y="2853"/>
                </a:cubicBezTo>
                <a:cubicBezTo>
                  <a:pt x="489" y="2853"/>
                  <a:pt x="472" y="2859"/>
                  <a:pt x="459" y="2872"/>
                </a:cubicBezTo>
                <a:cubicBezTo>
                  <a:pt x="393" y="2943"/>
                  <a:pt x="618" y="3110"/>
                  <a:pt x="922" y="3163"/>
                </a:cubicBezTo>
                <a:cubicBezTo>
                  <a:pt x="834" y="3231"/>
                  <a:pt x="722" y="3252"/>
                  <a:pt x="606" y="3252"/>
                </a:cubicBezTo>
                <a:cubicBezTo>
                  <a:pt x="427" y="3252"/>
                  <a:pt x="238" y="3203"/>
                  <a:pt x="115" y="3203"/>
                </a:cubicBezTo>
                <a:cubicBezTo>
                  <a:pt x="94" y="3203"/>
                  <a:pt x="74" y="3204"/>
                  <a:pt x="58" y="3208"/>
                </a:cubicBezTo>
                <a:cubicBezTo>
                  <a:pt x="18" y="3216"/>
                  <a:pt x="0" y="3265"/>
                  <a:pt x="27" y="3300"/>
                </a:cubicBezTo>
                <a:cubicBezTo>
                  <a:pt x="168" y="3481"/>
                  <a:pt x="406" y="3675"/>
                  <a:pt x="741" y="3710"/>
                </a:cubicBezTo>
                <a:cubicBezTo>
                  <a:pt x="770" y="3714"/>
                  <a:pt x="800" y="3715"/>
                  <a:pt x="830" y="3715"/>
                </a:cubicBezTo>
                <a:cubicBezTo>
                  <a:pt x="1045" y="3715"/>
                  <a:pt x="1299" y="3640"/>
                  <a:pt x="1469" y="3582"/>
                </a:cubicBezTo>
                <a:cubicBezTo>
                  <a:pt x="1550" y="3603"/>
                  <a:pt x="2309" y="3774"/>
                  <a:pt x="2979" y="3774"/>
                </a:cubicBezTo>
                <a:cubicBezTo>
                  <a:pt x="3188" y="3774"/>
                  <a:pt x="3387" y="3758"/>
                  <a:pt x="3556" y="3715"/>
                </a:cubicBezTo>
                <a:cubicBezTo>
                  <a:pt x="4297" y="3525"/>
                  <a:pt x="3627" y="2078"/>
                  <a:pt x="3627" y="2078"/>
                </a:cubicBezTo>
                <a:lnTo>
                  <a:pt x="3966" y="5"/>
                </a:lnTo>
                <a:lnTo>
                  <a:pt x="396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8"/>
          <p:cNvSpPr/>
          <p:nvPr/>
        </p:nvSpPr>
        <p:spPr>
          <a:xfrm flipH="1">
            <a:off x="798001" y="1407575"/>
            <a:ext cx="643315" cy="892772"/>
          </a:xfrm>
          <a:custGeom>
            <a:avLst/>
            <a:gdLst/>
            <a:ahLst/>
            <a:cxnLst/>
            <a:rect l="l" t="t" r="r" b="b"/>
            <a:pathLst>
              <a:path w="3515" h="4878" extrusionOk="0">
                <a:moveTo>
                  <a:pt x="959" y="0"/>
                </a:moveTo>
                <a:cubicBezTo>
                  <a:pt x="436" y="0"/>
                  <a:pt x="0" y="595"/>
                  <a:pt x="329" y="1126"/>
                </a:cubicBezTo>
                <a:cubicBezTo>
                  <a:pt x="563" y="1505"/>
                  <a:pt x="867" y="1937"/>
                  <a:pt x="717" y="2780"/>
                </a:cubicBezTo>
                <a:cubicBezTo>
                  <a:pt x="486" y="4035"/>
                  <a:pt x="956" y="4877"/>
                  <a:pt x="1793" y="4877"/>
                </a:cubicBezTo>
                <a:cubicBezTo>
                  <a:pt x="1963" y="4877"/>
                  <a:pt x="2148" y="4843"/>
                  <a:pt x="2345" y="4770"/>
                </a:cubicBezTo>
                <a:cubicBezTo>
                  <a:pt x="3514" y="4337"/>
                  <a:pt x="3497" y="3080"/>
                  <a:pt x="2566" y="2458"/>
                </a:cubicBezTo>
                <a:cubicBezTo>
                  <a:pt x="1630" y="1836"/>
                  <a:pt x="2032" y="574"/>
                  <a:pt x="1375" y="133"/>
                </a:cubicBezTo>
                <a:cubicBezTo>
                  <a:pt x="1366" y="129"/>
                  <a:pt x="1361" y="124"/>
                  <a:pt x="1352" y="120"/>
                </a:cubicBezTo>
                <a:cubicBezTo>
                  <a:pt x="1223" y="37"/>
                  <a:pt x="1088" y="0"/>
                  <a:pt x="959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8"/>
          <p:cNvSpPr/>
          <p:nvPr/>
        </p:nvSpPr>
        <p:spPr>
          <a:xfrm flipH="1">
            <a:off x="1492379" y="4282830"/>
            <a:ext cx="365125" cy="135069"/>
          </a:xfrm>
          <a:custGeom>
            <a:avLst/>
            <a:gdLst/>
            <a:ahLst/>
            <a:cxnLst/>
            <a:rect l="l" t="t" r="r" b="b"/>
            <a:pathLst>
              <a:path w="1995" h="738" extrusionOk="0">
                <a:moveTo>
                  <a:pt x="1769" y="1"/>
                </a:moveTo>
                <a:lnTo>
                  <a:pt x="1310" y="9"/>
                </a:lnTo>
                <a:cubicBezTo>
                  <a:pt x="1310" y="9"/>
                  <a:pt x="825" y="208"/>
                  <a:pt x="410" y="411"/>
                </a:cubicBezTo>
                <a:cubicBezTo>
                  <a:pt x="0" y="614"/>
                  <a:pt x="406" y="715"/>
                  <a:pt x="406" y="715"/>
                </a:cubicBezTo>
                <a:lnTo>
                  <a:pt x="1765" y="737"/>
                </a:lnTo>
                <a:cubicBezTo>
                  <a:pt x="1767" y="737"/>
                  <a:pt x="1770" y="737"/>
                  <a:pt x="1773" y="737"/>
                </a:cubicBezTo>
                <a:cubicBezTo>
                  <a:pt x="1893" y="737"/>
                  <a:pt x="1990" y="638"/>
                  <a:pt x="1994" y="517"/>
                </a:cubicBezTo>
                <a:lnTo>
                  <a:pt x="1769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8"/>
          <p:cNvSpPr/>
          <p:nvPr/>
        </p:nvSpPr>
        <p:spPr>
          <a:xfrm flipH="1">
            <a:off x="1154890" y="1884344"/>
            <a:ext cx="613849" cy="794307"/>
          </a:xfrm>
          <a:custGeom>
            <a:avLst/>
            <a:gdLst/>
            <a:ahLst/>
            <a:cxnLst/>
            <a:rect l="l" t="t" r="r" b="b"/>
            <a:pathLst>
              <a:path w="3354" h="4340" extrusionOk="0">
                <a:moveTo>
                  <a:pt x="1921" y="0"/>
                </a:moveTo>
                <a:cubicBezTo>
                  <a:pt x="1424" y="0"/>
                  <a:pt x="990" y="146"/>
                  <a:pt x="803" y="497"/>
                </a:cubicBezTo>
                <a:cubicBezTo>
                  <a:pt x="0" y="2015"/>
                  <a:pt x="631" y="4340"/>
                  <a:pt x="631" y="4340"/>
                </a:cubicBezTo>
                <a:lnTo>
                  <a:pt x="2753" y="3797"/>
                </a:lnTo>
                <a:cubicBezTo>
                  <a:pt x="2753" y="3797"/>
                  <a:pt x="3353" y="347"/>
                  <a:pt x="2965" y="184"/>
                </a:cubicBezTo>
                <a:cubicBezTo>
                  <a:pt x="2627" y="68"/>
                  <a:pt x="2259" y="0"/>
                  <a:pt x="1921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8"/>
          <p:cNvSpPr/>
          <p:nvPr/>
        </p:nvSpPr>
        <p:spPr>
          <a:xfrm flipH="1">
            <a:off x="1340655" y="2658338"/>
            <a:ext cx="314977" cy="1626316"/>
          </a:xfrm>
          <a:custGeom>
            <a:avLst/>
            <a:gdLst/>
            <a:ahLst/>
            <a:cxnLst/>
            <a:rect l="l" t="t" r="r" b="b"/>
            <a:pathLst>
              <a:path w="1721" h="8886" extrusionOk="0">
                <a:moveTo>
                  <a:pt x="0" y="0"/>
                </a:moveTo>
                <a:lnTo>
                  <a:pt x="207" y="8885"/>
                </a:lnTo>
                <a:lnTo>
                  <a:pt x="666" y="8877"/>
                </a:lnTo>
                <a:cubicBezTo>
                  <a:pt x="666" y="8877"/>
                  <a:pt x="1315" y="6874"/>
                  <a:pt x="1006" y="5131"/>
                </a:cubicBezTo>
                <a:cubicBezTo>
                  <a:pt x="1249" y="1968"/>
                  <a:pt x="1721" y="111"/>
                  <a:pt x="1721" y="11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8"/>
          <p:cNvSpPr/>
          <p:nvPr/>
        </p:nvSpPr>
        <p:spPr>
          <a:xfrm flipH="1">
            <a:off x="1029887" y="2678470"/>
            <a:ext cx="483722" cy="1583489"/>
          </a:xfrm>
          <a:custGeom>
            <a:avLst/>
            <a:gdLst/>
            <a:ahLst/>
            <a:cxnLst/>
            <a:rect l="l" t="t" r="r" b="b"/>
            <a:pathLst>
              <a:path w="2643" h="8652" extrusionOk="0">
                <a:moveTo>
                  <a:pt x="0" y="1"/>
                </a:moveTo>
                <a:lnTo>
                  <a:pt x="1937" y="8652"/>
                </a:lnTo>
                <a:lnTo>
                  <a:pt x="2445" y="8652"/>
                </a:lnTo>
                <a:cubicBezTo>
                  <a:pt x="2445" y="8652"/>
                  <a:pt x="2643" y="6587"/>
                  <a:pt x="2017" y="4933"/>
                </a:cubicBezTo>
                <a:cubicBezTo>
                  <a:pt x="2630" y="495"/>
                  <a:pt x="1845" y="1"/>
                  <a:pt x="1845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8"/>
          <p:cNvSpPr/>
          <p:nvPr/>
        </p:nvSpPr>
        <p:spPr>
          <a:xfrm flipH="1">
            <a:off x="847233" y="2560605"/>
            <a:ext cx="907047" cy="1254053"/>
          </a:xfrm>
          <a:custGeom>
            <a:avLst/>
            <a:gdLst/>
            <a:ahLst/>
            <a:cxnLst/>
            <a:rect l="l" t="t" r="r" b="b"/>
            <a:pathLst>
              <a:path w="4956" h="6852" extrusionOk="0">
                <a:moveTo>
                  <a:pt x="420" y="1"/>
                </a:moveTo>
                <a:cubicBezTo>
                  <a:pt x="420" y="1"/>
                  <a:pt x="1" y="2912"/>
                  <a:pt x="226" y="6446"/>
                </a:cubicBezTo>
                <a:cubicBezTo>
                  <a:pt x="1002" y="6744"/>
                  <a:pt x="1711" y="6851"/>
                  <a:pt x="2330" y="6851"/>
                </a:cubicBezTo>
                <a:cubicBezTo>
                  <a:pt x="3949" y="6851"/>
                  <a:pt x="4955" y="6115"/>
                  <a:pt x="4955" y="6115"/>
                </a:cubicBezTo>
                <a:cubicBezTo>
                  <a:pt x="4955" y="6115"/>
                  <a:pt x="4333" y="2436"/>
                  <a:pt x="2696" y="1"/>
                </a:cubicBezTo>
                <a:cubicBezTo>
                  <a:pt x="2252" y="110"/>
                  <a:pt x="1830" y="171"/>
                  <a:pt x="1438" y="171"/>
                </a:cubicBezTo>
                <a:cubicBezTo>
                  <a:pt x="1072" y="171"/>
                  <a:pt x="731" y="118"/>
                  <a:pt x="420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8"/>
          <p:cNvSpPr/>
          <p:nvPr/>
        </p:nvSpPr>
        <p:spPr>
          <a:xfrm flipH="1">
            <a:off x="970771" y="4261783"/>
            <a:ext cx="188328" cy="156116"/>
          </a:xfrm>
          <a:custGeom>
            <a:avLst/>
            <a:gdLst/>
            <a:ahLst/>
            <a:cxnLst/>
            <a:rect l="l" t="t" r="r" b="b"/>
            <a:pathLst>
              <a:path w="1029" h="853" extrusionOk="0">
                <a:moveTo>
                  <a:pt x="0" y="1"/>
                </a:moveTo>
                <a:lnTo>
                  <a:pt x="0" y="685"/>
                </a:lnTo>
                <a:cubicBezTo>
                  <a:pt x="0" y="777"/>
                  <a:pt x="75" y="852"/>
                  <a:pt x="168" y="852"/>
                </a:cubicBezTo>
                <a:lnTo>
                  <a:pt x="843" y="852"/>
                </a:lnTo>
                <a:cubicBezTo>
                  <a:pt x="949" y="852"/>
                  <a:pt x="1028" y="755"/>
                  <a:pt x="1006" y="654"/>
                </a:cubicBezTo>
                <a:lnTo>
                  <a:pt x="508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8"/>
          <p:cNvSpPr/>
          <p:nvPr/>
        </p:nvSpPr>
        <p:spPr>
          <a:xfrm flipH="1">
            <a:off x="1366461" y="1699859"/>
            <a:ext cx="201322" cy="308206"/>
          </a:xfrm>
          <a:custGeom>
            <a:avLst/>
            <a:gdLst/>
            <a:ahLst/>
            <a:cxnLst/>
            <a:rect l="l" t="t" r="r" b="b"/>
            <a:pathLst>
              <a:path w="1100" h="1684" extrusionOk="0">
                <a:moveTo>
                  <a:pt x="852" y="1"/>
                </a:moveTo>
                <a:lnTo>
                  <a:pt x="1" y="164"/>
                </a:lnTo>
                <a:lnTo>
                  <a:pt x="244" y="1426"/>
                </a:lnTo>
                <a:cubicBezTo>
                  <a:pt x="273" y="1578"/>
                  <a:pt x="407" y="1683"/>
                  <a:pt x="554" y="1683"/>
                </a:cubicBezTo>
                <a:cubicBezTo>
                  <a:pt x="586" y="1683"/>
                  <a:pt x="618" y="1678"/>
                  <a:pt x="649" y="1668"/>
                </a:cubicBezTo>
                <a:cubicBezTo>
                  <a:pt x="927" y="1580"/>
                  <a:pt x="1099" y="1298"/>
                  <a:pt x="1042" y="1011"/>
                </a:cubicBezTo>
                <a:lnTo>
                  <a:pt x="852" y="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8"/>
          <p:cNvSpPr/>
          <p:nvPr/>
        </p:nvSpPr>
        <p:spPr>
          <a:xfrm flipH="1">
            <a:off x="1335897" y="1521597"/>
            <a:ext cx="354510" cy="361831"/>
          </a:xfrm>
          <a:custGeom>
            <a:avLst/>
            <a:gdLst/>
            <a:ahLst/>
            <a:cxnLst/>
            <a:rect l="l" t="t" r="r" b="b"/>
            <a:pathLst>
              <a:path w="1937" h="1977" extrusionOk="0">
                <a:moveTo>
                  <a:pt x="1056" y="0"/>
                </a:moveTo>
                <a:cubicBezTo>
                  <a:pt x="747" y="0"/>
                  <a:pt x="442" y="206"/>
                  <a:pt x="252" y="657"/>
                </a:cubicBezTo>
                <a:cubicBezTo>
                  <a:pt x="0" y="1253"/>
                  <a:pt x="168" y="1756"/>
                  <a:pt x="561" y="1923"/>
                </a:cubicBezTo>
                <a:cubicBezTo>
                  <a:pt x="645" y="1959"/>
                  <a:pt x="733" y="1977"/>
                  <a:pt x="822" y="1977"/>
                </a:cubicBezTo>
                <a:cubicBezTo>
                  <a:pt x="1150" y="1977"/>
                  <a:pt x="1488" y="1735"/>
                  <a:pt x="1686" y="1266"/>
                </a:cubicBezTo>
                <a:cubicBezTo>
                  <a:pt x="1937" y="670"/>
                  <a:pt x="1747" y="229"/>
                  <a:pt x="1350" y="62"/>
                </a:cubicBezTo>
                <a:cubicBezTo>
                  <a:pt x="1254" y="21"/>
                  <a:pt x="1155" y="0"/>
                  <a:pt x="1056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"/>
          <p:cNvSpPr/>
          <p:nvPr/>
        </p:nvSpPr>
        <p:spPr>
          <a:xfrm flipH="1">
            <a:off x="931239" y="1915274"/>
            <a:ext cx="584749" cy="986295"/>
          </a:xfrm>
          <a:custGeom>
            <a:avLst/>
            <a:gdLst/>
            <a:ahLst/>
            <a:cxnLst/>
            <a:rect l="l" t="t" r="r" b="b"/>
            <a:pathLst>
              <a:path w="3195" h="5389" extrusionOk="0">
                <a:moveTo>
                  <a:pt x="1448" y="0"/>
                </a:moveTo>
                <a:cubicBezTo>
                  <a:pt x="1351" y="0"/>
                  <a:pt x="1255" y="24"/>
                  <a:pt x="1165" y="77"/>
                </a:cubicBezTo>
                <a:cubicBezTo>
                  <a:pt x="860" y="253"/>
                  <a:pt x="913" y="853"/>
                  <a:pt x="1068" y="1175"/>
                </a:cubicBezTo>
                <a:lnTo>
                  <a:pt x="2091" y="2852"/>
                </a:lnTo>
                <a:lnTo>
                  <a:pt x="1094" y="4153"/>
                </a:lnTo>
                <a:cubicBezTo>
                  <a:pt x="984" y="4171"/>
                  <a:pt x="821" y="4219"/>
                  <a:pt x="666" y="4378"/>
                </a:cubicBezTo>
                <a:cubicBezTo>
                  <a:pt x="388" y="4656"/>
                  <a:pt x="141" y="4656"/>
                  <a:pt x="133" y="4753"/>
                </a:cubicBezTo>
                <a:cubicBezTo>
                  <a:pt x="131" y="4795"/>
                  <a:pt x="180" y="4817"/>
                  <a:pt x="259" y="4817"/>
                </a:cubicBezTo>
                <a:cubicBezTo>
                  <a:pt x="364" y="4817"/>
                  <a:pt x="521" y="4777"/>
                  <a:pt x="675" y="4691"/>
                </a:cubicBezTo>
                <a:lnTo>
                  <a:pt x="675" y="4691"/>
                </a:lnTo>
                <a:cubicBezTo>
                  <a:pt x="600" y="4996"/>
                  <a:pt x="146" y="5128"/>
                  <a:pt x="27" y="5265"/>
                </a:cubicBezTo>
                <a:cubicBezTo>
                  <a:pt x="0" y="5296"/>
                  <a:pt x="18" y="5349"/>
                  <a:pt x="62" y="5357"/>
                </a:cubicBezTo>
                <a:cubicBezTo>
                  <a:pt x="140" y="5376"/>
                  <a:pt x="229" y="5388"/>
                  <a:pt x="324" y="5388"/>
                </a:cubicBezTo>
                <a:cubicBezTo>
                  <a:pt x="498" y="5388"/>
                  <a:pt x="691" y="5348"/>
                  <a:pt x="874" y="5234"/>
                </a:cubicBezTo>
                <a:cubicBezTo>
                  <a:pt x="1165" y="5053"/>
                  <a:pt x="1434" y="4572"/>
                  <a:pt x="1465" y="4515"/>
                </a:cubicBezTo>
                <a:cubicBezTo>
                  <a:pt x="1875" y="4210"/>
                  <a:pt x="3194" y="3182"/>
                  <a:pt x="3155" y="2684"/>
                </a:cubicBezTo>
                <a:cubicBezTo>
                  <a:pt x="3128" y="2309"/>
                  <a:pt x="2427" y="1263"/>
                  <a:pt x="2144" y="513"/>
                </a:cubicBezTo>
                <a:cubicBezTo>
                  <a:pt x="2035" y="218"/>
                  <a:pt x="1741" y="0"/>
                  <a:pt x="1448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8"/>
          <p:cNvSpPr/>
          <p:nvPr/>
        </p:nvSpPr>
        <p:spPr>
          <a:xfrm flipH="1">
            <a:off x="1287396" y="1459736"/>
            <a:ext cx="303813" cy="394591"/>
          </a:xfrm>
          <a:custGeom>
            <a:avLst/>
            <a:gdLst/>
            <a:ahLst/>
            <a:cxnLst/>
            <a:rect l="l" t="t" r="r" b="b"/>
            <a:pathLst>
              <a:path w="1660" h="2156" extrusionOk="0">
                <a:moveTo>
                  <a:pt x="523" y="1"/>
                </a:moveTo>
                <a:cubicBezTo>
                  <a:pt x="259" y="1"/>
                  <a:pt x="36" y="147"/>
                  <a:pt x="1" y="554"/>
                </a:cubicBezTo>
                <a:cubicBezTo>
                  <a:pt x="1" y="554"/>
                  <a:pt x="1" y="554"/>
                  <a:pt x="1" y="554"/>
                </a:cubicBezTo>
                <a:cubicBezTo>
                  <a:pt x="17" y="554"/>
                  <a:pt x="419" y="558"/>
                  <a:pt x="808" y="991"/>
                </a:cubicBezTo>
                <a:cubicBezTo>
                  <a:pt x="694" y="1789"/>
                  <a:pt x="949" y="2050"/>
                  <a:pt x="1139" y="2155"/>
                </a:cubicBezTo>
                <a:cubicBezTo>
                  <a:pt x="1391" y="1242"/>
                  <a:pt x="1660" y="1008"/>
                  <a:pt x="1461" y="554"/>
                </a:cubicBezTo>
                <a:cubicBezTo>
                  <a:pt x="1345" y="291"/>
                  <a:pt x="894" y="1"/>
                  <a:pt x="523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8"/>
          <p:cNvSpPr/>
          <p:nvPr/>
        </p:nvSpPr>
        <p:spPr>
          <a:xfrm flipH="1">
            <a:off x="1395871" y="1669699"/>
            <a:ext cx="79248" cy="93157"/>
          </a:xfrm>
          <a:custGeom>
            <a:avLst/>
            <a:gdLst/>
            <a:ahLst/>
            <a:cxnLst/>
            <a:rect l="l" t="t" r="r" b="b"/>
            <a:pathLst>
              <a:path w="433" h="509" extrusionOk="0">
                <a:moveTo>
                  <a:pt x="209" y="1"/>
                </a:moveTo>
                <a:cubicBezTo>
                  <a:pt x="128" y="1"/>
                  <a:pt x="48" y="52"/>
                  <a:pt x="1" y="169"/>
                </a:cubicBezTo>
                <a:lnTo>
                  <a:pt x="80" y="496"/>
                </a:lnTo>
                <a:cubicBezTo>
                  <a:pt x="101" y="504"/>
                  <a:pt x="122" y="508"/>
                  <a:pt x="144" y="508"/>
                </a:cubicBezTo>
                <a:cubicBezTo>
                  <a:pt x="228" y="508"/>
                  <a:pt x="314" y="447"/>
                  <a:pt x="367" y="324"/>
                </a:cubicBezTo>
                <a:cubicBezTo>
                  <a:pt x="433" y="174"/>
                  <a:pt x="385" y="59"/>
                  <a:pt x="283" y="15"/>
                </a:cubicBezTo>
                <a:cubicBezTo>
                  <a:pt x="259" y="6"/>
                  <a:pt x="234" y="1"/>
                  <a:pt x="2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8"/>
          <p:cNvSpPr/>
          <p:nvPr/>
        </p:nvSpPr>
        <p:spPr>
          <a:xfrm>
            <a:off x="1857508" y="857418"/>
            <a:ext cx="266590" cy="37780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1"/>
                </a:solidFill>
                <a:latin typeface="Rubik;500"/>
              </a:rPr>
              <a:t>?</a:t>
            </a:r>
          </a:p>
        </p:txBody>
      </p:sp>
      <p:sp>
        <p:nvSpPr>
          <p:cNvPr id="408" name="Google Shape;408;p38"/>
          <p:cNvSpPr/>
          <p:nvPr/>
        </p:nvSpPr>
        <p:spPr>
          <a:xfrm>
            <a:off x="2283020" y="1235218"/>
            <a:ext cx="75560" cy="37248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3"/>
                </a:solidFill>
                <a:latin typeface="Rubik;500"/>
              </a:rPr>
              <a:t>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Aggressive Communicator</a:t>
            </a:r>
            <a:endParaRPr/>
          </a:p>
        </p:txBody>
      </p:sp>
      <p:sp>
        <p:nvSpPr>
          <p:cNvPr id="414" name="Google Shape;414;p39"/>
          <p:cNvSpPr txBox="1">
            <a:spLocks noGrp="1"/>
          </p:cNvSpPr>
          <p:nvPr>
            <p:ph type="subTitle" idx="2"/>
          </p:nvPr>
        </p:nvSpPr>
        <p:spPr>
          <a:xfrm>
            <a:off x="812752" y="1432750"/>
            <a:ext cx="79470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Someone who puts their own wants/needs ahead of everyone else, and they often ignore or make fun of other people's concerns.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Talking over others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Sarcastic/Demeaning/Threatening comments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Narrow-minded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Body language makes you physically uncomfortable (leaning over you, standing too close)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Passive Communicator </a:t>
            </a:r>
            <a:endParaRPr/>
          </a:p>
        </p:txBody>
      </p:sp>
      <p:sp>
        <p:nvSpPr>
          <p:cNvPr id="420" name="Google Shape;420;p40"/>
          <p:cNvSpPr txBox="1">
            <a:spLocks noGrp="1"/>
          </p:cNvSpPr>
          <p:nvPr>
            <p:ph type="subTitle" idx="2"/>
          </p:nvPr>
        </p:nvSpPr>
        <p:spPr>
          <a:xfrm>
            <a:off x="699670" y="1456825"/>
            <a:ext cx="54396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person that puts other people's wants and needs ahead of their own and often denies what they want/need.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Hardly ever say what they want or need (no opinion)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Lets others make their decisions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Avoids conflict and disagreement at all costs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Drops hints rather than directly request for something they want/need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1" name="Google Shape;42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975" y="2030450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Assertive Communicator</a:t>
            </a:r>
            <a:endParaRPr/>
          </a:p>
        </p:txBody>
      </p:sp>
      <p:sp>
        <p:nvSpPr>
          <p:cNvPr id="427" name="Google Shape;427;p41"/>
          <p:cNvSpPr txBox="1">
            <a:spLocks noGrp="1"/>
          </p:cNvSpPr>
          <p:nvPr>
            <p:ph type="subTitle" idx="2"/>
          </p:nvPr>
        </p:nvSpPr>
        <p:spPr>
          <a:xfrm>
            <a:off x="248778" y="1609225"/>
            <a:ext cx="85791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person who is an assertive communicator uses skills based off of mutual respect. They work towards outcomes that satisfy everyone.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Open and honest about what they're feeling and thinking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Direct requests if they want something done, leaves option for people to say no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Respects themselves and others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Are able to disagree without creating bad feelings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 Questions</a:t>
            </a:r>
            <a:endParaRPr/>
          </a:p>
        </p:txBody>
      </p:sp>
      <p:sp>
        <p:nvSpPr>
          <p:cNvPr id="433" name="Google Shape;433;p42"/>
          <p:cNvSpPr txBox="1">
            <a:spLocks noGrp="1"/>
          </p:cNvSpPr>
          <p:nvPr>
            <p:ph type="subTitle" idx="1"/>
          </p:nvPr>
        </p:nvSpPr>
        <p:spPr>
          <a:xfrm>
            <a:off x="519825" y="1726450"/>
            <a:ext cx="3848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Q1. Name the 3 styles of communication.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Q2. What are some characteristics of assertive communicators?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Q3. Assertive Communication usually results in what?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2"/>
          <p:cNvSpPr txBox="1">
            <a:spLocks noGrp="1"/>
          </p:cNvSpPr>
          <p:nvPr>
            <p:ph type="subTitle" idx="1"/>
          </p:nvPr>
        </p:nvSpPr>
        <p:spPr>
          <a:xfrm>
            <a:off x="4066325" y="1421650"/>
            <a:ext cx="504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A1. The three styles of communication are aggressive, passive and assertive.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A2. Assertive communicators often: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are open and honest about what they are thinking and feeling;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makes direct requests if they want something done, leaving the option to say “no”;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respect themselves and show respect to others; and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are able to disagree without creating bad feelings.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A3. Assertive communication usually results in clear and open communication.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"/>
          <p:cNvSpPr txBox="1">
            <a:spLocks noGrp="1"/>
          </p:cNvSpPr>
          <p:nvPr>
            <p:ph type="title"/>
          </p:nvPr>
        </p:nvSpPr>
        <p:spPr>
          <a:xfrm>
            <a:off x="2144553" y="2009850"/>
            <a:ext cx="5370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Assertive Communication</a:t>
            </a:r>
            <a:endParaRPr sz="3000"/>
          </a:p>
        </p:txBody>
      </p:sp>
      <p:sp>
        <p:nvSpPr>
          <p:cNvPr id="440" name="Google Shape;440;p43"/>
          <p:cNvSpPr txBox="1">
            <a:spLocks noGrp="1"/>
          </p:cNvSpPr>
          <p:nvPr>
            <p:ph type="title" idx="2"/>
          </p:nvPr>
        </p:nvSpPr>
        <p:spPr>
          <a:xfrm>
            <a:off x="3878080" y="859000"/>
            <a:ext cx="1750800" cy="11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Assertive Communication</a:t>
            </a:r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subTitle" idx="2"/>
          </p:nvPr>
        </p:nvSpPr>
        <p:spPr>
          <a:xfrm>
            <a:off x="1400476" y="1380625"/>
            <a:ext cx="65454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Assertive people use non-verbal communication skills to gather information, check their information, and understand requests given to them.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skill are: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make appropriate eye contact;</a:t>
            </a:r>
            <a:endParaRPr/>
          </a:p>
          <a:p>
            <a:pPr marL="457200" lvl="0" indent="-3175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sit or stand comfortably erect;</a:t>
            </a:r>
            <a:endParaRPr/>
          </a:p>
          <a:p>
            <a:pPr marL="457200" lvl="0" indent="-3175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open gestures to support their comments;</a:t>
            </a:r>
            <a:endParaRPr/>
          </a:p>
          <a:p>
            <a:pPr marL="457200" lvl="0" indent="-3175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speak in a clear, steady, firm tone of voice; and</a:t>
            </a:r>
            <a:endParaRPr/>
          </a:p>
          <a:p>
            <a:pPr marL="457200" lvl="0" indent="-3175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maintain open, unchanging and relaxed facial expressions that accurately reflect their thoughts</a:t>
            </a:r>
            <a:endParaRPr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“I” Statements</a:t>
            </a:r>
            <a:endParaRPr/>
          </a:p>
        </p:txBody>
      </p:sp>
      <p:sp>
        <p:nvSpPr>
          <p:cNvPr id="452" name="Google Shape;452;p45"/>
          <p:cNvSpPr txBox="1">
            <a:spLocks noGrp="1"/>
          </p:cNvSpPr>
          <p:nvPr>
            <p:ph type="subTitle" idx="1"/>
          </p:nvPr>
        </p:nvSpPr>
        <p:spPr>
          <a:xfrm>
            <a:off x="2299619" y="1562650"/>
            <a:ext cx="44319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i.e I think, I need, I feel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I" Statements show...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own your messages and the speaker speaks for themselves.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Suggestions are not weighted with advice, commands, shoulds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Feedback is constructive and free from blame.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Listening Skills</a:t>
            </a:r>
            <a:endParaRPr/>
          </a:p>
        </p:txBody>
      </p:sp>
      <p:sp>
        <p:nvSpPr>
          <p:cNvPr id="458" name="Google Shape;458;p46"/>
          <p:cNvSpPr txBox="1">
            <a:spLocks noGrp="1"/>
          </p:cNvSpPr>
          <p:nvPr>
            <p:ph type="subTitle" idx="1"/>
          </p:nvPr>
        </p:nvSpPr>
        <p:spPr>
          <a:xfrm>
            <a:off x="2094926" y="1380625"/>
            <a:ext cx="5114100" cy="11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active listening skills including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Repeating the conversation back to the speaker in their own words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 talking about themselves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Letting the speaker take the lead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Concentrating fully on speaker's words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Asking for clarification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Allowing pauses. silence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>
            <a:spLocks noGrp="1"/>
          </p:cNvSpPr>
          <p:nvPr>
            <p:ph type="title"/>
          </p:nvPr>
        </p:nvSpPr>
        <p:spPr>
          <a:xfrm>
            <a:off x="985025" y="477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 Questions</a:t>
            </a:r>
            <a:endParaRPr/>
          </a:p>
        </p:txBody>
      </p:sp>
      <p:sp>
        <p:nvSpPr>
          <p:cNvPr id="464" name="Google Shape;464;p47"/>
          <p:cNvSpPr txBox="1">
            <a:spLocks noGrp="1"/>
          </p:cNvSpPr>
          <p:nvPr>
            <p:ph type="subTitle" idx="1"/>
          </p:nvPr>
        </p:nvSpPr>
        <p:spPr>
          <a:xfrm>
            <a:off x="2742425" y="1734600"/>
            <a:ext cx="35667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Q1. Give three examples of “I” statements.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Q2. Give some examples of non-verbal communication skills used by assertive people.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Q3. Give some examples of active listening skills.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Lesson Conformation</a:t>
            </a:r>
            <a:endParaRPr/>
          </a:p>
        </p:txBody>
      </p:sp>
      <p:sp>
        <p:nvSpPr>
          <p:cNvPr id="470" name="Google Shape;470;p48"/>
          <p:cNvSpPr txBox="1">
            <a:spLocks noGrp="1"/>
          </p:cNvSpPr>
          <p:nvPr>
            <p:ph type="subTitle" idx="4"/>
          </p:nvPr>
        </p:nvSpPr>
        <p:spPr>
          <a:xfrm>
            <a:off x="3113934" y="1809375"/>
            <a:ext cx="27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Q1. Communication consists of three things; name them.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Q2. What are some characteristics of assertive communicators?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Q3. Why do assertive people use “I” statements?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"/>
          <p:cNvSpPr txBox="1">
            <a:spLocks noGrp="1"/>
          </p:cNvSpPr>
          <p:nvPr>
            <p:ph type="title"/>
          </p:nvPr>
        </p:nvSpPr>
        <p:spPr>
          <a:xfrm>
            <a:off x="2283000" y="1617650"/>
            <a:ext cx="4578000" cy="186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76" name="Google Shape;476;p49"/>
          <p:cNvSpPr/>
          <p:nvPr/>
        </p:nvSpPr>
        <p:spPr>
          <a:xfrm>
            <a:off x="781973" y="2681762"/>
            <a:ext cx="811909" cy="554631"/>
          </a:xfrm>
          <a:custGeom>
            <a:avLst/>
            <a:gdLst/>
            <a:ahLst/>
            <a:cxnLst/>
            <a:rect l="l" t="t" r="r" b="b"/>
            <a:pathLst>
              <a:path w="8489" h="5799" extrusionOk="0">
                <a:moveTo>
                  <a:pt x="1635" y="0"/>
                </a:moveTo>
                <a:cubicBezTo>
                  <a:pt x="1501" y="0"/>
                  <a:pt x="1371" y="43"/>
                  <a:pt x="1249" y="137"/>
                </a:cubicBezTo>
                <a:cubicBezTo>
                  <a:pt x="0" y="1099"/>
                  <a:pt x="1827" y="4288"/>
                  <a:pt x="3340" y="5599"/>
                </a:cubicBezTo>
                <a:cubicBezTo>
                  <a:pt x="3501" y="5738"/>
                  <a:pt x="3718" y="5798"/>
                  <a:pt x="3972" y="5798"/>
                </a:cubicBezTo>
                <a:cubicBezTo>
                  <a:pt x="5529" y="5798"/>
                  <a:pt x="8488" y="3556"/>
                  <a:pt x="8488" y="3556"/>
                </a:cubicBezTo>
                <a:lnTo>
                  <a:pt x="7593" y="3102"/>
                </a:lnTo>
                <a:lnTo>
                  <a:pt x="4514" y="3640"/>
                </a:lnTo>
                <a:cubicBezTo>
                  <a:pt x="4514" y="3640"/>
                  <a:pt x="2875" y="0"/>
                  <a:pt x="1635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9"/>
          <p:cNvSpPr/>
          <p:nvPr/>
        </p:nvSpPr>
        <p:spPr>
          <a:xfrm>
            <a:off x="1427944" y="4289715"/>
            <a:ext cx="457458" cy="170148"/>
          </a:xfrm>
          <a:custGeom>
            <a:avLst/>
            <a:gdLst/>
            <a:ahLst/>
            <a:cxnLst/>
            <a:rect l="l" t="t" r="r" b="b"/>
            <a:pathLst>
              <a:path w="4783" h="1779" extrusionOk="0">
                <a:moveTo>
                  <a:pt x="1" y="1"/>
                </a:moveTo>
                <a:lnTo>
                  <a:pt x="18" y="1254"/>
                </a:lnTo>
                <a:cubicBezTo>
                  <a:pt x="23" y="1542"/>
                  <a:pt x="261" y="1779"/>
                  <a:pt x="553" y="1779"/>
                </a:cubicBezTo>
                <a:cubicBezTo>
                  <a:pt x="556" y="1779"/>
                  <a:pt x="558" y="1779"/>
                  <a:pt x="561" y="1779"/>
                </a:cubicBezTo>
                <a:lnTo>
                  <a:pt x="3808" y="1726"/>
                </a:lnTo>
                <a:cubicBezTo>
                  <a:pt x="3808" y="1726"/>
                  <a:pt x="4783" y="1483"/>
                  <a:pt x="3799" y="998"/>
                </a:cubicBezTo>
                <a:cubicBezTo>
                  <a:pt x="2811" y="513"/>
                  <a:pt x="1655" y="36"/>
                  <a:pt x="1655" y="36"/>
                </a:cubicBez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9"/>
          <p:cNvSpPr/>
          <p:nvPr/>
        </p:nvSpPr>
        <p:spPr>
          <a:xfrm>
            <a:off x="960060" y="3301625"/>
            <a:ext cx="1106392" cy="991621"/>
          </a:xfrm>
          <a:custGeom>
            <a:avLst/>
            <a:gdLst/>
            <a:ahLst/>
            <a:cxnLst/>
            <a:rect l="l" t="t" r="r" b="b"/>
            <a:pathLst>
              <a:path w="11568" h="10368" extrusionOk="0">
                <a:moveTo>
                  <a:pt x="3348" y="0"/>
                </a:moveTo>
                <a:cubicBezTo>
                  <a:pt x="1340" y="0"/>
                  <a:pt x="203" y="666"/>
                  <a:pt x="203" y="666"/>
                </a:cubicBezTo>
                <a:cubicBezTo>
                  <a:pt x="0" y="2166"/>
                  <a:pt x="1063" y="3547"/>
                  <a:pt x="2572" y="3728"/>
                </a:cubicBezTo>
                <a:lnTo>
                  <a:pt x="6940" y="4548"/>
                </a:lnTo>
                <a:lnTo>
                  <a:pt x="4893" y="10332"/>
                </a:lnTo>
                <a:lnTo>
                  <a:pt x="6547" y="10367"/>
                </a:lnTo>
                <a:cubicBezTo>
                  <a:pt x="6547" y="10367"/>
                  <a:pt x="9525" y="5484"/>
                  <a:pt x="10032" y="4738"/>
                </a:cubicBezTo>
                <a:cubicBezTo>
                  <a:pt x="10540" y="3997"/>
                  <a:pt x="11567" y="2391"/>
                  <a:pt x="7209" y="750"/>
                </a:cubicBezTo>
                <a:cubicBezTo>
                  <a:pt x="5706" y="185"/>
                  <a:pt x="4406" y="0"/>
                  <a:pt x="3348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9"/>
          <p:cNvSpPr/>
          <p:nvPr/>
        </p:nvSpPr>
        <p:spPr>
          <a:xfrm>
            <a:off x="1149528" y="4289715"/>
            <a:ext cx="457458" cy="170148"/>
          </a:xfrm>
          <a:custGeom>
            <a:avLst/>
            <a:gdLst/>
            <a:ahLst/>
            <a:cxnLst/>
            <a:rect l="l" t="t" r="r" b="b"/>
            <a:pathLst>
              <a:path w="4783" h="1779" extrusionOk="0">
                <a:moveTo>
                  <a:pt x="0" y="1"/>
                </a:moveTo>
                <a:lnTo>
                  <a:pt x="22" y="1254"/>
                </a:lnTo>
                <a:cubicBezTo>
                  <a:pt x="26" y="1542"/>
                  <a:pt x="265" y="1779"/>
                  <a:pt x="557" y="1779"/>
                </a:cubicBezTo>
                <a:cubicBezTo>
                  <a:pt x="559" y="1779"/>
                  <a:pt x="562" y="1779"/>
                  <a:pt x="565" y="1779"/>
                </a:cubicBezTo>
                <a:lnTo>
                  <a:pt x="3812" y="1726"/>
                </a:lnTo>
                <a:cubicBezTo>
                  <a:pt x="3812" y="1726"/>
                  <a:pt x="4782" y="1483"/>
                  <a:pt x="3798" y="998"/>
                </a:cubicBezTo>
                <a:cubicBezTo>
                  <a:pt x="2815" y="513"/>
                  <a:pt x="1659" y="36"/>
                  <a:pt x="1659" y="36"/>
                </a:cubicBez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9"/>
          <p:cNvSpPr/>
          <p:nvPr/>
        </p:nvSpPr>
        <p:spPr>
          <a:xfrm>
            <a:off x="781973" y="2692952"/>
            <a:ext cx="400933" cy="387639"/>
          </a:xfrm>
          <a:custGeom>
            <a:avLst/>
            <a:gdLst/>
            <a:ahLst/>
            <a:cxnLst/>
            <a:rect l="l" t="t" r="r" b="b"/>
            <a:pathLst>
              <a:path w="4192" h="4053" extrusionOk="0">
                <a:moveTo>
                  <a:pt x="2090" y="0"/>
                </a:moveTo>
                <a:cubicBezTo>
                  <a:pt x="1916" y="0"/>
                  <a:pt x="1733" y="52"/>
                  <a:pt x="1545" y="170"/>
                </a:cubicBezTo>
                <a:cubicBezTo>
                  <a:pt x="0" y="1136"/>
                  <a:pt x="1456" y="4052"/>
                  <a:pt x="1456" y="4052"/>
                </a:cubicBezTo>
                <a:lnTo>
                  <a:pt x="4192" y="2671"/>
                </a:lnTo>
                <a:cubicBezTo>
                  <a:pt x="4192" y="2671"/>
                  <a:pt x="3342" y="0"/>
                  <a:pt x="2090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9"/>
          <p:cNvSpPr/>
          <p:nvPr/>
        </p:nvSpPr>
        <p:spPr>
          <a:xfrm>
            <a:off x="707754" y="3364941"/>
            <a:ext cx="1099219" cy="933375"/>
          </a:xfrm>
          <a:custGeom>
            <a:avLst/>
            <a:gdLst/>
            <a:ahLst/>
            <a:cxnLst/>
            <a:rect l="l" t="t" r="r" b="b"/>
            <a:pathLst>
              <a:path w="11493" h="9759" extrusionOk="0">
                <a:moveTo>
                  <a:pt x="4334" y="1"/>
                </a:moveTo>
                <a:cubicBezTo>
                  <a:pt x="1491" y="1"/>
                  <a:pt x="0" y="1173"/>
                  <a:pt x="0" y="1173"/>
                </a:cubicBezTo>
                <a:cubicBezTo>
                  <a:pt x="0" y="2673"/>
                  <a:pt x="1222" y="3887"/>
                  <a:pt x="2717" y="3887"/>
                </a:cubicBezTo>
                <a:cubicBezTo>
                  <a:pt x="2730" y="3887"/>
                  <a:pt x="2744" y="3887"/>
                  <a:pt x="2757" y="3886"/>
                </a:cubicBezTo>
                <a:lnTo>
                  <a:pt x="7200" y="4111"/>
                </a:lnTo>
                <a:lnTo>
                  <a:pt x="4654" y="9758"/>
                </a:lnTo>
                <a:lnTo>
                  <a:pt x="6278" y="9705"/>
                </a:lnTo>
                <a:cubicBezTo>
                  <a:pt x="6278" y="9705"/>
                  <a:pt x="10231" y="4963"/>
                  <a:pt x="10632" y="4160"/>
                </a:cubicBezTo>
                <a:cubicBezTo>
                  <a:pt x="11034" y="3357"/>
                  <a:pt x="11492" y="1345"/>
                  <a:pt x="6953" y="309"/>
                </a:cubicBezTo>
                <a:cubicBezTo>
                  <a:pt x="5982" y="88"/>
                  <a:pt x="5108" y="1"/>
                  <a:pt x="433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9"/>
          <p:cNvSpPr/>
          <p:nvPr/>
        </p:nvSpPr>
        <p:spPr>
          <a:xfrm>
            <a:off x="618710" y="2584301"/>
            <a:ext cx="578541" cy="982344"/>
          </a:xfrm>
          <a:custGeom>
            <a:avLst/>
            <a:gdLst/>
            <a:ahLst/>
            <a:cxnLst/>
            <a:rect l="l" t="t" r="r" b="b"/>
            <a:pathLst>
              <a:path w="6049" h="10271" extrusionOk="0">
                <a:moveTo>
                  <a:pt x="2885" y="1"/>
                </a:moveTo>
                <a:cubicBezTo>
                  <a:pt x="2873" y="1"/>
                  <a:pt x="2667" y="33"/>
                  <a:pt x="2679" y="33"/>
                </a:cubicBezTo>
                <a:cubicBezTo>
                  <a:pt x="2683" y="33"/>
                  <a:pt x="2715" y="29"/>
                  <a:pt x="2793" y="18"/>
                </a:cubicBezTo>
                <a:lnTo>
                  <a:pt x="2793" y="18"/>
                </a:lnTo>
                <a:cubicBezTo>
                  <a:pt x="1443" y="247"/>
                  <a:pt x="406" y="1346"/>
                  <a:pt x="274" y="2709"/>
                </a:cubicBezTo>
                <a:cubicBezTo>
                  <a:pt x="128" y="4187"/>
                  <a:pt x="0" y="6931"/>
                  <a:pt x="931" y="10270"/>
                </a:cubicBezTo>
                <a:cubicBezTo>
                  <a:pt x="5003" y="9807"/>
                  <a:pt x="6049" y="7954"/>
                  <a:pt x="6049" y="7954"/>
                </a:cubicBezTo>
                <a:cubicBezTo>
                  <a:pt x="6049" y="7954"/>
                  <a:pt x="4435" y="13"/>
                  <a:pt x="2859" y="13"/>
                </a:cubicBezTo>
                <a:cubicBezTo>
                  <a:pt x="2837" y="13"/>
                  <a:pt x="2815" y="15"/>
                  <a:pt x="2793" y="18"/>
                </a:cubicBezTo>
                <a:cubicBezTo>
                  <a:pt x="2866" y="5"/>
                  <a:pt x="2889" y="1"/>
                  <a:pt x="2885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9"/>
          <p:cNvSpPr/>
          <p:nvPr/>
        </p:nvSpPr>
        <p:spPr>
          <a:xfrm>
            <a:off x="794215" y="2385077"/>
            <a:ext cx="250296" cy="384005"/>
          </a:xfrm>
          <a:custGeom>
            <a:avLst/>
            <a:gdLst/>
            <a:ahLst/>
            <a:cxnLst/>
            <a:rect l="l" t="t" r="r" b="b"/>
            <a:pathLst>
              <a:path w="2617" h="4015" extrusionOk="0">
                <a:moveTo>
                  <a:pt x="592" y="1"/>
                </a:moveTo>
                <a:lnTo>
                  <a:pt x="133" y="2410"/>
                </a:lnTo>
                <a:cubicBezTo>
                  <a:pt x="0" y="3098"/>
                  <a:pt x="406" y="3773"/>
                  <a:pt x="1077" y="3980"/>
                </a:cubicBezTo>
                <a:cubicBezTo>
                  <a:pt x="1151" y="4003"/>
                  <a:pt x="1226" y="4014"/>
                  <a:pt x="1300" y="4014"/>
                </a:cubicBezTo>
                <a:cubicBezTo>
                  <a:pt x="1651" y="4014"/>
                  <a:pt x="1974" y="3766"/>
                  <a:pt x="2043" y="3398"/>
                </a:cubicBezTo>
                <a:lnTo>
                  <a:pt x="2617" y="385"/>
                </a:lnTo>
                <a:lnTo>
                  <a:pt x="592" y="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9"/>
          <p:cNvSpPr/>
          <p:nvPr/>
        </p:nvSpPr>
        <p:spPr>
          <a:xfrm>
            <a:off x="755001" y="2162132"/>
            <a:ext cx="443112" cy="451241"/>
          </a:xfrm>
          <a:custGeom>
            <a:avLst/>
            <a:gdLst/>
            <a:ahLst/>
            <a:cxnLst/>
            <a:rect l="l" t="t" r="r" b="b"/>
            <a:pathLst>
              <a:path w="4633" h="4718" extrusionOk="0">
                <a:moveTo>
                  <a:pt x="2107" y="1"/>
                </a:moveTo>
                <a:cubicBezTo>
                  <a:pt x="1872" y="1"/>
                  <a:pt x="1636" y="51"/>
                  <a:pt x="1407" y="148"/>
                </a:cubicBezTo>
                <a:cubicBezTo>
                  <a:pt x="459" y="550"/>
                  <a:pt x="0" y="1600"/>
                  <a:pt x="605" y="3025"/>
                </a:cubicBezTo>
                <a:cubicBezTo>
                  <a:pt x="1080" y="4143"/>
                  <a:pt x="1884" y="4717"/>
                  <a:pt x="2665" y="4717"/>
                </a:cubicBezTo>
                <a:cubicBezTo>
                  <a:pt x="2876" y="4717"/>
                  <a:pt x="3086" y="4675"/>
                  <a:pt x="3287" y="4591"/>
                </a:cubicBezTo>
                <a:cubicBezTo>
                  <a:pt x="4235" y="4189"/>
                  <a:pt x="4632" y="2994"/>
                  <a:pt x="4028" y="1573"/>
                </a:cubicBezTo>
                <a:cubicBezTo>
                  <a:pt x="3570" y="493"/>
                  <a:pt x="2843" y="1"/>
                  <a:pt x="2107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9"/>
          <p:cNvSpPr/>
          <p:nvPr/>
        </p:nvSpPr>
        <p:spPr>
          <a:xfrm>
            <a:off x="1508093" y="2874770"/>
            <a:ext cx="280519" cy="170244"/>
          </a:xfrm>
          <a:custGeom>
            <a:avLst/>
            <a:gdLst/>
            <a:ahLst/>
            <a:cxnLst/>
            <a:rect l="l" t="t" r="r" b="b"/>
            <a:pathLst>
              <a:path w="2933" h="1780" extrusionOk="0">
                <a:moveTo>
                  <a:pt x="1892" y="1"/>
                </a:moveTo>
                <a:cubicBezTo>
                  <a:pt x="1739" y="1"/>
                  <a:pt x="1490" y="317"/>
                  <a:pt x="879" y="448"/>
                </a:cubicBezTo>
                <a:cubicBezTo>
                  <a:pt x="199" y="594"/>
                  <a:pt x="1" y="1084"/>
                  <a:pt x="1" y="1084"/>
                </a:cubicBezTo>
                <a:lnTo>
                  <a:pt x="305" y="1767"/>
                </a:lnTo>
                <a:cubicBezTo>
                  <a:pt x="305" y="1767"/>
                  <a:pt x="456" y="1779"/>
                  <a:pt x="675" y="1779"/>
                </a:cubicBezTo>
                <a:cubicBezTo>
                  <a:pt x="1038" y="1779"/>
                  <a:pt x="1589" y="1747"/>
                  <a:pt x="1955" y="1573"/>
                </a:cubicBezTo>
                <a:cubicBezTo>
                  <a:pt x="2489" y="1317"/>
                  <a:pt x="2776" y="859"/>
                  <a:pt x="2908" y="475"/>
                </a:cubicBezTo>
                <a:cubicBezTo>
                  <a:pt x="2933" y="410"/>
                  <a:pt x="2885" y="337"/>
                  <a:pt x="2819" y="337"/>
                </a:cubicBezTo>
                <a:cubicBezTo>
                  <a:pt x="2813" y="337"/>
                  <a:pt x="2808" y="337"/>
                  <a:pt x="2802" y="338"/>
                </a:cubicBezTo>
                <a:cubicBezTo>
                  <a:pt x="2528" y="376"/>
                  <a:pt x="2023" y="796"/>
                  <a:pt x="1552" y="796"/>
                </a:cubicBezTo>
                <a:cubicBezTo>
                  <a:pt x="1478" y="796"/>
                  <a:pt x="1405" y="786"/>
                  <a:pt x="1333" y="762"/>
                </a:cubicBezTo>
                <a:cubicBezTo>
                  <a:pt x="1814" y="501"/>
                  <a:pt x="2092" y="95"/>
                  <a:pt x="1938" y="12"/>
                </a:cubicBezTo>
                <a:cubicBezTo>
                  <a:pt x="1923" y="4"/>
                  <a:pt x="1908" y="1"/>
                  <a:pt x="1892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9"/>
          <p:cNvSpPr/>
          <p:nvPr/>
        </p:nvSpPr>
        <p:spPr>
          <a:xfrm>
            <a:off x="601399" y="2717150"/>
            <a:ext cx="933853" cy="609721"/>
          </a:xfrm>
          <a:custGeom>
            <a:avLst/>
            <a:gdLst/>
            <a:ahLst/>
            <a:cxnLst/>
            <a:rect l="l" t="t" r="r" b="b"/>
            <a:pathLst>
              <a:path w="9764" h="6375" extrusionOk="0">
                <a:moveTo>
                  <a:pt x="1708" y="0"/>
                </a:moveTo>
                <a:cubicBezTo>
                  <a:pt x="1630" y="0"/>
                  <a:pt x="1549" y="16"/>
                  <a:pt x="1465" y="49"/>
                </a:cubicBezTo>
                <a:cubicBezTo>
                  <a:pt x="0" y="641"/>
                  <a:pt x="891" y="4205"/>
                  <a:pt x="1994" y="5877"/>
                </a:cubicBezTo>
                <a:cubicBezTo>
                  <a:pt x="2237" y="6244"/>
                  <a:pt x="2798" y="6374"/>
                  <a:pt x="3472" y="6374"/>
                </a:cubicBezTo>
                <a:cubicBezTo>
                  <a:pt x="4684" y="6374"/>
                  <a:pt x="6261" y="5953"/>
                  <a:pt x="7002" y="5732"/>
                </a:cubicBezTo>
                <a:cubicBezTo>
                  <a:pt x="7306" y="5899"/>
                  <a:pt x="7893" y="6186"/>
                  <a:pt x="8356" y="6204"/>
                </a:cubicBezTo>
                <a:cubicBezTo>
                  <a:pt x="8374" y="6204"/>
                  <a:pt x="8392" y="6204"/>
                  <a:pt x="8410" y="6204"/>
                </a:cubicBezTo>
                <a:cubicBezTo>
                  <a:pt x="8976" y="6204"/>
                  <a:pt x="9424" y="5939"/>
                  <a:pt x="9710" y="5665"/>
                </a:cubicBezTo>
                <a:cubicBezTo>
                  <a:pt x="9763" y="5612"/>
                  <a:pt x="9750" y="5520"/>
                  <a:pt x="9679" y="5493"/>
                </a:cubicBezTo>
                <a:lnTo>
                  <a:pt x="9675" y="5493"/>
                </a:lnTo>
                <a:cubicBezTo>
                  <a:pt x="9375" y="5387"/>
                  <a:pt x="8559" y="5590"/>
                  <a:pt x="8175" y="5193"/>
                </a:cubicBezTo>
                <a:cubicBezTo>
                  <a:pt x="8722" y="5185"/>
                  <a:pt x="9154" y="4951"/>
                  <a:pt x="9057" y="4810"/>
                </a:cubicBezTo>
                <a:cubicBezTo>
                  <a:pt x="9031" y="4771"/>
                  <a:pt x="8983" y="4759"/>
                  <a:pt x="8914" y="4759"/>
                </a:cubicBezTo>
                <a:cubicBezTo>
                  <a:pt x="8814" y="4759"/>
                  <a:pt x="8669" y="4783"/>
                  <a:pt x="8478" y="4783"/>
                </a:cubicBezTo>
                <a:cubicBezTo>
                  <a:pt x="8321" y="4783"/>
                  <a:pt x="8134" y="4767"/>
                  <a:pt x="7915" y="4708"/>
                </a:cubicBezTo>
                <a:cubicBezTo>
                  <a:pt x="7775" y="4670"/>
                  <a:pt x="7647" y="4656"/>
                  <a:pt x="7532" y="4656"/>
                </a:cubicBezTo>
                <a:cubicBezTo>
                  <a:pt x="7094" y="4656"/>
                  <a:pt x="6843" y="4871"/>
                  <a:pt x="6843" y="4871"/>
                </a:cubicBezTo>
                <a:lnTo>
                  <a:pt x="3653" y="4311"/>
                </a:lnTo>
                <a:cubicBezTo>
                  <a:pt x="3653" y="4311"/>
                  <a:pt x="3010" y="0"/>
                  <a:pt x="1708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9"/>
          <p:cNvSpPr/>
          <p:nvPr/>
        </p:nvSpPr>
        <p:spPr>
          <a:xfrm>
            <a:off x="579879" y="2713707"/>
            <a:ext cx="369276" cy="372336"/>
          </a:xfrm>
          <a:custGeom>
            <a:avLst/>
            <a:gdLst/>
            <a:ahLst/>
            <a:cxnLst/>
            <a:rect l="l" t="t" r="r" b="b"/>
            <a:pathLst>
              <a:path w="3861" h="3893" extrusionOk="0">
                <a:moveTo>
                  <a:pt x="2100" y="0"/>
                </a:moveTo>
                <a:cubicBezTo>
                  <a:pt x="1972" y="0"/>
                  <a:pt x="1835" y="27"/>
                  <a:pt x="1690" y="85"/>
                </a:cubicBezTo>
                <a:cubicBezTo>
                  <a:pt x="0" y="769"/>
                  <a:pt x="922" y="3893"/>
                  <a:pt x="922" y="3893"/>
                </a:cubicBezTo>
                <a:lnTo>
                  <a:pt x="3860" y="3015"/>
                </a:lnTo>
                <a:cubicBezTo>
                  <a:pt x="3860" y="3015"/>
                  <a:pt x="3459" y="0"/>
                  <a:pt x="2100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9"/>
          <p:cNvSpPr/>
          <p:nvPr/>
        </p:nvSpPr>
        <p:spPr>
          <a:xfrm>
            <a:off x="591643" y="2142908"/>
            <a:ext cx="536459" cy="720762"/>
          </a:xfrm>
          <a:custGeom>
            <a:avLst/>
            <a:gdLst/>
            <a:ahLst/>
            <a:cxnLst/>
            <a:rect l="l" t="t" r="r" b="b"/>
            <a:pathLst>
              <a:path w="5609" h="7536" extrusionOk="0">
                <a:moveTo>
                  <a:pt x="3835" y="0"/>
                </a:moveTo>
                <a:cubicBezTo>
                  <a:pt x="3698" y="0"/>
                  <a:pt x="3551" y="14"/>
                  <a:pt x="3393" y="45"/>
                </a:cubicBezTo>
                <a:cubicBezTo>
                  <a:pt x="3393" y="45"/>
                  <a:pt x="2110" y="270"/>
                  <a:pt x="1721" y="1765"/>
                </a:cubicBezTo>
                <a:cubicBezTo>
                  <a:pt x="1333" y="3265"/>
                  <a:pt x="1765" y="3764"/>
                  <a:pt x="1214" y="4765"/>
                </a:cubicBezTo>
                <a:cubicBezTo>
                  <a:pt x="667" y="5762"/>
                  <a:pt x="1" y="6592"/>
                  <a:pt x="539" y="7536"/>
                </a:cubicBezTo>
                <a:cubicBezTo>
                  <a:pt x="905" y="6353"/>
                  <a:pt x="2595" y="6817"/>
                  <a:pt x="3482" y="5542"/>
                </a:cubicBezTo>
                <a:cubicBezTo>
                  <a:pt x="4368" y="4262"/>
                  <a:pt x="3812" y="2304"/>
                  <a:pt x="3812" y="2304"/>
                </a:cubicBezTo>
                <a:cubicBezTo>
                  <a:pt x="3812" y="2304"/>
                  <a:pt x="4479" y="1783"/>
                  <a:pt x="4479" y="879"/>
                </a:cubicBezTo>
                <a:cubicBezTo>
                  <a:pt x="5110" y="954"/>
                  <a:pt x="5608" y="1496"/>
                  <a:pt x="5608" y="1496"/>
                </a:cubicBezTo>
                <a:cubicBezTo>
                  <a:pt x="5608" y="1496"/>
                  <a:pt x="5252" y="0"/>
                  <a:pt x="3835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9"/>
          <p:cNvSpPr/>
          <p:nvPr/>
        </p:nvSpPr>
        <p:spPr>
          <a:xfrm>
            <a:off x="8070489" y="2170740"/>
            <a:ext cx="415280" cy="697138"/>
          </a:xfrm>
          <a:custGeom>
            <a:avLst/>
            <a:gdLst/>
            <a:ahLst/>
            <a:cxnLst/>
            <a:rect l="l" t="t" r="r" b="b"/>
            <a:pathLst>
              <a:path w="4342" h="7289" extrusionOk="0">
                <a:moveTo>
                  <a:pt x="1528" y="1"/>
                </a:moveTo>
                <a:cubicBezTo>
                  <a:pt x="754" y="1"/>
                  <a:pt x="437" y="535"/>
                  <a:pt x="437" y="535"/>
                </a:cubicBezTo>
                <a:cubicBezTo>
                  <a:pt x="437" y="535"/>
                  <a:pt x="0" y="5498"/>
                  <a:pt x="1531" y="6795"/>
                </a:cubicBezTo>
                <a:cubicBezTo>
                  <a:pt x="1941" y="7143"/>
                  <a:pt x="2333" y="7289"/>
                  <a:pt x="2687" y="7289"/>
                </a:cubicBezTo>
                <a:cubicBezTo>
                  <a:pt x="3654" y="7289"/>
                  <a:pt x="4341" y="6202"/>
                  <a:pt x="4341" y="5162"/>
                </a:cubicBezTo>
                <a:cubicBezTo>
                  <a:pt x="4341" y="3746"/>
                  <a:pt x="2550" y="3460"/>
                  <a:pt x="2837" y="2524"/>
                </a:cubicBezTo>
                <a:cubicBezTo>
                  <a:pt x="3124" y="1589"/>
                  <a:pt x="2789" y="173"/>
                  <a:pt x="1809" y="23"/>
                </a:cubicBezTo>
                <a:cubicBezTo>
                  <a:pt x="1709" y="8"/>
                  <a:pt x="1616" y="1"/>
                  <a:pt x="1528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9"/>
          <p:cNvSpPr/>
          <p:nvPr/>
        </p:nvSpPr>
        <p:spPr>
          <a:xfrm>
            <a:off x="7455697" y="2591762"/>
            <a:ext cx="633058" cy="843662"/>
          </a:xfrm>
          <a:custGeom>
            <a:avLst/>
            <a:gdLst/>
            <a:ahLst/>
            <a:cxnLst/>
            <a:rect l="l" t="t" r="r" b="b"/>
            <a:pathLst>
              <a:path w="6619" h="8821" extrusionOk="0">
                <a:moveTo>
                  <a:pt x="4971" y="1"/>
                </a:moveTo>
                <a:cubicBezTo>
                  <a:pt x="3598" y="1"/>
                  <a:pt x="2581" y="6156"/>
                  <a:pt x="2581" y="6156"/>
                </a:cubicBezTo>
                <a:lnTo>
                  <a:pt x="1" y="7554"/>
                </a:lnTo>
                <a:lnTo>
                  <a:pt x="159" y="8820"/>
                </a:lnTo>
                <a:cubicBezTo>
                  <a:pt x="159" y="8820"/>
                  <a:pt x="3764" y="8353"/>
                  <a:pt x="4598" y="7091"/>
                </a:cubicBezTo>
                <a:cubicBezTo>
                  <a:pt x="5700" y="5415"/>
                  <a:pt x="6618" y="624"/>
                  <a:pt x="5153" y="37"/>
                </a:cubicBezTo>
                <a:cubicBezTo>
                  <a:pt x="5092" y="12"/>
                  <a:pt x="5031" y="1"/>
                  <a:pt x="4971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9"/>
          <p:cNvSpPr/>
          <p:nvPr/>
        </p:nvSpPr>
        <p:spPr>
          <a:xfrm>
            <a:off x="7324475" y="4289715"/>
            <a:ext cx="457458" cy="170148"/>
          </a:xfrm>
          <a:custGeom>
            <a:avLst/>
            <a:gdLst/>
            <a:ahLst/>
            <a:cxnLst/>
            <a:rect l="l" t="t" r="r" b="b"/>
            <a:pathLst>
              <a:path w="4783" h="1779" extrusionOk="0">
                <a:moveTo>
                  <a:pt x="4783" y="1"/>
                </a:moveTo>
                <a:lnTo>
                  <a:pt x="3124" y="36"/>
                </a:lnTo>
                <a:cubicBezTo>
                  <a:pt x="3124" y="36"/>
                  <a:pt x="1968" y="513"/>
                  <a:pt x="984" y="998"/>
                </a:cubicBezTo>
                <a:cubicBezTo>
                  <a:pt x="1" y="1483"/>
                  <a:pt x="971" y="1726"/>
                  <a:pt x="971" y="1726"/>
                </a:cubicBezTo>
                <a:lnTo>
                  <a:pt x="4218" y="1779"/>
                </a:lnTo>
                <a:cubicBezTo>
                  <a:pt x="4221" y="1779"/>
                  <a:pt x="4223" y="1779"/>
                  <a:pt x="4226" y="1779"/>
                </a:cubicBezTo>
                <a:cubicBezTo>
                  <a:pt x="4518" y="1779"/>
                  <a:pt x="4756" y="1542"/>
                  <a:pt x="4761" y="1254"/>
                </a:cubicBezTo>
                <a:lnTo>
                  <a:pt x="4783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9"/>
          <p:cNvSpPr/>
          <p:nvPr/>
        </p:nvSpPr>
        <p:spPr>
          <a:xfrm>
            <a:off x="6855251" y="4289715"/>
            <a:ext cx="457554" cy="170148"/>
          </a:xfrm>
          <a:custGeom>
            <a:avLst/>
            <a:gdLst/>
            <a:ahLst/>
            <a:cxnLst/>
            <a:rect l="l" t="t" r="r" b="b"/>
            <a:pathLst>
              <a:path w="4784" h="1779" extrusionOk="0">
                <a:moveTo>
                  <a:pt x="4783" y="1"/>
                </a:moveTo>
                <a:lnTo>
                  <a:pt x="3124" y="36"/>
                </a:lnTo>
                <a:cubicBezTo>
                  <a:pt x="3124" y="36"/>
                  <a:pt x="1968" y="513"/>
                  <a:pt x="985" y="998"/>
                </a:cubicBezTo>
                <a:cubicBezTo>
                  <a:pt x="1" y="1483"/>
                  <a:pt x="971" y="1726"/>
                  <a:pt x="971" y="1726"/>
                </a:cubicBezTo>
                <a:lnTo>
                  <a:pt x="4218" y="1779"/>
                </a:lnTo>
                <a:cubicBezTo>
                  <a:pt x="4221" y="1779"/>
                  <a:pt x="4224" y="1779"/>
                  <a:pt x="4226" y="1779"/>
                </a:cubicBezTo>
                <a:cubicBezTo>
                  <a:pt x="4518" y="1779"/>
                  <a:pt x="4757" y="1542"/>
                  <a:pt x="4761" y="1254"/>
                </a:cubicBezTo>
                <a:lnTo>
                  <a:pt x="4783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9"/>
          <p:cNvSpPr/>
          <p:nvPr/>
        </p:nvSpPr>
        <p:spPr>
          <a:xfrm>
            <a:off x="7143041" y="3301625"/>
            <a:ext cx="1106871" cy="991621"/>
          </a:xfrm>
          <a:custGeom>
            <a:avLst/>
            <a:gdLst/>
            <a:ahLst/>
            <a:cxnLst/>
            <a:rect l="l" t="t" r="r" b="b"/>
            <a:pathLst>
              <a:path w="11573" h="10368" extrusionOk="0">
                <a:moveTo>
                  <a:pt x="8222" y="0"/>
                </a:moveTo>
                <a:cubicBezTo>
                  <a:pt x="7164" y="0"/>
                  <a:pt x="5864" y="185"/>
                  <a:pt x="4359" y="750"/>
                </a:cubicBezTo>
                <a:cubicBezTo>
                  <a:pt x="1" y="2391"/>
                  <a:pt x="1033" y="3997"/>
                  <a:pt x="1540" y="4738"/>
                </a:cubicBezTo>
                <a:cubicBezTo>
                  <a:pt x="2048" y="5484"/>
                  <a:pt x="5021" y="10367"/>
                  <a:pt x="5021" y="10367"/>
                </a:cubicBezTo>
                <a:lnTo>
                  <a:pt x="6680" y="10332"/>
                </a:lnTo>
                <a:lnTo>
                  <a:pt x="4633" y="4548"/>
                </a:lnTo>
                <a:lnTo>
                  <a:pt x="9000" y="3728"/>
                </a:lnTo>
                <a:cubicBezTo>
                  <a:pt x="10505" y="3547"/>
                  <a:pt x="11572" y="2166"/>
                  <a:pt x="11365" y="666"/>
                </a:cubicBezTo>
                <a:cubicBezTo>
                  <a:pt x="11365" y="666"/>
                  <a:pt x="10230" y="0"/>
                  <a:pt x="8222" y="0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9"/>
          <p:cNvSpPr/>
          <p:nvPr/>
        </p:nvSpPr>
        <p:spPr>
          <a:xfrm>
            <a:off x="7771701" y="2591762"/>
            <a:ext cx="410689" cy="354642"/>
          </a:xfrm>
          <a:custGeom>
            <a:avLst/>
            <a:gdLst/>
            <a:ahLst/>
            <a:cxnLst/>
            <a:rect l="l" t="t" r="r" b="b"/>
            <a:pathLst>
              <a:path w="4294" h="3708" extrusionOk="0">
                <a:moveTo>
                  <a:pt x="1796" y="0"/>
                </a:moveTo>
                <a:cubicBezTo>
                  <a:pt x="364" y="0"/>
                  <a:pt x="1" y="2507"/>
                  <a:pt x="1" y="2507"/>
                </a:cubicBezTo>
                <a:lnTo>
                  <a:pt x="2705" y="3707"/>
                </a:lnTo>
                <a:cubicBezTo>
                  <a:pt x="2705" y="3707"/>
                  <a:pt x="4293" y="906"/>
                  <a:pt x="2379" y="125"/>
                </a:cubicBezTo>
                <a:cubicBezTo>
                  <a:pt x="2167" y="39"/>
                  <a:pt x="1973" y="0"/>
                  <a:pt x="1796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9"/>
          <p:cNvSpPr/>
          <p:nvPr/>
        </p:nvSpPr>
        <p:spPr>
          <a:xfrm>
            <a:off x="7154040" y="3364846"/>
            <a:ext cx="1113183" cy="928402"/>
          </a:xfrm>
          <a:custGeom>
            <a:avLst/>
            <a:gdLst/>
            <a:ahLst/>
            <a:cxnLst/>
            <a:rect l="l" t="t" r="r" b="b"/>
            <a:pathLst>
              <a:path w="11639" h="9707" extrusionOk="0">
                <a:moveTo>
                  <a:pt x="8651" y="1"/>
                </a:moveTo>
                <a:cubicBezTo>
                  <a:pt x="8651" y="1"/>
                  <a:pt x="3049" y="1214"/>
                  <a:pt x="1915" y="2321"/>
                </a:cubicBezTo>
                <a:cubicBezTo>
                  <a:pt x="781" y="3433"/>
                  <a:pt x="0" y="9706"/>
                  <a:pt x="0" y="9706"/>
                </a:cubicBezTo>
                <a:lnTo>
                  <a:pt x="1659" y="9671"/>
                </a:lnTo>
                <a:lnTo>
                  <a:pt x="3847" y="3887"/>
                </a:lnTo>
                <a:cubicBezTo>
                  <a:pt x="3847" y="3887"/>
                  <a:pt x="8122" y="3777"/>
                  <a:pt x="10363" y="3596"/>
                </a:cubicBezTo>
                <a:cubicBezTo>
                  <a:pt x="11638" y="3495"/>
                  <a:pt x="11343" y="1527"/>
                  <a:pt x="11471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9"/>
          <p:cNvSpPr/>
          <p:nvPr/>
        </p:nvSpPr>
        <p:spPr>
          <a:xfrm>
            <a:off x="7745112" y="2569094"/>
            <a:ext cx="609817" cy="892058"/>
          </a:xfrm>
          <a:custGeom>
            <a:avLst/>
            <a:gdLst/>
            <a:ahLst/>
            <a:cxnLst/>
            <a:rect l="l" t="t" r="r" b="b"/>
            <a:pathLst>
              <a:path w="6376" h="9327" extrusionOk="0">
                <a:moveTo>
                  <a:pt x="2140" y="0"/>
                </a:moveTo>
                <a:cubicBezTo>
                  <a:pt x="589" y="0"/>
                  <a:pt x="1" y="7853"/>
                  <a:pt x="1" y="7853"/>
                </a:cubicBezTo>
                <a:cubicBezTo>
                  <a:pt x="1" y="7853"/>
                  <a:pt x="2061" y="9327"/>
                  <a:pt x="5291" y="9327"/>
                </a:cubicBezTo>
                <a:cubicBezTo>
                  <a:pt x="6376" y="5431"/>
                  <a:pt x="5961" y="3618"/>
                  <a:pt x="5714" y="2197"/>
                </a:cubicBezTo>
                <a:cubicBezTo>
                  <a:pt x="5542" y="1209"/>
                  <a:pt x="4766" y="442"/>
                  <a:pt x="3782" y="265"/>
                </a:cubicBezTo>
                <a:cubicBezTo>
                  <a:pt x="3323" y="181"/>
                  <a:pt x="2780" y="89"/>
                  <a:pt x="2207" y="5"/>
                </a:cubicBezTo>
                <a:cubicBezTo>
                  <a:pt x="2184" y="2"/>
                  <a:pt x="2162" y="0"/>
                  <a:pt x="2140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9"/>
          <p:cNvSpPr/>
          <p:nvPr/>
        </p:nvSpPr>
        <p:spPr>
          <a:xfrm>
            <a:off x="7905027" y="2345480"/>
            <a:ext cx="250392" cy="383909"/>
          </a:xfrm>
          <a:custGeom>
            <a:avLst/>
            <a:gdLst/>
            <a:ahLst/>
            <a:cxnLst/>
            <a:rect l="l" t="t" r="r" b="b"/>
            <a:pathLst>
              <a:path w="2618" h="4014" extrusionOk="0">
                <a:moveTo>
                  <a:pt x="2026" y="0"/>
                </a:moveTo>
                <a:lnTo>
                  <a:pt x="1" y="384"/>
                </a:lnTo>
                <a:lnTo>
                  <a:pt x="575" y="3397"/>
                </a:lnTo>
                <a:cubicBezTo>
                  <a:pt x="644" y="3766"/>
                  <a:pt x="963" y="4013"/>
                  <a:pt x="1316" y="4013"/>
                </a:cubicBezTo>
                <a:cubicBezTo>
                  <a:pt x="1390" y="4013"/>
                  <a:pt x="1466" y="4002"/>
                  <a:pt x="1541" y="3980"/>
                </a:cubicBezTo>
                <a:cubicBezTo>
                  <a:pt x="2211" y="3772"/>
                  <a:pt x="2617" y="3097"/>
                  <a:pt x="2485" y="2409"/>
                </a:cubicBezTo>
                <a:lnTo>
                  <a:pt x="202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9"/>
          <p:cNvSpPr/>
          <p:nvPr/>
        </p:nvSpPr>
        <p:spPr>
          <a:xfrm>
            <a:off x="7751520" y="2122536"/>
            <a:ext cx="443112" cy="451337"/>
          </a:xfrm>
          <a:custGeom>
            <a:avLst/>
            <a:gdLst/>
            <a:ahLst/>
            <a:cxnLst/>
            <a:rect l="l" t="t" r="r" b="b"/>
            <a:pathLst>
              <a:path w="4633" h="4719" extrusionOk="0">
                <a:moveTo>
                  <a:pt x="2525" y="0"/>
                </a:moveTo>
                <a:cubicBezTo>
                  <a:pt x="1788" y="0"/>
                  <a:pt x="1059" y="492"/>
                  <a:pt x="605" y="1572"/>
                </a:cubicBezTo>
                <a:cubicBezTo>
                  <a:pt x="0" y="2997"/>
                  <a:pt x="397" y="4189"/>
                  <a:pt x="1346" y="4590"/>
                </a:cubicBezTo>
                <a:cubicBezTo>
                  <a:pt x="1548" y="4676"/>
                  <a:pt x="1759" y="4719"/>
                  <a:pt x="1971" y="4719"/>
                </a:cubicBezTo>
                <a:cubicBezTo>
                  <a:pt x="2751" y="4719"/>
                  <a:pt x="3553" y="4144"/>
                  <a:pt x="4028" y="3024"/>
                </a:cubicBezTo>
                <a:cubicBezTo>
                  <a:pt x="4632" y="1599"/>
                  <a:pt x="4174" y="549"/>
                  <a:pt x="3225" y="148"/>
                </a:cubicBezTo>
                <a:cubicBezTo>
                  <a:pt x="2997" y="50"/>
                  <a:pt x="2760" y="0"/>
                  <a:pt x="2525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9"/>
          <p:cNvSpPr/>
          <p:nvPr/>
        </p:nvSpPr>
        <p:spPr>
          <a:xfrm>
            <a:off x="7286122" y="2705290"/>
            <a:ext cx="1061632" cy="508914"/>
          </a:xfrm>
          <a:custGeom>
            <a:avLst/>
            <a:gdLst/>
            <a:ahLst/>
            <a:cxnLst/>
            <a:rect l="l" t="t" r="r" b="b"/>
            <a:pathLst>
              <a:path w="11100" h="5321" extrusionOk="0">
                <a:moveTo>
                  <a:pt x="9566" y="1"/>
                </a:moveTo>
                <a:cubicBezTo>
                  <a:pt x="8324" y="1"/>
                  <a:pt x="6203" y="3081"/>
                  <a:pt x="6203" y="3081"/>
                </a:cubicBezTo>
                <a:lnTo>
                  <a:pt x="2952" y="1519"/>
                </a:lnTo>
                <a:lnTo>
                  <a:pt x="2952" y="1506"/>
                </a:lnTo>
                <a:cubicBezTo>
                  <a:pt x="2952" y="1506"/>
                  <a:pt x="2686" y="1255"/>
                  <a:pt x="2207" y="1255"/>
                </a:cubicBezTo>
                <a:cubicBezTo>
                  <a:pt x="2111" y="1255"/>
                  <a:pt x="2006" y="1265"/>
                  <a:pt x="1893" y="1290"/>
                </a:cubicBezTo>
                <a:cubicBezTo>
                  <a:pt x="1724" y="1326"/>
                  <a:pt x="1574" y="1338"/>
                  <a:pt x="1443" y="1338"/>
                </a:cubicBezTo>
                <a:cubicBezTo>
                  <a:pt x="1173" y="1338"/>
                  <a:pt x="981" y="1286"/>
                  <a:pt x="863" y="1286"/>
                </a:cubicBezTo>
                <a:cubicBezTo>
                  <a:pt x="809" y="1286"/>
                  <a:pt x="770" y="1297"/>
                  <a:pt x="746" y="1329"/>
                </a:cubicBezTo>
                <a:cubicBezTo>
                  <a:pt x="640" y="1466"/>
                  <a:pt x="1063" y="1722"/>
                  <a:pt x="1606" y="1762"/>
                </a:cubicBezTo>
                <a:cubicBezTo>
                  <a:pt x="1412" y="1943"/>
                  <a:pt x="1126" y="1981"/>
                  <a:pt x="848" y="1981"/>
                </a:cubicBezTo>
                <a:cubicBezTo>
                  <a:pt x="648" y="1981"/>
                  <a:pt x="451" y="1962"/>
                  <a:pt x="295" y="1962"/>
                </a:cubicBezTo>
                <a:cubicBezTo>
                  <a:pt x="215" y="1962"/>
                  <a:pt x="146" y="1967"/>
                  <a:pt x="93" y="1982"/>
                </a:cubicBezTo>
                <a:cubicBezTo>
                  <a:pt x="18" y="2004"/>
                  <a:pt x="0" y="2097"/>
                  <a:pt x="53" y="2154"/>
                </a:cubicBezTo>
                <a:cubicBezTo>
                  <a:pt x="331" y="2450"/>
                  <a:pt x="781" y="2745"/>
                  <a:pt x="1377" y="2759"/>
                </a:cubicBezTo>
                <a:cubicBezTo>
                  <a:pt x="1385" y="2759"/>
                  <a:pt x="1393" y="2759"/>
                  <a:pt x="1402" y="2759"/>
                </a:cubicBezTo>
                <a:cubicBezTo>
                  <a:pt x="1817" y="2759"/>
                  <a:pt x="2345" y="2548"/>
                  <a:pt x="2665" y="2401"/>
                </a:cubicBezTo>
                <a:cubicBezTo>
                  <a:pt x="3213" y="3020"/>
                  <a:pt x="5340" y="5320"/>
                  <a:pt x="6601" y="5320"/>
                </a:cubicBezTo>
                <a:cubicBezTo>
                  <a:pt x="6751" y="5320"/>
                  <a:pt x="6889" y="5288"/>
                  <a:pt x="7010" y="5216"/>
                </a:cubicBezTo>
                <a:cubicBezTo>
                  <a:pt x="8731" y="4197"/>
                  <a:pt x="11100" y="1387"/>
                  <a:pt x="10041" y="213"/>
                </a:cubicBezTo>
                <a:cubicBezTo>
                  <a:pt x="9907" y="65"/>
                  <a:pt x="9746" y="1"/>
                  <a:pt x="9566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9"/>
          <p:cNvSpPr/>
          <p:nvPr/>
        </p:nvSpPr>
        <p:spPr>
          <a:xfrm>
            <a:off x="7297504" y="3304495"/>
            <a:ext cx="235472" cy="223421"/>
          </a:xfrm>
          <a:custGeom>
            <a:avLst/>
            <a:gdLst/>
            <a:ahLst/>
            <a:cxnLst/>
            <a:rect l="l" t="t" r="r" b="b"/>
            <a:pathLst>
              <a:path w="2462" h="2336" extrusionOk="0">
                <a:moveTo>
                  <a:pt x="1888" y="1"/>
                </a:moveTo>
                <a:cubicBezTo>
                  <a:pt x="1888" y="1"/>
                  <a:pt x="883" y="354"/>
                  <a:pt x="463" y="843"/>
                </a:cubicBezTo>
                <a:cubicBezTo>
                  <a:pt x="75" y="1293"/>
                  <a:pt x="0" y="1832"/>
                  <a:pt x="31" y="2238"/>
                </a:cubicBezTo>
                <a:cubicBezTo>
                  <a:pt x="38" y="2294"/>
                  <a:pt x="85" y="2336"/>
                  <a:pt x="136" y="2336"/>
                </a:cubicBezTo>
                <a:cubicBezTo>
                  <a:pt x="152" y="2336"/>
                  <a:pt x="169" y="2331"/>
                  <a:pt x="186" y="2321"/>
                </a:cubicBezTo>
                <a:cubicBezTo>
                  <a:pt x="459" y="2149"/>
                  <a:pt x="808" y="1391"/>
                  <a:pt x="1359" y="1338"/>
                </a:cubicBezTo>
                <a:lnTo>
                  <a:pt x="1359" y="1338"/>
                </a:lnTo>
                <a:cubicBezTo>
                  <a:pt x="1028" y="1770"/>
                  <a:pt x="936" y="2255"/>
                  <a:pt x="1108" y="2268"/>
                </a:cubicBezTo>
                <a:cubicBezTo>
                  <a:pt x="1110" y="2269"/>
                  <a:pt x="1113" y="2269"/>
                  <a:pt x="1115" y="2269"/>
                </a:cubicBezTo>
                <a:cubicBezTo>
                  <a:pt x="1282" y="2269"/>
                  <a:pt x="1350" y="1839"/>
                  <a:pt x="1902" y="1439"/>
                </a:cubicBezTo>
                <a:cubicBezTo>
                  <a:pt x="2462" y="1033"/>
                  <a:pt x="2449" y="504"/>
                  <a:pt x="2449" y="504"/>
                </a:cubicBezTo>
                <a:lnTo>
                  <a:pt x="2444" y="499"/>
                </a:lnTo>
                <a:lnTo>
                  <a:pt x="1888" y="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9"/>
          <p:cNvSpPr/>
          <p:nvPr/>
        </p:nvSpPr>
        <p:spPr>
          <a:xfrm>
            <a:off x="7863327" y="2109720"/>
            <a:ext cx="353686" cy="482229"/>
          </a:xfrm>
          <a:custGeom>
            <a:avLst/>
            <a:gdLst/>
            <a:ahLst/>
            <a:cxnLst/>
            <a:rect l="l" t="t" r="r" b="b"/>
            <a:pathLst>
              <a:path w="3698" h="5042" extrusionOk="0">
                <a:moveTo>
                  <a:pt x="1633" y="1"/>
                </a:moveTo>
                <a:cubicBezTo>
                  <a:pt x="1597" y="1"/>
                  <a:pt x="1562" y="2"/>
                  <a:pt x="1527" y="4"/>
                </a:cubicBezTo>
                <a:cubicBezTo>
                  <a:pt x="1063" y="30"/>
                  <a:pt x="508" y="202"/>
                  <a:pt x="36" y="749"/>
                </a:cubicBezTo>
                <a:cubicBezTo>
                  <a:pt x="0" y="1773"/>
                  <a:pt x="759" y="2227"/>
                  <a:pt x="1650" y="2302"/>
                </a:cubicBezTo>
                <a:cubicBezTo>
                  <a:pt x="2078" y="3436"/>
                  <a:pt x="1566" y="5042"/>
                  <a:pt x="1566" y="5042"/>
                </a:cubicBezTo>
                <a:cubicBezTo>
                  <a:pt x="1566" y="5042"/>
                  <a:pt x="3194" y="4945"/>
                  <a:pt x="3494" y="3180"/>
                </a:cubicBezTo>
                <a:cubicBezTo>
                  <a:pt x="3697" y="2002"/>
                  <a:pt x="3574" y="1292"/>
                  <a:pt x="3199" y="780"/>
                </a:cubicBezTo>
                <a:cubicBezTo>
                  <a:pt x="2836" y="288"/>
                  <a:pt x="2244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9"/>
          <p:cNvSpPr/>
          <p:nvPr/>
        </p:nvSpPr>
        <p:spPr>
          <a:xfrm>
            <a:off x="7954474" y="2675928"/>
            <a:ext cx="436321" cy="369180"/>
          </a:xfrm>
          <a:custGeom>
            <a:avLst/>
            <a:gdLst/>
            <a:ahLst/>
            <a:cxnLst/>
            <a:rect l="l" t="t" r="r" b="b"/>
            <a:pathLst>
              <a:path w="4562" h="3860" extrusionOk="0">
                <a:moveTo>
                  <a:pt x="2081" y="0"/>
                </a:moveTo>
                <a:cubicBezTo>
                  <a:pt x="853" y="0"/>
                  <a:pt x="0" y="2007"/>
                  <a:pt x="0" y="2007"/>
                </a:cubicBezTo>
                <a:lnTo>
                  <a:pt x="2312" y="3860"/>
                </a:lnTo>
                <a:cubicBezTo>
                  <a:pt x="2312" y="3860"/>
                  <a:pt x="4562" y="1557"/>
                  <a:pt x="2907" y="308"/>
                </a:cubicBezTo>
                <a:cubicBezTo>
                  <a:pt x="2618" y="90"/>
                  <a:pt x="2341" y="0"/>
                  <a:pt x="2081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9"/>
          <p:cNvSpPr/>
          <p:nvPr/>
        </p:nvSpPr>
        <p:spPr>
          <a:xfrm>
            <a:off x="893397" y="3818481"/>
            <a:ext cx="76418" cy="578541"/>
          </a:xfrm>
          <a:custGeom>
            <a:avLst/>
            <a:gdLst/>
            <a:ahLst/>
            <a:cxnLst/>
            <a:rect l="l" t="t" r="r" b="b"/>
            <a:pathLst>
              <a:path w="799" h="6049" extrusionOk="0">
                <a:moveTo>
                  <a:pt x="0" y="0"/>
                </a:moveTo>
                <a:lnTo>
                  <a:pt x="0" y="6048"/>
                </a:lnTo>
                <a:lnTo>
                  <a:pt x="799" y="6048"/>
                </a:lnTo>
                <a:lnTo>
                  <a:pt x="799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9"/>
          <p:cNvSpPr/>
          <p:nvPr/>
        </p:nvSpPr>
        <p:spPr>
          <a:xfrm>
            <a:off x="674374" y="3710022"/>
            <a:ext cx="514461" cy="125866"/>
          </a:xfrm>
          <a:custGeom>
            <a:avLst/>
            <a:gdLst/>
            <a:ahLst/>
            <a:cxnLst/>
            <a:rect l="l" t="t" r="r" b="b"/>
            <a:pathLst>
              <a:path w="5379" h="1316" extrusionOk="0">
                <a:moveTo>
                  <a:pt x="658" y="0"/>
                </a:moveTo>
                <a:cubicBezTo>
                  <a:pt x="296" y="0"/>
                  <a:pt x="1" y="296"/>
                  <a:pt x="1" y="658"/>
                </a:cubicBezTo>
                <a:cubicBezTo>
                  <a:pt x="1" y="1019"/>
                  <a:pt x="296" y="1315"/>
                  <a:pt x="658" y="1315"/>
                </a:cubicBezTo>
                <a:lnTo>
                  <a:pt x="4721" y="1315"/>
                </a:lnTo>
                <a:cubicBezTo>
                  <a:pt x="5083" y="1315"/>
                  <a:pt x="5378" y="1019"/>
                  <a:pt x="5378" y="658"/>
                </a:cubicBezTo>
                <a:cubicBezTo>
                  <a:pt x="5378" y="296"/>
                  <a:pt x="5083" y="0"/>
                  <a:pt x="4721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755001" y="4373307"/>
            <a:ext cx="353208" cy="86556"/>
          </a:xfrm>
          <a:custGeom>
            <a:avLst/>
            <a:gdLst/>
            <a:ahLst/>
            <a:cxnLst/>
            <a:rect l="l" t="t" r="r" b="b"/>
            <a:pathLst>
              <a:path w="3693" h="905" extrusionOk="0">
                <a:moveTo>
                  <a:pt x="455" y="0"/>
                </a:moveTo>
                <a:cubicBezTo>
                  <a:pt x="203" y="0"/>
                  <a:pt x="0" y="203"/>
                  <a:pt x="0" y="455"/>
                </a:cubicBezTo>
                <a:cubicBezTo>
                  <a:pt x="0" y="702"/>
                  <a:pt x="203" y="905"/>
                  <a:pt x="455" y="905"/>
                </a:cubicBezTo>
                <a:lnTo>
                  <a:pt x="3243" y="905"/>
                </a:lnTo>
                <a:cubicBezTo>
                  <a:pt x="3490" y="905"/>
                  <a:pt x="3693" y="702"/>
                  <a:pt x="3693" y="455"/>
                </a:cubicBezTo>
                <a:cubicBezTo>
                  <a:pt x="3693" y="203"/>
                  <a:pt x="3490" y="0"/>
                  <a:pt x="3243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9"/>
          <p:cNvSpPr/>
          <p:nvPr/>
        </p:nvSpPr>
        <p:spPr>
          <a:xfrm>
            <a:off x="7993688" y="3818481"/>
            <a:ext cx="76897" cy="578541"/>
          </a:xfrm>
          <a:custGeom>
            <a:avLst/>
            <a:gdLst/>
            <a:ahLst/>
            <a:cxnLst/>
            <a:rect l="l" t="t" r="r" b="b"/>
            <a:pathLst>
              <a:path w="804" h="6049" extrusionOk="0">
                <a:moveTo>
                  <a:pt x="0" y="0"/>
                </a:moveTo>
                <a:lnTo>
                  <a:pt x="0" y="6048"/>
                </a:lnTo>
                <a:lnTo>
                  <a:pt x="803" y="6048"/>
                </a:lnTo>
                <a:lnTo>
                  <a:pt x="803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9"/>
          <p:cNvSpPr/>
          <p:nvPr/>
        </p:nvSpPr>
        <p:spPr>
          <a:xfrm>
            <a:off x="7774666" y="3710022"/>
            <a:ext cx="514844" cy="125866"/>
          </a:xfrm>
          <a:custGeom>
            <a:avLst/>
            <a:gdLst/>
            <a:ahLst/>
            <a:cxnLst/>
            <a:rect l="l" t="t" r="r" b="b"/>
            <a:pathLst>
              <a:path w="5383" h="1316" extrusionOk="0">
                <a:moveTo>
                  <a:pt x="658" y="0"/>
                </a:moveTo>
                <a:cubicBezTo>
                  <a:pt x="296" y="0"/>
                  <a:pt x="1" y="296"/>
                  <a:pt x="1" y="658"/>
                </a:cubicBezTo>
                <a:cubicBezTo>
                  <a:pt x="1" y="1019"/>
                  <a:pt x="296" y="1315"/>
                  <a:pt x="658" y="1315"/>
                </a:cubicBezTo>
                <a:lnTo>
                  <a:pt x="4726" y="1315"/>
                </a:lnTo>
                <a:cubicBezTo>
                  <a:pt x="5087" y="1315"/>
                  <a:pt x="5383" y="1019"/>
                  <a:pt x="5383" y="658"/>
                </a:cubicBezTo>
                <a:cubicBezTo>
                  <a:pt x="5383" y="296"/>
                  <a:pt x="5087" y="0"/>
                  <a:pt x="4726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9"/>
          <p:cNvSpPr/>
          <p:nvPr/>
        </p:nvSpPr>
        <p:spPr>
          <a:xfrm>
            <a:off x="7855675" y="4373307"/>
            <a:ext cx="352825" cy="86556"/>
          </a:xfrm>
          <a:custGeom>
            <a:avLst/>
            <a:gdLst/>
            <a:ahLst/>
            <a:cxnLst/>
            <a:rect l="l" t="t" r="r" b="b"/>
            <a:pathLst>
              <a:path w="3689" h="905" extrusionOk="0">
                <a:moveTo>
                  <a:pt x="451" y="0"/>
                </a:moveTo>
                <a:cubicBezTo>
                  <a:pt x="199" y="0"/>
                  <a:pt x="1" y="203"/>
                  <a:pt x="1" y="455"/>
                </a:cubicBezTo>
                <a:cubicBezTo>
                  <a:pt x="1" y="702"/>
                  <a:pt x="199" y="905"/>
                  <a:pt x="451" y="905"/>
                </a:cubicBezTo>
                <a:lnTo>
                  <a:pt x="3239" y="905"/>
                </a:lnTo>
                <a:cubicBezTo>
                  <a:pt x="3490" y="905"/>
                  <a:pt x="3689" y="702"/>
                  <a:pt x="3689" y="455"/>
                </a:cubicBezTo>
                <a:cubicBezTo>
                  <a:pt x="3689" y="203"/>
                  <a:pt x="3490" y="0"/>
                  <a:pt x="3239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9"/>
          <p:cNvSpPr/>
          <p:nvPr/>
        </p:nvSpPr>
        <p:spPr>
          <a:xfrm>
            <a:off x="7050807" y="822138"/>
            <a:ext cx="985007" cy="887876"/>
          </a:xfrm>
          <a:custGeom>
            <a:avLst/>
            <a:gdLst/>
            <a:ahLst/>
            <a:cxnLst/>
            <a:rect l="l" t="t" r="r" b="b"/>
            <a:pathLst>
              <a:path w="6764" h="6097" extrusionOk="0">
                <a:moveTo>
                  <a:pt x="2551" y="0"/>
                </a:moveTo>
                <a:cubicBezTo>
                  <a:pt x="1148" y="0"/>
                  <a:pt x="1" y="1147"/>
                  <a:pt x="1" y="2550"/>
                </a:cubicBezTo>
                <a:cubicBezTo>
                  <a:pt x="1" y="3953"/>
                  <a:pt x="1148" y="5100"/>
                  <a:pt x="2551" y="5100"/>
                </a:cubicBezTo>
                <a:lnTo>
                  <a:pt x="4214" y="5100"/>
                </a:lnTo>
                <a:cubicBezTo>
                  <a:pt x="4545" y="5100"/>
                  <a:pt x="4862" y="5034"/>
                  <a:pt x="5153" y="4919"/>
                </a:cubicBezTo>
                <a:lnTo>
                  <a:pt x="6764" y="6097"/>
                </a:lnTo>
                <a:lnTo>
                  <a:pt x="6089" y="4275"/>
                </a:lnTo>
                <a:cubicBezTo>
                  <a:pt x="6508" y="3816"/>
                  <a:pt x="6764" y="3212"/>
                  <a:pt x="6764" y="2550"/>
                </a:cubicBezTo>
                <a:cubicBezTo>
                  <a:pt x="6764" y="1147"/>
                  <a:pt x="5617" y="0"/>
                  <a:pt x="4214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9"/>
          <p:cNvSpPr/>
          <p:nvPr/>
        </p:nvSpPr>
        <p:spPr>
          <a:xfrm>
            <a:off x="7305943" y="969510"/>
            <a:ext cx="476776" cy="442700"/>
          </a:xfrm>
          <a:custGeom>
            <a:avLst/>
            <a:gdLst/>
            <a:ahLst/>
            <a:cxnLst/>
            <a:rect l="l" t="t" r="r" b="b"/>
            <a:pathLst>
              <a:path w="3274" h="3040" extrusionOk="0">
                <a:moveTo>
                  <a:pt x="1631" y="0"/>
                </a:moveTo>
                <a:cubicBezTo>
                  <a:pt x="899" y="0"/>
                  <a:pt x="256" y="532"/>
                  <a:pt x="137" y="1278"/>
                </a:cubicBezTo>
                <a:cubicBezTo>
                  <a:pt x="0" y="2103"/>
                  <a:pt x="565" y="2884"/>
                  <a:pt x="1394" y="3020"/>
                </a:cubicBezTo>
                <a:cubicBezTo>
                  <a:pt x="1476" y="3033"/>
                  <a:pt x="1557" y="3040"/>
                  <a:pt x="1637" y="3040"/>
                </a:cubicBezTo>
                <a:cubicBezTo>
                  <a:pt x="2371" y="3040"/>
                  <a:pt x="3017" y="2511"/>
                  <a:pt x="3137" y="1763"/>
                </a:cubicBezTo>
                <a:cubicBezTo>
                  <a:pt x="3274" y="934"/>
                  <a:pt x="2709" y="153"/>
                  <a:pt x="1879" y="20"/>
                </a:cubicBezTo>
                <a:cubicBezTo>
                  <a:pt x="1796" y="7"/>
                  <a:pt x="1713" y="0"/>
                  <a:pt x="1631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9"/>
          <p:cNvSpPr/>
          <p:nvPr/>
        </p:nvSpPr>
        <p:spPr>
          <a:xfrm rot="9900009">
            <a:off x="7414435" y="1178628"/>
            <a:ext cx="257755" cy="129314"/>
          </a:xfrm>
          <a:custGeom>
            <a:avLst/>
            <a:gdLst/>
            <a:ahLst/>
            <a:cxnLst/>
            <a:rect l="l" t="t" r="r" b="b"/>
            <a:pathLst>
              <a:path w="1770" h="888" extrusionOk="0">
                <a:moveTo>
                  <a:pt x="1" y="1"/>
                </a:moveTo>
                <a:cubicBezTo>
                  <a:pt x="1" y="490"/>
                  <a:pt x="398" y="887"/>
                  <a:pt x="887" y="887"/>
                </a:cubicBezTo>
                <a:cubicBezTo>
                  <a:pt x="1373" y="887"/>
                  <a:pt x="1770" y="490"/>
                  <a:pt x="1770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9"/>
          <p:cNvSpPr/>
          <p:nvPr/>
        </p:nvSpPr>
        <p:spPr>
          <a:xfrm>
            <a:off x="7485790" y="1072031"/>
            <a:ext cx="146" cy="113151"/>
          </a:xfrm>
          <a:custGeom>
            <a:avLst/>
            <a:gdLst/>
            <a:ahLst/>
            <a:cxnLst/>
            <a:rect l="l" t="t" r="r" b="b"/>
            <a:pathLst>
              <a:path w="1" h="777" extrusionOk="0">
                <a:moveTo>
                  <a:pt x="0" y="0"/>
                </a:moveTo>
                <a:lnTo>
                  <a:pt x="0" y="777"/>
                </a:lnTo>
              </a:path>
            </a:pathLst>
          </a:custGeom>
          <a:solidFill>
            <a:srgbClr val="F4D64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9"/>
          <p:cNvSpPr/>
          <p:nvPr/>
        </p:nvSpPr>
        <p:spPr>
          <a:xfrm>
            <a:off x="7600834" y="1072031"/>
            <a:ext cx="146" cy="113151"/>
          </a:xfrm>
          <a:custGeom>
            <a:avLst/>
            <a:gdLst/>
            <a:ahLst/>
            <a:cxnLst/>
            <a:rect l="l" t="t" r="r" b="b"/>
            <a:pathLst>
              <a:path w="1" h="777" extrusionOk="0">
                <a:moveTo>
                  <a:pt x="0" y="0"/>
                </a:moveTo>
                <a:lnTo>
                  <a:pt x="0" y="777"/>
                </a:lnTo>
              </a:path>
            </a:pathLst>
          </a:custGeom>
          <a:solidFill>
            <a:srgbClr val="F4D64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9"/>
          <p:cNvSpPr/>
          <p:nvPr/>
        </p:nvSpPr>
        <p:spPr>
          <a:xfrm>
            <a:off x="1108191" y="1093100"/>
            <a:ext cx="985008" cy="887293"/>
          </a:xfrm>
          <a:custGeom>
            <a:avLst/>
            <a:gdLst/>
            <a:ahLst/>
            <a:cxnLst/>
            <a:rect l="l" t="t" r="r" b="b"/>
            <a:pathLst>
              <a:path w="6764" h="6093" extrusionOk="0">
                <a:moveTo>
                  <a:pt x="4221" y="1"/>
                </a:moveTo>
                <a:cubicBezTo>
                  <a:pt x="4219" y="1"/>
                  <a:pt x="4216" y="1"/>
                  <a:pt x="4213" y="1"/>
                </a:cubicBezTo>
                <a:lnTo>
                  <a:pt x="2550" y="1"/>
                </a:lnTo>
                <a:cubicBezTo>
                  <a:pt x="1147" y="1"/>
                  <a:pt x="0" y="1148"/>
                  <a:pt x="0" y="2550"/>
                </a:cubicBezTo>
                <a:cubicBezTo>
                  <a:pt x="0" y="3212"/>
                  <a:pt x="256" y="3817"/>
                  <a:pt x="675" y="4271"/>
                </a:cubicBezTo>
                <a:lnTo>
                  <a:pt x="0" y="6093"/>
                </a:lnTo>
                <a:lnTo>
                  <a:pt x="1615" y="4919"/>
                </a:lnTo>
                <a:cubicBezTo>
                  <a:pt x="1902" y="5034"/>
                  <a:pt x="2219" y="5100"/>
                  <a:pt x="2550" y="5100"/>
                </a:cubicBezTo>
                <a:lnTo>
                  <a:pt x="4213" y="5100"/>
                </a:lnTo>
                <a:cubicBezTo>
                  <a:pt x="5616" y="5100"/>
                  <a:pt x="6763" y="3953"/>
                  <a:pt x="6763" y="2550"/>
                </a:cubicBezTo>
                <a:cubicBezTo>
                  <a:pt x="6763" y="1150"/>
                  <a:pt x="5620" y="1"/>
                  <a:pt x="4221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9"/>
          <p:cNvSpPr/>
          <p:nvPr/>
        </p:nvSpPr>
        <p:spPr>
          <a:xfrm>
            <a:off x="1379200" y="1238871"/>
            <a:ext cx="442846" cy="442846"/>
          </a:xfrm>
          <a:custGeom>
            <a:avLst/>
            <a:gdLst/>
            <a:ahLst/>
            <a:cxnLst/>
            <a:rect l="l" t="t" r="r" b="b"/>
            <a:pathLst>
              <a:path w="3041" h="3041" extrusionOk="0">
                <a:moveTo>
                  <a:pt x="1523" y="1"/>
                </a:moveTo>
                <a:cubicBezTo>
                  <a:pt x="680" y="1"/>
                  <a:pt x="1" y="685"/>
                  <a:pt x="1" y="1523"/>
                </a:cubicBezTo>
                <a:cubicBezTo>
                  <a:pt x="1" y="2361"/>
                  <a:pt x="680" y="3041"/>
                  <a:pt x="1523" y="3041"/>
                </a:cubicBezTo>
                <a:cubicBezTo>
                  <a:pt x="2361" y="3041"/>
                  <a:pt x="3040" y="2361"/>
                  <a:pt x="3040" y="1523"/>
                </a:cubicBezTo>
                <a:cubicBezTo>
                  <a:pt x="3040" y="685"/>
                  <a:pt x="2361" y="1"/>
                  <a:pt x="1523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1471818" y="1449008"/>
            <a:ext cx="258339" cy="129315"/>
          </a:xfrm>
          <a:custGeom>
            <a:avLst/>
            <a:gdLst/>
            <a:ahLst/>
            <a:cxnLst/>
            <a:rect l="l" t="t" r="r" b="b"/>
            <a:pathLst>
              <a:path w="1774" h="888" extrusionOk="0">
                <a:moveTo>
                  <a:pt x="0" y="1"/>
                </a:moveTo>
                <a:cubicBezTo>
                  <a:pt x="0" y="490"/>
                  <a:pt x="397" y="887"/>
                  <a:pt x="887" y="887"/>
                </a:cubicBezTo>
                <a:cubicBezTo>
                  <a:pt x="1377" y="887"/>
                  <a:pt x="1774" y="490"/>
                  <a:pt x="1774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9"/>
          <p:cNvSpPr/>
          <p:nvPr/>
        </p:nvSpPr>
        <p:spPr>
          <a:xfrm>
            <a:off x="1658072" y="1342411"/>
            <a:ext cx="146" cy="113151"/>
          </a:xfrm>
          <a:custGeom>
            <a:avLst/>
            <a:gdLst/>
            <a:ahLst/>
            <a:cxnLst/>
            <a:rect l="l" t="t" r="r" b="b"/>
            <a:pathLst>
              <a:path w="1" h="777" extrusionOk="0">
                <a:moveTo>
                  <a:pt x="0" y="0"/>
                </a:moveTo>
                <a:lnTo>
                  <a:pt x="0" y="777"/>
                </a:lnTo>
              </a:path>
            </a:pathLst>
          </a:custGeom>
          <a:solidFill>
            <a:srgbClr val="F4D64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9"/>
          <p:cNvSpPr/>
          <p:nvPr/>
        </p:nvSpPr>
        <p:spPr>
          <a:xfrm>
            <a:off x="1543028" y="1342411"/>
            <a:ext cx="146" cy="113151"/>
          </a:xfrm>
          <a:custGeom>
            <a:avLst/>
            <a:gdLst/>
            <a:ahLst/>
            <a:cxnLst/>
            <a:rect l="l" t="t" r="r" b="b"/>
            <a:pathLst>
              <a:path w="1" h="777" extrusionOk="0">
                <a:moveTo>
                  <a:pt x="1" y="0"/>
                </a:moveTo>
                <a:lnTo>
                  <a:pt x="1" y="777"/>
                </a:lnTo>
              </a:path>
            </a:pathLst>
          </a:custGeom>
          <a:solidFill>
            <a:srgbClr val="F4D64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uage Arts Subject for Middle School: Communication and its Elements by Slidesgo">
  <a:themeElements>
    <a:clrScheme name="Simple Light">
      <a:dk1>
        <a:srgbClr val="333333"/>
      </a:dk1>
      <a:lt1>
        <a:srgbClr val="FFFFFF"/>
      </a:lt1>
      <a:dk2>
        <a:srgbClr val="E8E7EF"/>
      </a:dk2>
      <a:lt2>
        <a:srgbClr val="C3C0D0"/>
      </a:lt2>
      <a:accent1>
        <a:srgbClr val="818EFB"/>
      </a:accent1>
      <a:accent2>
        <a:srgbClr val="343DCE"/>
      </a:accent2>
      <a:accent3>
        <a:srgbClr val="F3DF82"/>
      </a:accent3>
      <a:accent4>
        <a:srgbClr val="F4D647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Office PowerPoint</Application>
  <PresentationFormat>On-screen Show (16:9)</PresentationFormat>
  <Paragraphs>152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Rubik</vt:lpstr>
      <vt:lpstr>Rubik;500</vt:lpstr>
      <vt:lpstr>Anaheim</vt:lpstr>
      <vt:lpstr>Nunito Light</vt:lpstr>
      <vt:lpstr>Arial</vt:lpstr>
      <vt:lpstr>PT Sans</vt:lpstr>
      <vt:lpstr>Bebas Neue</vt:lpstr>
      <vt:lpstr>Language Arts Subject for Middle School: Communication and its Elements by Slidesgo</vt:lpstr>
      <vt:lpstr>EOM 203.03  Discuss Effective Communication In A Peer Setting </vt:lpstr>
      <vt:lpstr>Introduction &amp; Standard</vt:lpstr>
      <vt:lpstr>Table of contents</vt:lpstr>
      <vt:lpstr>Communication is  Fundamental to Influencing Others</vt:lpstr>
      <vt:lpstr>How Communication is fundamental to Influencing Others </vt:lpstr>
      <vt:lpstr>Non-Verbal Communication</vt:lpstr>
      <vt:lpstr>Confirmation Questions</vt:lpstr>
      <vt:lpstr>Three Styles of Communication</vt:lpstr>
      <vt:lpstr>Aggressive Communicator</vt:lpstr>
      <vt:lpstr>Passive Communicator </vt:lpstr>
      <vt:lpstr>Assertive Communicator</vt:lpstr>
      <vt:lpstr>Confirmation Questions</vt:lpstr>
      <vt:lpstr>Assertive Communication</vt:lpstr>
      <vt:lpstr>Assertive Communication</vt:lpstr>
      <vt:lpstr>Using “I” Statements</vt:lpstr>
      <vt:lpstr>Active Listening Skills</vt:lpstr>
      <vt:lpstr>Confirmation Questions</vt:lpstr>
      <vt:lpstr>End Of Lesson Conformation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Zhu</cp:lastModifiedBy>
  <cp:revision>1</cp:revision>
  <dcterms:modified xsi:type="dcterms:W3CDTF">2025-06-08T10:55:18Z</dcterms:modified>
</cp:coreProperties>
</file>