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BD7DC9-3BD8-4558-B240-CB210B40B5B6}" v="27" dt="2023-11-25T23:40:04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092" autoAdjust="0"/>
  </p:normalViewPr>
  <p:slideViewPr>
    <p:cSldViewPr snapToGrid="0">
      <p:cViewPr varScale="1">
        <p:scale>
          <a:sx n="91" d="100"/>
          <a:sy n="91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u, Kevin cdt" userId="222ab88e-4b8c-4b5a-96c4-54185ae9c1a8" providerId="ADAL" clId="{DFBD7DC9-3BD8-4558-B240-CB210B40B5B6}"/>
    <pc:docChg chg="undo custSel addSld modSld">
      <pc:chgData name="Zhu, Kevin cdt" userId="222ab88e-4b8c-4b5a-96c4-54185ae9c1a8" providerId="ADAL" clId="{DFBD7DC9-3BD8-4558-B240-CB210B40B5B6}" dt="2023-11-29T00:19:22.563" v="737"/>
      <pc:docMkLst>
        <pc:docMk/>
      </pc:docMkLst>
      <pc:sldChg chg="modNotesTx">
        <pc:chgData name="Zhu, Kevin cdt" userId="222ab88e-4b8c-4b5a-96c4-54185ae9c1a8" providerId="ADAL" clId="{DFBD7DC9-3BD8-4558-B240-CB210B40B5B6}" dt="2023-11-29T00:19:22.563" v="737"/>
        <pc:sldMkLst>
          <pc:docMk/>
          <pc:sldMk cId="3316707095" sldId="257"/>
        </pc:sldMkLst>
      </pc:sldChg>
      <pc:sldChg chg="modSp mod">
        <pc:chgData name="Zhu, Kevin cdt" userId="222ab88e-4b8c-4b5a-96c4-54185ae9c1a8" providerId="ADAL" clId="{DFBD7DC9-3BD8-4558-B240-CB210B40B5B6}" dt="2023-11-25T23:37:25.238" v="583" actId="113"/>
        <pc:sldMkLst>
          <pc:docMk/>
          <pc:sldMk cId="1110198535" sldId="258"/>
        </pc:sldMkLst>
        <pc:spChg chg="mod">
          <ac:chgData name="Zhu, Kevin cdt" userId="222ab88e-4b8c-4b5a-96c4-54185ae9c1a8" providerId="ADAL" clId="{DFBD7DC9-3BD8-4558-B240-CB210B40B5B6}" dt="2023-11-25T23:37:22.922" v="582" actId="113"/>
          <ac:spMkLst>
            <pc:docMk/>
            <pc:sldMk cId="1110198535" sldId="258"/>
            <ac:spMk id="2" creationId="{88F15FF0-7F33-DCA6-D279-67A12D236108}"/>
          </ac:spMkLst>
        </pc:spChg>
        <pc:spChg chg="mod">
          <ac:chgData name="Zhu, Kevin cdt" userId="222ab88e-4b8c-4b5a-96c4-54185ae9c1a8" providerId="ADAL" clId="{DFBD7DC9-3BD8-4558-B240-CB210B40B5B6}" dt="2023-11-25T23:37:25.238" v="583" actId="113"/>
          <ac:spMkLst>
            <pc:docMk/>
            <pc:sldMk cId="1110198535" sldId="258"/>
            <ac:spMk id="3" creationId="{1EA210EA-F145-8067-57E6-C327E701D053}"/>
          </ac:spMkLst>
        </pc:spChg>
      </pc:sldChg>
      <pc:sldChg chg="addSp delSp modSp mod">
        <pc:chgData name="Zhu, Kevin cdt" userId="222ab88e-4b8c-4b5a-96c4-54185ae9c1a8" providerId="ADAL" clId="{DFBD7DC9-3BD8-4558-B240-CB210B40B5B6}" dt="2023-11-25T23:38:28.789" v="597" actId="20577"/>
        <pc:sldMkLst>
          <pc:docMk/>
          <pc:sldMk cId="1009312392" sldId="259"/>
        </pc:sldMkLst>
        <pc:spChg chg="mod">
          <ac:chgData name="Zhu, Kevin cdt" userId="222ab88e-4b8c-4b5a-96c4-54185ae9c1a8" providerId="ADAL" clId="{DFBD7DC9-3BD8-4558-B240-CB210B40B5B6}" dt="2023-11-25T23:33:22.272" v="565" actId="113"/>
          <ac:spMkLst>
            <pc:docMk/>
            <pc:sldMk cId="1009312392" sldId="259"/>
            <ac:spMk id="2" creationId="{C1F867BA-5EE3-422A-A29E-176A145F8D62}"/>
          </ac:spMkLst>
        </pc:spChg>
        <pc:spChg chg="mod ord">
          <ac:chgData name="Zhu, Kevin cdt" userId="222ab88e-4b8c-4b5a-96c4-54185ae9c1a8" providerId="ADAL" clId="{DFBD7DC9-3BD8-4558-B240-CB210B40B5B6}" dt="2023-11-25T23:38:28.789" v="597" actId="20577"/>
          <ac:spMkLst>
            <pc:docMk/>
            <pc:sldMk cId="1009312392" sldId="259"/>
            <ac:spMk id="3" creationId="{111B5408-3F90-0037-74DC-F5AA57E8E47B}"/>
          </ac:spMkLst>
        </pc:spChg>
        <pc:picChg chg="mod ord modCrop">
          <ac:chgData name="Zhu, Kevin cdt" userId="222ab88e-4b8c-4b5a-96c4-54185ae9c1a8" providerId="ADAL" clId="{DFBD7DC9-3BD8-4558-B240-CB210B40B5B6}" dt="2023-11-25T23:38:11.184" v="594" actId="166"/>
          <ac:picMkLst>
            <pc:docMk/>
            <pc:sldMk cId="1009312392" sldId="259"/>
            <ac:picMk id="5" creationId="{3F64065A-ECD2-1491-CE93-1DF7B85A82AF}"/>
          </ac:picMkLst>
        </pc:picChg>
        <pc:picChg chg="del">
          <ac:chgData name="Zhu, Kevin cdt" userId="222ab88e-4b8c-4b5a-96c4-54185ae9c1a8" providerId="ADAL" clId="{DFBD7DC9-3BD8-4558-B240-CB210B40B5B6}" dt="2023-11-25T21:45:45.925" v="1" actId="478"/>
          <ac:picMkLst>
            <pc:docMk/>
            <pc:sldMk cId="1009312392" sldId="259"/>
            <ac:picMk id="7" creationId="{08A28974-DB31-0B96-FCF5-52403CA3FB47}"/>
          </ac:picMkLst>
        </pc:picChg>
        <pc:picChg chg="add mod modCrop">
          <ac:chgData name="Zhu, Kevin cdt" userId="222ab88e-4b8c-4b5a-96c4-54185ae9c1a8" providerId="ADAL" clId="{DFBD7DC9-3BD8-4558-B240-CB210B40B5B6}" dt="2023-11-25T23:32:30.328" v="553" actId="1076"/>
          <ac:picMkLst>
            <pc:docMk/>
            <pc:sldMk cId="1009312392" sldId="259"/>
            <ac:picMk id="9" creationId="{436AFB54-BAE7-4DC0-609D-AB1ACD1F57C6}"/>
          </ac:picMkLst>
        </pc:picChg>
      </pc:sldChg>
      <pc:sldChg chg="addSp delSp modSp mod setBg">
        <pc:chgData name="Zhu, Kevin cdt" userId="222ab88e-4b8c-4b5a-96c4-54185ae9c1a8" providerId="ADAL" clId="{DFBD7DC9-3BD8-4558-B240-CB210B40B5B6}" dt="2023-11-25T23:39:24.585" v="604" actId="113"/>
        <pc:sldMkLst>
          <pc:docMk/>
          <pc:sldMk cId="3066135311" sldId="260"/>
        </pc:sldMkLst>
        <pc:spChg chg="mod ord">
          <ac:chgData name="Zhu, Kevin cdt" userId="222ab88e-4b8c-4b5a-96c4-54185ae9c1a8" providerId="ADAL" clId="{DFBD7DC9-3BD8-4558-B240-CB210B40B5B6}" dt="2023-11-25T23:39:24.585" v="604" actId="113"/>
          <ac:spMkLst>
            <pc:docMk/>
            <pc:sldMk cId="3066135311" sldId="260"/>
            <ac:spMk id="2" creationId="{F88D0346-8077-D1C7-9177-093F50158BD3}"/>
          </ac:spMkLst>
        </pc:spChg>
        <pc:spChg chg="mod">
          <ac:chgData name="Zhu, Kevin cdt" userId="222ab88e-4b8c-4b5a-96c4-54185ae9c1a8" providerId="ADAL" clId="{DFBD7DC9-3BD8-4558-B240-CB210B40B5B6}" dt="2023-11-25T23:39:13.815" v="602" actId="20577"/>
          <ac:spMkLst>
            <pc:docMk/>
            <pc:sldMk cId="3066135311" sldId="260"/>
            <ac:spMk id="3" creationId="{B529B6AF-400B-2CF5-1468-1B13012E68B4}"/>
          </ac:spMkLst>
        </pc:spChg>
        <pc:spChg chg="add del">
          <ac:chgData name="Zhu, Kevin cdt" userId="222ab88e-4b8c-4b5a-96c4-54185ae9c1a8" providerId="ADAL" clId="{DFBD7DC9-3BD8-4558-B240-CB210B40B5B6}" dt="2023-11-25T22:19:25.108" v="169" actId="26606"/>
          <ac:spMkLst>
            <pc:docMk/>
            <pc:sldMk cId="3066135311" sldId="260"/>
            <ac:spMk id="9" creationId="{04812C46-200A-4DEB-A05E-3ED6C68C2387}"/>
          </ac:spMkLst>
        </pc:spChg>
        <pc:spChg chg="add del">
          <ac:chgData name="Zhu, Kevin cdt" userId="222ab88e-4b8c-4b5a-96c4-54185ae9c1a8" providerId="ADAL" clId="{DFBD7DC9-3BD8-4558-B240-CB210B40B5B6}" dt="2023-11-25T22:19:25.108" v="169" actId="26606"/>
          <ac:spMkLst>
            <pc:docMk/>
            <pc:sldMk cId="3066135311" sldId="260"/>
            <ac:spMk id="11" creationId="{D1EA859B-E555-4109-94F3-6700E046E008}"/>
          </ac:spMkLst>
        </pc:spChg>
        <pc:spChg chg="add del">
          <ac:chgData name="Zhu, Kevin cdt" userId="222ab88e-4b8c-4b5a-96c4-54185ae9c1a8" providerId="ADAL" clId="{DFBD7DC9-3BD8-4558-B240-CB210B40B5B6}" dt="2023-11-25T22:19:56.683" v="175" actId="26606"/>
          <ac:spMkLst>
            <pc:docMk/>
            <pc:sldMk cId="3066135311" sldId="260"/>
            <ac:spMk id="17" creationId="{99F1FFA9-D672-408C-9220-ADEEC6ABDD09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20" creationId="{231BF440-39FA-4087-84CC-2EEC0BBDAF29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22" creationId="{F04E4CBA-303B-48BD-8451-C2701CB0EEBF}"/>
          </ac:spMkLst>
        </pc:spChg>
        <pc:spChg chg="add">
          <ac:chgData name="Zhu, Kevin cdt" userId="222ab88e-4b8c-4b5a-96c4-54185ae9c1a8" providerId="ADAL" clId="{DFBD7DC9-3BD8-4558-B240-CB210B40B5B6}" dt="2023-11-25T22:20:25.558" v="181" actId="26606"/>
          <ac:spMkLst>
            <pc:docMk/>
            <pc:sldMk cId="3066135311" sldId="260"/>
            <ac:spMk id="23" creationId="{AAB8EDC3-1C0D-4505-A2C7-839A5161FB53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24" creationId="{F6CA58B3-AFCC-4A40-9882-50D5080879B0}"/>
          </ac:spMkLst>
        </pc:spChg>
        <pc:spChg chg="add">
          <ac:chgData name="Zhu, Kevin cdt" userId="222ab88e-4b8c-4b5a-96c4-54185ae9c1a8" providerId="ADAL" clId="{DFBD7DC9-3BD8-4558-B240-CB210B40B5B6}" dt="2023-11-25T22:20:25.558" v="181" actId="26606"/>
          <ac:spMkLst>
            <pc:docMk/>
            <pc:sldMk cId="3066135311" sldId="260"/>
            <ac:spMk id="25" creationId="{2069E294-3813-4588-9E9C-AEA08F9C4DA1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26" creationId="{75C56826-D4E5-42ED-8529-079651CB3005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28" creationId="{82095FCE-EF05-4443-B97A-85DEE3A5CA17}"/>
          </ac:spMkLst>
        </pc:spChg>
        <pc:spChg chg="add del">
          <ac:chgData name="Zhu, Kevin cdt" userId="222ab88e-4b8c-4b5a-96c4-54185ae9c1a8" providerId="ADAL" clId="{DFBD7DC9-3BD8-4558-B240-CB210B40B5B6}" dt="2023-11-25T22:19:46.231" v="173" actId="26606"/>
          <ac:spMkLst>
            <pc:docMk/>
            <pc:sldMk cId="3066135311" sldId="260"/>
            <ac:spMk id="30" creationId="{CA00AE6B-AA30-4CF8-BA6F-339B780AD76C}"/>
          </ac:spMkLst>
        </pc:spChg>
        <pc:grpChg chg="add del">
          <ac:chgData name="Zhu, Kevin cdt" userId="222ab88e-4b8c-4b5a-96c4-54185ae9c1a8" providerId="ADAL" clId="{DFBD7DC9-3BD8-4558-B240-CB210B40B5B6}" dt="2023-11-25T22:20:25.558" v="181" actId="26606"/>
          <ac:grpSpMkLst>
            <pc:docMk/>
            <pc:sldMk cId="3066135311" sldId="260"/>
            <ac:grpSpMk id="8" creationId="{8CE57D37-C2D0-066B-1AE3-6F4244344F27}"/>
          </ac:grpSpMkLst>
        </pc:grpChg>
        <pc:grpChg chg="add del">
          <ac:chgData name="Zhu, Kevin cdt" userId="222ab88e-4b8c-4b5a-96c4-54185ae9c1a8" providerId="ADAL" clId="{DFBD7DC9-3BD8-4558-B240-CB210B40B5B6}" dt="2023-11-25T22:19:58.168" v="177" actId="26606"/>
          <ac:grpSpMkLst>
            <pc:docMk/>
            <pc:sldMk cId="3066135311" sldId="260"/>
            <ac:grpSpMk id="14" creationId="{5EFBDE31-BB3E-6CFC-23CD-B5976DA38438}"/>
          </ac:grpSpMkLst>
        </pc:grpChg>
        <pc:picChg chg="add del mod modCrop">
          <ac:chgData name="Zhu, Kevin cdt" userId="222ab88e-4b8c-4b5a-96c4-54185ae9c1a8" providerId="ADAL" clId="{DFBD7DC9-3BD8-4558-B240-CB210B40B5B6}" dt="2023-11-25T22:19:15.887" v="167" actId="21"/>
          <ac:picMkLst>
            <pc:docMk/>
            <pc:sldMk cId="3066135311" sldId="260"/>
            <ac:picMk id="4" creationId="{D7E8C3AB-1673-2D78-9A6D-786A23B34B82}"/>
          </ac:picMkLst>
        </pc:picChg>
        <pc:picChg chg="add del">
          <ac:chgData name="Zhu, Kevin cdt" userId="222ab88e-4b8c-4b5a-96c4-54185ae9c1a8" providerId="ADAL" clId="{DFBD7DC9-3BD8-4558-B240-CB210B40B5B6}" dt="2023-11-25T22:19:25.108" v="169" actId="26606"/>
          <ac:picMkLst>
            <pc:docMk/>
            <pc:sldMk cId="3066135311" sldId="260"/>
            <ac:picMk id="5" creationId="{AFECA398-A505-5256-6EF5-791FC6732066}"/>
          </ac:picMkLst>
        </pc:picChg>
        <pc:picChg chg="add del mod ord">
          <ac:chgData name="Zhu, Kevin cdt" userId="222ab88e-4b8c-4b5a-96c4-54185ae9c1a8" providerId="ADAL" clId="{DFBD7DC9-3BD8-4558-B240-CB210B40B5B6}" dt="2023-11-25T22:19:57.402" v="176"/>
          <ac:picMkLst>
            <pc:docMk/>
            <pc:sldMk cId="3066135311" sldId="260"/>
            <ac:picMk id="6" creationId="{8EAF679D-68D0-31B9-5695-54CAE82585C1}"/>
          </ac:picMkLst>
        </pc:picChg>
        <pc:picChg chg="add mod ord">
          <ac:chgData name="Zhu, Kevin cdt" userId="222ab88e-4b8c-4b5a-96c4-54185ae9c1a8" providerId="ADAL" clId="{DFBD7DC9-3BD8-4558-B240-CB210B40B5B6}" dt="2023-11-25T22:21:25.936" v="199" actId="1076"/>
          <ac:picMkLst>
            <pc:docMk/>
            <pc:sldMk cId="3066135311" sldId="260"/>
            <ac:picMk id="7" creationId="{44260982-4C69-9BA5-6BF3-BF1A12FF9979}"/>
          </ac:picMkLst>
        </pc:picChg>
        <pc:picChg chg="add del mod ord">
          <ac:chgData name="Zhu, Kevin cdt" userId="222ab88e-4b8c-4b5a-96c4-54185ae9c1a8" providerId="ADAL" clId="{DFBD7DC9-3BD8-4558-B240-CB210B40B5B6}" dt="2023-11-25T22:19:58.168" v="177" actId="26606"/>
          <ac:picMkLst>
            <pc:docMk/>
            <pc:sldMk cId="3066135311" sldId="260"/>
            <ac:picMk id="13" creationId="{516C8E6D-B5B1-A38C-1279-9C7A9BEDDDB5}"/>
          </ac:picMkLst>
        </pc:picChg>
        <pc:picChg chg="add mod modCrop">
          <ac:chgData name="Zhu, Kevin cdt" userId="222ab88e-4b8c-4b5a-96c4-54185ae9c1a8" providerId="ADAL" clId="{DFBD7DC9-3BD8-4558-B240-CB210B40B5B6}" dt="2023-11-25T23:39:20.363" v="603" actId="1076"/>
          <ac:picMkLst>
            <pc:docMk/>
            <pc:sldMk cId="3066135311" sldId="260"/>
            <ac:picMk id="18" creationId="{99F2226C-0AE8-8C02-6C31-C1B8A76AC429}"/>
          </ac:picMkLst>
        </pc:picChg>
      </pc:sldChg>
      <pc:sldChg chg="addSp delSp modSp mod setBg modNotesTx">
        <pc:chgData name="Zhu, Kevin cdt" userId="222ab88e-4b8c-4b5a-96c4-54185ae9c1a8" providerId="ADAL" clId="{DFBD7DC9-3BD8-4558-B240-CB210B40B5B6}" dt="2023-11-25T23:39:29.976" v="606" actId="113"/>
        <pc:sldMkLst>
          <pc:docMk/>
          <pc:sldMk cId="956793638" sldId="261"/>
        </pc:sldMkLst>
        <pc:spChg chg="mod ord">
          <ac:chgData name="Zhu, Kevin cdt" userId="222ab88e-4b8c-4b5a-96c4-54185ae9c1a8" providerId="ADAL" clId="{DFBD7DC9-3BD8-4558-B240-CB210B40B5B6}" dt="2023-11-25T23:39:27.804" v="605" actId="113"/>
          <ac:spMkLst>
            <pc:docMk/>
            <pc:sldMk cId="956793638" sldId="261"/>
            <ac:spMk id="2" creationId="{3A1E6CD2-6030-518B-D48F-5C0B9434B4B3}"/>
          </ac:spMkLst>
        </pc:spChg>
        <pc:spChg chg="mod">
          <ac:chgData name="Zhu, Kevin cdt" userId="222ab88e-4b8c-4b5a-96c4-54185ae9c1a8" providerId="ADAL" clId="{DFBD7DC9-3BD8-4558-B240-CB210B40B5B6}" dt="2023-11-25T23:39:29.976" v="606" actId="113"/>
          <ac:spMkLst>
            <pc:docMk/>
            <pc:sldMk cId="956793638" sldId="261"/>
            <ac:spMk id="3" creationId="{20EBCE44-60BC-6A89-B2FE-AD730D1548FA}"/>
          </ac:spMkLst>
        </pc:spChg>
        <pc:spChg chg="add del">
          <ac:chgData name="Zhu, Kevin cdt" userId="222ab88e-4b8c-4b5a-96c4-54185ae9c1a8" providerId="ADAL" clId="{DFBD7DC9-3BD8-4558-B240-CB210B40B5B6}" dt="2023-11-25T22:17:07.523" v="144" actId="26606"/>
          <ac:spMkLst>
            <pc:docMk/>
            <pc:sldMk cId="956793638" sldId="261"/>
            <ac:spMk id="9" creationId="{79BB35BC-D5C2-4C8B-A22A-A71E6191913B}"/>
          </ac:spMkLst>
        </pc:spChg>
        <pc:spChg chg="add">
          <ac:chgData name="Zhu, Kevin cdt" userId="222ab88e-4b8c-4b5a-96c4-54185ae9c1a8" providerId="ADAL" clId="{DFBD7DC9-3BD8-4558-B240-CB210B40B5B6}" dt="2023-11-25T22:17:07.523" v="144" actId="26606"/>
          <ac:spMkLst>
            <pc:docMk/>
            <pc:sldMk cId="956793638" sldId="261"/>
            <ac:spMk id="14" creationId="{2172A0AC-3DCE-4672-BCAF-28FEF91F6020}"/>
          </ac:spMkLst>
        </pc:spChg>
        <pc:spChg chg="add">
          <ac:chgData name="Zhu, Kevin cdt" userId="222ab88e-4b8c-4b5a-96c4-54185ae9c1a8" providerId="ADAL" clId="{DFBD7DC9-3BD8-4558-B240-CB210B40B5B6}" dt="2023-11-25T22:17:07.523" v="144" actId="26606"/>
          <ac:spMkLst>
            <pc:docMk/>
            <pc:sldMk cId="956793638" sldId="261"/>
            <ac:spMk id="16" creationId="{AE6F1C77-EDC9-4C5F-8C1C-62DD46BDA3C3}"/>
          </ac:spMkLst>
        </pc:spChg>
        <pc:picChg chg="add del mod">
          <ac:chgData name="Zhu, Kevin cdt" userId="222ab88e-4b8c-4b5a-96c4-54185ae9c1a8" providerId="ADAL" clId="{DFBD7DC9-3BD8-4558-B240-CB210B40B5B6}" dt="2023-11-25T22:16:33.747" v="141" actId="21"/>
          <ac:picMkLst>
            <pc:docMk/>
            <pc:sldMk cId="956793638" sldId="261"/>
            <ac:picMk id="4" creationId="{36B51A7D-2E8C-535B-B3DA-055BBDD4AFD3}"/>
          </ac:picMkLst>
        </pc:picChg>
        <pc:picChg chg="add mod">
          <ac:chgData name="Zhu, Kevin cdt" userId="222ab88e-4b8c-4b5a-96c4-54185ae9c1a8" providerId="ADAL" clId="{DFBD7DC9-3BD8-4558-B240-CB210B40B5B6}" dt="2023-11-25T22:18:38.070" v="163" actId="14100"/>
          <ac:picMkLst>
            <pc:docMk/>
            <pc:sldMk cId="956793638" sldId="261"/>
            <ac:picMk id="5" creationId="{B5A71DF0-0847-C2B0-338A-8DA7D09E9638}"/>
          </ac:picMkLst>
        </pc:picChg>
        <pc:picChg chg="add mod">
          <ac:chgData name="Zhu, Kevin cdt" userId="222ab88e-4b8c-4b5a-96c4-54185ae9c1a8" providerId="ADAL" clId="{DFBD7DC9-3BD8-4558-B240-CB210B40B5B6}" dt="2023-11-25T22:18:33.959" v="162" actId="14100"/>
          <ac:picMkLst>
            <pc:docMk/>
            <pc:sldMk cId="956793638" sldId="261"/>
            <ac:picMk id="6" creationId="{CA389B57-2F45-5FD9-1DE0-026F450B9BE1}"/>
          </ac:picMkLst>
        </pc:picChg>
      </pc:sldChg>
      <pc:sldChg chg="addSp delSp modSp new mod setBg">
        <pc:chgData name="Zhu, Kevin cdt" userId="222ab88e-4b8c-4b5a-96c4-54185ae9c1a8" providerId="ADAL" clId="{DFBD7DC9-3BD8-4558-B240-CB210B40B5B6}" dt="2023-11-25T23:39:43.779" v="609" actId="20577"/>
        <pc:sldMkLst>
          <pc:docMk/>
          <pc:sldMk cId="3521517800" sldId="262"/>
        </pc:sldMkLst>
        <pc:spChg chg="mod">
          <ac:chgData name="Zhu, Kevin cdt" userId="222ab88e-4b8c-4b5a-96c4-54185ae9c1a8" providerId="ADAL" clId="{DFBD7DC9-3BD8-4558-B240-CB210B40B5B6}" dt="2023-11-25T23:39:37.459" v="607" actId="113"/>
          <ac:spMkLst>
            <pc:docMk/>
            <pc:sldMk cId="3521517800" sldId="262"/>
            <ac:spMk id="2" creationId="{DC0A6962-0D74-E0F5-A778-04A8B1D685B5}"/>
          </ac:spMkLst>
        </pc:spChg>
        <pc:spChg chg="mod ord">
          <ac:chgData name="Zhu, Kevin cdt" userId="222ab88e-4b8c-4b5a-96c4-54185ae9c1a8" providerId="ADAL" clId="{DFBD7DC9-3BD8-4558-B240-CB210B40B5B6}" dt="2023-11-25T23:39:43.779" v="609" actId="20577"/>
          <ac:spMkLst>
            <pc:docMk/>
            <pc:sldMk cId="3521517800" sldId="262"/>
            <ac:spMk id="3" creationId="{13A286E8-6B32-E816-B7B9-A70C8BA5A700}"/>
          </ac:spMkLst>
        </pc:spChg>
        <pc:spChg chg="add del">
          <ac:chgData name="Zhu, Kevin cdt" userId="222ab88e-4b8c-4b5a-96c4-54185ae9c1a8" providerId="ADAL" clId="{DFBD7DC9-3BD8-4558-B240-CB210B40B5B6}" dt="2023-11-25T22:49:47.913" v="260" actId="26606"/>
          <ac:spMkLst>
            <pc:docMk/>
            <pc:sldMk cId="3521517800" sldId="262"/>
            <ac:spMk id="8" creationId="{23E547B5-89CF-4EC0-96DE-25771AED0799}"/>
          </ac:spMkLst>
        </pc:spChg>
        <pc:spChg chg="add del">
          <ac:chgData name="Zhu, Kevin cdt" userId="222ab88e-4b8c-4b5a-96c4-54185ae9c1a8" providerId="ADAL" clId="{DFBD7DC9-3BD8-4558-B240-CB210B40B5B6}" dt="2023-11-25T22:49:28.868" v="256" actId="26606"/>
          <ac:spMkLst>
            <pc:docMk/>
            <pc:sldMk cId="3521517800" sldId="262"/>
            <ac:spMk id="9" creationId="{C0763A76-9F1C-4FC5-82B7-DD475DA461B2}"/>
          </ac:spMkLst>
        </pc:spChg>
        <pc:spChg chg="add del">
          <ac:chgData name="Zhu, Kevin cdt" userId="222ab88e-4b8c-4b5a-96c4-54185ae9c1a8" providerId="ADAL" clId="{DFBD7DC9-3BD8-4558-B240-CB210B40B5B6}" dt="2023-11-25T22:49:28.868" v="256" actId="26606"/>
          <ac:spMkLst>
            <pc:docMk/>
            <pc:sldMk cId="3521517800" sldId="262"/>
            <ac:spMk id="11" creationId="{E81BF4F6-F2CF-4984-9D14-D6966D92F99F}"/>
          </ac:spMkLst>
        </pc:spChg>
        <pc:spChg chg="add del">
          <ac:chgData name="Zhu, Kevin cdt" userId="222ab88e-4b8c-4b5a-96c4-54185ae9c1a8" providerId="ADAL" clId="{DFBD7DC9-3BD8-4558-B240-CB210B40B5B6}" dt="2023-11-25T22:49:47.913" v="260" actId="26606"/>
          <ac:spMkLst>
            <pc:docMk/>
            <pc:sldMk cId="3521517800" sldId="262"/>
            <ac:spMk id="13" creationId="{3F0B8CEB-8279-4E5E-A0CE-1FC9F71736F2}"/>
          </ac:spMkLst>
        </pc:spChg>
        <pc:spChg chg="add del">
          <ac:chgData name="Zhu, Kevin cdt" userId="222ab88e-4b8c-4b5a-96c4-54185ae9c1a8" providerId="ADAL" clId="{DFBD7DC9-3BD8-4558-B240-CB210B40B5B6}" dt="2023-11-25T22:49:58.502" v="262" actId="26606"/>
          <ac:spMkLst>
            <pc:docMk/>
            <pc:sldMk cId="3521517800" sldId="262"/>
            <ac:spMk id="15" creationId="{8D6EA299-0840-6DEA-E670-C49AEBC87E89}"/>
          </ac:spMkLst>
        </pc:spChg>
        <pc:spChg chg="add del">
          <ac:chgData name="Zhu, Kevin cdt" userId="222ab88e-4b8c-4b5a-96c4-54185ae9c1a8" providerId="ADAL" clId="{DFBD7DC9-3BD8-4558-B240-CB210B40B5B6}" dt="2023-11-25T22:49:58.502" v="262" actId="26606"/>
          <ac:spMkLst>
            <pc:docMk/>
            <pc:sldMk cId="3521517800" sldId="262"/>
            <ac:spMk id="16" creationId="{AE3A741D-C19B-960A-5803-1C5887147820}"/>
          </ac:spMkLst>
        </pc:spChg>
        <pc:spChg chg="add del">
          <ac:chgData name="Zhu, Kevin cdt" userId="222ab88e-4b8c-4b5a-96c4-54185ae9c1a8" providerId="ADAL" clId="{DFBD7DC9-3BD8-4558-B240-CB210B40B5B6}" dt="2023-11-25T22:49:58.502" v="262" actId="26606"/>
          <ac:spMkLst>
            <pc:docMk/>
            <pc:sldMk cId="3521517800" sldId="262"/>
            <ac:spMk id="17" creationId="{DC39DE25-0E4E-0AA7-0932-1D78C2372786}"/>
          </ac:spMkLst>
        </pc:spChg>
        <pc:picChg chg="add del mod modCrop">
          <ac:chgData name="Zhu, Kevin cdt" userId="222ab88e-4b8c-4b5a-96c4-54185ae9c1a8" providerId="ADAL" clId="{DFBD7DC9-3BD8-4558-B240-CB210B40B5B6}" dt="2023-11-25T22:49:11.016" v="254" actId="21"/>
          <ac:picMkLst>
            <pc:docMk/>
            <pc:sldMk cId="3521517800" sldId="262"/>
            <ac:picMk id="4" creationId="{FBB7CBCB-559A-5E2C-8C12-9276BEAA940F}"/>
          </ac:picMkLst>
        </pc:picChg>
        <pc:picChg chg="add del">
          <ac:chgData name="Zhu, Kevin cdt" userId="222ab88e-4b8c-4b5a-96c4-54185ae9c1a8" providerId="ADAL" clId="{DFBD7DC9-3BD8-4558-B240-CB210B40B5B6}" dt="2023-11-25T22:49:28.868" v="256" actId="26606"/>
          <ac:picMkLst>
            <pc:docMk/>
            <pc:sldMk cId="3521517800" sldId="262"/>
            <ac:picMk id="5" creationId="{82ADFA9F-B932-CFF1-4551-32929EAF4273}"/>
          </ac:picMkLst>
        </pc:picChg>
        <pc:picChg chg="add mod ord">
          <ac:chgData name="Zhu, Kevin cdt" userId="222ab88e-4b8c-4b5a-96c4-54185ae9c1a8" providerId="ADAL" clId="{DFBD7DC9-3BD8-4558-B240-CB210B40B5B6}" dt="2023-11-25T22:51:42.184" v="278" actId="1076"/>
          <ac:picMkLst>
            <pc:docMk/>
            <pc:sldMk cId="3521517800" sldId="262"/>
            <ac:picMk id="6" creationId="{ACCA2CB6-54F1-E6A4-68EF-9C81EF4A895B}"/>
          </ac:picMkLst>
        </pc:picChg>
      </pc:sldChg>
      <pc:sldChg chg="addSp modSp new mod setBg modAnim">
        <pc:chgData name="Zhu, Kevin cdt" userId="222ab88e-4b8c-4b5a-96c4-54185ae9c1a8" providerId="ADAL" clId="{DFBD7DC9-3BD8-4558-B240-CB210B40B5B6}" dt="2023-11-25T23:40:04.892" v="616" actId="113"/>
        <pc:sldMkLst>
          <pc:docMk/>
          <pc:sldMk cId="2811606341" sldId="263"/>
        </pc:sldMkLst>
        <pc:spChg chg="mod">
          <ac:chgData name="Zhu, Kevin cdt" userId="222ab88e-4b8c-4b5a-96c4-54185ae9c1a8" providerId="ADAL" clId="{DFBD7DC9-3BD8-4558-B240-CB210B40B5B6}" dt="2023-11-25T23:39:48.968" v="610" actId="113"/>
          <ac:spMkLst>
            <pc:docMk/>
            <pc:sldMk cId="2811606341" sldId="263"/>
            <ac:spMk id="2" creationId="{3B1A3B8C-F3F6-1116-BE1E-4C8022380A9C}"/>
          </ac:spMkLst>
        </pc:spChg>
        <pc:spChg chg="mod">
          <ac:chgData name="Zhu, Kevin cdt" userId="222ab88e-4b8c-4b5a-96c4-54185ae9c1a8" providerId="ADAL" clId="{DFBD7DC9-3BD8-4558-B240-CB210B40B5B6}" dt="2023-11-25T23:39:53.451" v="612" actId="113"/>
          <ac:spMkLst>
            <pc:docMk/>
            <pc:sldMk cId="2811606341" sldId="263"/>
            <ac:spMk id="3" creationId="{8C9AD789-1445-3BB6-2C3F-0505796125D6}"/>
          </ac:spMkLst>
        </pc:spChg>
        <pc:spChg chg="add mod">
          <ac:chgData name="Zhu, Kevin cdt" userId="222ab88e-4b8c-4b5a-96c4-54185ae9c1a8" providerId="ADAL" clId="{DFBD7DC9-3BD8-4558-B240-CB210B40B5B6}" dt="2023-11-25T23:40:03.348" v="615" actId="113"/>
          <ac:spMkLst>
            <pc:docMk/>
            <pc:sldMk cId="2811606341" sldId="263"/>
            <ac:spMk id="4" creationId="{630819A1-2533-159A-0F34-2AF393AC41CB}"/>
          </ac:spMkLst>
        </pc:spChg>
        <pc:spChg chg="add mod">
          <ac:chgData name="Zhu, Kevin cdt" userId="222ab88e-4b8c-4b5a-96c4-54185ae9c1a8" providerId="ADAL" clId="{DFBD7DC9-3BD8-4558-B240-CB210B40B5B6}" dt="2023-11-25T23:40:04.892" v="616" actId="113"/>
          <ac:spMkLst>
            <pc:docMk/>
            <pc:sldMk cId="2811606341" sldId="263"/>
            <ac:spMk id="6" creationId="{A5B4AFD4-835C-CE59-94BD-9322B238000E}"/>
          </ac:spMkLst>
        </pc:spChg>
        <pc:spChg chg="add mod">
          <ac:chgData name="Zhu, Kevin cdt" userId="222ab88e-4b8c-4b5a-96c4-54185ae9c1a8" providerId="ADAL" clId="{DFBD7DC9-3BD8-4558-B240-CB210B40B5B6}" dt="2023-11-25T23:40:00.988" v="614" actId="14100"/>
          <ac:spMkLst>
            <pc:docMk/>
            <pc:sldMk cId="2811606341" sldId="263"/>
            <ac:spMk id="7" creationId="{9A805629-7966-F70C-750A-A26BDDC7D35E}"/>
          </ac:spMkLst>
        </pc:spChg>
        <pc:spChg chg="add">
          <ac:chgData name="Zhu, Kevin cdt" userId="222ab88e-4b8c-4b5a-96c4-54185ae9c1a8" providerId="ADAL" clId="{DFBD7DC9-3BD8-4558-B240-CB210B40B5B6}" dt="2023-11-25T22:53:10.371" v="297" actId="26606"/>
          <ac:spMkLst>
            <pc:docMk/>
            <pc:sldMk cId="2811606341" sldId="263"/>
            <ac:spMk id="9" creationId="{E51BA4DF-2BD4-4EC2-B1DB-B27C8AC71864}"/>
          </ac:spMkLst>
        </pc:spChg>
        <pc:picChg chg="add">
          <ac:chgData name="Zhu, Kevin cdt" userId="222ab88e-4b8c-4b5a-96c4-54185ae9c1a8" providerId="ADAL" clId="{DFBD7DC9-3BD8-4558-B240-CB210B40B5B6}" dt="2023-11-25T22:53:10.371" v="297" actId="26606"/>
          <ac:picMkLst>
            <pc:docMk/>
            <pc:sldMk cId="2811606341" sldId="263"/>
            <ac:picMk id="5" creationId="{E0A1F6CE-6E61-249F-38AE-3577DC0B9753}"/>
          </ac:picMkLst>
        </pc:picChg>
      </pc:sldChg>
      <pc:sldChg chg="addSp modSp new mod modNotesTx">
        <pc:chgData name="Zhu, Kevin cdt" userId="222ab88e-4b8c-4b5a-96c4-54185ae9c1a8" providerId="ADAL" clId="{DFBD7DC9-3BD8-4558-B240-CB210B40B5B6}" dt="2023-11-25T23:53:00.388" v="736" actId="20577"/>
        <pc:sldMkLst>
          <pc:docMk/>
          <pc:sldMk cId="2703226437" sldId="264"/>
        </pc:sldMkLst>
        <pc:spChg chg="mod">
          <ac:chgData name="Zhu, Kevin cdt" userId="222ab88e-4b8c-4b5a-96c4-54185ae9c1a8" providerId="ADAL" clId="{DFBD7DC9-3BD8-4558-B240-CB210B40B5B6}" dt="2023-11-25T23:40:08.711" v="617" actId="113"/>
          <ac:spMkLst>
            <pc:docMk/>
            <pc:sldMk cId="2703226437" sldId="264"/>
            <ac:spMk id="2" creationId="{4A92DB98-0294-8DF6-EE9B-00EE89AA8292}"/>
          </ac:spMkLst>
        </pc:spChg>
        <pc:spChg chg="mod ord">
          <ac:chgData name="Zhu, Kevin cdt" userId="222ab88e-4b8c-4b5a-96c4-54185ae9c1a8" providerId="ADAL" clId="{DFBD7DC9-3BD8-4558-B240-CB210B40B5B6}" dt="2023-11-25T23:53:00.388" v="736" actId="20577"/>
          <ac:spMkLst>
            <pc:docMk/>
            <pc:sldMk cId="2703226437" sldId="264"/>
            <ac:spMk id="3" creationId="{E28AC3DA-5050-8A3F-8F16-1BE3163B7EE8}"/>
          </ac:spMkLst>
        </pc:spChg>
        <pc:picChg chg="add mod">
          <ac:chgData name="Zhu, Kevin cdt" userId="222ab88e-4b8c-4b5a-96c4-54185ae9c1a8" providerId="ADAL" clId="{DFBD7DC9-3BD8-4558-B240-CB210B40B5B6}" dt="2023-11-25T23:19:01.738" v="458" actId="1076"/>
          <ac:picMkLst>
            <pc:docMk/>
            <pc:sldMk cId="2703226437" sldId="264"/>
            <ac:picMk id="4" creationId="{F17FC3EB-168F-639A-80F1-AB2DCF2034D5}"/>
          </ac:picMkLst>
        </pc:picChg>
      </pc:sldChg>
      <pc:sldChg chg="addSp delSp modSp new mod setBg addAnim delAnim modAnim">
        <pc:chgData name="Zhu, Kevin cdt" userId="222ab88e-4b8c-4b5a-96c4-54185ae9c1a8" providerId="ADAL" clId="{DFBD7DC9-3BD8-4558-B240-CB210B40B5B6}" dt="2023-11-25T23:31:18.785" v="552"/>
        <pc:sldMkLst>
          <pc:docMk/>
          <pc:sldMk cId="3426619033" sldId="265"/>
        </pc:sldMkLst>
        <pc:spChg chg="mod">
          <ac:chgData name="Zhu, Kevin cdt" userId="222ab88e-4b8c-4b5a-96c4-54185ae9c1a8" providerId="ADAL" clId="{DFBD7DC9-3BD8-4558-B240-CB210B40B5B6}" dt="2023-11-25T23:30:08.924" v="549" actId="26606"/>
          <ac:spMkLst>
            <pc:docMk/>
            <pc:sldMk cId="3426619033" sldId="265"/>
            <ac:spMk id="2" creationId="{A0AF10D1-1833-60F7-7F61-5002397892CD}"/>
          </ac:spMkLst>
        </pc:spChg>
        <pc:spChg chg="mod">
          <ac:chgData name="Zhu, Kevin cdt" userId="222ab88e-4b8c-4b5a-96c4-54185ae9c1a8" providerId="ADAL" clId="{DFBD7DC9-3BD8-4558-B240-CB210B40B5B6}" dt="2023-11-25T23:30:08.924" v="549" actId="26606"/>
          <ac:spMkLst>
            <pc:docMk/>
            <pc:sldMk cId="3426619033" sldId="265"/>
            <ac:spMk id="3" creationId="{38E80B91-0E66-AC78-26D3-0465E653F937}"/>
          </ac:spMkLst>
        </pc:spChg>
        <pc:spChg chg="add del">
          <ac:chgData name="Zhu, Kevin cdt" userId="222ab88e-4b8c-4b5a-96c4-54185ae9c1a8" providerId="ADAL" clId="{DFBD7DC9-3BD8-4558-B240-CB210B40B5B6}" dt="2023-11-25T23:30:08.892" v="548" actId="26606"/>
          <ac:spMkLst>
            <pc:docMk/>
            <pc:sldMk cId="3426619033" sldId="265"/>
            <ac:spMk id="9" creationId="{4D60F200-5EB0-B223-2439-C96C67F0FEE1}"/>
          </ac:spMkLst>
        </pc:spChg>
        <pc:spChg chg="add del">
          <ac:chgData name="Zhu, Kevin cdt" userId="222ab88e-4b8c-4b5a-96c4-54185ae9c1a8" providerId="ADAL" clId="{DFBD7DC9-3BD8-4558-B240-CB210B40B5B6}" dt="2023-11-25T23:30:08.892" v="548" actId="26606"/>
          <ac:spMkLst>
            <pc:docMk/>
            <pc:sldMk cId="3426619033" sldId="265"/>
            <ac:spMk id="11" creationId="{A6567EA8-C72D-4B9B-D23F-6B2E9F9C9F47}"/>
          </ac:spMkLst>
        </pc:spChg>
        <pc:spChg chg="add del">
          <ac:chgData name="Zhu, Kevin cdt" userId="222ab88e-4b8c-4b5a-96c4-54185ae9c1a8" providerId="ADAL" clId="{DFBD7DC9-3BD8-4558-B240-CB210B40B5B6}" dt="2023-11-25T23:30:08.892" v="548" actId="26606"/>
          <ac:spMkLst>
            <pc:docMk/>
            <pc:sldMk cId="3426619033" sldId="265"/>
            <ac:spMk id="13" creationId="{FEFBFA78-9360-1E01-5448-6D5AE0A32601}"/>
          </ac:spMkLst>
        </pc:spChg>
        <pc:spChg chg="add del">
          <ac:chgData name="Zhu, Kevin cdt" userId="222ab88e-4b8c-4b5a-96c4-54185ae9c1a8" providerId="ADAL" clId="{DFBD7DC9-3BD8-4558-B240-CB210B40B5B6}" dt="2023-11-25T23:30:08.892" v="548" actId="26606"/>
          <ac:spMkLst>
            <pc:docMk/>
            <pc:sldMk cId="3426619033" sldId="265"/>
            <ac:spMk id="15" creationId="{1740453C-744F-DB3A-47EC-15EACE1DC117}"/>
          </ac:spMkLst>
        </pc:spChg>
        <pc:spChg chg="add del">
          <ac:chgData name="Zhu, Kevin cdt" userId="222ab88e-4b8c-4b5a-96c4-54185ae9c1a8" providerId="ADAL" clId="{DFBD7DC9-3BD8-4558-B240-CB210B40B5B6}" dt="2023-11-25T23:30:08.892" v="548" actId="26606"/>
          <ac:spMkLst>
            <pc:docMk/>
            <pc:sldMk cId="3426619033" sldId="265"/>
            <ac:spMk id="17" creationId="{B6924B03-77BD-EAE3-2854-43363FF8E6BB}"/>
          </ac:spMkLst>
        </pc:spChg>
        <pc:spChg chg="add">
          <ac:chgData name="Zhu, Kevin cdt" userId="222ab88e-4b8c-4b5a-96c4-54185ae9c1a8" providerId="ADAL" clId="{DFBD7DC9-3BD8-4558-B240-CB210B40B5B6}" dt="2023-11-25T23:30:08.924" v="549" actId="26606"/>
          <ac:spMkLst>
            <pc:docMk/>
            <pc:sldMk cId="3426619033" sldId="265"/>
            <ac:spMk id="19" creationId="{EFD4FE0A-1CD7-4700-85B5-7D4E81E74692}"/>
          </ac:spMkLst>
        </pc:spChg>
        <pc:spChg chg="add">
          <ac:chgData name="Zhu, Kevin cdt" userId="222ab88e-4b8c-4b5a-96c4-54185ae9c1a8" providerId="ADAL" clId="{DFBD7DC9-3BD8-4558-B240-CB210B40B5B6}" dt="2023-11-25T23:30:08.924" v="549" actId="26606"/>
          <ac:spMkLst>
            <pc:docMk/>
            <pc:sldMk cId="3426619033" sldId="265"/>
            <ac:spMk id="20" creationId="{4479BA42-88A4-4AC1-AF01-7B6602C041FF}"/>
          </ac:spMkLst>
        </pc:spChg>
        <pc:picChg chg="add del">
          <ac:chgData name="Zhu, Kevin cdt" userId="222ab88e-4b8c-4b5a-96c4-54185ae9c1a8" providerId="ADAL" clId="{DFBD7DC9-3BD8-4558-B240-CB210B40B5B6}" dt="2023-11-25T23:30:08.892" v="548" actId="26606"/>
          <ac:picMkLst>
            <pc:docMk/>
            <pc:sldMk cId="3426619033" sldId="265"/>
            <ac:picMk id="5" creationId="{5FF7BB32-9044-350A-2FBF-E75E85AE9172}"/>
          </ac:picMkLst>
        </pc:picChg>
        <pc:picChg chg="add">
          <ac:chgData name="Zhu, Kevin cdt" userId="222ab88e-4b8c-4b5a-96c4-54185ae9c1a8" providerId="ADAL" clId="{DFBD7DC9-3BD8-4558-B240-CB210B40B5B6}" dt="2023-11-25T23:30:08.924" v="549" actId="26606"/>
          <ac:picMkLst>
            <pc:docMk/>
            <pc:sldMk cId="3426619033" sldId="265"/>
            <ac:picMk id="21" creationId="{461C3FC2-7E27-2CC8-F813-B52D4EB3DD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7DC18-0587-4813-89F4-D98CB8EF1741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89627-1919-4176-B799-B919C3C084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88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important for cadets to know the parts of a rocket so that they can understand how they are constructed. Identifying the parts of a rocket may develop an interest in the components that make up a rocket, which may lead to future aerospace opportunities in the Air Cadet Program.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89627-1919-4176-B799-B919C3C0849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22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earliest examples of payloads on rockets were fireworks for celebrating holidays </a:t>
            </a:r>
          </a:p>
          <a:p>
            <a:r>
              <a:rPr lang="en-US" dirty="0"/>
              <a:t>The payload of the German V2 was several thousand pounds of explosives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89627-1919-4176-B799-B919C3C0849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650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89627-1919-4176-B799-B919C3C0849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42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3C25-D905-1A86-0D92-2BC2E1FB2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8E9C6-83FC-6369-EA42-AB114ADA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2B882-71F6-B680-EFD5-4F7992A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C40F5-1F4A-78F2-77AE-625B5BF8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B993F-E413-127C-AB06-2181C9FC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519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F782-C715-603F-3506-B15DDDF42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76F4-CFAF-B3A0-666F-8A0F358A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DE86-F2D5-9A68-B851-558912FC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BF635-A4CA-58AB-7106-624AF80B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0670C-F77B-3FC1-497E-8950108A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64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DF68-9CA9-60D1-4B59-FCDFECA8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61A49-132C-D24D-8266-8C4E45E79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157C9-031C-A157-8157-0E2A9EFA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4E6A0-D97C-615E-F5D4-2D933A9C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BF29-DAE1-0B53-0C60-3EF8B74F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024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CA5D-E89B-1F49-0589-38280F8D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0526-3ACF-AC4F-97BF-A73188398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DFB58-8CC2-E2C9-EB98-E94D0A009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1A2FF-1FE5-C141-0C31-2F5E066D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1BF4-DDD4-A471-B4D9-A8DC1F2B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49285-AC34-845D-94F6-30C0550A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32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2671-3CF9-05F3-1633-82EC3F830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C907C-B28A-74FD-A3B8-0925D271E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C2CCC-F185-0B50-47A5-0D0308B16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63D14-E8CD-3B1F-950E-F4C68C516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1D327-983C-A62B-48B7-F5E91E7A7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E011B-EB7B-ED71-59BB-FD72D36F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B47A83-FA79-53A1-1F09-F6CE2547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C41EE-5B28-F6B0-402F-A2BDABB9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353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08B9-CD16-25B2-D346-3C379014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50CF5-7A08-E471-9BB7-D5B4963A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56C84-C1C8-404F-F48A-DA73AE2D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5799A-D635-325A-F312-10300845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4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C07DB-C427-BA48-B252-878B8D9E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C087C-0773-6CC6-BB77-C510D0C2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1BB2-35F5-C641-C5D6-120F8E99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66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3884-29DE-6C87-3D86-157587EB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03AD4-9E49-2CB8-8653-D54BE7476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0A2B9-1E77-3940-D9BE-2CB451383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4D3CE-68CC-7CC6-8E95-1FFE9325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FE3E4-A296-84A1-6C50-086B3424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005FC-9713-2C28-64CA-B4A0BB51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98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B4AD-9E02-56DE-2600-D4449D31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B09CA-2998-627E-E884-E65D0A945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4AB6C-5783-78C8-C615-44FFF8DDE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CD10E-086B-3521-8609-39FA6FED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EA4A1-7E62-9EF9-1BAE-6AF012A7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291E9-3F42-04BF-ADD2-F41130A1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147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4E2D-20DA-D5B0-AA67-B0FB3586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387CE-90DC-F530-5314-4FAACCF68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40C8-AE79-FF30-4E15-A3591E28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BDBC6-9B28-92DB-7760-8A343895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DEDA-0E4C-699D-A8B2-53FA0D2B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16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73752-F909-413A-EA8C-68777C22D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7091A-0CEC-2F12-99F4-9CF5C10FB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4C100-8CDD-DA03-5142-4E695ADA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B4834-1451-F68D-2FC8-A24D156D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D888-A538-B33E-8B26-857173F9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451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131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0D899-00B5-2805-8269-5BBDE604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C7A1F-FB85-922F-3C64-6C9C0BBF8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74CB2-D121-3D58-B740-3FD46D894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08330-254E-4F66-9FF4-2CC3750523D2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2C24-349E-17E2-96B0-2943CCB5A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C31CE-5BB8-6924-ED58-0EA10FAAF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40D02-BCE1-43F0-B7A9-4C4BB642AB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363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dboard plane with pens">
            <a:extLst>
              <a:ext uri="{FF2B5EF4-FFF2-40B4-BE49-F238E27FC236}">
                <a16:creationId xmlns:a16="http://schemas.microsoft.com/office/drawing/2014/main" id="{AE68B4D7-73CD-6760-BE4E-B33ADB2CFE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FABE7-88E9-6561-5EED-41BE7B039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EOC240.03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IDENTIFY PARTS OF A ROCKET</a:t>
            </a:r>
            <a:endParaRPr lang="en-CA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3BFD1-6930-325B-5DF3-C1A0817BD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By:</a:t>
            </a:r>
            <a:endParaRPr lang="en-C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41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2271-3104-50BA-2652-A2C542D22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955873"/>
            <a:ext cx="11360800" cy="1122400"/>
          </a:xfrm>
        </p:spPr>
        <p:txBody>
          <a:bodyPr>
            <a:normAutofit fontScale="90000"/>
          </a:bodyPr>
          <a:lstStyle/>
          <a:p>
            <a:r>
              <a:rPr lang="en-CA" dirty="0"/>
              <a:t>REMINDER</a:t>
            </a:r>
            <a:br>
              <a:rPr lang="en-CA" dirty="0"/>
            </a:br>
            <a:r>
              <a:rPr lang="en-CA" dirty="0"/>
              <a:t>CADET SUMMER TRAINING OPPORTUNITIES</a:t>
            </a:r>
            <a:br>
              <a:rPr lang="en-CA" dirty="0"/>
            </a:b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92339-B228-E799-4C86-527247949F19}"/>
              </a:ext>
            </a:extLst>
          </p:cNvPr>
          <p:cNvSpPr txBox="1"/>
          <p:nvPr/>
        </p:nvSpPr>
        <p:spPr>
          <a:xfrm>
            <a:off x="1145310" y="2438399"/>
            <a:ext cx="460491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Aviation Technology and Aerospace</a:t>
            </a:r>
          </a:p>
          <a:p>
            <a:r>
              <a:rPr lang="en-CA" sz="2400" dirty="0"/>
              <a:t>Intro to Drill and Ceremonial</a:t>
            </a:r>
          </a:p>
          <a:p>
            <a:r>
              <a:rPr lang="en-CA" sz="2400" dirty="0"/>
              <a:t>Intro to Fitness and Sports</a:t>
            </a:r>
          </a:p>
          <a:p>
            <a:r>
              <a:rPr lang="en-CA" sz="2400" dirty="0"/>
              <a:t>Intro to Marksmanship</a:t>
            </a:r>
          </a:p>
          <a:p>
            <a:r>
              <a:rPr lang="en-CA" sz="2400" dirty="0"/>
              <a:t>Intro to Military Band</a:t>
            </a:r>
          </a:p>
          <a:p>
            <a:r>
              <a:rPr lang="en-CA" sz="2400" dirty="0"/>
              <a:t>Intro to Pipe Band</a:t>
            </a:r>
          </a:p>
          <a:p>
            <a:r>
              <a:rPr lang="en-CA" sz="2400" dirty="0"/>
              <a:t>Intro to Survival</a:t>
            </a:r>
          </a:p>
          <a:p>
            <a:endParaRPr lang="en-CA" sz="2400" dirty="0"/>
          </a:p>
          <a:p>
            <a:r>
              <a:rPr lang="en-CA" sz="2400" dirty="0"/>
              <a:t>Each about 1-2 weeks</a:t>
            </a:r>
          </a:p>
        </p:txBody>
      </p:sp>
    </p:spTree>
    <p:extLst>
      <p:ext uri="{BB962C8B-B14F-4D97-AF65-F5344CB8AC3E}">
        <p14:creationId xmlns:p14="http://schemas.microsoft.com/office/powerpoint/2010/main" val="333723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7B91C-F80E-20AB-FFB7-57B2F452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95250"/>
            <a:ext cx="5010386" cy="2132824"/>
          </a:xfrm>
        </p:spPr>
        <p:txBody>
          <a:bodyPr>
            <a:normAutofit/>
          </a:bodyPr>
          <a:lstStyle/>
          <a:p>
            <a:r>
              <a:rPr lang="en-US" sz="6000" dirty="0"/>
              <a:t>Teaching Points</a:t>
            </a:r>
            <a:endParaRPr lang="en-CA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A8841-3152-7C92-923D-DED8F5D0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2266954"/>
            <a:ext cx="4267199" cy="3143241"/>
          </a:xfrm>
        </p:spPr>
        <p:txBody>
          <a:bodyPr>
            <a:noAutofit/>
          </a:bodyPr>
          <a:lstStyle/>
          <a:p>
            <a:r>
              <a:rPr lang="en-US" sz="4000" dirty="0"/>
              <a:t>TP1 Explain the Parts of a Rocket</a:t>
            </a:r>
          </a:p>
          <a:p>
            <a:r>
              <a:rPr lang="en-US" sz="4000" dirty="0"/>
              <a:t>TP2 Name the Parts of a Rocket</a:t>
            </a:r>
            <a:endParaRPr lang="en-CA" sz="4000" dirty="0"/>
          </a:p>
        </p:txBody>
      </p:sp>
      <p:pic>
        <p:nvPicPr>
          <p:cNvPr id="5" name="Picture 4" descr="A child with art materials">
            <a:extLst>
              <a:ext uri="{FF2B5EF4-FFF2-40B4-BE49-F238E27FC236}">
                <a16:creationId xmlns:a16="http://schemas.microsoft.com/office/drawing/2014/main" id="{0BE142F4-2F18-6A9A-B2B5-7C83397188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95" r="23304" b="-1"/>
          <a:stretch/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1670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5FF0-7F33-DCA6-D279-67A12D23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100" b="1" dirty="0"/>
              <a:t>TP1 Explain the Parts of a Rocket</a:t>
            </a:r>
            <a:br>
              <a:rPr lang="en-US" sz="4100" dirty="0"/>
            </a:br>
            <a:endParaRPr lang="en-CA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10EA-F145-8067-57E6-C327E701D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985" y="2095930"/>
            <a:ext cx="5391015" cy="3843666"/>
          </a:xfrm>
        </p:spPr>
        <p:txBody>
          <a:bodyPr>
            <a:noAutofit/>
          </a:bodyPr>
          <a:lstStyle/>
          <a:p>
            <a:r>
              <a:rPr lang="en-US" sz="3200" b="1" dirty="0"/>
              <a:t>In flight, a rocket is subjected to the forces of </a:t>
            </a:r>
            <a:r>
              <a:rPr lang="en-US" sz="3200" b="1" dirty="0">
                <a:solidFill>
                  <a:srgbClr val="FF0000"/>
                </a:solidFill>
              </a:rPr>
              <a:t>weight, thrust, and aerodynamics</a:t>
            </a:r>
          </a:p>
          <a:p>
            <a:r>
              <a:rPr lang="en-US" sz="3200" b="1" dirty="0"/>
              <a:t> There are many parts that make up a rocket. </a:t>
            </a:r>
          </a:p>
          <a:p>
            <a:r>
              <a:rPr lang="en-US" sz="3200" b="1" dirty="0"/>
              <a:t>For design and analysis, engineers group parts that have the </a:t>
            </a:r>
            <a:r>
              <a:rPr lang="en-US" sz="3200" b="1" dirty="0">
                <a:solidFill>
                  <a:srgbClr val="FF0000"/>
                </a:solidFill>
              </a:rPr>
              <a:t>same function into systems</a:t>
            </a:r>
            <a:endParaRPr lang="en-CA" sz="3200" b="1" dirty="0"/>
          </a:p>
        </p:txBody>
      </p:sp>
      <p:pic>
        <p:nvPicPr>
          <p:cNvPr id="5" name="Picture 4" descr="Launching tubes">
            <a:extLst>
              <a:ext uri="{FF2B5EF4-FFF2-40B4-BE49-F238E27FC236}">
                <a16:creationId xmlns:a16="http://schemas.microsoft.com/office/drawing/2014/main" id="{16697814-104C-38E0-973C-A648BE3FB3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77" r="15485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1019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867BA-5EE3-422A-A29E-176A145F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754" y="6117935"/>
            <a:ext cx="5949804" cy="777973"/>
          </a:xfrm>
        </p:spPr>
        <p:txBody>
          <a:bodyPr>
            <a:noAutofit/>
          </a:bodyPr>
          <a:lstStyle/>
          <a:p>
            <a:r>
              <a:rPr lang="en-US" sz="4800" b="1" dirty="0"/>
              <a:t>Structural System</a:t>
            </a:r>
            <a:endParaRPr lang="en-CA" sz="4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6AFB54-BAE7-4DC0-609D-AB1ACD1F57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62" r="1"/>
          <a:stretch/>
        </p:blipFill>
        <p:spPr>
          <a:xfrm>
            <a:off x="8360229" y="4667495"/>
            <a:ext cx="3831771" cy="2133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64065A-ECD2-1491-CE93-1DF7B85A82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22" t="2498" r="35149"/>
          <a:stretch/>
        </p:blipFill>
        <p:spPr>
          <a:xfrm>
            <a:off x="9095232" y="0"/>
            <a:ext cx="3096768" cy="4759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5408-3F90-0037-74DC-F5AA57E8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38" y="56720"/>
            <a:ext cx="10352990" cy="5388719"/>
          </a:xfrm>
        </p:spPr>
        <p:txBody>
          <a:bodyPr>
            <a:noAutofit/>
          </a:bodyPr>
          <a:lstStyle/>
          <a:p>
            <a:r>
              <a:rPr lang="en-US" b="1" dirty="0"/>
              <a:t>Also known as the frame, it is similar to the fuselage of an airplane</a:t>
            </a:r>
          </a:p>
          <a:p>
            <a:r>
              <a:rPr lang="en-US" b="1" dirty="0"/>
              <a:t>Made from </a:t>
            </a:r>
            <a:r>
              <a:rPr lang="en-US" b="1" dirty="0">
                <a:solidFill>
                  <a:srgbClr val="FF0000"/>
                </a:solidFill>
              </a:rPr>
              <a:t>very strong but light-weight materials</a:t>
            </a:r>
            <a:r>
              <a:rPr lang="en-US" b="1" dirty="0"/>
              <a:t>, like titanium or aluminum</a:t>
            </a:r>
          </a:p>
          <a:p>
            <a:r>
              <a:rPr lang="en-US" b="1" dirty="0"/>
              <a:t>The frame employs long </a:t>
            </a:r>
            <a:r>
              <a:rPr lang="en-US" b="1" dirty="0">
                <a:solidFill>
                  <a:srgbClr val="FF0000"/>
                </a:solidFill>
              </a:rPr>
              <a:t>“stringers” </a:t>
            </a:r>
            <a:r>
              <a:rPr lang="en-US" b="1" dirty="0"/>
              <a:t>that run from the top </a:t>
            </a:r>
            <a:br>
              <a:rPr lang="en-US" b="1" dirty="0"/>
            </a:br>
            <a:r>
              <a:rPr lang="en-US" b="1" dirty="0"/>
              <a:t>to the bottom, which are connected to </a:t>
            </a:r>
            <a:r>
              <a:rPr lang="en-US" b="1" dirty="0">
                <a:solidFill>
                  <a:srgbClr val="FF0000"/>
                </a:solidFill>
              </a:rPr>
              <a:t>“hoops” </a:t>
            </a:r>
            <a:r>
              <a:rPr lang="en-US" b="1" dirty="0"/>
              <a:t>that run </a:t>
            </a:r>
            <a:br>
              <a:rPr lang="en-US" b="1" dirty="0"/>
            </a:br>
            <a:r>
              <a:rPr lang="en-US" b="1" dirty="0"/>
              <a:t>around the circumference</a:t>
            </a:r>
          </a:p>
          <a:p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“skin” </a:t>
            </a:r>
            <a:r>
              <a:rPr lang="en-US" b="1" dirty="0"/>
              <a:t>is then attached to the stringers and hoops </a:t>
            </a:r>
            <a:br>
              <a:rPr lang="en-US" b="1" dirty="0"/>
            </a:br>
            <a:r>
              <a:rPr lang="en-US" b="1" dirty="0"/>
              <a:t>to form the basic shape of the rocket</a:t>
            </a:r>
          </a:p>
          <a:p>
            <a:r>
              <a:rPr lang="en-US" b="1" dirty="0"/>
              <a:t>The skin may be coated with a thermal protection system to 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keep out the heat of air friction </a:t>
            </a:r>
            <a:r>
              <a:rPr lang="en-US" b="1" dirty="0"/>
              <a:t>during flight and to 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keep in the cold temperatures needed for certain fuels and oxidizers</a:t>
            </a:r>
            <a:r>
              <a:rPr lang="en-US" b="1" dirty="0"/>
              <a:t> </a:t>
            </a:r>
          </a:p>
          <a:p>
            <a:r>
              <a:rPr lang="en-US" b="1" dirty="0"/>
              <a:t>Fins are attached to rockets at the bottom of the frame to </a:t>
            </a:r>
            <a:br>
              <a:rPr lang="en-US" b="1" dirty="0"/>
            </a:br>
            <a:r>
              <a:rPr lang="en-US" b="1" dirty="0">
                <a:solidFill>
                  <a:srgbClr val="FF0000"/>
                </a:solidFill>
              </a:rPr>
              <a:t>provide stability during flight</a:t>
            </a:r>
            <a:r>
              <a:rPr lang="en-US" b="1" dirty="0"/>
              <a:t> 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009312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AB8EDC3-1C0D-4505-A2C7-839A5161F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69E294-3813-4588-9E9C-AEA08F9C4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il refinery against blue sky">
            <a:extLst>
              <a:ext uri="{FF2B5EF4-FFF2-40B4-BE49-F238E27FC236}">
                <a16:creationId xmlns:a16="http://schemas.microsoft.com/office/drawing/2014/main" id="{44260982-4C69-9BA5-6BF3-BF1A12FF99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D0346-8077-D1C7-9177-093F5015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29" y="33923"/>
            <a:ext cx="4783981" cy="9245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Propulsion System</a:t>
            </a:r>
            <a:endParaRPr lang="en-CA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B6AF-400B-2CF5-1468-1B13012E6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4" y="958492"/>
            <a:ext cx="7048258" cy="416333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Most of a full-scale rocket is made up of the propulsion system</a:t>
            </a:r>
          </a:p>
          <a:p>
            <a:r>
              <a:rPr lang="en-US" sz="3600" b="1" dirty="0">
                <a:solidFill>
                  <a:srgbClr val="FFFFFF"/>
                </a:solidFill>
              </a:rPr>
              <a:t>Two main propulsion systems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Liquid rocket engines </a:t>
            </a:r>
            <a:r>
              <a:rPr lang="en-US" sz="3600" b="1" dirty="0">
                <a:solidFill>
                  <a:srgbClr val="FFFFFF"/>
                </a:solidFill>
              </a:rPr>
              <a:t>and </a:t>
            </a:r>
            <a:r>
              <a:rPr lang="en-US" sz="3600" b="1" dirty="0">
                <a:solidFill>
                  <a:srgbClr val="FF0000"/>
                </a:solidFill>
              </a:rPr>
              <a:t>solid rocket engines</a:t>
            </a:r>
          </a:p>
          <a:p>
            <a:r>
              <a:rPr lang="en-US" sz="3600" b="1" dirty="0">
                <a:solidFill>
                  <a:srgbClr val="FFFFFF"/>
                </a:solidFill>
              </a:rPr>
              <a:t>The V2 used a liquid rocket </a:t>
            </a:r>
            <a:br>
              <a:rPr lang="en-US" sz="3600" b="1" dirty="0">
                <a:solidFill>
                  <a:srgbClr val="FFFFFF"/>
                </a:solidFill>
              </a:rPr>
            </a:br>
            <a:r>
              <a:rPr lang="en-US" sz="3600" b="1" dirty="0">
                <a:solidFill>
                  <a:srgbClr val="FFFFFF"/>
                </a:solidFill>
              </a:rPr>
              <a:t>engine consisting of fuel and oxidizer (propellant) tanks, pumps, a combustion chamber with nozzle, and the associated plumbing.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F2226C-0AE8-8C02-6C31-C1B8A76AC4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7739" t="-2383" r="-6750" b="1928"/>
          <a:stretch/>
        </p:blipFill>
        <p:spPr>
          <a:xfrm>
            <a:off x="6213355" y="1022500"/>
            <a:ext cx="6347247" cy="5276828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613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planet earth taken from the outer space">
            <a:extLst>
              <a:ext uri="{FF2B5EF4-FFF2-40B4-BE49-F238E27FC236}">
                <a16:creationId xmlns:a16="http://schemas.microsoft.com/office/drawing/2014/main" id="{B5A71DF0-0847-C2B0-338A-8DA7D09E96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l="19600" r="1" b="1"/>
          <a:stretch/>
        </p:blipFill>
        <p:spPr>
          <a:xfrm>
            <a:off x="20" y="10"/>
            <a:ext cx="1099749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1E6CD2-6030-518B-D48F-5C0B9434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94" y="111209"/>
            <a:ext cx="3943560" cy="11401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Payload System</a:t>
            </a:r>
            <a:endParaRPr lang="en-CA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CE44-60BC-6A89-B2FE-AD730D154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222" y="1058249"/>
            <a:ext cx="8565292" cy="568854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</a:rPr>
              <a:t>Payload systems depend on the rocket’s mission 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Following World War II, many countries developed guided ballistic missiles armed with nuclear warheads for payloads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 The same rockets were modified to launch satellites with a </a:t>
            </a:r>
            <a:r>
              <a:rPr lang="en-US" sz="3200" b="1" dirty="0">
                <a:solidFill>
                  <a:srgbClr val="FF0000"/>
                </a:solidFill>
              </a:rPr>
              <a:t>wide range of missions</a:t>
            </a:r>
            <a:r>
              <a:rPr lang="en-US" sz="3200" b="1" dirty="0">
                <a:solidFill>
                  <a:srgbClr val="FFFFFF"/>
                </a:solidFill>
              </a:rPr>
              <a:t>; communications, weather monitoring, spying, planetary exploration, and observatories, </a:t>
            </a:r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>
                <a:solidFill>
                  <a:srgbClr val="FFFFFF"/>
                </a:solidFill>
              </a:rPr>
              <a:t>like the Hubble Space Telescope</a:t>
            </a:r>
          </a:p>
          <a:p>
            <a:r>
              <a:rPr lang="en-US" sz="3200" b="1" dirty="0">
                <a:solidFill>
                  <a:srgbClr val="FFFFFF"/>
                </a:solidFill>
              </a:rPr>
              <a:t>Special rockets were developed to launch people into Earth’s orbit and onto the surface of the Moon</a:t>
            </a:r>
            <a:endParaRPr lang="en-CA" sz="3200" b="1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389B57-2F45-5FD9-1DE0-026F450B9B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822" r="6796"/>
          <a:stretch/>
        </p:blipFill>
        <p:spPr>
          <a:xfrm>
            <a:off x="7970108" y="10"/>
            <a:ext cx="4218674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5679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CA2CB6-54F1-E6A4-68EF-9C81EF4A89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2090"/>
          <a:stretch/>
        </p:blipFill>
        <p:spPr>
          <a:xfrm>
            <a:off x="6672650" y="365125"/>
            <a:ext cx="5618204" cy="5215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A6962-0D74-E0F5-A778-04A8B1D6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Guidance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286E8-6B32-E816-B7B9-A70C8BA5A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54" y="1382792"/>
            <a:ext cx="9218141" cy="4351338"/>
          </a:xfrm>
        </p:spPr>
        <p:txBody>
          <a:bodyPr>
            <a:noAutofit/>
          </a:bodyPr>
          <a:lstStyle/>
          <a:p>
            <a:r>
              <a:rPr lang="en-US" sz="3200" b="1" dirty="0"/>
              <a:t>Very sophisticated sensors</a:t>
            </a:r>
            <a:br>
              <a:rPr lang="en-US" sz="3200" b="1" dirty="0"/>
            </a:br>
            <a:r>
              <a:rPr lang="en-US" sz="3200" b="1" dirty="0"/>
              <a:t>On-board computers</a:t>
            </a:r>
            <a:br>
              <a:rPr lang="en-US" sz="3200" b="1" dirty="0"/>
            </a:br>
            <a:r>
              <a:rPr lang="en-US" sz="3200" b="1" dirty="0"/>
              <a:t>Radars</a:t>
            </a:r>
            <a:br>
              <a:rPr lang="en-US" sz="3200" b="1" dirty="0"/>
            </a:br>
            <a:r>
              <a:rPr lang="en-US" sz="3200" b="1" dirty="0"/>
              <a:t>Communication equipment</a:t>
            </a:r>
          </a:p>
          <a:p>
            <a:r>
              <a:rPr lang="en-US" sz="3200" b="1" dirty="0"/>
              <a:t>The V2 guidance system included small veins </a:t>
            </a:r>
            <a:br>
              <a:rPr lang="en-US" sz="3200" b="1" dirty="0"/>
            </a:br>
            <a:r>
              <a:rPr lang="en-US" sz="3200" b="1" dirty="0"/>
              <a:t>in the nozzle to deflect the thrust</a:t>
            </a:r>
          </a:p>
          <a:p>
            <a:r>
              <a:rPr lang="en-US" sz="3200" b="1" dirty="0"/>
              <a:t>Modern rockets typically </a:t>
            </a:r>
            <a:r>
              <a:rPr lang="en-US" sz="3200" b="1" dirty="0">
                <a:solidFill>
                  <a:srgbClr val="FF0000"/>
                </a:solidFill>
              </a:rPr>
              <a:t>rotate the nozzle </a:t>
            </a:r>
            <a:r>
              <a:rPr lang="en-US" sz="3200" b="1" dirty="0"/>
              <a:t>to maneuver the rocket. </a:t>
            </a:r>
          </a:p>
          <a:p>
            <a:r>
              <a:rPr lang="en-US" sz="3200" b="1" dirty="0"/>
              <a:t>The guidance system must also provide </a:t>
            </a:r>
            <a:br>
              <a:rPr lang="en-US" sz="3200" b="1" dirty="0"/>
            </a:br>
            <a:r>
              <a:rPr lang="en-US" sz="3200" b="1" dirty="0">
                <a:solidFill>
                  <a:srgbClr val="FF0000"/>
                </a:solidFill>
              </a:rPr>
              <a:t>some level of stability </a:t>
            </a:r>
            <a:r>
              <a:rPr lang="en-US" sz="3200" b="1" dirty="0"/>
              <a:t>so that the rocket does not tumble in flight.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3521517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A3B8C-F3F6-1116-BE1E-4C802238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179" y="58329"/>
            <a:ext cx="2898021" cy="721258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QUESTIONS</a:t>
            </a:r>
            <a:r>
              <a:rPr lang="en-US" sz="4000" dirty="0"/>
              <a:t> </a:t>
            </a:r>
            <a:endParaRPr lang="en-CA" sz="4000" dirty="0"/>
          </a:p>
        </p:txBody>
      </p:sp>
      <p:pic>
        <p:nvPicPr>
          <p:cNvPr id="5" name="Picture 4" descr="A crashed retro rocket standing in a wooden desk with a blue-green background">
            <a:extLst>
              <a:ext uri="{FF2B5EF4-FFF2-40B4-BE49-F238E27FC236}">
                <a16:creationId xmlns:a16="http://schemas.microsoft.com/office/drawing/2014/main" id="{E0A1F6CE-6E61-249F-38AE-3577DC0B9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79" r="11006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AD789-1445-3BB6-2C3F-050579612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149" y="697793"/>
            <a:ext cx="6798539" cy="5140148"/>
          </a:xfrm>
        </p:spPr>
        <p:txBody>
          <a:bodyPr>
            <a:noAutofit/>
          </a:bodyPr>
          <a:lstStyle/>
          <a:p>
            <a:r>
              <a:rPr lang="en-US" sz="4000" b="1" dirty="0"/>
              <a:t>Q1. What rocket parts make up the structure system?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 marL="0" indent="0">
              <a:buNone/>
            </a:pPr>
            <a:r>
              <a:rPr lang="en-US" sz="4000" dirty="0"/>
              <a:t> </a:t>
            </a:r>
          </a:p>
          <a:p>
            <a:r>
              <a:rPr lang="en-US" sz="4000" b="1" dirty="0"/>
              <a:t>Q2. What are the 4 systems in a rocket?</a:t>
            </a:r>
            <a:endParaRPr lang="en-CA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819A1-2533-159A-0F34-2AF393AC41CB}"/>
              </a:ext>
            </a:extLst>
          </p:cNvPr>
          <p:cNvSpPr txBox="1"/>
          <p:nvPr/>
        </p:nvSpPr>
        <p:spPr>
          <a:xfrm>
            <a:off x="4417179" y="1673714"/>
            <a:ext cx="51622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The nose cone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Fuel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The frame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The oxidizer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B4AFD4-835C-CE59-94BD-9322B238000E}"/>
              </a:ext>
            </a:extLst>
          </p:cNvPr>
          <p:cNvSpPr txBox="1"/>
          <p:nvPr/>
        </p:nvSpPr>
        <p:spPr>
          <a:xfrm>
            <a:off x="9019987" y="1962010"/>
            <a:ext cx="191449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Pumps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Nozzle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Fins</a:t>
            </a:r>
            <a:endParaRPr lang="en-CA" sz="4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05629-7966-F70C-750A-A26BDDC7D35E}"/>
              </a:ext>
            </a:extLst>
          </p:cNvPr>
          <p:cNvSpPr txBox="1"/>
          <p:nvPr/>
        </p:nvSpPr>
        <p:spPr>
          <a:xfrm>
            <a:off x="4108704" y="5534561"/>
            <a:ext cx="81414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structure system, propulsion system, payload system, and guidance system</a:t>
            </a:r>
            <a:endParaRPr lang="en-CA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60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DB98-0294-8DF6-EE9B-00EE89AA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TP2 Name the Parts of a Rocket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FC3EB-168F-639A-80F1-AB2DCF2034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-2090"/>
          <a:stretch/>
        </p:blipFill>
        <p:spPr>
          <a:xfrm>
            <a:off x="6573796" y="1277378"/>
            <a:ext cx="5618204" cy="52154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43B50E-CFD7-37D6-9742-0693E590F419}"/>
              </a:ext>
            </a:extLst>
          </p:cNvPr>
          <p:cNvSpPr/>
          <p:nvPr/>
        </p:nvSpPr>
        <p:spPr>
          <a:xfrm>
            <a:off x="6573796" y="3205655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38CAD-A5D7-3CE4-5BAA-7B977DB8541E}"/>
              </a:ext>
            </a:extLst>
          </p:cNvPr>
          <p:cNvSpPr/>
          <p:nvPr/>
        </p:nvSpPr>
        <p:spPr>
          <a:xfrm>
            <a:off x="8336694" y="1612599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838698-96EA-AC1D-DF72-31B4DCC02750}"/>
              </a:ext>
            </a:extLst>
          </p:cNvPr>
          <p:cNvSpPr/>
          <p:nvPr/>
        </p:nvSpPr>
        <p:spPr>
          <a:xfrm>
            <a:off x="8276047" y="2871952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47855-7567-D14E-B75C-42EBB193C90A}"/>
              </a:ext>
            </a:extLst>
          </p:cNvPr>
          <p:cNvSpPr/>
          <p:nvPr/>
        </p:nvSpPr>
        <p:spPr>
          <a:xfrm>
            <a:off x="8276047" y="3484179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06EA0-5832-83B3-17D3-758351546109}"/>
              </a:ext>
            </a:extLst>
          </p:cNvPr>
          <p:cNvSpPr/>
          <p:nvPr/>
        </p:nvSpPr>
        <p:spPr>
          <a:xfrm>
            <a:off x="8276047" y="4131305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40025C-5CB0-6BB5-0CE8-C42E2C4C7A1C}"/>
              </a:ext>
            </a:extLst>
          </p:cNvPr>
          <p:cNvSpPr/>
          <p:nvPr/>
        </p:nvSpPr>
        <p:spPr>
          <a:xfrm>
            <a:off x="8257442" y="4755042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D8E620-4FF0-9C19-7E08-256431863673}"/>
              </a:ext>
            </a:extLst>
          </p:cNvPr>
          <p:cNvSpPr/>
          <p:nvPr/>
        </p:nvSpPr>
        <p:spPr>
          <a:xfrm>
            <a:off x="8082030" y="5378779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57903F-D83F-2168-D541-E01EAB68BC20}"/>
              </a:ext>
            </a:extLst>
          </p:cNvPr>
          <p:cNvSpPr/>
          <p:nvPr/>
        </p:nvSpPr>
        <p:spPr>
          <a:xfrm>
            <a:off x="8082030" y="6002516"/>
            <a:ext cx="104620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AD0E69-3A38-1EA0-4CCA-050331FB5329}"/>
              </a:ext>
            </a:extLst>
          </p:cNvPr>
          <p:cNvSpPr/>
          <p:nvPr/>
        </p:nvSpPr>
        <p:spPr>
          <a:xfrm>
            <a:off x="10307596" y="1468603"/>
            <a:ext cx="1159190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26F4D-539B-CF87-362B-68D6216D3894}"/>
              </a:ext>
            </a:extLst>
          </p:cNvPr>
          <p:cNvSpPr/>
          <p:nvPr/>
        </p:nvSpPr>
        <p:spPr>
          <a:xfrm>
            <a:off x="10381168" y="2075424"/>
            <a:ext cx="1285314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2347C3-B059-221B-7589-09603013D830}"/>
              </a:ext>
            </a:extLst>
          </p:cNvPr>
          <p:cNvSpPr/>
          <p:nvPr/>
        </p:nvSpPr>
        <p:spPr>
          <a:xfrm>
            <a:off x="11195720" y="3885126"/>
            <a:ext cx="996280" cy="557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3226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FD4FE0A-1CD7-4700-85B5-7D4E81E74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79BA42-88A4-4AC1-AF01-7B6602C04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 descr="Rocket launch">
            <a:extLst>
              <a:ext uri="{FF2B5EF4-FFF2-40B4-BE49-F238E27FC236}">
                <a16:creationId xmlns:a16="http://schemas.microsoft.com/office/drawing/2014/main" id="{461C3FC2-7E27-2CC8-F813-B52D4EB3DD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AF10D1-1833-60F7-7F61-500239789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2400474"/>
            <a:ext cx="10509507" cy="33431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500" dirty="0">
                <a:solidFill>
                  <a:srgbClr val="FFFFFF"/>
                </a:solidFill>
              </a:rPr>
              <a:t>EOC240.03</a:t>
            </a:r>
            <a:br>
              <a:rPr lang="en-US" sz="7500" dirty="0">
                <a:solidFill>
                  <a:srgbClr val="FFFFFF"/>
                </a:solidFill>
              </a:rPr>
            </a:br>
            <a:r>
              <a:rPr lang="en-US" sz="7500" dirty="0">
                <a:solidFill>
                  <a:srgbClr val="FFFFFF"/>
                </a:solidFill>
              </a:rPr>
              <a:t>IDENTIFY PARTS OF A ROCKET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80B91-0E66-AC78-26D3-0465E653F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535" y="557189"/>
            <a:ext cx="10491219" cy="16643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61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5568F124B8E64CA160D5286EF7ADE4" ma:contentTypeVersion="4" ma:contentTypeDescription="Create a new document." ma:contentTypeScope="" ma:versionID="34c20954b99212be6e73a87691169e62">
  <xsd:schema xmlns:xsd="http://www.w3.org/2001/XMLSchema" xmlns:xs="http://www.w3.org/2001/XMLSchema" xmlns:p="http://schemas.microsoft.com/office/2006/metadata/properties" xmlns:ns3="f3e0226b-5040-4966-a003-d950b7dfa5d2" targetNamespace="http://schemas.microsoft.com/office/2006/metadata/properties" ma:root="true" ma:fieldsID="b5d9ec6ca01d7d7d8a4aeb4b26a39225" ns3:_="">
    <xsd:import namespace="f3e0226b-5040-4966-a003-d950b7dfa5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e0226b-5040-4966-a003-d950b7dfa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e0226b-5040-4966-a003-d950b7dfa5d2" xsi:nil="true"/>
  </documentManagement>
</p:properties>
</file>

<file path=customXml/itemProps1.xml><?xml version="1.0" encoding="utf-8"?>
<ds:datastoreItem xmlns:ds="http://schemas.openxmlformats.org/officeDocument/2006/customXml" ds:itemID="{7219EA25-9589-4D4B-9041-5B7026D2B9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e0226b-5040-4966-a003-d950b7dfa5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A92A544-C489-4FC5-A8CD-6D9E103238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60F7CD-DA0D-4D4C-BEDB-B6A050DEDA5E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f3e0226b-5040-4966-a003-d950b7dfa5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583</Words>
  <Application>Microsoft Office PowerPoint</Application>
  <PresentationFormat>Widescreen</PresentationFormat>
  <Paragraphs>64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EOC240.03 IDENTIFY PARTS OF A ROCKET</vt:lpstr>
      <vt:lpstr>REMINDER CADET SUMMER TRAINING OPPORTUNITIES </vt:lpstr>
      <vt:lpstr>Teaching Points</vt:lpstr>
      <vt:lpstr>TP1 Explain the Parts of a Rocket </vt:lpstr>
      <vt:lpstr>Structural System</vt:lpstr>
      <vt:lpstr>Propulsion System</vt:lpstr>
      <vt:lpstr>Payload System</vt:lpstr>
      <vt:lpstr>Guidance System</vt:lpstr>
      <vt:lpstr>QUESTIONS </vt:lpstr>
      <vt:lpstr>TP2 Name the Parts of a Rocket</vt:lpstr>
      <vt:lpstr>EOC240.03 IDENTIFY PARTS OF A ROCKET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EOC240.03 IDENTIFY PARTS OF A ROCKET</dc:title>
  <dc:creator>Zhu, Kevin cdt</dc:creator>
  <cp:lastModifiedBy>Kevin Zhu</cp:lastModifiedBy>
  <cp:revision>9</cp:revision>
  <dcterms:created xsi:type="dcterms:W3CDTF">2023-11-25T20:33:26Z</dcterms:created>
  <dcterms:modified xsi:type="dcterms:W3CDTF">2025-05-26T01:27:40Z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0x010100875568F124B8E64CA160D5286EF7ADE4</vt:lpwstr>
  </property>
</Properties>
</file>