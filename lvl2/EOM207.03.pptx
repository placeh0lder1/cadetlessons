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5" r:id="rId1"/>
    <p:sldMasterId id="2147483706" r:id="rId2"/>
    <p:sldMasterId id="2147483707" r:id="rId3"/>
  </p:sldMasterIdLst>
  <p:notesMasterIdLst>
    <p:notesMasterId r:id="rId2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9144000" cy="5143500" type="screen16x9"/>
  <p:notesSz cx="6858000" cy="9144000"/>
  <p:embeddedFontLst>
    <p:embeddedFont>
      <p:font typeface="Advent Pro" panose="020B0604020202020204" charset="0"/>
      <p:regular r:id="rId24"/>
      <p:bold r:id="rId25"/>
      <p:italic r:id="rId26"/>
      <p:boldItalic r:id="rId27"/>
    </p:embeddedFont>
    <p:embeddedFont>
      <p:font typeface="Advent Pro Medium" panose="020B0604020202020204" charset="0"/>
      <p:regular r:id="rId28"/>
      <p:bold r:id="rId29"/>
      <p:italic r:id="rId30"/>
      <p:boldItalic r:id="rId31"/>
    </p:embeddedFont>
    <p:embeddedFont>
      <p:font typeface="Albert Sans" panose="020B0604020202020204" charset="0"/>
      <p:regular r:id="rId32"/>
      <p:bold r:id="rId33"/>
      <p:italic r:id="rId34"/>
      <p:boldItalic r:id="rId35"/>
    </p:embeddedFont>
    <p:embeddedFont>
      <p:font typeface="Poppins" panose="000005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A78CAED-273F-4012-9FB0-F23B49E4695C}">
  <a:tblStyle styleId="{3A78CAED-273F-4012-9FB0-F23B49E4695C}"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0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18.xml"/><Relationship Id="rId34" Type="http://schemas.openxmlformats.org/officeDocument/2006/relationships/font" Target="fonts/font11.fntdata"/><Relationship Id="rId42"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font" Target="fonts/font6.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8.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24ab9548af7_0_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4ab9548af7_0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24ab9548af7_0_7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24ab9548af7_0_7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24ab9548af7_0_7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24ab9548af7_0_7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24ab9548af7_0_7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24ab9548af7_0_7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24ab9548af7_0_7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24ab9548af7_0_7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24ab9548af7_0_8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 name="Google Shape;412;g24ab9548af7_0_8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24ab9548af7_0_7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24ab9548af7_0_7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24ab9548af7_0_8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7" name="Google Shape;427;g24ab9548af7_0_8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4ab9548af7_0_8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4ab9548af7_0_8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24ab9548af7_0_8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g24ab9548af7_0_8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24ab9548af7_0_8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 name="Google Shape;447;g24ab9548af7_0_8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4ab9548af7_0_8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4ab9548af7_0_8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4ab9548af7_0_8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4ab9548af7_0_8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g24ab9548af7_0_8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8" name="Google Shape;468;g24ab9548af7_0_8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24ab9548af7_0_8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 name="Google Shape;474;g24ab9548af7_0_8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24ab9548af7_0_9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24ab9548af7_0_9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24ab9548af7_0_9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 name="Google Shape;489;g24ab9548af7_0_9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24ab9548af7_0_10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8" name="Google Shape;498;g24ab9548af7_0_10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24ab9548af7_0_1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4" name="Google Shape;504;g24ab9548af7_0_1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2.xml"/><Relationship Id="rId4" Type="http://schemas.openxmlformats.org/officeDocument/2006/relationships/hyperlink" Target="http://bit.ly/2TtBDfr" TargetMode="Externa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3.xml"/><Relationship Id="rId4" Type="http://schemas.openxmlformats.org/officeDocument/2006/relationships/hyperlink" Target="http://bit.ly/2TtBDfr" TargetMode="Externa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3"/>
        <p:cNvGrpSpPr/>
        <p:nvPr/>
      </p:nvGrpSpPr>
      <p:grpSpPr>
        <a:xfrm>
          <a:off x="0" y="0"/>
          <a:ext cx="0" cy="0"/>
          <a:chOff x="0" y="0"/>
          <a:chExt cx="0" cy="0"/>
        </a:xfrm>
      </p:grpSpPr>
      <p:sp>
        <p:nvSpPr>
          <p:cNvPr id="54" name="Google Shape;54;p14"/>
          <p:cNvSpPr/>
          <p:nvPr/>
        </p:nvSpPr>
        <p:spPr>
          <a:xfrm>
            <a:off x="7465650" y="-166400"/>
            <a:ext cx="1822900" cy="5468750"/>
          </a:xfrm>
          <a:custGeom>
            <a:avLst/>
            <a:gdLst/>
            <a:ahLst/>
            <a:cxnLst/>
            <a:rect l="l" t="t" r="r" b="b"/>
            <a:pathLst>
              <a:path w="72916" h="218750" extrusionOk="0">
                <a:moveTo>
                  <a:pt x="68680" y="0"/>
                </a:moveTo>
                <a:lnTo>
                  <a:pt x="72916" y="218750"/>
                </a:lnTo>
                <a:lnTo>
                  <a:pt x="0" y="217842"/>
                </a:lnTo>
                <a:close/>
              </a:path>
            </a:pathLst>
          </a:custGeom>
          <a:solidFill>
            <a:schemeClr val="accent3"/>
          </a:solidFill>
          <a:ln>
            <a:noFill/>
          </a:ln>
          <a:effectLst>
            <a:outerShdw blurRad="214313" dist="76200" dir="10800000" algn="bl" rotWithShape="0">
              <a:schemeClr val="dk1">
                <a:alpha val="36000"/>
              </a:schemeClr>
            </a:outerShdw>
          </a:effectLst>
        </p:spPr>
      </p:sp>
      <p:sp>
        <p:nvSpPr>
          <p:cNvPr id="55" name="Google Shape;55;p14"/>
          <p:cNvSpPr/>
          <p:nvPr/>
        </p:nvSpPr>
        <p:spPr>
          <a:xfrm>
            <a:off x="-234475" y="-90775"/>
            <a:ext cx="2133025" cy="5325050"/>
          </a:xfrm>
          <a:custGeom>
            <a:avLst/>
            <a:gdLst/>
            <a:ahLst/>
            <a:cxnLst/>
            <a:rect l="l" t="t" r="r" b="b"/>
            <a:pathLst>
              <a:path w="85321" h="213002" extrusionOk="0">
                <a:moveTo>
                  <a:pt x="85321" y="0"/>
                </a:moveTo>
                <a:lnTo>
                  <a:pt x="25717" y="213002"/>
                </a:lnTo>
                <a:lnTo>
                  <a:pt x="0" y="213002"/>
                </a:lnTo>
                <a:lnTo>
                  <a:pt x="0" y="1"/>
                </a:lnTo>
                <a:close/>
              </a:path>
            </a:pathLst>
          </a:custGeom>
          <a:solidFill>
            <a:schemeClr val="accent2"/>
          </a:solidFill>
          <a:ln>
            <a:noFill/>
          </a:ln>
          <a:effectLst>
            <a:outerShdw blurRad="214313" dist="76200" dir="3600000" algn="bl" rotWithShape="0">
              <a:schemeClr val="dk1">
                <a:alpha val="36000"/>
              </a:schemeClr>
            </a:outerShdw>
          </a:effectLst>
        </p:spPr>
      </p:sp>
      <p:sp>
        <p:nvSpPr>
          <p:cNvPr id="56" name="Google Shape;56;p14"/>
          <p:cNvSpPr/>
          <p:nvPr/>
        </p:nvSpPr>
        <p:spPr>
          <a:xfrm>
            <a:off x="-83200" y="-45375"/>
            <a:ext cx="2314575" cy="1974200"/>
          </a:xfrm>
          <a:custGeom>
            <a:avLst/>
            <a:gdLst/>
            <a:ahLst/>
            <a:cxnLst/>
            <a:rect l="l" t="t" r="r" b="b"/>
            <a:pathLst>
              <a:path w="92583" h="78968" extrusionOk="0">
                <a:moveTo>
                  <a:pt x="0" y="302"/>
                </a:moveTo>
                <a:lnTo>
                  <a:pt x="0" y="78968"/>
                </a:lnTo>
                <a:lnTo>
                  <a:pt x="92583" y="0"/>
                </a:lnTo>
                <a:close/>
              </a:path>
            </a:pathLst>
          </a:custGeom>
          <a:solidFill>
            <a:schemeClr val="dk2"/>
          </a:solidFill>
          <a:ln>
            <a:noFill/>
          </a:ln>
          <a:effectLst>
            <a:outerShdw blurRad="214313" dist="76200" dir="3600000" algn="bl" rotWithShape="0">
              <a:schemeClr val="dk1">
                <a:alpha val="36000"/>
              </a:schemeClr>
            </a:outerShdw>
          </a:effectLst>
        </p:spPr>
      </p:sp>
      <p:sp>
        <p:nvSpPr>
          <p:cNvPr id="57" name="Google Shape;57;p14"/>
          <p:cNvSpPr/>
          <p:nvPr/>
        </p:nvSpPr>
        <p:spPr>
          <a:xfrm>
            <a:off x="7102575" y="3585325"/>
            <a:ext cx="2352400" cy="1656500"/>
          </a:xfrm>
          <a:custGeom>
            <a:avLst/>
            <a:gdLst/>
            <a:ahLst/>
            <a:cxnLst/>
            <a:rect l="l" t="t" r="r" b="b"/>
            <a:pathLst>
              <a:path w="94096" h="66260" extrusionOk="0">
                <a:moveTo>
                  <a:pt x="0" y="64142"/>
                </a:moveTo>
                <a:lnTo>
                  <a:pt x="91373" y="0"/>
                </a:lnTo>
                <a:lnTo>
                  <a:pt x="94096" y="66260"/>
                </a:lnTo>
                <a:close/>
              </a:path>
            </a:pathLst>
          </a:custGeom>
          <a:solidFill>
            <a:schemeClr val="accent6"/>
          </a:solidFill>
          <a:ln>
            <a:noFill/>
          </a:ln>
          <a:effectLst>
            <a:outerShdw blurRad="214313" dist="76200" dir="10860000" algn="bl" rotWithShape="0">
              <a:schemeClr val="dk1">
                <a:alpha val="36000"/>
              </a:schemeClr>
            </a:outerShdw>
          </a:effectLst>
        </p:spPr>
      </p:sp>
      <p:sp>
        <p:nvSpPr>
          <p:cNvPr id="58" name="Google Shape;58;p14"/>
          <p:cNvSpPr txBox="1">
            <a:spLocks noGrp="1"/>
          </p:cNvSpPr>
          <p:nvPr>
            <p:ph type="ctrTitle"/>
          </p:nvPr>
        </p:nvSpPr>
        <p:spPr>
          <a:xfrm>
            <a:off x="2186250" y="721388"/>
            <a:ext cx="4771500" cy="2738400"/>
          </a:xfrm>
          <a:prstGeom prst="rect">
            <a:avLst/>
          </a:prstGeom>
        </p:spPr>
        <p:txBody>
          <a:bodyPr spcFirstLastPara="1" wrap="square" lIns="91425" tIns="91425" rIns="91425" bIns="91425" anchor="b" anchorCtr="0">
            <a:noAutofit/>
          </a:bodyPr>
          <a:lstStyle>
            <a:lvl1pPr lvl="0" algn="ctr" rtl="0">
              <a:lnSpc>
                <a:spcPct val="90000"/>
              </a:lnSpc>
              <a:spcBef>
                <a:spcPts val="0"/>
              </a:spcBef>
              <a:spcAft>
                <a:spcPts val="0"/>
              </a:spcAft>
              <a:buSzPts val="5200"/>
              <a:buNone/>
              <a:defRPr sz="5700">
                <a:latin typeface="Advent Pro"/>
                <a:ea typeface="Advent Pro"/>
                <a:cs typeface="Advent Pro"/>
                <a:sym typeface="Advent Pro"/>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59" name="Google Shape;59;p14"/>
          <p:cNvSpPr txBox="1">
            <a:spLocks noGrp="1"/>
          </p:cNvSpPr>
          <p:nvPr>
            <p:ph type="subTitle" idx="1"/>
          </p:nvPr>
        </p:nvSpPr>
        <p:spPr>
          <a:xfrm>
            <a:off x="3179250" y="3631050"/>
            <a:ext cx="2785500" cy="739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600">
                <a:latin typeface="Albert Sans"/>
                <a:ea typeface="Albert Sans"/>
                <a:cs typeface="Albert Sans"/>
                <a:sym typeface="Albert Sans"/>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0"/>
        <p:cNvGrpSpPr/>
        <p:nvPr/>
      </p:nvGrpSpPr>
      <p:grpSpPr>
        <a:xfrm>
          <a:off x="0" y="0"/>
          <a:ext cx="0" cy="0"/>
          <a:chOff x="0" y="0"/>
          <a:chExt cx="0" cy="0"/>
        </a:xfrm>
      </p:grpSpPr>
      <p:sp>
        <p:nvSpPr>
          <p:cNvPr id="61" name="Google Shape;61;p15"/>
          <p:cNvSpPr/>
          <p:nvPr/>
        </p:nvSpPr>
        <p:spPr>
          <a:xfrm>
            <a:off x="-288911" y="537275"/>
            <a:ext cx="1952934" cy="4704425"/>
          </a:xfrm>
          <a:custGeom>
            <a:avLst/>
            <a:gdLst/>
            <a:ahLst/>
            <a:cxnLst/>
            <a:rect l="l" t="t" r="r" b="b"/>
            <a:pathLst>
              <a:path w="74732" h="180022" extrusionOk="0">
                <a:moveTo>
                  <a:pt x="6051" y="49317"/>
                </a:moveTo>
                <a:lnTo>
                  <a:pt x="0" y="180022"/>
                </a:lnTo>
                <a:lnTo>
                  <a:pt x="74732" y="180022"/>
                </a:lnTo>
                <a:lnTo>
                  <a:pt x="6656" y="0"/>
                </a:lnTo>
                <a:close/>
              </a:path>
            </a:pathLst>
          </a:custGeom>
          <a:solidFill>
            <a:schemeClr val="accent2"/>
          </a:solidFill>
          <a:ln>
            <a:noFill/>
          </a:ln>
          <a:effectLst>
            <a:outerShdw blurRad="214313" dist="76200" dir="1680000" algn="bl" rotWithShape="0">
              <a:schemeClr val="dk1">
                <a:alpha val="35000"/>
              </a:schemeClr>
            </a:outerShdw>
          </a:effectLst>
        </p:spPr>
      </p:sp>
      <p:sp>
        <p:nvSpPr>
          <p:cNvPr id="62" name="Google Shape;62;p15"/>
          <p:cNvSpPr/>
          <p:nvPr/>
        </p:nvSpPr>
        <p:spPr>
          <a:xfrm>
            <a:off x="4659400" y="-166400"/>
            <a:ext cx="4689675" cy="2019575"/>
          </a:xfrm>
          <a:custGeom>
            <a:avLst/>
            <a:gdLst/>
            <a:ahLst/>
            <a:cxnLst/>
            <a:rect l="l" t="t" r="r" b="b"/>
            <a:pathLst>
              <a:path w="187587" h="80783" extrusionOk="0">
                <a:moveTo>
                  <a:pt x="0" y="3328"/>
                </a:moveTo>
                <a:lnTo>
                  <a:pt x="187587" y="80783"/>
                </a:lnTo>
                <a:lnTo>
                  <a:pt x="185771" y="0"/>
                </a:lnTo>
                <a:close/>
              </a:path>
            </a:pathLst>
          </a:custGeom>
          <a:solidFill>
            <a:schemeClr val="lt2"/>
          </a:solidFill>
          <a:ln>
            <a:noFill/>
          </a:ln>
          <a:effectLst>
            <a:outerShdw blurRad="214313" dist="76200" dir="3960000" algn="bl" rotWithShape="0">
              <a:schemeClr val="dk1">
                <a:alpha val="35000"/>
              </a:schemeClr>
            </a:outerShdw>
          </a:effectLst>
        </p:spPr>
      </p:sp>
      <p:sp>
        <p:nvSpPr>
          <p:cNvPr id="63" name="Google Shape;63;p15"/>
          <p:cNvSpPr/>
          <p:nvPr/>
        </p:nvSpPr>
        <p:spPr>
          <a:xfrm>
            <a:off x="7352175" y="-83225"/>
            <a:ext cx="1913700" cy="2957525"/>
          </a:xfrm>
          <a:custGeom>
            <a:avLst/>
            <a:gdLst/>
            <a:ahLst/>
            <a:cxnLst/>
            <a:rect l="l" t="t" r="r" b="b"/>
            <a:pathLst>
              <a:path w="76548" h="118301" extrusionOk="0">
                <a:moveTo>
                  <a:pt x="76548" y="0"/>
                </a:moveTo>
                <a:lnTo>
                  <a:pt x="75640" y="118301"/>
                </a:lnTo>
                <a:lnTo>
                  <a:pt x="0" y="303"/>
                </a:lnTo>
                <a:close/>
              </a:path>
            </a:pathLst>
          </a:custGeom>
          <a:solidFill>
            <a:schemeClr val="dk2"/>
          </a:solidFill>
          <a:ln>
            <a:noFill/>
          </a:ln>
          <a:effectLst>
            <a:outerShdw blurRad="214313" dist="76200" dir="5400000" algn="bl" rotWithShape="0">
              <a:schemeClr val="dk1">
                <a:alpha val="35000"/>
              </a:schemeClr>
            </a:outerShdw>
          </a:effectLst>
        </p:spPr>
      </p:sp>
      <p:sp>
        <p:nvSpPr>
          <p:cNvPr id="64" name="Google Shape;64;p15"/>
          <p:cNvSpPr/>
          <p:nvPr/>
        </p:nvSpPr>
        <p:spPr>
          <a:xfrm flipH="1">
            <a:off x="-158850" y="3585325"/>
            <a:ext cx="2352400" cy="1656500"/>
          </a:xfrm>
          <a:custGeom>
            <a:avLst/>
            <a:gdLst/>
            <a:ahLst/>
            <a:cxnLst/>
            <a:rect l="l" t="t" r="r" b="b"/>
            <a:pathLst>
              <a:path w="94096" h="66260" extrusionOk="0">
                <a:moveTo>
                  <a:pt x="0" y="64142"/>
                </a:moveTo>
                <a:lnTo>
                  <a:pt x="91373" y="0"/>
                </a:lnTo>
                <a:lnTo>
                  <a:pt x="94096" y="66260"/>
                </a:lnTo>
                <a:close/>
              </a:path>
            </a:pathLst>
          </a:custGeom>
          <a:solidFill>
            <a:schemeClr val="accent6"/>
          </a:solidFill>
          <a:ln>
            <a:noFill/>
          </a:ln>
          <a:effectLst>
            <a:outerShdw blurRad="214313" dist="76200" algn="bl" rotWithShape="0">
              <a:schemeClr val="dk1">
                <a:alpha val="35000"/>
              </a:schemeClr>
            </a:outerShdw>
          </a:effectLst>
        </p:spPr>
      </p:sp>
      <p:sp>
        <p:nvSpPr>
          <p:cNvPr id="65" name="Google Shape;65;p15"/>
          <p:cNvSpPr txBox="1">
            <a:spLocks noGrp="1"/>
          </p:cNvSpPr>
          <p:nvPr>
            <p:ph type="title"/>
          </p:nvPr>
        </p:nvSpPr>
        <p:spPr>
          <a:xfrm>
            <a:off x="2395050" y="2571750"/>
            <a:ext cx="4353900" cy="84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2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6" name="Google Shape;66;p15"/>
          <p:cNvSpPr txBox="1">
            <a:spLocks noGrp="1"/>
          </p:cNvSpPr>
          <p:nvPr>
            <p:ph type="title" idx="2" hasCustomPrompt="1"/>
          </p:nvPr>
        </p:nvSpPr>
        <p:spPr>
          <a:xfrm>
            <a:off x="3999600" y="1729950"/>
            <a:ext cx="11448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6000">
                <a:latin typeface="Advent Pro Medium"/>
                <a:ea typeface="Advent Pro Medium"/>
                <a:cs typeface="Advent Pro Medium"/>
                <a:sym typeface="Advent Pro Medium"/>
              </a:defRPr>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7"/>
        <p:cNvGrpSpPr/>
        <p:nvPr/>
      </p:nvGrpSpPr>
      <p:grpSpPr>
        <a:xfrm>
          <a:off x="0" y="0"/>
          <a:ext cx="0" cy="0"/>
          <a:chOff x="0" y="0"/>
          <a:chExt cx="0" cy="0"/>
        </a:xfrm>
      </p:grpSpPr>
      <p:sp>
        <p:nvSpPr>
          <p:cNvPr id="68" name="Google Shape;68;p16"/>
          <p:cNvSpPr txBox="1">
            <a:spLocks noGrp="1"/>
          </p:cNvSpPr>
          <p:nvPr>
            <p:ph type="title"/>
          </p:nvPr>
        </p:nvSpPr>
        <p:spPr>
          <a:xfrm>
            <a:off x="716375" y="445025"/>
            <a:ext cx="7711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69" name="Google Shape;69;p16"/>
          <p:cNvSpPr txBox="1">
            <a:spLocks noGrp="1"/>
          </p:cNvSpPr>
          <p:nvPr>
            <p:ph type="body" idx="1"/>
          </p:nvPr>
        </p:nvSpPr>
        <p:spPr>
          <a:xfrm>
            <a:off x="716375" y="1152475"/>
            <a:ext cx="7711200" cy="11319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0"/>
        <p:cNvGrpSpPr/>
        <p:nvPr/>
      </p:nvGrpSpPr>
      <p:grpSpPr>
        <a:xfrm>
          <a:off x="0" y="0"/>
          <a:ext cx="0" cy="0"/>
          <a:chOff x="0" y="0"/>
          <a:chExt cx="0" cy="0"/>
        </a:xfrm>
      </p:grpSpPr>
      <p:sp>
        <p:nvSpPr>
          <p:cNvPr id="71" name="Google Shape;71;p17"/>
          <p:cNvSpPr/>
          <p:nvPr/>
        </p:nvSpPr>
        <p:spPr>
          <a:xfrm>
            <a:off x="-105900" y="-60500"/>
            <a:ext cx="1308575" cy="2337250"/>
          </a:xfrm>
          <a:custGeom>
            <a:avLst/>
            <a:gdLst/>
            <a:ahLst/>
            <a:cxnLst/>
            <a:rect l="l" t="t" r="r" b="b"/>
            <a:pathLst>
              <a:path w="52343" h="93490" extrusionOk="0">
                <a:moveTo>
                  <a:pt x="52343" y="0"/>
                </a:moveTo>
                <a:lnTo>
                  <a:pt x="0" y="93490"/>
                </a:lnTo>
                <a:lnTo>
                  <a:pt x="0" y="302"/>
                </a:lnTo>
                <a:close/>
              </a:path>
            </a:pathLst>
          </a:custGeom>
          <a:solidFill>
            <a:schemeClr val="accent4"/>
          </a:solidFill>
          <a:ln>
            <a:noFill/>
          </a:ln>
          <a:effectLst>
            <a:outerShdw blurRad="214313" dist="76200" dir="3780000" algn="bl" rotWithShape="0">
              <a:srgbClr val="000000">
                <a:alpha val="35000"/>
              </a:srgbClr>
            </a:outerShdw>
          </a:effectLst>
        </p:spPr>
      </p:sp>
      <p:sp>
        <p:nvSpPr>
          <p:cNvPr id="72" name="Google Shape;72;p17"/>
          <p:cNvSpPr/>
          <p:nvPr/>
        </p:nvSpPr>
        <p:spPr>
          <a:xfrm>
            <a:off x="6187325" y="3774425"/>
            <a:ext cx="3139050" cy="1452275"/>
          </a:xfrm>
          <a:custGeom>
            <a:avLst/>
            <a:gdLst/>
            <a:ahLst/>
            <a:cxnLst/>
            <a:rect l="l" t="t" r="r" b="b"/>
            <a:pathLst>
              <a:path w="125562" h="58091" extrusionOk="0">
                <a:moveTo>
                  <a:pt x="125562" y="0"/>
                </a:moveTo>
                <a:lnTo>
                  <a:pt x="0" y="56881"/>
                </a:lnTo>
                <a:lnTo>
                  <a:pt x="122234" y="58091"/>
                </a:lnTo>
                <a:close/>
              </a:path>
            </a:pathLst>
          </a:custGeom>
          <a:solidFill>
            <a:schemeClr val="dk2"/>
          </a:solidFill>
          <a:ln>
            <a:noFill/>
          </a:ln>
          <a:effectLst>
            <a:outerShdw blurRad="214313" dist="76200" dir="10920000" algn="bl" rotWithShape="0">
              <a:srgbClr val="000000">
                <a:alpha val="35000"/>
              </a:srgbClr>
            </a:outerShdw>
          </a:effectLst>
        </p:spPr>
      </p:sp>
      <p:sp>
        <p:nvSpPr>
          <p:cNvPr id="73" name="Google Shape;73;p17"/>
          <p:cNvSpPr/>
          <p:nvPr/>
        </p:nvSpPr>
        <p:spPr>
          <a:xfrm>
            <a:off x="7972425" y="1467400"/>
            <a:ext cx="1520375" cy="3797125"/>
          </a:xfrm>
          <a:custGeom>
            <a:avLst/>
            <a:gdLst/>
            <a:ahLst/>
            <a:cxnLst/>
            <a:rect l="l" t="t" r="r" b="b"/>
            <a:pathLst>
              <a:path w="60815" h="151885" extrusionOk="0">
                <a:moveTo>
                  <a:pt x="55671" y="0"/>
                </a:moveTo>
                <a:lnTo>
                  <a:pt x="0" y="151885"/>
                </a:lnTo>
                <a:lnTo>
                  <a:pt x="60815" y="151885"/>
                </a:lnTo>
                <a:close/>
              </a:path>
            </a:pathLst>
          </a:custGeom>
          <a:solidFill>
            <a:schemeClr val="accent2"/>
          </a:solidFill>
          <a:ln w="9525" cap="flat" cmpd="sng">
            <a:solidFill>
              <a:schemeClr val="dk2"/>
            </a:solidFill>
            <a:prstDash val="solid"/>
            <a:round/>
            <a:headEnd type="none" w="med" len="med"/>
            <a:tailEnd type="none" w="med" len="med"/>
          </a:ln>
          <a:effectLst>
            <a:outerShdw blurRad="214313" dist="76200" dir="10920000" algn="bl" rotWithShape="0">
              <a:srgbClr val="000000">
                <a:alpha val="35000"/>
              </a:srgbClr>
            </a:outerShdw>
          </a:effectLst>
        </p:spPr>
      </p:sp>
      <p:sp>
        <p:nvSpPr>
          <p:cNvPr id="74" name="Google Shape;74;p17"/>
          <p:cNvSpPr txBox="1">
            <a:spLocks noGrp="1"/>
          </p:cNvSpPr>
          <p:nvPr>
            <p:ph type="title"/>
          </p:nvPr>
        </p:nvSpPr>
        <p:spPr>
          <a:xfrm>
            <a:off x="716375" y="445025"/>
            <a:ext cx="77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algn="ctr" rtl="0">
              <a:spcBef>
                <a:spcPts val="0"/>
              </a:spcBef>
              <a:spcAft>
                <a:spcPts val="0"/>
              </a:spcAft>
              <a:buSzPts val="3400"/>
              <a:buNone/>
              <a:defRPr/>
            </a:lvl2pPr>
            <a:lvl3pPr lvl="2" algn="ctr" rtl="0">
              <a:spcBef>
                <a:spcPts val="0"/>
              </a:spcBef>
              <a:spcAft>
                <a:spcPts val="0"/>
              </a:spcAft>
              <a:buSzPts val="3400"/>
              <a:buNone/>
              <a:defRPr/>
            </a:lvl3pPr>
            <a:lvl4pPr lvl="3" algn="ctr" rtl="0">
              <a:spcBef>
                <a:spcPts val="0"/>
              </a:spcBef>
              <a:spcAft>
                <a:spcPts val="0"/>
              </a:spcAft>
              <a:buSzPts val="3400"/>
              <a:buNone/>
              <a:defRPr/>
            </a:lvl4pPr>
            <a:lvl5pPr lvl="4" algn="ctr" rtl="0">
              <a:spcBef>
                <a:spcPts val="0"/>
              </a:spcBef>
              <a:spcAft>
                <a:spcPts val="0"/>
              </a:spcAft>
              <a:buSzPts val="3400"/>
              <a:buNone/>
              <a:defRPr/>
            </a:lvl5pPr>
            <a:lvl6pPr lvl="5" algn="ctr" rtl="0">
              <a:spcBef>
                <a:spcPts val="0"/>
              </a:spcBef>
              <a:spcAft>
                <a:spcPts val="0"/>
              </a:spcAft>
              <a:buSzPts val="3400"/>
              <a:buNone/>
              <a:defRPr/>
            </a:lvl6pPr>
            <a:lvl7pPr lvl="6" algn="ctr" rtl="0">
              <a:spcBef>
                <a:spcPts val="0"/>
              </a:spcBef>
              <a:spcAft>
                <a:spcPts val="0"/>
              </a:spcAft>
              <a:buSzPts val="3400"/>
              <a:buNone/>
              <a:defRPr/>
            </a:lvl7pPr>
            <a:lvl8pPr lvl="7" algn="ctr" rtl="0">
              <a:spcBef>
                <a:spcPts val="0"/>
              </a:spcBef>
              <a:spcAft>
                <a:spcPts val="0"/>
              </a:spcAft>
              <a:buSzPts val="3400"/>
              <a:buNone/>
              <a:defRPr/>
            </a:lvl8pPr>
            <a:lvl9pPr lvl="8" algn="ctr" rtl="0">
              <a:spcBef>
                <a:spcPts val="0"/>
              </a:spcBef>
              <a:spcAft>
                <a:spcPts val="0"/>
              </a:spcAft>
              <a:buSzPts val="3400"/>
              <a:buNone/>
              <a:defRPr/>
            </a:lvl9pPr>
          </a:lstStyle>
          <a:p>
            <a:endParaRPr/>
          </a:p>
        </p:txBody>
      </p:sp>
      <p:sp>
        <p:nvSpPr>
          <p:cNvPr id="75" name="Google Shape;75;p17"/>
          <p:cNvSpPr txBox="1">
            <a:spLocks noGrp="1"/>
          </p:cNvSpPr>
          <p:nvPr>
            <p:ph type="subTitle" idx="1"/>
          </p:nvPr>
        </p:nvSpPr>
        <p:spPr>
          <a:xfrm>
            <a:off x="1230128" y="1877925"/>
            <a:ext cx="2927700" cy="5199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6" name="Google Shape;76;p17"/>
          <p:cNvSpPr txBox="1">
            <a:spLocks noGrp="1"/>
          </p:cNvSpPr>
          <p:nvPr>
            <p:ph type="subTitle" idx="2"/>
          </p:nvPr>
        </p:nvSpPr>
        <p:spPr>
          <a:xfrm>
            <a:off x="1230138" y="2397825"/>
            <a:ext cx="2927700" cy="13518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7" name="Google Shape;77;p17"/>
          <p:cNvSpPr txBox="1">
            <a:spLocks noGrp="1"/>
          </p:cNvSpPr>
          <p:nvPr>
            <p:ph type="subTitle" idx="3"/>
          </p:nvPr>
        </p:nvSpPr>
        <p:spPr>
          <a:xfrm>
            <a:off x="4986122" y="1877925"/>
            <a:ext cx="2927700" cy="5199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8" name="Google Shape;78;p17"/>
          <p:cNvSpPr txBox="1">
            <a:spLocks noGrp="1"/>
          </p:cNvSpPr>
          <p:nvPr>
            <p:ph type="subTitle" idx="4"/>
          </p:nvPr>
        </p:nvSpPr>
        <p:spPr>
          <a:xfrm>
            <a:off x="4986121" y="2397825"/>
            <a:ext cx="2927700" cy="13518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9"/>
        <p:cNvGrpSpPr/>
        <p:nvPr/>
      </p:nvGrpSpPr>
      <p:grpSpPr>
        <a:xfrm>
          <a:off x="0" y="0"/>
          <a:ext cx="0" cy="0"/>
          <a:chOff x="0" y="0"/>
          <a:chExt cx="0" cy="0"/>
        </a:xfrm>
      </p:grpSpPr>
      <p:sp>
        <p:nvSpPr>
          <p:cNvPr id="80" name="Google Shape;80;p18"/>
          <p:cNvSpPr txBox="1">
            <a:spLocks noGrp="1"/>
          </p:cNvSpPr>
          <p:nvPr>
            <p:ph type="title"/>
          </p:nvPr>
        </p:nvSpPr>
        <p:spPr>
          <a:xfrm>
            <a:off x="716375" y="445025"/>
            <a:ext cx="7711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34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81" name="Google Shape;81;p18"/>
          <p:cNvSpPr/>
          <p:nvPr/>
        </p:nvSpPr>
        <p:spPr>
          <a:xfrm>
            <a:off x="8312800" y="-90775"/>
            <a:ext cx="1021125" cy="4319025"/>
          </a:xfrm>
          <a:custGeom>
            <a:avLst/>
            <a:gdLst/>
            <a:ahLst/>
            <a:cxnLst/>
            <a:rect l="l" t="t" r="r" b="b"/>
            <a:pathLst>
              <a:path w="40845" h="172761" extrusionOk="0">
                <a:moveTo>
                  <a:pt x="40845" y="0"/>
                </a:moveTo>
                <a:lnTo>
                  <a:pt x="0" y="303"/>
                </a:lnTo>
                <a:lnTo>
                  <a:pt x="35702" y="172761"/>
                </a:lnTo>
                <a:close/>
              </a:path>
            </a:pathLst>
          </a:custGeom>
          <a:solidFill>
            <a:schemeClr val="accent4"/>
          </a:solidFill>
          <a:ln>
            <a:noFill/>
          </a:ln>
          <a:effectLst>
            <a:outerShdw blurRad="214313" dist="76200" dir="10860000" algn="bl" rotWithShape="0">
              <a:schemeClr val="dk1">
                <a:alpha val="35000"/>
              </a:schemeClr>
            </a:outerShdw>
          </a:effectLst>
        </p:spPr>
      </p:sp>
      <p:sp>
        <p:nvSpPr>
          <p:cNvPr id="82" name="Google Shape;82;p18"/>
          <p:cNvSpPr/>
          <p:nvPr/>
        </p:nvSpPr>
        <p:spPr>
          <a:xfrm>
            <a:off x="7828700" y="-60500"/>
            <a:ext cx="1397700" cy="1646000"/>
          </a:xfrm>
          <a:custGeom>
            <a:avLst/>
            <a:gdLst/>
            <a:ahLst/>
            <a:cxnLst/>
            <a:rect l="l" t="t" r="r" b="b"/>
            <a:pathLst>
              <a:path w="55908" h="65840" extrusionOk="0">
                <a:moveTo>
                  <a:pt x="55908" y="854"/>
                </a:moveTo>
                <a:lnTo>
                  <a:pt x="55908" y="65840"/>
                </a:lnTo>
                <a:lnTo>
                  <a:pt x="0" y="0"/>
                </a:lnTo>
                <a:close/>
              </a:path>
            </a:pathLst>
          </a:custGeom>
          <a:solidFill>
            <a:schemeClr val="accent2"/>
          </a:solidFill>
          <a:ln>
            <a:noFill/>
          </a:ln>
          <a:effectLst>
            <a:outerShdw blurRad="214313" dist="76200" dir="3600000" algn="bl" rotWithShape="0">
              <a:schemeClr val="dk1">
                <a:alpha val="35000"/>
              </a:schemeClr>
            </a:outerShdw>
          </a:effectLst>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3"/>
        <p:cNvGrpSpPr/>
        <p:nvPr/>
      </p:nvGrpSpPr>
      <p:grpSpPr>
        <a:xfrm>
          <a:off x="0" y="0"/>
          <a:ext cx="0" cy="0"/>
          <a:chOff x="0" y="0"/>
          <a:chExt cx="0" cy="0"/>
        </a:xfrm>
      </p:grpSpPr>
      <p:sp>
        <p:nvSpPr>
          <p:cNvPr id="84" name="Google Shape;84;p19"/>
          <p:cNvSpPr/>
          <p:nvPr/>
        </p:nvSpPr>
        <p:spPr>
          <a:xfrm>
            <a:off x="-211800" y="-83200"/>
            <a:ext cx="3456750" cy="1263175"/>
          </a:xfrm>
          <a:custGeom>
            <a:avLst/>
            <a:gdLst/>
            <a:ahLst/>
            <a:cxnLst/>
            <a:rect l="l" t="t" r="r" b="b"/>
            <a:pathLst>
              <a:path w="138270" h="50527" extrusionOk="0">
                <a:moveTo>
                  <a:pt x="0" y="0"/>
                </a:moveTo>
                <a:lnTo>
                  <a:pt x="138270" y="908"/>
                </a:lnTo>
                <a:lnTo>
                  <a:pt x="605" y="50527"/>
                </a:lnTo>
                <a:close/>
              </a:path>
            </a:pathLst>
          </a:custGeom>
          <a:solidFill>
            <a:schemeClr val="accent1"/>
          </a:solidFill>
          <a:ln>
            <a:noFill/>
          </a:ln>
          <a:effectLst>
            <a:outerShdw blurRad="214313" dist="76200" dir="3600000" algn="bl" rotWithShape="0">
              <a:srgbClr val="000000">
                <a:alpha val="35000"/>
              </a:srgbClr>
            </a:outerShdw>
          </a:effectLst>
        </p:spPr>
      </p:sp>
      <p:sp>
        <p:nvSpPr>
          <p:cNvPr id="85" name="Google Shape;85;p19"/>
          <p:cNvSpPr/>
          <p:nvPr/>
        </p:nvSpPr>
        <p:spPr>
          <a:xfrm>
            <a:off x="-181525" y="-37825"/>
            <a:ext cx="1535475" cy="2254075"/>
          </a:xfrm>
          <a:custGeom>
            <a:avLst/>
            <a:gdLst/>
            <a:ahLst/>
            <a:cxnLst/>
            <a:rect l="l" t="t" r="r" b="b"/>
            <a:pathLst>
              <a:path w="61419" h="90163" extrusionOk="0">
                <a:moveTo>
                  <a:pt x="61419" y="0"/>
                </a:moveTo>
                <a:lnTo>
                  <a:pt x="302" y="0"/>
                </a:lnTo>
                <a:lnTo>
                  <a:pt x="0" y="90163"/>
                </a:lnTo>
                <a:close/>
              </a:path>
            </a:pathLst>
          </a:custGeom>
          <a:solidFill>
            <a:schemeClr val="accent3"/>
          </a:solidFill>
          <a:ln>
            <a:noFill/>
          </a:ln>
          <a:effectLst>
            <a:outerShdw blurRad="214313" dist="76200" dir="3780000" algn="bl" rotWithShape="0">
              <a:srgbClr val="000000">
                <a:alpha val="35000"/>
              </a:srgbClr>
            </a:outerShdw>
          </a:effectLst>
        </p:spPr>
      </p:sp>
      <p:sp>
        <p:nvSpPr>
          <p:cNvPr id="86" name="Google Shape;86;p19"/>
          <p:cNvSpPr txBox="1">
            <a:spLocks noGrp="1"/>
          </p:cNvSpPr>
          <p:nvPr>
            <p:ph type="title"/>
          </p:nvPr>
        </p:nvSpPr>
        <p:spPr>
          <a:xfrm>
            <a:off x="961800" y="1669350"/>
            <a:ext cx="36102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87" name="Google Shape;87;p19"/>
          <p:cNvSpPr txBox="1">
            <a:spLocks noGrp="1"/>
          </p:cNvSpPr>
          <p:nvPr>
            <p:ph type="subTitle" idx="1"/>
          </p:nvPr>
        </p:nvSpPr>
        <p:spPr>
          <a:xfrm>
            <a:off x="961800" y="2242050"/>
            <a:ext cx="3610200" cy="1303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atin typeface="Albert Sans"/>
                <a:ea typeface="Albert Sans"/>
                <a:cs typeface="Albert Sans"/>
                <a:sym typeface="Albert Sans"/>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8" name="Google Shape;88;p19"/>
          <p:cNvSpPr>
            <a:spLocks noGrp="1"/>
          </p:cNvSpPr>
          <p:nvPr>
            <p:ph type="pic" idx="2"/>
          </p:nvPr>
        </p:nvSpPr>
        <p:spPr>
          <a:xfrm flipH="1">
            <a:off x="5287150" y="0"/>
            <a:ext cx="3856800" cy="51435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9"/>
        <p:cNvGrpSpPr/>
        <p:nvPr/>
      </p:nvGrpSpPr>
      <p:grpSpPr>
        <a:xfrm>
          <a:off x="0" y="0"/>
          <a:ext cx="0" cy="0"/>
          <a:chOff x="0" y="0"/>
          <a:chExt cx="0" cy="0"/>
        </a:xfrm>
      </p:grpSpPr>
      <p:sp>
        <p:nvSpPr>
          <p:cNvPr id="90" name="Google Shape;90;p20"/>
          <p:cNvSpPr txBox="1">
            <a:spLocks noGrp="1"/>
          </p:cNvSpPr>
          <p:nvPr>
            <p:ph type="title"/>
          </p:nvPr>
        </p:nvSpPr>
        <p:spPr>
          <a:xfrm>
            <a:off x="1388100" y="1081650"/>
            <a:ext cx="6367800" cy="29802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91" name="Google Shape;91;p20"/>
          <p:cNvSpPr/>
          <p:nvPr/>
        </p:nvSpPr>
        <p:spPr>
          <a:xfrm>
            <a:off x="-114625" y="-105375"/>
            <a:ext cx="1168450" cy="2104025"/>
          </a:xfrm>
          <a:custGeom>
            <a:avLst/>
            <a:gdLst/>
            <a:ahLst/>
            <a:cxnLst/>
            <a:rect l="l" t="t" r="r" b="b"/>
            <a:pathLst>
              <a:path w="46738" h="84161" extrusionOk="0">
                <a:moveTo>
                  <a:pt x="46738" y="0"/>
                </a:moveTo>
                <a:lnTo>
                  <a:pt x="0" y="490"/>
                </a:lnTo>
                <a:lnTo>
                  <a:pt x="1146" y="84161"/>
                </a:lnTo>
                <a:close/>
              </a:path>
            </a:pathLst>
          </a:custGeom>
          <a:solidFill>
            <a:schemeClr val="accent3"/>
          </a:solidFill>
          <a:ln>
            <a:noFill/>
          </a:ln>
          <a:effectLst>
            <a:outerShdw blurRad="214313" dist="76200" dir="3660000" algn="bl" rotWithShape="0">
              <a:srgbClr val="000000">
                <a:alpha val="35000"/>
              </a:srgbClr>
            </a:outerShdw>
          </a:effectLst>
        </p:spPr>
      </p:sp>
      <p:sp>
        <p:nvSpPr>
          <p:cNvPr id="92" name="Google Shape;92;p20"/>
          <p:cNvSpPr/>
          <p:nvPr/>
        </p:nvSpPr>
        <p:spPr>
          <a:xfrm>
            <a:off x="6185175" y="3810000"/>
            <a:ext cx="3072325" cy="1426725"/>
          </a:xfrm>
          <a:custGeom>
            <a:avLst/>
            <a:gdLst/>
            <a:ahLst/>
            <a:cxnLst/>
            <a:rect l="l" t="t" r="r" b="b"/>
            <a:pathLst>
              <a:path w="122893" h="57069" extrusionOk="0">
                <a:moveTo>
                  <a:pt x="0" y="56745"/>
                </a:moveTo>
                <a:lnTo>
                  <a:pt x="121596" y="0"/>
                </a:lnTo>
                <a:lnTo>
                  <a:pt x="122893" y="57069"/>
                </a:lnTo>
                <a:close/>
              </a:path>
            </a:pathLst>
          </a:custGeom>
          <a:solidFill>
            <a:schemeClr val="accent2"/>
          </a:solidFill>
          <a:ln>
            <a:noFill/>
          </a:ln>
          <a:effectLst>
            <a:outerShdw blurRad="214313" dist="76200" dir="10860000" algn="bl" rotWithShape="0">
              <a:srgbClr val="000000">
                <a:alpha val="35000"/>
              </a:srgbClr>
            </a:outerShdw>
          </a:effectLst>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3"/>
        <p:cNvGrpSpPr/>
        <p:nvPr/>
      </p:nvGrpSpPr>
      <p:grpSpPr>
        <a:xfrm>
          <a:off x="0" y="0"/>
          <a:ext cx="0" cy="0"/>
          <a:chOff x="0" y="0"/>
          <a:chExt cx="0" cy="0"/>
        </a:xfrm>
      </p:grpSpPr>
      <p:sp>
        <p:nvSpPr>
          <p:cNvPr id="94" name="Google Shape;94;p21"/>
          <p:cNvSpPr/>
          <p:nvPr/>
        </p:nvSpPr>
        <p:spPr>
          <a:xfrm>
            <a:off x="6110600" y="-93125"/>
            <a:ext cx="3323925" cy="1289450"/>
          </a:xfrm>
          <a:custGeom>
            <a:avLst/>
            <a:gdLst/>
            <a:ahLst/>
            <a:cxnLst/>
            <a:rect l="l" t="t" r="r" b="b"/>
            <a:pathLst>
              <a:path w="132957" h="51578" extrusionOk="0">
                <a:moveTo>
                  <a:pt x="0" y="286"/>
                </a:moveTo>
                <a:lnTo>
                  <a:pt x="130378" y="0"/>
                </a:lnTo>
                <a:lnTo>
                  <a:pt x="132957" y="51578"/>
                </a:lnTo>
                <a:close/>
              </a:path>
            </a:pathLst>
          </a:custGeom>
          <a:solidFill>
            <a:schemeClr val="accent4"/>
          </a:solidFill>
          <a:ln>
            <a:noFill/>
          </a:ln>
          <a:effectLst>
            <a:outerShdw blurRad="214313" dist="76200" dir="10920000" algn="bl" rotWithShape="0">
              <a:srgbClr val="000000">
                <a:alpha val="35000"/>
              </a:srgbClr>
            </a:outerShdw>
          </a:effectLst>
        </p:spPr>
      </p:sp>
      <p:sp>
        <p:nvSpPr>
          <p:cNvPr id="95" name="Google Shape;95;p21"/>
          <p:cNvSpPr txBox="1">
            <a:spLocks noGrp="1"/>
          </p:cNvSpPr>
          <p:nvPr>
            <p:ph type="title"/>
          </p:nvPr>
        </p:nvSpPr>
        <p:spPr>
          <a:xfrm>
            <a:off x="716375"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96" name="Google Shape;96;p21"/>
          <p:cNvSpPr txBox="1">
            <a:spLocks noGrp="1"/>
          </p:cNvSpPr>
          <p:nvPr>
            <p:ph type="subTitle" idx="1"/>
          </p:nvPr>
        </p:nvSpPr>
        <p:spPr>
          <a:xfrm>
            <a:off x="716375"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97" name="Google Shape;97;p21"/>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98" name="Google Shape;98;p21"/>
          <p:cNvSpPr/>
          <p:nvPr/>
        </p:nvSpPr>
        <p:spPr>
          <a:xfrm>
            <a:off x="7743900" y="-93125"/>
            <a:ext cx="1583175" cy="2270875"/>
          </a:xfrm>
          <a:custGeom>
            <a:avLst/>
            <a:gdLst/>
            <a:ahLst/>
            <a:cxnLst/>
            <a:rect l="l" t="t" r="r" b="b"/>
            <a:pathLst>
              <a:path w="63327" h="90835" extrusionOk="0">
                <a:moveTo>
                  <a:pt x="0" y="286"/>
                </a:moveTo>
                <a:lnTo>
                  <a:pt x="4871" y="0"/>
                </a:lnTo>
                <a:lnTo>
                  <a:pt x="63327" y="860"/>
                </a:lnTo>
                <a:lnTo>
                  <a:pt x="61608" y="90835"/>
                </a:lnTo>
                <a:close/>
              </a:path>
            </a:pathLst>
          </a:custGeom>
          <a:solidFill>
            <a:schemeClr val="accent1"/>
          </a:solidFill>
          <a:ln>
            <a:noFill/>
          </a:ln>
          <a:effectLst>
            <a:outerShdw blurRad="200025" dist="76200" dir="10860000" algn="bl" rotWithShape="0">
              <a:srgbClr val="000000">
                <a:alpha val="36000"/>
              </a:srgbClr>
            </a:outerShdw>
          </a:effectLst>
        </p:spPr>
      </p:sp>
      <p:sp>
        <p:nvSpPr>
          <p:cNvPr id="99" name="Google Shape;99;p21"/>
          <p:cNvSpPr/>
          <p:nvPr/>
        </p:nvSpPr>
        <p:spPr>
          <a:xfrm>
            <a:off x="-100300" y="2564575"/>
            <a:ext cx="1504375" cy="2664900"/>
          </a:xfrm>
          <a:custGeom>
            <a:avLst/>
            <a:gdLst/>
            <a:ahLst/>
            <a:cxnLst/>
            <a:rect l="l" t="t" r="r" b="b"/>
            <a:pathLst>
              <a:path w="60175" h="106596" extrusionOk="0">
                <a:moveTo>
                  <a:pt x="573" y="0"/>
                </a:moveTo>
                <a:lnTo>
                  <a:pt x="0" y="106309"/>
                </a:lnTo>
                <a:lnTo>
                  <a:pt x="60175" y="106596"/>
                </a:lnTo>
                <a:close/>
              </a:path>
            </a:pathLst>
          </a:custGeom>
          <a:solidFill>
            <a:schemeClr val="dk2"/>
          </a:solidFill>
          <a:ln>
            <a:noFill/>
          </a:ln>
          <a:effectLst>
            <a:outerShdw blurRad="214313" dist="76200" dir="3600000" algn="bl" rotWithShape="0">
              <a:srgbClr val="000000">
                <a:alpha val="35000"/>
              </a:srgbClr>
            </a:outerShdw>
          </a:effectLst>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00"/>
        <p:cNvGrpSpPr/>
        <p:nvPr/>
      </p:nvGrpSpPr>
      <p:grpSpPr>
        <a:xfrm>
          <a:off x="0" y="0"/>
          <a:ext cx="0" cy="0"/>
          <a:chOff x="0" y="0"/>
          <a:chExt cx="0" cy="0"/>
        </a:xfrm>
      </p:grpSpPr>
      <p:sp>
        <p:nvSpPr>
          <p:cNvPr id="101" name="Google Shape;101;p22"/>
          <p:cNvSpPr/>
          <p:nvPr/>
        </p:nvSpPr>
        <p:spPr>
          <a:xfrm>
            <a:off x="7352175" y="-83225"/>
            <a:ext cx="1913700" cy="2957525"/>
          </a:xfrm>
          <a:custGeom>
            <a:avLst/>
            <a:gdLst/>
            <a:ahLst/>
            <a:cxnLst/>
            <a:rect l="l" t="t" r="r" b="b"/>
            <a:pathLst>
              <a:path w="76548" h="118301" extrusionOk="0">
                <a:moveTo>
                  <a:pt x="76548" y="0"/>
                </a:moveTo>
                <a:lnTo>
                  <a:pt x="75640" y="118301"/>
                </a:lnTo>
                <a:lnTo>
                  <a:pt x="0" y="303"/>
                </a:lnTo>
                <a:close/>
              </a:path>
            </a:pathLst>
          </a:custGeom>
          <a:solidFill>
            <a:schemeClr val="dk2"/>
          </a:solidFill>
          <a:ln>
            <a:noFill/>
          </a:ln>
          <a:effectLst>
            <a:outerShdw blurRad="214313" dist="76200" dir="5400000" algn="bl" rotWithShape="0">
              <a:schemeClr val="dk1">
                <a:alpha val="35000"/>
              </a:schemeClr>
            </a:outerShdw>
          </a:effectLst>
        </p:spPr>
      </p:sp>
      <p:sp>
        <p:nvSpPr>
          <p:cNvPr id="102" name="Google Shape;102;p22"/>
          <p:cNvSpPr/>
          <p:nvPr/>
        </p:nvSpPr>
        <p:spPr>
          <a:xfrm>
            <a:off x="-186250" y="3553175"/>
            <a:ext cx="2379800" cy="1688650"/>
          </a:xfrm>
          <a:custGeom>
            <a:avLst/>
            <a:gdLst/>
            <a:ahLst/>
            <a:cxnLst/>
            <a:rect l="l" t="t" r="r" b="b"/>
            <a:pathLst>
              <a:path w="95192" h="67546" extrusionOk="0">
                <a:moveTo>
                  <a:pt x="95192" y="65428"/>
                </a:moveTo>
                <a:lnTo>
                  <a:pt x="0" y="0"/>
                </a:lnTo>
                <a:lnTo>
                  <a:pt x="1096" y="67546"/>
                </a:lnTo>
                <a:close/>
              </a:path>
            </a:pathLst>
          </a:custGeom>
          <a:solidFill>
            <a:schemeClr val="accent6"/>
          </a:solidFill>
          <a:ln>
            <a:noFill/>
          </a:ln>
          <a:effectLst>
            <a:outerShdw blurRad="214313" dist="76200" algn="bl" rotWithShape="0">
              <a:schemeClr val="dk1">
                <a:alpha val="35000"/>
              </a:schemeClr>
            </a:outerShdw>
          </a:effectLst>
        </p:spPr>
      </p:sp>
      <p:sp>
        <p:nvSpPr>
          <p:cNvPr id="103" name="Google Shape;103;p22"/>
          <p:cNvSpPr txBox="1">
            <a:spLocks noGrp="1"/>
          </p:cNvSpPr>
          <p:nvPr>
            <p:ph type="body" idx="1"/>
          </p:nvPr>
        </p:nvSpPr>
        <p:spPr>
          <a:xfrm>
            <a:off x="850100" y="3889150"/>
            <a:ext cx="5998800" cy="6051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4"/>
        <p:cNvGrpSpPr/>
        <p:nvPr/>
      </p:nvGrpSpPr>
      <p:grpSpPr>
        <a:xfrm>
          <a:off x="0" y="0"/>
          <a:ext cx="0" cy="0"/>
          <a:chOff x="0" y="0"/>
          <a:chExt cx="0" cy="0"/>
        </a:xfrm>
      </p:grpSpPr>
      <p:sp>
        <p:nvSpPr>
          <p:cNvPr id="105" name="Google Shape;105;p23"/>
          <p:cNvSpPr txBox="1">
            <a:spLocks noGrp="1"/>
          </p:cNvSpPr>
          <p:nvPr>
            <p:ph type="title" hasCustomPrompt="1"/>
          </p:nvPr>
        </p:nvSpPr>
        <p:spPr>
          <a:xfrm>
            <a:off x="1945350" y="1807650"/>
            <a:ext cx="5253300" cy="1106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atin typeface="Advent Pro Medium"/>
                <a:ea typeface="Advent Pro Medium"/>
                <a:cs typeface="Advent Pro Medium"/>
                <a:sym typeface="Advent Pro Medium"/>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06" name="Google Shape;106;p23"/>
          <p:cNvSpPr txBox="1">
            <a:spLocks noGrp="1"/>
          </p:cNvSpPr>
          <p:nvPr>
            <p:ph type="subTitle" idx="1"/>
          </p:nvPr>
        </p:nvSpPr>
        <p:spPr>
          <a:xfrm>
            <a:off x="1945350" y="2914350"/>
            <a:ext cx="5253300" cy="421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600">
                <a:latin typeface="Albert Sans"/>
                <a:ea typeface="Albert Sans"/>
                <a:cs typeface="Albert Sans"/>
                <a:sym typeface="Albert Sans"/>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07" name="Google Shape;107;p23"/>
          <p:cNvSpPr/>
          <p:nvPr/>
        </p:nvSpPr>
        <p:spPr>
          <a:xfrm flipH="1">
            <a:off x="7733707" y="1402400"/>
            <a:ext cx="1626250" cy="3854550"/>
          </a:xfrm>
          <a:custGeom>
            <a:avLst/>
            <a:gdLst/>
            <a:ahLst/>
            <a:cxnLst/>
            <a:rect l="l" t="t" r="r" b="b"/>
            <a:pathLst>
              <a:path w="65050" h="154182" extrusionOk="0">
                <a:moveTo>
                  <a:pt x="3457" y="0"/>
                </a:moveTo>
                <a:lnTo>
                  <a:pt x="0" y="154182"/>
                </a:lnTo>
                <a:lnTo>
                  <a:pt x="65050" y="154182"/>
                </a:lnTo>
                <a:close/>
              </a:path>
            </a:pathLst>
          </a:custGeom>
          <a:solidFill>
            <a:schemeClr val="accent2"/>
          </a:solidFill>
          <a:ln>
            <a:noFill/>
          </a:ln>
          <a:effectLst>
            <a:outerShdw blurRad="214313" dist="76200" dir="10800000" algn="bl" rotWithShape="0">
              <a:srgbClr val="000000">
                <a:alpha val="35000"/>
              </a:srgbClr>
            </a:outerShdw>
          </a:effectLst>
        </p:spPr>
      </p:sp>
      <p:sp>
        <p:nvSpPr>
          <p:cNvPr id="108" name="Google Shape;108;p23"/>
          <p:cNvSpPr/>
          <p:nvPr/>
        </p:nvSpPr>
        <p:spPr>
          <a:xfrm flipH="1">
            <a:off x="7249636" y="3294816"/>
            <a:ext cx="2110321" cy="1954557"/>
          </a:xfrm>
          <a:custGeom>
            <a:avLst/>
            <a:gdLst/>
            <a:ahLst/>
            <a:cxnLst/>
            <a:rect l="l" t="t" r="r" b="b"/>
            <a:pathLst>
              <a:path w="81994" h="75942" extrusionOk="0">
                <a:moveTo>
                  <a:pt x="1816" y="0"/>
                </a:moveTo>
                <a:lnTo>
                  <a:pt x="0" y="75942"/>
                </a:lnTo>
                <a:lnTo>
                  <a:pt x="81994" y="75337"/>
                </a:lnTo>
                <a:close/>
              </a:path>
            </a:pathLst>
          </a:custGeom>
          <a:solidFill>
            <a:schemeClr val="accent4"/>
          </a:solidFill>
          <a:ln>
            <a:noFill/>
          </a:ln>
          <a:effectLst>
            <a:outerShdw blurRad="214313" dist="76200" dir="10800000" algn="bl" rotWithShape="0">
              <a:srgbClr val="000000">
                <a:alpha val="35000"/>
              </a:srgbClr>
            </a:outerShdw>
          </a:effectLst>
        </p:spPr>
      </p:sp>
      <p:sp>
        <p:nvSpPr>
          <p:cNvPr id="109" name="Google Shape;109;p23"/>
          <p:cNvSpPr/>
          <p:nvPr/>
        </p:nvSpPr>
        <p:spPr>
          <a:xfrm flipH="1">
            <a:off x="-49724" y="-90775"/>
            <a:ext cx="3139480" cy="1951566"/>
          </a:xfrm>
          <a:custGeom>
            <a:avLst/>
            <a:gdLst/>
            <a:ahLst/>
            <a:cxnLst/>
            <a:rect l="l" t="t" r="r" b="b"/>
            <a:pathLst>
              <a:path w="123141" h="76547" extrusionOk="0">
                <a:moveTo>
                  <a:pt x="0" y="303"/>
                </a:moveTo>
                <a:lnTo>
                  <a:pt x="121628" y="0"/>
                </a:lnTo>
                <a:lnTo>
                  <a:pt x="123141" y="76547"/>
                </a:lnTo>
                <a:close/>
              </a:path>
            </a:pathLst>
          </a:custGeom>
          <a:solidFill>
            <a:schemeClr val="accent1"/>
          </a:solidFill>
          <a:ln>
            <a:noFill/>
          </a:ln>
          <a:effectLst>
            <a:outerShdw blurRad="214313" dist="76200" dir="3660000" algn="bl" rotWithShape="0">
              <a:srgbClr val="000000">
                <a:alpha val="35000"/>
              </a:srgbClr>
            </a:outerShdw>
          </a:effectLst>
        </p:spPr>
      </p:sp>
      <p:sp>
        <p:nvSpPr>
          <p:cNvPr id="110" name="Google Shape;110;p23"/>
          <p:cNvSpPr/>
          <p:nvPr/>
        </p:nvSpPr>
        <p:spPr>
          <a:xfrm flipH="1">
            <a:off x="-215963" y="-90775"/>
            <a:ext cx="1762344" cy="3687139"/>
          </a:xfrm>
          <a:custGeom>
            <a:avLst/>
            <a:gdLst/>
            <a:ahLst/>
            <a:cxnLst/>
            <a:rect l="l" t="t" r="r" b="b"/>
            <a:pathLst>
              <a:path w="65655" h="137362" extrusionOk="0">
                <a:moveTo>
                  <a:pt x="0" y="605"/>
                </a:moveTo>
                <a:lnTo>
                  <a:pt x="65655" y="0"/>
                </a:lnTo>
                <a:lnTo>
                  <a:pt x="62327" y="137362"/>
                </a:lnTo>
                <a:close/>
              </a:path>
            </a:pathLst>
          </a:custGeom>
          <a:solidFill>
            <a:schemeClr val="accent5"/>
          </a:solidFill>
          <a:ln>
            <a:noFill/>
          </a:ln>
          <a:effectLst>
            <a:outerShdw blurRad="214313" dist="76200" dir="3660000" algn="bl" rotWithShape="0">
              <a:srgbClr val="000000">
                <a:alpha val="35000"/>
              </a:srgbClr>
            </a:outerShdw>
          </a:effectLst>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11"/>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112"/>
        <p:cNvGrpSpPr/>
        <p:nvPr/>
      </p:nvGrpSpPr>
      <p:grpSpPr>
        <a:xfrm>
          <a:off x="0" y="0"/>
          <a:ext cx="0" cy="0"/>
          <a:chOff x="0" y="0"/>
          <a:chExt cx="0" cy="0"/>
        </a:xfrm>
      </p:grpSpPr>
      <p:sp>
        <p:nvSpPr>
          <p:cNvPr id="113" name="Google Shape;113;p25"/>
          <p:cNvSpPr/>
          <p:nvPr/>
        </p:nvSpPr>
        <p:spPr>
          <a:xfrm>
            <a:off x="-140400" y="1331250"/>
            <a:ext cx="1290125" cy="3971100"/>
          </a:xfrm>
          <a:custGeom>
            <a:avLst/>
            <a:gdLst/>
            <a:ahLst/>
            <a:cxnLst/>
            <a:rect l="l" t="t" r="r" b="b"/>
            <a:pathLst>
              <a:path w="51605" h="158844" extrusionOk="0">
                <a:moveTo>
                  <a:pt x="1683" y="0"/>
                </a:moveTo>
                <a:lnTo>
                  <a:pt x="0" y="158844"/>
                </a:lnTo>
                <a:lnTo>
                  <a:pt x="51605" y="158239"/>
                </a:lnTo>
                <a:close/>
              </a:path>
            </a:pathLst>
          </a:custGeom>
          <a:solidFill>
            <a:schemeClr val="accent5"/>
          </a:solidFill>
          <a:ln>
            <a:noFill/>
          </a:ln>
          <a:effectLst>
            <a:outerShdw blurRad="214313" dist="76200" dir="1200000" algn="bl" rotWithShape="0">
              <a:schemeClr val="dk1">
                <a:alpha val="35000"/>
              </a:schemeClr>
            </a:outerShdw>
          </a:effectLst>
        </p:spPr>
      </p:sp>
      <p:sp>
        <p:nvSpPr>
          <p:cNvPr id="114" name="Google Shape;114;p25"/>
          <p:cNvSpPr/>
          <p:nvPr/>
        </p:nvSpPr>
        <p:spPr>
          <a:xfrm>
            <a:off x="-75650" y="3842500"/>
            <a:ext cx="2299450" cy="1406900"/>
          </a:xfrm>
          <a:custGeom>
            <a:avLst/>
            <a:gdLst/>
            <a:ahLst/>
            <a:cxnLst/>
            <a:rect l="l" t="t" r="r" b="b"/>
            <a:pathLst>
              <a:path w="91978" h="56276" extrusionOk="0">
                <a:moveTo>
                  <a:pt x="91978" y="55368"/>
                </a:moveTo>
                <a:lnTo>
                  <a:pt x="0" y="0"/>
                </a:lnTo>
                <a:lnTo>
                  <a:pt x="0" y="56276"/>
                </a:lnTo>
                <a:close/>
              </a:path>
            </a:pathLst>
          </a:custGeom>
          <a:solidFill>
            <a:schemeClr val="accent2"/>
          </a:solidFill>
          <a:ln>
            <a:noFill/>
          </a:ln>
          <a:effectLst>
            <a:outerShdw blurRad="214313" dist="76200" dir="1200000" algn="bl" rotWithShape="0">
              <a:schemeClr val="dk1">
                <a:alpha val="35000"/>
              </a:schemeClr>
            </a:outerShdw>
          </a:effectLst>
        </p:spPr>
      </p:sp>
      <p:sp>
        <p:nvSpPr>
          <p:cNvPr id="115" name="Google Shape;115;p25"/>
          <p:cNvSpPr/>
          <p:nvPr/>
        </p:nvSpPr>
        <p:spPr>
          <a:xfrm>
            <a:off x="8216700" y="-71650"/>
            <a:ext cx="1238275" cy="3044575"/>
          </a:xfrm>
          <a:custGeom>
            <a:avLst/>
            <a:gdLst/>
            <a:ahLst/>
            <a:cxnLst/>
            <a:rect l="l" t="t" r="r" b="b"/>
            <a:pathLst>
              <a:path w="49531" h="121783" extrusionOk="0">
                <a:moveTo>
                  <a:pt x="0" y="574"/>
                </a:moveTo>
                <a:lnTo>
                  <a:pt x="41263" y="121783"/>
                </a:lnTo>
                <a:lnTo>
                  <a:pt x="49531" y="0"/>
                </a:lnTo>
                <a:close/>
              </a:path>
            </a:pathLst>
          </a:custGeom>
          <a:solidFill>
            <a:schemeClr val="dk2"/>
          </a:solidFill>
          <a:ln>
            <a:noFill/>
          </a:ln>
          <a:effectLst>
            <a:outerShdw blurRad="214313" dist="76200" dir="10860000" algn="bl" rotWithShape="0">
              <a:schemeClr val="dk1">
                <a:alpha val="35000"/>
              </a:schemeClr>
            </a:outerShdw>
          </a:effectLst>
        </p:spPr>
      </p:sp>
      <p:sp>
        <p:nvSpPr>
          <p:cNvPr id="116" name="Google Shape;116;p25"/>
          <p:cNvSpPr txBox="1">
            <a:spLocks noGrp="1"/>
          </p:cNvSpPr>
          <p:nvPr>
            <p:ph type="title"/>
          </p:nvPr>
        </p:nvSpPr>
        <p:spPr>
          <a:xfrm>
            <a:off x="716375" y="445025"/>
            <a:ext cx="77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algn="ctr" rtl="0">
              <a:spcBef>
                <a:spcPts val="0"/>
              </a:spcBef>
              <a:spcAft>
                <a:spcPts val="0"/>
              </a:spcAft>
              <a:buSzPts val="3400"/>
              <a:buNone/>
              <a:defRPr/>
            </a:lvl2pPr>
            <a:lvl3pPr lvl="2" algn="ctr" rtl="0">
              <a:spcBef>
                <a:spcPts val="0"/>
              </a:spcBef>
              <a:spcAft>
                <a:spcPts val="0"/>
              </a:spcAft>
              <a:buSzPts val="3400"/>
              <a:buNone/>
              <a:defRPr/>
            </a:lvl3pPr>
            <a:lvl4pPr lvl="3" algn="ctr" rtl="0">
              <a:spcBef>
                <a:spcPts val="0"/>
              </a:spcBef>
              <a:spcAft>
                <a:spcPts val="0"/>
              </a:spcAft>
              <a:buSzPts val="3400"/>
              <a:buNone/>
              <a:defRPr/>
            </a:lvl4pPr>
            <a:lvl5pPr lvl="4" algn="ctr" rtl="0">
              <a:spcBef>
                <a:spcPts val="0"/>
              </a:spcBef>
              <a:spcAft>
                <a:spcPts val="0"/>
              </a:spcAft>
              <a:buSzPts val="3400"/>
              <a:buNone/>
              <a:defRPr/>
            </a:lvl5pPr>
            <a:lvl6pPr lvl="5" algn="ctr" rtl="0">
              <a:spcBef>
                <a:spcPts val="0"/>
              </a:spcBef>
              <a:spcAft>
                <a:spcPts val="0"/>
              </a:spcAft>
              <a:buSzPts val="3400"/>
              <a:buNone/>
              <a:defRPr/>
            </a:lvl6pPr>
            <a:lvl7pPr lvl="6" algn="ctr" rtl="0">
              <a:spcBef>
                <a:spcPts val="0"/>
              </a:spcBef>
              <a:spcAft>
                <a:spcPts val="0"/>
              </a:spcAft>
              <a:buSzPts val="3400"/>
              <a:buNone/>
              <a:defRPr/>
            </a:lvl7pPr>
            <a:lvl8pPr lvl="7" algn="ctr" rtl="0">
              <a:spcBef>
                <a:spcPts val="0"/>
              </a:spcBef>
              <a:spcAft>
                <a:spcPts val="0"/>
              </a:spcAft>
              <a:buSzPts val="3400"/>
              <a:buNone/>
              <a:defRPr/>
            </a:lvl8pPr>
            <a:lvl9pPr lvl="8" algn="ctr" rtl="0">
              <a:spcBef>
                <a:spcPts val="0"/>
              </a:spcBef>
              <a:spcAft>
                <a:spcPts val="0"/>
              </a:spcAft>
              <a:buSzPts val="3400"/>
              <a:buNone/>
              <a:defRPr/>
            </a:lvl9pPr>
          </a:lstStyle>
          <a:p>
            <a:endParaRPr/>
          </a:p>
        </p:txBody>
      </p:sp>
      <p:sp>
        <p:nvSpPr>
          <p:cNvPr id="117" name="Google Shape;117;p25"/>
          <p:cNvSpPr txBox="1">
            <a:spLocks noGrp="1"/>
          </p:cNvSpPr>
          <p:nvPr>
            <p:ph type="title" idx="2" hasCustomPrompt="1"/>
          </p:nvPr>
        </p:nvSpPr>
        <p:spPr>
          <a:xfrm>
            <a:off x="1682500" y="1416950"/>
            <a:ext cx="1002900" cy="519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3600">
                <a:latin typeface="Advent Pro Medium"/>
                <a:ea typeface="Advent Pro Medium"/>
                <a:cs typeface="Advent Pro Medium"/>
                <a:sym typeface="Advent Pro Medium"/>
              </a:defRPr>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118" name="Google Shape;118;p25"/>
          <p:cNvSpPr txBox="1">
            <a:spLocks noGrp="1"/>
          </p:cNvSpPr>
          <p:nvPr>
            <p:ph type="subTitle" idx="1"/>
          </p:nvPr>
        </p:nvSpPr>
        <p:spPr>
          <a:xfrm>
            <a:off x="1125550" y="1936850"/>
            <a:ext cx="2116800" cy="5199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9" name="Google Shape;119;p25"/>
          <p:cNvSpPr txBox="1">
            <a:spLocks noGrp="1"/>
          </p:cNvSpPr>
          <p:nvPr>
            <p:ph type="title" idx="3" hasCustomPrompt="1"/>
          </p:nvPr>
        </p:nvSpPr>
        <p:spPr>
          <a:xfrm>
            <a:off x="4070550" y="1416950"/>
            <a:ext cx="1002900" cy="519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3600">
                <a:latin typeface="Advent Pro Medium"/>
                <a:ea typeface="Advent Pro Medium"/>
                <a:cs typeface="Advent Pro Medium"/>
                <a:sym typeface="Advent Pro Medium"/>
              </a:defRPr>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120" name="Google Shape;120;p25"/>
          <p:cNvSpPr txBox="1">
            <a:spLocks noGrp="1"/>
          </p:cNvSpPr>
          <p:nvPr>
            <p:ph type="subTitle" idx="4"/>
          </p:nvPr>
        </p:nvSpPr>
        <p:spPr>
          <a:xfrm>
            <a:off x="3513600" y="1936850"/>
            <a:ext cx="2116800" cy="5199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1" name="Google Shape;121;p25"/>
          <p:cNvSpPr txBox="1">
            <a:spLocks noGrp="1"/>
          </p:cNvSpPr>
          <p:nvPr>
            <p:ph type="title" idx="5" hasCustomPrompt="1"/>
          </p:nvPr>
        </p:nvSpPr>
        <p:spPr>
          <a:xfrm>
            <a:off x="6458600" y="1416950"/>
            <a:ext cx="1002900" cy="519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3600">
                <a:latin typeface="Advent Pro Medium"/>
                <a:ea typeface="Advent Pro Medium"/>
                <a:cs typeface="Advent Pro Medium"/>
                <a:sym typeface="Advent Pro Medium"/>
              </a:defRPr>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122" name="Google Shape;122;p25"/>
          <p:cNvSpPr txBox="1">
            <a:spLocks noGrp="1"/>
          </p:cNvSpPr>
          <p:nvPr>
            <p:ph type="subTitle" idx="6"/>
          </p:nvPr>
        </p:nvSpPr>
        <p:spPr>
          <a:xfrm>
            <a:off x="5901650" y="1936850"/>
            <a:ext cx="2116800" cy="5199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3" name="Google Shape;123;p25"/>
          <p:cNvSpPr txBox="1">
            <a:spLocks noGrp="1"/>
          </p:cNvSpPr>
          <p:nvPr>
            <p:ph type="title" idx="7" hasCustomPrompt="1"/>
          </p:nvPr>
        </p:nvSpPr>
        <p:spPr>
          <a:xfrm>
            <a:off x="1682500" y="3195525"/>
            <a:ext cx="1002900" cy="519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3600">
                <a:latin typeface="Advent Pro Medium"/>
                <a:ea typeface="Advent Pro Medium"/>
                <a:cs typeface="Advent Pro Medium"/>
                <a:sym typeface="Advent Pro Medium"/>
              </a:defRPr>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124" name="Google Shape;124;p25"/>
          <p:cNvSpPr txBox="1">
            <a:spLocks noGrp="1"/>
          </p:cNvSpPr>
          <p:nvPr>
            <p:ph type="subTitle" idx="8"/>
          </p:nvPr>
        </p:nvSpPr>
        <p:spPr>
          <a:xfrm>
            <a:off x="1125550" y="3715425"/>
            <a:ext cx="2116800" cy="5199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5" name="Google Shape;125;p25"/>
          <p:cNvSpPr txBox="1">
            <a:spLocks noGrp="1"/>
          </p:cNvSpPr>
          <p:nvPr>
            <p:ph type="title" idx="9" hasCustomPrompt="1"/>
          </p:nvPr>
        </p:nvSpPr>
        <p:spPr>
          <a:xfrm>
            <a:off x="4070550" y="3195525"/>
            <a:ext cx="1002900" cy="519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3600">
                <a:latin typeface="Advent Pro Medium"/>
                <a:ea typeface="Advent Pro Medium"/>
                <a:cs typeface="Advent Pro Medium"/>
                <a:sym typeface="Advent Pro Medium"/>
              </a:defRPr>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126" name="Google Shape;126;p25"/>
          <p:cNvSpPr txBox="1">
            <a:spLocks noGrp="1"/>
          </p:cNvSpPr>
          <p:nvPr>
            <p:ph type="subTitle" idx="13"/>
          </p:nvPr>
        </p:nvSpPr>
        <p:spPr>
          <a:xfrm>
            <a:off x="3513600" y="3715425"/>
            <a:ext cx="2116800" cy="5199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7" name="Google Shape;127;p25"/>
          <p:cNvSpPr txBox="1">
            <a:spLocks noGrp="1"/>
          </p:cNvSpPr>
          <p:nvPr>
            <p:ph type="title" idx="14" hasCustomPrompt="1"/>
          </p:nvPr>
        </p:nvSpPr>
        <p:spPr>
          <a:xfrm>
            <a:off x="6458600" y="3195525"/>
            <a:ext cx="1002900" cy="519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3600">
                <a:latin typeface="Advent Pro Medium"/>
                <a:ea typeface="Advent Pro Medium"/>
                <a:cs typeface="Advent Pro Medium"/>
                <a:sym typeface="Advent Pro Medium"/>
              </a:defRPr>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128" name="Google Shape;128;p25"/>
          <p:cNvSpPr txBox="1">
            <a:spLocks noGrp="1"/>
          </p:cNvSpPr>
          <p:nvPr>
            <p:ph type="subTitle" idx="15"/>
          </p:nvPr>
        </p:nvSpPr>
        <p:spPr>
          <a:xfrm>
            <a:off x="5901650" y="3715425"/>
            <a:ext cx="2116800" cy="5199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hree columns">
  <p:cSld name="CUSTOM_1">
    <p:spTree>
      <p:nvGrpSpPr>
        <p:cNvPr id="1" name="Shape 129"/>
        <p:cNvGrpSpPr/>
        <p:nvPr/>
      </p:nvGrpSpPr>
      <p:grpSpPr>
        <a:xfrm>
          <a:off x="0" y="0"/>
          <a:ext cx="0" cy="0"/>
          <a:chOff x="0" y="0"/>
          <a:chExt cx="0" cy="0"/>
        </a:xfrm>
      </p:grpSpPr>
      <p:sp>
        <p:nvSpPr>
          <p:cNvPr id="130" name="Google Shape;130;p26"/>
          <p:cNvSpPr/>
          <p:nvPr/>
        </p:nvSpPr>
        <p:spPr>
          <a:xfrm>
            <a:off x="8312800" y="-90775"/>
            <a:ext cx="1021125" cy="4319025"/>
          </a:xfrm>
          <a:custGeom>
            <a:avLst/>
            <a:gdLst/>
            <a:ahLst/>
            <a:cxnLst/>
            <a:rect l="l" t="t" r="r" b="b"/>
            <a:pathLst>
              <a:path w="40845" h="172761" extrusionOk="0">
                <a:moveTo>
                  <a:pt x="40845" y="0"/>
                </a:moveTo>
                <a:lnTo>
                  <a:pt x="0" y="303"/>
                </a:lnTo>
                <a:lnTo>
                  <a:pt x="35702" y="172761"/>
                </a:lnTo>
                <a:close/>
              </a:path>
            </a:pathLst>
          </a:custGeom>
          <a:solidFill>
            <a:schemeClr val="accent3"/>
          </a:solidFill>
          <a:ln>
            <a:noFill/>
          </a:ln>
          <a:effectLst>
            <a:outerShdw blurRad="214313" dist="76200" dir="10860000" algn="bl" rotWithShape="0">
              <a:schemeClr val="dk1">
                <a:alpha val="35000"/>
              </a:schemeClr>
            </a:outerShdw>
          </a:effectLst>
        </p:spPr>
      </p:sp>
      <p:sp>
        <p:nvSpPr>
          <p:cNvPr id="131" name="Google Shape;131;p26"/>
          <p:cNvSpPr/>
          <p:nvPr/>
        </p:nvSpPr>
        <p:spPr>
          <a:xfrm>
            <a:off x="7828700" y="-60500"/>
            <a:ext cx="1397700" cy="1646000"/>
          </a:xfrm>
          <a:custGeom>
            <a:avLst/>
            <a:gdLst/>
            <a:ahLst/>
            <a:cxnLst/>
            <a:rect l="l" t="t" r="r" b="b"/>
            <a:pathLst>
              <a:path w="55908" h="65840" extrusionOk="0">
                <a:moveTo>
                  <a:pt x="55908" y="854"/>
                </a:moveTo>
                <a:lnTo>
                  <a:pt x="55908" y="65840"/>
                </a:lnTo>
                <a:lnTo>
                  <a:pt x="0" y="0"/>
                </a:lnTo>
                <a:close/>
              </a:path>
            </a:pathLst>
          </a:custGeom>
          <a:solidFill>
            <a:schemeClr val="accent6"/>
          </a:solidFill>
          <a:ln>
            <a:noFill/>
          </a:ln>
          <a:effectLst>
            <a:outerShdw blurRad="214313" dist="76200" dir="3600000" algn="bl" rotWithShape="0">
              <a:schemeClr val="dk1">
                <a:alpha val="35000"/>
              </a:schemeClr>
            </a:outerShdw>
          </a:effectLst>
        </p:spPr>
      </p:sp>
      <p:sp>
        <p:nvSpPr>
          <p:cNvPr id="132" name="Google Shape;132;p26"/>
          <p:cNvSpPr/>
          <p:nvPr/>
        </p:nvSpPr>
        <p:spPr>
          <a:xfrm>
            <a:off x="-52950" y="2942375"/>
            <a:ext cx="1444725" cy="2269200"/>
          </a:xfrm>
          <a:custGeom>
            <a:avLst/>
            <a:gdLst/>
            <a:ahLst/>
            <a:cxnLst/>
            <a:rect l="l" t="t" r="r" b="b"/>
            <a:pathLst>
              <a:path w="57789" h="90768" extrusionOk="0">
                <a:moveTo>
                  <a:pt x="0" y="0"/>
                </a:moveTo>
                <a:lnTo>
                  <a:pt x="908" y="90768"/>
                </a:lnTo>
                <a:lnTo>
                  <a:pt x="57789" y="90465"/>
                </a:lnTo>
                <a:close/>
              </a:path>
            </a:pathLst>
          </a:custGeom>
          <a:solidFill>
            <a:schemeClr val="accent2"/>
          </a:solidFill>
          <a:ln>
            <a:noFill/>
          </a:ln>
          <a:effectLst>
            <a:outerShdw blurRad="214313" dist="76200" dir="3660000" algn="bl" rotWithShape="0">
              <a:srgbClr val="000000">
                <a:alpha val="34000"/>
              </a:srgbClr>
            </a:outerShdw>
          </a:effectLst>
        </p:spPr>
      </p:sp>
      <p:sp>
        <p:nvSpPr>
          <p:cNvPr id="133" name="Google Shape;133;p26"/>
          <p:cNvSpPr txBox="1">
            <a:spLocks noGrp="1"/>
          </p:cNvSpPr>
          <p:nvPr>
            <p:ph type="title"/>
          </p:nvPr>
        </p:nvSpPr>
        <p:spPr>
          <a:xfrm>
            <a:off x="716375" y="445025"/>
            <a:ext cx="77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algn="ctr" rtl="0">
              <a:spcBef>
                <a:spcPts val="0"/>
              </a:spcBef>
              <a:spcAft>
                <a:spcPts val="0"/>
              </a:spcAft>
              <a:buSzPts val="3400"/>
              <a:buNone/>
              <a:defRPr/>
            </a:lvl2pPr>
            <a:lvl3pPr lvl="2" algn="ctr" rtl="0">
              <a:spcBef>
                <a:spcPts val="0"/>
              </a:spcBef>
              <a:spcAft>
                <a:spcPts val="0"/>
              </a:spcAft>
              <a:buSzPts val="3400"/>
              <a:buNone/>
              <a:defRPr/>
            </a:lvl3pPr>
            <a:lvl4pPr lvl="3" algn="ctr" rtl="0">
              <a:spcBef>
                <a:spcPts val="0"/>
              </a:spcBef>
              <a:spcAft>
                <a:spcPts val="0"/>
              </a:spcAft>
              <a:buSzPts val="3400"/>
              <a:buNone/>
              <a:defRPr/>
            </a:lvl4pPr>
            <a:lvl5pPr lvl="4" algn="ctr" rtl="0">
              <a:spcBef>
                <a:spcPts val="0"/>
              </a:spcBef>
              <a:spcAft>
                <a:spcPts val="0"/>
              </a:spcAft>
              <a:buSzPts val="3400"/>
              <a:buNone/>
              <a:defRPr/>
            </a:lvl5pPr>
            <a:lvl6pPr lvl="5" algn="ctr" rtl="0">
              <a:spcBef>
                <a:spcPts val="0"/>
              </a:spcBef>
              <a:spcAft>
                <a:spcPts val="0"/>
              </a:spcAft>
              <a:buSzPts val="3400"/>
              <a:buNone/>
              <a:defRPr/>
            </a:lvl6pPr>
            <a:lvl7pPr lvl="6" algn="ctr" rtl="0">
              <a:spcBef>
                <a:spcPts val="0"/>
              </a:spcBef>
              <a:spcAft>
                <a:spcPts val="0"/>
              </a:spcAft>
              <a:buSzPts val="3400"/>
              <a:buNone/>
              <a:defRPr/>
            </a:lvl7pPr>
            <a:lvl8pPr lvl="7" algn="ctr" rtl="0">
              <a:spcBef>
                <a:spcPts val="0"/>
              </a:spcBef>
              <a:spcAft>
                <a:spcPts val="0"/>
              </a:spcAft>
              <a:buSzPts val="3400"/>
              <a:buNone/>
              <a:defRPr/>
            </a:lvl8pPr>
            <a:lvl9pPr lvl="8" algn="ctr" rtl="0">
              <a:spcBef>
                <a:spcPts val="0"/>
              </a:spcBef>
              <a:spcAft>
                <a:spcPts val="0"/>
              </a:spcAft>
              <a:buSzPts val="3400"/>
              <a:buNone/>
              <a:defRPr/>
            </a:lvl9pPr>
          </a:lstStyle>
          <a:p>
            <a:endParaRPr/>
          </a:p>
        </p:txBody>
      </p:sp>
      <p:sp>
        <p:nvSpPr>
          <p:cNvPr id="134" name="Google Shape;134;p26"/>
          <p:cNvSpPr txBox="1">
            <a:spLocks noGrp="1"/>
          </p:cNvSpPr>
          <p:nvPr>
            <p:ph type="subTitle" idx="1"/>
          </p:nvPr>
        </p:nvSpPr>
        <p:spPr>
          <a:xfrm>
            <a:off x="716381" y="1880245"/>
            <a:ext cx="2181000" cy="5199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5" name="Google Shape;135;p26"/>
          <p:cNvSpPr txBox="1">
            <a:spLocks noGrp="1"/>
          </p:cNvSpPr>
          <p:nvPr>
            <p:ph type="subTitle" idx="2"/>
          </p:nvPr>
        </p:nvSpPr>
        <p:spPr>
          <a:xfrm>
            <a:off x="716375" y="2400145"/>
            <a:ext cx="2181000" cy="9186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6" name="Google Shape;136;p26"/>
          <p:cNvSpPr txBox="1">
            <a:spLocks noGrp="1"/>
          </p:cNvSpPr>
          <p:nvPr>
            <p:ph type="subTitle" idx="3"/>
          </p:nvPr>
        </p:nvSpPr>
        <p:spPr>
          <a:xfrm>
            <a:off x="3481500" y="1880245"/>
            <a:ext cx="2181000" cy="5199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7" name="Google Shape;137;p26"/>
          <p:cNvSpPr txBox="1">
            <a:spLocks noGrp="1"/>
          </p:cNvSpPr>
          <p:nvPr>
            <p:ph type="subTitle" idx="4"/>
          </p:nvPr>
        </p:nvSpPr>
        <p:spPr>
          <a:xfrm>
            <a:off x="3481500" y="2400145"/>
            <a:ext cx="2181000" cy="9186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8" name="Google Shape;138;p26"/>
          <p:cNvSpPr txBox="1">
            <a:spLocks noGrp="1"/>
          </p:cNvSpPr>
          <p:nvPr>
            <p:ph type="subTitle" idx="5"/>
          </p:nvPr>
        </p:nvSpPr>
        <p:spPr>
          <a:xfrm>
            <a:off x="6246619" y="1880245"/>
            <a:ext cx="2181000" cy="5199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9" name="Google Shape;139;p26"/>
          <p:cNvSpPr txBox="1">
            <a:spLocks noGrp="1"/>
          </p:cNvSpPr>
          <p:nvPr>
            <p:ph type="subTitle" idx="6"/>
          </p:nvPr>
        </p:nvSpPr>
        <p:spPr>
          <a:xfrm>
            <a:off x="6246621" y="2400145"/>
            <a:ext cx="2181000" cy="9186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four columns">
  <p:cSld name="CUSTOM_2">
    <p:spTree>
      <p:nvGrpSpPr>
        <p:cNvPr id="1" name="Shape 140"/>
        <p:cNvGrpSpPr/>
        <p:nvPr/>
      </p:nvGrpSpPr>
      <p:grpSpPr>
        <a:xfrm>
          <a:off x="0" y="0"/>
          <a:ext cx="0" cy="0"/>
          <a:chOff x="0" y="0"/>
          <a:chExt cx="0" cy="0"/>
        </a:xfrm>
      </p:grpSpPr>
      <p:sp>
        <p:nvSpPr>
          <p:cNvPr id="141" name="Google Shape;141;p27"/>
          <p:cNvSpPr/>
          <p:nvPr/>
        </p:nvSpPr>
        <p:spPr>
          <a:xfrm>
            <a:off x="-264750" y="-90775"/>
            <a:ext cx="2874325" cy="1058975"/>
          </a:xfrm>
          <a:custGeom>
            <a:avLst/>
            <a:gdLst/>
            <a:ahLst/>
            <a:cxnLst/>
            <a:rect l="l" t="t" r="r" b="b"/>
            <a:pathLst>
              <a:path w="114973" h="42359" extrusionOk="0">
                <a:moveTo>
                  <a:pt x="114973" y="0"/>
                </a:moveTo>
                <a:lnTo>
                  <a:pt x="2118" y="605"/>
                </a:lnTo>
                <a:lnTo>
                  <a:pt x="0" y="42359"/>
                </a:lnTo>
                <a:close/>
              </a:path>
            </a:pathLst>
          </a:custGeom>
          <a:solidFill>
            <a:schemeClr val="accent1"/>
          </a:solidFill>
          <a:ln>
            <a:noFill/>
          </a:ln>
          <a:effectLst>
            <a:outerShdw blurRad="214313" dist="76200" dir="3660000" algn="bl" rotWithShape="0">
              <a:srgbClr val="000000">
                <a:alpha val="37000"/>
              </a:srgbClr>
            </a:outerShdw>
          </a:effectLst>
        </p:spPr>
      </p:sp>
      <p:sp>
        <p:nvSpPr>
          <p:cNvPr id="142" name="Google Shape;142;p27"/>
          <p:cNvSpPr/>
          <p:nvPr/>
        </p:nvSpPr>
        <p:spPr>
          <a:xfrm>
            <a:off x="-83200" y="-68075"/>
            <a:ext cx="1149725" cy="2723025"/>
          </a:xfrm>
          <a:custGeom>
            <a:avLst/>
            <a:gdLst/>
            <a:ahLst/>
            <a:cxnLst/>
            <a:rect l="l" t="t" r="r" b="b"/>
            <a:pathLst>
              <a:path w="45989" h="108921" extrusionOk="0">
                <a:moveTo>
                  <a:pt x="45989" y="0"/>
                </a:moveTo>
                <a:lnTo>
                  <a:pt x="605" y="108921"/>
                </a:lnTo>
                <a:lnTo>
                  <a:pt x="0" y="303"/>
                </a:lnTo>
                <a:close/>
              </a:path>
            </a:pathLst>
          </a:custGeom>
          <a:solidFill>
            <a:schemeClr val="accent3"/>
          </a:solidFill>
          <a:ln>
            <a:noFill/>
          </a:ln>
          <a:effectLst>
            <a:outerShdw blurRad="214313" dist="76200" dir="3660000" algn="bl" rotWithShape="0">
              <a:srgbClr val="000000">
                <a:alpha val="37000"/>
              </a:srgbClr>
            </a:outerShdw>
          </a:effectLst>
        </p:spPr>
      </p:sp>
      <p:sp>
        <p:nvSpPr>
          <p:cNvPr id="143" name="Google Shape;143;p27"/>
          <p:cNvSpPr/>
          <p:nvPr/>
        </p:nvSpPr>
        <p:spPr>
          <a:xfrm>
            <a:off x="8063200" y="2397775"/>
            <a:ext cx="1210225" cy="2828925"/>
          </a:xfrm>
          <a:custGeom>
            <a:avLst/>
            <a:gdLst/>
            <a:ahLst/>
            <a:cxnLst/>
            <a:rect l="l" t="t" r="r" b="b"/>
            <a:pathLst>
              <a:path w="48409" h="113157" extrusionOk="0">
                <a:moveTo>
                  <a:pt x="0" y="113157"/>
                </a:moveTo>
                <a:lnTo>
                  <a:pt x="48107" y="110434"/>
                </a:lnTo>
                <a:lnTo>
                  <a:pt x="48409" y="0"/>
                </a:lnTo>
                <a:close/>
              </a:path>
            </a:pathLst>
          </a:custGeom>
          <a:solidFill>
            <a:schemeClr val="accent5"/>
          </a:solidFill>
          <a:ln>
            <a:noFill/>
          </a:ln>
          <a:effectLst>
            <a:outerShdw blurRad="214313" dist="76200" dir="10680000" algn="bl" rotWithShape="0">
              <a:srgbClr val="000000">
                <a:alpha val="35000"/>
              </a:srgbClr>
            </a:outerShdw>
          </a:effectLst>
        </p:spPr>
      </p:sp>
      <p:sp>
        <p:nvSpPr>
          <p:cNvPr id="144" name="Google Shape;144;p27"/>
          <p:cNvSpPr txBox="1">
            <a:spLocks noGrp="1"/>
          </p:cNvSpPr>
          <p:nvPr>
            <p:ph type="title"/>
          </p:nvPr>
        </p:nvSpPr>
        <p:spPr>
          <a:xfrm>
            <a:off x="716375" y="445025"/>
            <a:ext cx="77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algn="ctr" rtl="0">
              <a:spcBef>
                <a:spcPts val="0"/>
              </a:spcBef>
              <a:spcAft>
                <a:spcPts val="0"/>
              </a:spcAft>
              <a:buSzPts val="3400"/>
              <a:buNone/>
              <a:defRPr/>
            </a:lvl2pPr>
            <a:lvl3pPr lvl="2" algn="ctr" rtl="0">
              <a:spcBef>
                <a:spcPts val="0"/>
              </a:spcBef>
              <a:spcAft>
                <a:spcPts val="0"/>
              </a:spcAft>
              <a:buSzPts val="3400"/>
              <a:buNone/>
              <a:defRPr/>
            </a:lvl3pPr>
            <a:lvl4pPr lvl="3" algn="ctr" rtl="0">
              <a:spcBef>
                <a:spcPts val="0"/>
              </a:spcBef>
              <a:spcAft>
                <a:spcPts val="0"/>
              </a:spcAft>
              <a:buSzPts val="3400"/>
              <a:buNone/>
              <a:defRPr/>
            </a:lvl4pPr>
            <a:lvl5pPr lvl="4" algn="ctr" rtl="0">
              <a:spcBef>
                <a:spcPts val="0"/>
              </a:spcBef>
              <a:spcAft>
                <a:spcPts val="0"/>
              </a:spcAft>
              <a:buSzPts val="3400"/>
              <a:buNone/>
              <a:defRPr/>
            </a:lvl5pPr>
            <a:lvl6pPr lvl="5" algn="ctr" rtl="0">
              <a:spcBef>
                <a:spcPts val="0"/>
              </a:spcBef>
              <a:spcAft>
                <a:spcPts val="0"/>
              </a:spcAft>
              <a:buSzPts val="3400"/>
              <a:buNone/>
              <a:defRPr/>
            </a:lvl6pPr>
            <a:lvl7pPr lvl="6" algn="ctr" rtl="0">
              <a:spcBef>
                <a:spcPts val="0"/>
              </a:spcBef>
              <a:spcAft>
                <a:spcPts val="0"/>
              </a:spcAft>
              <a:buSzPts val="3400"/>
              <a:buNone/>
              <a:defRPr/>
            </a:lvl7pPr>
            <a:lvl8pPr lvl="7" algn="ctr" rtl="0">
              <a:spcBef>
                <a:spcPts val="0"/>
              </a:spcBef>
              <a:spcAft>
                <a:spcPts val="0"/>
              </a:spcAft>
              <a:buSzPts val="3400"/>
              <a:buNone/>
              <a:defRPr/>
            </a:lvl8pPr>
            <a:lvl9pPr lvl="8" algn="ctr" rtl="0">
              <a:spcBef>
                <a:spcPts val="0"/>
              </a:spcBef>
              <a:spcAft>
                <a:spcPts val="0"/>
              </a:spcAft>
              <a:buSzPts val="3400"/>
              <a:buNone/>
              <a:defRPr/>
            </a:lvl9pPr>
          </a:lstStyle>
          <a:p>
            <a:endParaRPr/>
          </a:p>
        </p:txBody>
      </p:sp>
      <p:sp>
        <p:nvSpPr>
          <p:cNvPr id="145" name="Google Shape;145;p27"/>
          <p:cNvSpPr txBox="1">
            <a:spLocks noGrp="1"/>
          </p:cNvSpPr>
          <p:nvPr>
            <p:ph type="subTitle" idx="1"/>
          </p:nvPr>
        </p:nvSpPr>
        <p:spPr>
          <a:xfrm>
            <a:off x="1015018" y="1225775"/>
            <a:ext cx="3174000" cy="5199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6" name="Google Shape;146;p27"/>
          <p:cNvSpPr txBox="1">
            <a:spLocks noGrp="1"/>
          </p:cNvSpPr>
          <p:nvPr>
            <p:ph type="subTitle" idx="2"/>
          </p:nvPr>
        </p:nvSpPr>
        <p:spPr>
          <a:xfrm>
            <a:off x="1015013" y="1745675"/>
            <a:ext cx="3174000" cy="1121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7" name="Google Shape;147;p27"/>
          <p:cNvSpPr txBox="1">
            <a:spLocks noGrp="1"/>
          </p:cNvSpPr>
          <p:nvPr>
            <p:ph type="subTitle" idx="3"/>
          </p:nvPr>
        </p:nvSpPr>
        <p:spPr>
          <a:xfrm>
            <a:off x="4954985" y="1225775"/>
            <a:ext cx="3174000" cy="5199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8" name="Google Shape;148;p27"/>
          <p:cNvSpPr txBox="1">
            <a:spLocks noGrp="1"/>
          </p:cNvSpPr>
          <p:nvPr>
            <p:ph type="subTitle" idx="4"/>
          </p:nvPr>
        </p:nvSpPr>
        <p:spPr>
          <a:xfrm>
            <a:off x="4954986" y="1745675"/>
            <a:ext cx="3174000" cy="1121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9" name="Google Shape;149;p27"/>
          <p:cNvSpPr txBox="1">
            <a:spLocks noGrp="1"/>
          </p:cNvSpPr>
          <p:nvPr>
            <p:ph type="subTitle" idx="5"/>
          </p:nvPr>
        </p:nvSpPr>
        <p:spPr>
          <a:xfrm>
            <a:off x="1015018" y="2851828"/>
            <a:ext cx="3174000" cy="5199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0" name="Google Shape;150;p27"/>
          <p:cNvSpPr txBox="1">
            <a:spLocks noGrp="1"/>
          </p:cNvSpPr>
          <p:nvPr>
            <p:ph type="subTitle" idx="6"/>
          </p:nvPr>
        </p:nvSpPr>
        <p:spPr>
          <a:xfrm>
            <a:off x="1015014" y="3371725"/>
            <a:ext cx="3174000" cy="1121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1" name="Google Shape;151;p27"/>
          <p:cNvSpPr txBox="1">
            <a:spLocks noGrp="1"/>
          </p:cNvSpPr>
          <p:nvPr>
            <p:ph type="subTitle" idx="7"/>
          </p:nvPr>
        </p:nvSpPr>
        <p:spPr>
          <a:xfrm>
            <a:off x="4954985" y="2851828"/>
            <a:ext cx="3174000" cy="5199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2" name="Google Shape;152;p27"/>
          <p:cNvSpPr txBox="1">
            <a:spLocks noGrp="1"/>
          </p:cNvSpPr>
          <p:nvPr>
            <p:ph type="subTitle" idx="8"/>
          </p:nvPr>
        </p:nvSpPr>
        <p:spPr>
          <a:xfrm>
            <a:off x="4954986" y="3371725"/>
            <a:ext cx="3174000" cy="1121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six columns">
  <p:cSld name="CUSTOM_3">
    <p:spTree>
      <p:nvGrpSpPr>
        <p:cNvPr id="1" name="Shape 153"/>
        <p:cNvGrpSpPr/>
        <p:nvPr/>
      </p:nvGrpSpPr>
      <p:grpSpPr>
        <a:xfrm>
          <a:off x="0" y="0"/>
          <a:ext cx="0" cy="0"/>
          <a:chOff x="0" y="0"/>
          <a:chExt cx="0" cy="0"/>
        </a:xfrm>
      </p:grpSpPr>
      <p:sp>
        <p:nvSpPr>
          <p:cNvPr id="154" name="Google Shape;154;p28"/>
          <p:cNvSpPr/>
          <p:nvPr/>
        </p:nvSpPr>
        <p:spPr>
          <a:xfrm>
            <a:off x="5831825" y="4220700"/>
            <a:ext cx="3494550" cy="1036250"/>
          </a:xfrm>
          <a:custGeom>
            <a:avLst/>
            <a:gdLst/>
            <a:ahLst/>
            <a:cxnLst/>
            <a:rect l="l" t="t" r="r" b="b"/>
            <a:pathLst>
              <a:path w="139782" h="41450" extrusionOk="0">
                <a:moveTo>
                  <a:pt x="139177" y="0"/>
                </a:moveTo>
                <a:lnTo>
                  <a:pt x="139782" y="41450"/>
                </a:lnTo>
                <a:lnTo>
                  <a:pt x="0" y="39938"/>
                </a:lnTo>
                <a:close/>
              </a:path>
            </a:pathLst>
          </a:custGeom>
          <a:solidFill>
            <a:schemeClr val="accent2"/>
          </a:solidFill>
          <a:ln>
            <a:noFill/>
          </a:ln>
          <a:effectLst>
            <a:outerShdw blurRad="214313" dist="76200" dir="10800000" algn="bl" rotWithShape="0">
              <a:srgbClr val="000000">
                <a:alpha val="35000"/>
              </a:srgbClr>
            </a:outerShdw>
          </a:effectLst>
        </p:spPr>
      </p:sp>
      <p:sp>
        <p:nvSpPr>
          <p:cNvPr id="155" name="Google Shape;155;p28"/>
          <p:cNvSpPr/>
          <p:nvPr/>
        </p:nvSpPr>
        <p:spPr>
          <a:xfrm>
            <a:off x="-75650" y="-45375"/>
            <a:ext cx="1081650" cy="2821350"/>
          </a:xfrm>
          <a:custGeom>
            <a:avLst/>
            <a:gdLst/>
            <a:ahLst/>
            <a:cxnLst/>
            <a:rect l="l" t="t" r="r" b="b"/>
            <a:pathLst>
              <a:path w="43266" h="112854" extrusionOk="0">
                <a:moveTo>
                  <a:pt x="43266" y="0"/>
                </a:moveTo>
                <a:lnTo>
                  <a:pt x="0" y="0"/>
                </a:lnTo>
                <a:lnTo>
                  <a:pt x="0" y="112854"/>
                </a:lnTo>
                <a:close/>
              </a:path>
            </a:pathLst>
          </a:custGeom>
          <a:solidFill>
            <a:schemeClr val="accent5"/>
          </a:solidFill>
          <a:ln>
            <a:noFill/>
          </a:ln>
          <a:effectLst>
            <a:outerShdw blurRad="214313" dist="76200" dir="3660000" algn="bl" rotWithShape="0">
              <a:srgbClr val="000000">
                <a:alpha val="34000"/>
              </a:srgbClr>
            </a:outerShdw>
          </a:effectLst>
        </p:spPr>
      </p:sp>
      <p:sp>
        <p:nvSpPr>
          <p:cNvPr id="156" name="Google Shape;156;p28"/>
          <p:cNvSpPr txBox="1">
            <a:spLocks noGrp="1"/>
          </p:cNvSpPr>
          <p:nvPr>
            <p:ph type="title"/>
          </p:nvPr>
        </p:nvSpPr>
        <p:spPr>
          <a:xfrm>
            <a:off x="716375" y="445025"/>
            <a:ext cx="77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algn="ctr" rtl="0">
              <a:spcBef>
                <a:spcPts val="0"/>
              </a:spcBef>
              <a:spcAft>
                <a:spcPts val="0"/>
              </a:spcAft>
              <a:buSzPts val="3400"/>
              <a:buNone/>
              <a:defRPr/>
            </a:lvl2pPr>
            <a:lvl3pPr lvl="2" algn="ctr" rtl="0">
              <a:spcBef>
                <a:spcPts val="0"/>
              </a:spcBef>
              <a:spcAft>
                <a:spcPts val="0"/>
              </a:spcAft>
              <a:buSzPts val="3400"/>
              <a:buNone/>
              <a:defRPr/>
            </a:lvl3pPr>
            <a:lvl4pPr lvl="3" algn="ctr" rtl="0">
              <a:spcBef>
                <a:spcPts val="0"/>
              </a:spcBef>
              <a:spcAft>
                <a:spcPts val="0"/>
              </a:spcAft>
              <a:buSzPts val="3400"/>
              <a:buNone/>
              <a:defRPr/>
            </a:lvl4pPr>
            <a:lvl5pPr lvl="4" algn="ctr" rtl="0">
              <a:spcBef>
                <a:spcPts val="0"/>
              </a:spcBef>
              <a:spcAft>
                <a:spcPts val="0"/>
              </a:spcAft>
              <a:buSzPts val="3400"/>
              <a:buNone/>
              <a:defRPr/>
            </a:lvl5pPr>
            <a:lvl6pPr lvl="5" algn="ctr" rtl="0">
              <a:spcBef>
                <a:spcPts val="0"/>
              </a:spcBef>
              <a:spcAft>
                <a:spcPts val="0"/>
              </a:spcAft>
              <a:buSzPts val="3400"/>
              <a:buNone/>
              <a:defRPr/>
            </a:lvl6pPr>
            <a:lvl7pPr lvl="6" algn="ctr" rtl="0">
              <a:spcBef>
                <a:spcPts val="0"/>
              </a:spcBef>
              <a:spcAft>
                <a:spcPts val="0"/>
              </a:spcAft>
              <a:buSzPts val="3400"/>
              <a:buNone/>
              <a:defRPr/>
            </a:lvl7pPr>
            <a:lvl8pPr lvl="7" algn="ctr" rtl="0">
              <a:spcBef>
                <a:spcPts val="0"/>
              </a:spcBef>
              <a:spcAft>
                <a:spcPts val="0"/>
              </a:spcAft>
              <a:buSzPts val="3400"/>
              <a:buNone/>
              <a:defRPr/>
            </a:lvl8pPr>
            <a:lvl9pPr lvl="8" algn="ctr" rtl="0">
              <a:spcBef>
                <a:spcPts val="0"/>
              </a:spcBef>
              <a:spcAft>
                <a:spcPts val="0"/>
              </a:spcAft>
              <a:buSzPts val="3400"/>
              <a:buNone/>
              <a:defRPr/>
            </a:lvl9pPr>
          </a:lstStyle>
          <a:p>
            <a:endParaRPr/>
          </a:p>
        </p:txBody>
      </p:sp>
      <p:sp>
        <p:nvSpPr>
          <p:cNvPr id="157" name="Google Shape;157;p28"/>
          <p:cNvSpPr txBox="1">
            <a:spLocks noGrp="1"/>
          </p:cNvSpPr>
          <p:nvPr>
            <p:ph type="subTitle" idx="1"/>
          </p:nvPr>
        </p:nvSpPr>
        <p:spPr>
          <a:xfrm>
            <a:off x="868773" y="1484350"/>
            <a:ext cx="2358900" cy="5199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8" name="Google Shape;158;p28"/>
          <p:cNvSpPr txBox="1">
            <a:spLocks noGrp="1"/>
          </p:cNvSpPr>
          <p:nvPr>
            <p:ph type="subTitle" idx="2"/>
          </p:nvPr>
        </p:nvSpPr>
        <p:spPr>
          <a:xfrm>
            <a:off x="868774" y="2004250"/>
            <a:ext cx="2358900" cy="6132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9" name="Google Shape;159;p28"/>
          <p:cNvSpPr txBox="1">
            <a:spLocks noGrp="1"/>
          </p:cNvSpPr>
          <p:nvPr>
            <p:ph type="subTitle" idx="3"/>
          </p:nvPr>
        </p:nvSpPr>
        <p:spPr>
          <a:xfrm>
            <a:off x="3392549" y="1484350"/>
            <a:ext cx="2358900" cy="5199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0" name="Google Shape;160;p28"/>
          <p:cNvSpPr txBox="1">
            <a:spLocks noGrp="1"/>
          </p:cNvSpPr>
          <p:nvPr>
            <p:ph type="subTitle" idx="4"/>
          </p:nvPr>
        </p:nvSpPr>
        <p:spPr>
          <a:xfrm>
            <a:off x="3392550" y="2004250"/>
            <a:ext cx="2358900" cy="6132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1" name="Google Shape;161;p28"/>
          <p:cNvSpPr txBox="1">
            <a:spLocks noGrp="1"/>
          </p:cNvSpPr>
          <p:nvPr>
            <p:ph type="subTitle" idx="5"/>
          </p:nvPr>
        </p:nvSpPr>
        <p:spPr>
          <a:xfrm>
            <a:off x="5916326" y="1484350"/>
            <a:ext cx="2358900" cy="5199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2" name="Google Shape;162;p28"/>
          <p:cNvSpPr txBox="1">
            <a:spLocks noGrp="1"/>
          </p:cNvSpPr>
          <p:nvPr>
            <p:ph type="subTitle" idx="6"/>
          </p:nvPr>
        </p:nvSpPr>
        <p:spPr>
          <a:xfrm>
            <a:off x="5916327" y="2004250"/>
            <a:ext cx="2358900" cy="6132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3" name="Google Shape;163;p28"/>
          <p:cNvSpPr txBox="1">
            <a:spLocks noGrp="1"/>
          </p:cNvSpPr>
          <p:nvPr>
            <p:ph type="subTitle" idx="7"/>
          </p:nvPr>
        </p:nvSpPr>
        <p:spPr>
          <a:xfrm>
            <a:off x="868773" y="3167425"/>
            <a:ext cx="2358900" cy="5199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4" name="Google Shape;164;p28"/>
          <p:cNvSpPr txBox="1">
            <a:spLocks noGrp="1"/>
          </p:cNvSpPr>
          <p:nvPr>
            <p:ph type="subTitle" idx="8"/>
          </p:nvPr>
        </p:nvSpPr>
        <p:spPr>
          <a:xfrm>
            <a:off x="868774" y="3687325"/>
            <a:ext cx="2358900" cy="6132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5" name="Google Shape;165;p28"/>
          <p:cNvSpPr txBox="1">
            <a:spLocks noGrp="1"/>
          </p:cNvSpPr>
          <p:nvPr>
            <p:ph type="subTitle" idx="9"/>
          </p:nvPr>
        </p:nvSpPr>
        <p:spPr>
          <a:xfrm>
            <a:off x="3392549" y="3167425"/>
            <a:ext cx="2358900" cy="5199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6" name="Google Shape;166;p28"/>
          <p:cNvSpPr txBox="1">
            <a:spLocks noGrp="1"/>
          </p:cNvSpPr>
          <p:nvPr>
            <p:ph type="subTitle" idx="13"/>
          </p:nvPr>
        </p:nvSpPr>
        <p:spPr>
          <a:xfrm>
            <a:off x="3392550" y="3687325"/>
            <a:ext cx="2358900" cy="6132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7" name="Google Shape;167;p28"/>
          <p:cNvSpPr txBox="1">
            <a:spLocks noGrp="1"/>
          </p:cNvSpPr>
          <p:nvPr>
            <p:ph type="subTitle" idx="14"/>
          </p:nvPr>
        </p:nvSpPr>
        <p:spPr>
          <a:xfrm>
            <a:off x="5916326" y="3167425"/>
            <a:ext cx="2358900" cy="5199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8" name="Google Shape;168;p28"/>
          <p:cNvSpPr txBox="1">
            <a:spLocks noGrp="1"/>
          </p:cNvSpPr>
          <p:nvPr>
            <p:ph type="subTitle" idx="15"/>
          </p:nvPr>
        </p:nvSpPr>
        <p:spPr>
          <a:xfrm>
            <a:off x="5916327" y="3687325"/>
            <a:ext cx="2358900" cy="6132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ext">
  <p:cSld name="CUSTOM_6">
    <p:spTree>
      <p:nvGrpSpPr>
        <p:cNvPr id="1" name="Shape 169"/>
        <p:cNvGrpSpPr/>
        <p:nvPr/>
      </p:nvGrpSpPr>
      <p:grpSpPr>
        <a:xfrm>
          <a:off x="0" y="0"/>
          <a:ext cx="0" cy="0"/>
          <a:chOff x="0" y="0"/>
          <a:chExt cx="0" cy="0"/>
        </a:xfrm>
      </p:grpSpPr>
      <p:sp>
        <p:nvSpPr>
          <p:cNvPr id="170" name="Google Shape;170;p29"/>
          <p:cNvSpPr txBox="1">
            <a:spLocks noGrp="1"/>
          </p:cNvSpPr>
          <p:nvPr>
            <p:ph type="title"/>
          </p:nvPr>
        </p:nvSpPr>
        <p:spPr>
          <a:xfrm>
            <a:off x="3843900" y="1325475"/>
            <a:ext cx="45081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171" name="Google Shape;171;p29"/>
          <p:cNvSpPr txBox="1">
            <a:spLocks noGrp="1"/>
          </p:cNvSpPr>
          <p:nvPr>
            <p:ph type="subTitle" idx="1"/>
          </p:nvPr>
        </p:nvSpPr>
        <p:spPr>
          <a:xfrm>
            <a:off x="3843900" y="1898175"/>
            <a:ext cx="4508100" cy="216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AutoNum type="arabicPeriod"/>
              <a:defRPr sz="1200">
                <a:latin typeface="Albert Sans"/>
                <a:ea typeface="Albert Sans"/>
                <a:cs typeface="Albert Sans"/>
                <a:sym typeface="Albert Sans"/>
              </a:defRPr>
            </a:lvl1pPr>
            <a:lvl2pPr lvl="1" rtl="0">
              <a:lnSpc>
                <a:spcPct val="100000"/>
              </a:lnSpc>
              <a:spcBef>
                <a:spcPts val="0"/>
              </a:spcBef>
              <a:spcAft>
                <a:spcPts val="0"/>
              </a:spcAft>
              <a:buSzPts val="1400"/>
              <a:buChar char="○"/>
              <a:defRPr/>
            </a:lvl2pPr>
            <a:lvl3pPr lvl="2" rtl="0">
              <a:lnSpc>
                <a:spcPct val="100000"/>
              </a:lnSpc>
              <a:spcBef>
                <a:spcPts val="0"/>
              </a:spcBef>
              <a:spcAft>
                <a:spcPts val="0"/>
              </a:spcAft>
              <a:buSzPts val="1400"/>
              <a:buChar char="■"/>
              <a:defRPr/>
            </a:lvl3pPr>
            <a:lvl4pPr lvl="3" rtl="0">
              <a:lnSpc>
                <a:spcPct val="100000"/>
              </a:lnSpc>
              <a:spcBef>
                <a:spcPts val="0"/>
              </a:spcBef>
              <a:spcAft>
                <a:spcPts val="0"/>
              </a:spcAft>
              <a:buSzPts val="1400"/>
              <a:buChar char="●"/>
              <a:defRPr/>
            </a:lvl4pPr>
            <a:lvl5pPr lvl="4" rtl="0">
              <a:lnSpc>
                <a:spcPct val="100000"/>
              </a:lnSpc>
              <a:spcBef>
                <a:spcPts val="0"/>
              </a:spcBef>
              <a:spcAft>
                <a:spcPts val="0"/>
              </a:spcAft>
              <a:buSzPts val="1400"/>
              <a:buChar char="○"/>
              <a:defRPr/>
            </a:lvl5pPr>
            <a:lvl6pPr lvl="5" rtl="0">
              <a:lnSpc>
                <a:spcPct val="100000"/>
              </a:lnSpc>
              <a:spcBef>
                <a:spcPts val="0"/>
              </a:spcBef>
              <a:spcAft>
                <a:spcPts val="0"/>
              </a:spcAft>
              <a:buSzPts val="1400"/>
              <a:buChar char="■"/>
              <a:defRPr/>
            </a:lvl6pPr>
            <a:lvl7pPr lvl="6" rtl="0">
              <a:lnSpc>
                <a:spcPct val="100000"/>
              </a:lnSpc>
              <a:spcBef>
                <a:spcPts val="0"/>
              </a:spcBef>
              <a:spcAft>
                <a:spcPts val="0"/>
              </a:spcAft>
              <a:buSzPts val="1400"/>
              <a:buChar char="●"/>
              <a:defRPr/>
            </a:lvl7pPr>
            <a:lvl8pPr lvl="7" rtl="0">
              <a:lnSpc>
                <a:spcPct val="100000"/>
              </a:lnSpc>
              <a:spcBef>
                <a:spcPts val="0"/>
              </a:spcBef>
              <a:spcAft>
                <a:spcPts val="0"/>
              </a:spcAft>
              <a:buSzPts val="1400"/>
              <a:buChar char="○"/>
              <a:defRPr/>
            </a:lvl8pPr>
            <a:lvl9pPr lvl="8" rtl="0">
              <a:lnSpc>
                <a:spcPct val="100000"/>
              </a:lnSpc>
              <a:spcBef>
                <a:spcPts val="0"/>
              </a:spcBef>
              <a:spcAft>
                <a:spcPts val="0"/>
              </a:spcAft>
              <a:buSzPts val="1400"/>
              <a:buChar char="■"/>
              <a:defRPr/>
            </a:lvl9pPr>
          </a:lstStyle>
          <a:p>
            <a:endParaRPr/>
          </a:p>
        </p:txBody>
      </p:sp>
      <p:sp>
        <p:nvSpPr>
          <p:cNvPr id="172" name="Google Shape;172;p29"/>
          <p:cNvSpPr/>
          <p:nvPr/>
        </p:nvSpPr>
        <p:spPr>
          <a:xfrm>
            <a:off x="-121025" y="-68075"/>
            <a:ext cx="1853175" cy="3010450"/>
          </a:xfrm>
          <a:custGeom>
            <a:avLst/>
            <a:gdLst/>
            <a:ahLst/>
            <a:cxnLst/>
            <a:rect l="l" t="t" r="r" b="b"/>
            <a:pathLst>
              <a:path w="74127" h="120418" extrusionOk="0">
                <a:moveTo>
                  <a:pt x="74127" y="908"/>
                </a:moveTo>
                <a:lnTo>
                  <a:pt x="69891" y="1210"/>
                </a:lnTo>
                <a:lnTo>
                  <a:pt x="0" y="0"/>
                </a:lnTo>
                <a:lnTo>
                  <a:pt x="303" y="120418"/>
                </a:lnTo>
                <a:close/>
              </a:path>
            </a:pathLst>
          </a:custGeom>
          <a:solidFill>
            <a:schemeClr val="accent4"/>
          </a:solidFill>
          <a:ln>
            <a:noFill/>
          </a:ln>
          <a:effectLst>
            <a:outerShdw blurRad="214313" dist="76200" dir="3660000" algn="bl" rotWithShape="0">
              <a:srgbClr val="000000">
                <a:alpha val="35000"/>
              </a:srgbClr>
            </a:outerShdw>
          </a:effectLst>
        </p:spPr>
      </p:sp>
      <p:sp>
        <p:nvSpPr>
          <p:cNvPr id="173" name="Google Shape;173;p29"/>
          <p:cNvSpPr/>
          <p:nvPr/>
        </p:nvSpPr>
        <p:spPr>
          <a:xfrm>
            <a:off x="6399125" y="3895450"/>
            <a:ext cx="2836475" cy="1346375"/>
          </a:xfrm>
          <a:custGeom>
            <a:avLst/>
            <a:gdLst/>
            <a:ahLst/>
            <a:cxnLst/>
            <a:rect l="l" t="t" r="r" b="b"/>
            <a:pathLst>
              <a:path w="113459" h="53855" extrusionOk="0">
                <a:moveTo>
                  <a:pt x="113157" y="0"/>
                </a:moveTo>
                <a:lnTo>
                  <a:pt x="113459" y="53855"/>
                </a:lnTo>
                <a:lnTo>
                  <a:pt x="0" y="53553"/>
                </a:lnTo>
                <a:close/>
              </a:path>
            </a:pathLst>
          </a:custGeom>
          <a:solidFill>
            <a:schemeClr val="accent1"/>
          </a:solidFill>
          <a:ln>
            <a:noFill/>
          </a:ln>
          <a:effectLst>
            <a:outerShdw blurRad="214313" dist="76200" dir="10680000" algn="bl" rotWithShape="0">
              <a:srgbClr val="000000">
                <a:alpha val="35000"/>
              </a:srgbClr>
            </a:outerShdw>
          </a:effectLst>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ext 1">
  <p:cSld name="CUSTOM_9">
    <p:spTree>
      <p:nvGrpSpPr>
        <p:cNvPr id="1" name="Shape 174"/>
        <p:cNvGrpSpPr/>
        <p:nvPr/>
      </p:nvGrpSpPr>
      <p:grpSpPr>
        <a:xfrm>
          <a:off x="0" y="0"/>
          <a:ext cx="0" cy="0"/>
          <a:chOff x="0" y="0"/>
          <a:chExt cx="0" cy="0"/>
        </a:xfrm>
      </p:grpSpPr>
      <p:sp>
        <p:nvSpPr>
          <p:cNvPr id="175" name="Google Shape;175;p30"/>
          <p:cNvSpPr txBox="1">
            <a:spLocks noGrp="1"/>
          </p:cNvSpPr>
          <p:nvPr>
            <p:ph type="title"/>
          </p:nvPr>
        </p:nvSpPr>
        <p:spPr>
          <a:xfrm>
            <a:off x="716375" y="445025"/>
            <a:ext cx="7711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176" name="Google Shape;176;p30"/>
          <p:cNvSpPr txBox="1">
            <a:spLocks noGrp="1"/>
          </p:cNvSpPr>
          <p:nvPr>
            <p:ph type="body" idx="1"/>
          </p:nvPr>
        </p:nvSpPr>
        <p:spPr>
          <a:xfrm>
            <a:off x="716375" y="1152475"/>
            <a:ext cx="7711200" cy="34539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17500" rtl="0">
              <a:spcBef>
                <a:spcPts val="0"/>
              </a:spcBef>
              <a:spcAft>
                <a:spcPts val="0"/>
              </a:spcAft>
              <a:buClr>
                <a:srgbClr val="325061"/>
              </a:buClr>
              <a:buSzPts val="1400"/>
              <a:buFont typeface="Poppins"/>
              <a:buChar char="○"/>
              <a:defRPr/>
            </a:lvl2pPr>
            <a:lvl3pPr marL="1371600" lvl="2" indent="-317500" rtl="0">
              <a:spcBef>
                <a:spcPts val="0"/>
              </a:spcBef>
              <a:spcAft>
                <a:spcPts val="0"/>
              </a:spcAft>
              <a:buClr>
                <a:srgbClr val="325061"/>
              </a:buClr>
              <a:buSzPts val="1400"/>
              <a:buFont typeface="Poppins"/>
              <a:buChar char="■"/>
              <a:defRPr/>
            </a:lvl3pPr>
            <a:lvl4pPr marL="1828800" lvl="3" indent="-317500" rtl="0">
              <a:spcBef>
                <a:spcPts val="0"/>
              </a:spcBef>
              <a:spcAft>
                <a:spcPts val="0"/>
              </a:spcAft>
              <a:buClr>
                <a:srgbClr val="325061"/>
              </a:buClr>
              <a:buSzPts val="1400"/>
              <a:buFont typeface="Poppins"/>
              <a:buChar char="●"/>
              <a:defRPr/>
            </a:lvl4pPr>
            <a:lvl5pPr marL="2286000" lvl="4" indent="-317500" rtl="0">
              <a:spcBef>
                <a:spcPts val="0"/>
              </a:spcBef>
              <a:spcAft>
                <a:spcPts val="0"/>
              </a:spcAft>
              <a:buClr>
                <a:srgbClr val="325061"/>
              </a:buClr>
              <a:buSzPts val="1400"/>
              <a:buFont typeface="Poppins"/>
              <a:buChar char="○"/>
              <a:defRPr/>
            </a:lvl5pPr>
            <a:lvl6pPr marL="2743200" lvl="5" indent="-317500" rtl="0">
              <a:spcBef>
                <a:spcPts val="0"/>
              </a:spcBef>
              <a:spcAft>
                <a:spcPts val="0"/>
              </a:spcAft>
              <a:buClr>
                <a:srgbClr val="325061"/>
              </a:buClr>
              <a:buSzPts val="1400"/>
              <a:buFont typeface="Poppins"/>
              <a:buChar char="■"/>
              <a:defRPr/>
            </a:lvl6pPr>
            <a:lvl7pPr marL="3200400" lvl="6" indent="-317500" rtl="0">
              <a:spcBef>
                <a:spcPts val="0"/>
              </a:spcBef>
              <a:spcAft>
                <a:spcPts val="0"/>
              </a:spcAft>
              <a:buClr>
                <a:srgbClr val="325061"/>
              </a:buClr>
              <a:buSzPts val="1400"/>
              <a:buFont typeface="Poppins"/>
              <a:buChar char="●"/>
              <a:defRPr/>
            </a:lvl7pPr>
            <a:lvl8pPr marL="3657600" lvl="7" indent="-317500" rtl="0">
              <a:spcBef>
                <a:spcPts val="0"/>
              </a:spcBef>
              <a:spcAft>
                <a:spcPts val="0"/>
              </a:spcAft>
              <a:buClr>
                <a:srgbClr val="325061"/>
              </a:buClr>
              <a:buSzPts val="1400"/>
              <a:buFont typeface="Poppins"/>
              <a:buChar char="○"/>
              <a:defRPr/>
            </a:lvl8pPr>
            <a:lvl9pPr marL="4114800" lvl="8" indent="-317500" rtl="0">
              <a:spcBef>
                <a:spcPts val="0"/>
              </a:spcBef>
              <a:spcAft>
                <a:spcPts val="0"/>
              </a:spcAft>
              <a:buClr>
                <a:srgbClr val="325061"/>
              </a:buClr>
              <a:buSzPts val="1400"/>
              <a:buFont typeface="Poppins"/>
              <a:buChar char="■"/>
              <a:defRPr/>
            </a:lvl9pPr>
          </a:lstStyle>
          <a:p>
            <a:endParaRPr/>
          </a:p>
        </p:txBody>
      </p:sp>
      <p:sp>
        <p:nvSpPr>
          <p:cNvPr id="177" name="Google Shape;177;p30"/>
          <p:cNvSpPr/>
          <p:nvPr/>
        </p:nvSpPr>
        <p:spPr>
          <a:xfrm>
            <a:off x="5400675" y="3243950"/>
            <a:ext cx="3940911" cy="2013037"/>
          </a:xfrm>
          <a:custGeom>
            <a:avLst/>
            <a:gdLst/>
            <a:ahLst/>
            <a:cxnLst/>
            <a:rect l="l" t="t" r="r" b="b"/>
            <a:pathLst>
              <a:path w="154002" h="78665" extrusionOk="0">
                <a:moveTo>
                  <a:pt x="153397" y="0"/>
                </a:moveTo>
                <a:lnTo>
                  <a:pt x="154002" y="78665"/>
                </a:lnTo>
                <a:lnTo>
                  <a:pt x="0" y="77758"/>
                </a:lnTo>
                <a:close/>
              </a:path>
            </a:pathLst>
          </a:custGeom>
          <a:solidFill>
            <a:schemeClr val="dk2"/>
          </a:solidFill>
          <a:ln>
            <a:noFill/>
          </a:ln>
          <a:effectLst>
            <a:outerShdw blurRad="214313" dist="76200" dir="11040000" algn="bl" rotWithShape="0">
              <a:srgbClr val="000000">
                <a:alpha val="35000"/>
              </a:srgbClr>
            </a:outerShdw>
          </a:effectLst>
        </p:spPr>
      </p:sp>
      <p:sp>
        <p:nvSpPr>
          <p:cNvPr id="178" name="Google Shape;178;p30"/>
          <p:cNvSpPr/>
          <p:nvPr/>
        </p:nvSpPr>
        <p:spPr>
          <a:xfrm>
            <a:off x="7609350" y="1263175"/>
            <a:ext cx="1830475" cy="4069425"/>
          </a:xfrm>
          <a:custGeom>
            <a:avLst/>
            <a:gdLst/>
            <a:ahLst/>
            <a:cxnLst/>
            <a:rect l="l" t="t" r="r" b="b"/>
            <a:pathLst>
              <a:path w="73219" h="162777" extrusionOk="0">
                <a:moveTo>
                  <a:pt x="63840" y="0"/>
                </a:moveTo>
                <a:lnTo>
                  <a:pt x="0" y="162777"/>
                </a:lnTo>
                <a:lnTo>
                  <a:pt x="73219" y="162777"/>
                </a:lnTo>
                <a:close/>
              </a:path>
            </a:pathLst>
          </a:custGeom>
          <a:solidFill>
            <a:schemeClr val="accent2"/>
          </a:solidFill>
          <a:ln>
            <a:noFill/>
          </a:ln>
          <a:effectLst>
            <a:outerShdw blurRad="214313" dist="76200" dir="10800000" algn="bl" rotWithShape="0">
              <a:srgbClr val="000000">
                <a:alpha val="34000"/>
              </a:srgbClr>
            </a:outerShdw>
          </a:effectLst>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1">
  <p:cSld name="CUSTOM_5">
    <p:spTree>
      <p:nvGrpSpPr>
        <p:cNvPr id="1" name="Shape 179"/>
        <p:cNvGrpSpPr/>
        <p:nvPr/>
      </p:nvGrpSpPr>
      <p:grpSpPr>
        <a:xfrm>
          <a:off x="0" y="0"/>
          <a:ext cx="0" cy="0"/>
          <a:chOff x="0" y="0"/>
          <a:chExt cx="0" cy="0"/>
        </a:xfrm>
      </p:grpSpPr>
      <p:sp>
        <p:nvSpPr>
          <p:cNvPr id="180" name="Google Shape;180;p31"/>
          <p:cNvSpPr txBox="1">
            <a:spLocks noGrp="1"/>
          </p:cNvSpPr>
          <p:nvPr>
            <p:ph type="title"/>
          </p:nvPr>
        </p:nvSpPr>
        <p:spPr>
          <a:xfrm>
            <a:off x="716375" y="445025"/>
            <a:ext cx="7711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34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181" name="Google Shape;181;p31"/>
          <p:cNvSpPr/>
          <p:nvPr/>
        </p:nvSpPr>
        <p:spPr>
          <a:xfrm>
            <a:off x="5931750" y="-105900"/>
            <a:ext cx="3356875" cy="907696"/>
          </a:xfrm>
          <a:custGeom>
            <a:avLst/>
            <a:gdLst/>
            <a:ahLst/>
            <a:cxnLst/>
            <a:rect l="l" t="t" r="r" b="b"/>
            <a:pathLst>
              <a:path w="129797" h="35097" extrusionOk="0">
                <a:moveTo>
                  <a:pt x="129495" y="35097"/>
                </a:moveTo>
                <a:lnTo>
                  <a:pt x="129797" y="0"/>
                </a:lnTo>
                <a:lnTo>
                  <a:pt x="0" y="303"/>
                </a:lnTo>
                <a:close/>
              </a:path>
            </a:pathLst>
          </a:custGeom>
          <a:solidFill>
            <a:schemeClr val="accent3"/>
          </a:solidFill>
          <a:ln>
            <a:noFill/>
          </a:ln>
          <a:effectLst>
            <a:outerShdw blurRad="214313" dist="76200" dir="3660000" algn="bl" rotWithShape="0">
              <a:srgbClr val="000000">
                <a:alpha val="34000"/>
              </a:srgbClr>
            </a:outerShdw>
          </a:effectLst>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2">
  <p:cSld name="CUSTOM_7">
    <p:spTree>
      <p:nvGrpSpPr>
        <p:cNvPr id="1" name="Shape 182"/>
        <p:cNvGrpSpPr/>
        <p:nvPr/>
      </p:nvGrpSpPr>
      <p:grpSpPr>
        <a:xfrm>
          <a:off x="0" y="0"/>
          <a:ext cx="0" cy="0"/>
          <a:chOff x="0" y="0"/>
          <a:chExt cx="0" cy="0"/>
        </a:xfrm>
      </p:grpSpPr>
      <p:sp>
        <p:nvSpPr>
          <p:cNvPr id="183" name="Google Shape;183;p32"/>
          <p:cNvSpPr txBox="1">
            <a:spLocks noGrp="1"/>
          </p:cNvSpPr>
          <p:nvPr>
            <p:ph type="title"/>
          </p:nvPr>
        </p:nvSpPr>
        <p:spPr>
          <a:xfrm>
            <a:off x="716375" y="445025"/>
            <a:ext cx="7711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34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184" name="Google Shape;184;p32"/>
          <p:cNvSpPr/>
          <p:nvPr/>
        </p:nvSpPr>
        <p:spPr>
          <a:xfrm>
            <a:off x="-196675" y="1800225"/>
            <a:ext cx="1406900" cy="3434050"/>
          </a:xfrm>
          <a:custGeom>
            <a:avLst/>
            <a:gdLst/>
            <a:ahLst/>
            <a:cxnLst/>
            <a:rect l="l" t="t" r="r" b="b"/>
            <a:pathLst>
              <a:path w="56276" h="137362" extrusionOk="0">
                <a:moveTo>
                  <a:pt x="3934" y="12707"/>
                </a:moveTo>
                <a:lnTo>
                  <a:pt x="56276" y="137059"/>
                </a:lnTo>
                <a:lnTo>
                  <a:pt x="3934" y="137362"/>
                </a:lnTo>
                <a:lnTo>
                  <a:pt x="0" y="0"/>
                </a:lnTo>
                <a:close/>
              </a:path>
            </a:pathLst>
          </a:custGeom>
          <a:solidFill>
            <a:schemeClr val="accent4"/>
          </a:solidFill>
          <a:ln>
            <a:noFill/>
          </a:ln>
          <a:effectLst>
            <a:outerShdw blurRad="214313" dist="76200" dir="3660000" algn="bl" rotWithShape="0">
              <a:srgbClr val="000000">
                <a:alpha val="35000"/>
              </a:srgbClr>
            </a:outerShdw>
          </a:effectLst>
        </p:spPr>
      </p:sp>
      <p:sp>
        <p:nvSpPr>
          <p:cNvPr id="185" name="Google Shape;185;p32"/>
          <p:cNvSpPr/>
          <p:nvPr/>
        </p:nvSpPr>
        <p:spPr>
          <a:xfrm>
            <a:off x="8010250" y="-60500"/>
            <a:ext cx="1248050" cy="1656500"/>
          </a:xfrm>
          <a:custGeom>
            <a:avLst/>
            <a:gdLst/>
            <a:ahLst/>
            <a:cxnLst/>
            <a:rect l="l" t="t" r="r" b="b"/>
            <a:pathLst>
              <a:path w="49922" h="66260" extrusionOk="0">
                <a:moveTo>
                  <a:pt x="0" y="302"/>
                </a:moveTo>
                <a:lnTo>
                  <a:pt x="49317" y="0"/>
                </a:lnTo>
                <a:lnTo>
                  <a:pt x="49922" y="66260"/>
                </a:lnTo>
                <a:close/>
              </a:path>
            </a:pathLst>
          </a:custGeom>
          <a:solidFill>
            <a:schemeClr val="accent1"/>
          </a:solidFill>
          <a:ln w="9525" cap="flat" cmpd="sng">
            <a:solidFill>
              <a:schemeClr val="dk2"/>
            </a:solidFill>
            <a:prstDash val="solid"/>
            <a:round/>
            <a:headEnd type="none" w="med" len="med"/>
            <a:tailEnd type="none" w="med" len="med"/>
          </a:ln>
          <a:effectLst>
            <a:outerShdw blurRad="214313" dist="76200" dir="10920000" algn="bl" rotWithShape="0">
              <a:srgbClr val="000000">
                <a:alpha val="35000"/>
              </a:srgbClr>
            </a:outerShdw>
          </a:effectLst>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Numbers and text">
  <p:cSld name="CUSTOM_4">
    <p:spTree>
      <p:nvGrpSpPr>
        <p:cNvPr id="1" name="Shape 186"/>
        <p:cNvGrpSpPr/>
        <p:nvPr/>
      </p:nvGrpSpPr>
      <p:grpSpPr>
        <a:xfrm>
          <a:off x="0" y="0"/>
          <a:ext cx="0" cy="0"/>
          <a:chOff x="0" y="0"/>
          <a:chExt cx="0" cy="0"/>
        </a:xfrm>
      </p:grpSpPr>
      <p:sp>
        <p:nvSpPr>
          <p:cNvPr id="187" name="Google Shape;187;p33"/>
          <p:cNvSpPr/>
          <p:nvPr/>
        </p:nvSpPr>
        <p:spPr>
          <a:xfrm>
            <a:off x="-37825" y="1217800"/>
            <a:ext cx="1762400" cy="4008900"/>
          </a:xfrm>
          <a:custGeom>
            <a:avLst/>
            <a:gdLst/>
            <a:ahLst/>
            <a:cxnLst/>
            <a:rect l="l" t="t" r="r" b="b"/>
            <a:pathLst>
              <a:path w="70496" h="160356" extrusionOk="0">
                <a:moveTo>
                  <a:pt x="303" y="0"/>
                </a:moveTo>
                <a:lnTo>
                  <a:pt x="0" y="160356"/>
                </a:lnTo>
                <a:lnTo>
                  <a:pt x="70496" y="159448"/>
                </a:lnTo>
                <a:close/>
              </a:path>
            </a:pathLst>
          </a:custGeom>
          <a:solidFill>
            <a:schemeClr val="accent2"/>
          </a:solidFill>
          <a:ln>
            <a:noFill/>
          </a:ln>
          <a:effectLst>
            <a:outerShdw blurRad="214313" dist="76200" dir="3480000" algn="bl" rotWithShape="0">
              <a:srgbClr val="000000">
                <a:alpha val="35000"/>
              </a:srgbClr>
            </a:outerShdw>
          </a:effectLst>
        </p:spPr>
      </p:sp>
      <p:sp>
        <p:nvSpPr>
          <p:cNvPr id="188" name="Google Shape;188;p33"/>
          <p:cNvSpPr/>
          <p:nvPr/>
        </p:nvSpPr>
        <p:spPr>
          <a:xfrm>
            <a:off x="5541639" y="-157875"/>
            <a:ext cx="3928495" cy="1277361"/>
          </a:xfrm>
          <a:custGeom>
            <a:avLst/>
            <a:gdLst/>
            <a:ahLst/>
            <a:cxnLst/>
            <a:rect l="l" t="t" r="r" b="b"/>
            <a:pathLst>
              <a:path w="147952" h="48107" extrusionOk="0">
                <a:moveTo>
                  <a:pt x="0" y="0"/>
                </a:moveTo>
                <a:lnTo>
                  <a:pt x="147649" y="1210"/>
                </a:lnTo>
                <a:lnTo>
                  <a:pt x="147952" y="48107"/>
                </a:lnTo>
                <a:close/>
              </a:path>
            </a:pathLst>
          </a:custGeom>
          <a:solidFill>
            <a:schemeClr val="accent1"/>
          </a:solidFill>
          <a:ln>
            <a:noFill/>
          </a:ln>
          <a:effectLst>
            <a:outerShdw blurRad="214313" dist="76200" dir="3660000" algn="bl" rotWithShape="0">
              <a:srgbClr val="000000">
                <a:alpha val="35000"/>
              </a:srgbClr>
            </a:outerShdw>
          </a:effectLst>
        </p:spPr>
      </p:sp>
      <p:sp>
        <p:nvSpPr>
          <p:cNvPr id="189" name="Google Shape;189;p33"/>
          <p:cNvSpPr/>
          <p:nvPr/>
        </p:nvSpPr>
        <p:spPr>
          <a:xfrm>
            <a:off x="7616925" y="-37825"/>
            <a:ext cx="1648950" cy="2897000"/>
          </a:xfrm>
          <a:custGeom>
            <a:avLst/>
            <a:gdLst/>
            <a:ahLst/>
            <a:cxnLst/>
            <a:rect l="l" t="t" r="r" b="b"/>
            <a:pathLst>
              <a:path w="65958" h="115880" extrusionOk="0">
                <a:moveTo>
                  <a:pt x="0" y="0"/>
                </a:moveTo>
                <a:lnTo>
                  <a:pt x="65958" y="0"/>
                </a:lnTo>
                <a:lnTo>
                  <a:pt x="65050" y="115880"/>
                </a:lnTo>
                <a:close/>
              </a:path>
            </a:pathLst>
          </a:custGeom>
          <a:solidFill>
            <a:schemeClr val="accent4"/>
          </a:solidFill>
          <a:ln>
            <a:noFill/>
          </a:ln>
          <a:effectLst>
            <a:outerShdw blurRad="214313" dist="76200" dir="10920000" algn="bl" rotWithShape="0">
              <a:srgbClr val="000000">
                <a:alpha val="35000"/>
              </a:srgbClr>
            </a:outerShdw>
          </a:effectLst>
        </p:spPr>
      </p:sp>
      <p:sp>
        <p:nvSpPr>
          <p:cNvPr id="190" name="Google Shape;190;p33"/>
          <p:cNvSpPr txBox="1">
            <a:spLocks noGrp="1"/>
          </p:cNvSpPr>
          <p:nvPr>
            <p:ph type="title" hasCustomPrompt="1"/>
          </p:nvPr>
        </p:nvSpPr>
        <p:spPr>
          <a:xfrm>
            <a:off x="1838850" y="727775"/>
            <a:ext cx="5466300" cy="72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1pPr>
            <a:lvl2pPr lvl="1"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2pPr>
            <a:lvl3pPr lvl="2"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3pPr>
            <a:lvl4pPr lvl="3"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4pPr>
            <a:lvl5pPr lvl="4"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5pPr>
            <a:lvl6pPr lvl="5"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6pPr>
            <a:lvl7pPr lvl="6"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7pPr>
            <a:lvl8pPr lvl="7"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8pPr>
            <a:lvl9pPr lvl="8"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9pPr>
          </a:lstStyle>
          <a:p>
            <a:r>
              <a:t>xx%</a:t>
            </a:r>
          </a:p>
        </p:txBody>
      </p:sp>
      <p:sp>
        <p:nvSpPr>
          <p:cNvPr id="191" name="Google Shape;191;p33"/>
          <p:cNvSpPr txBox="1">
            <a:spLocks noGrp="1"/>
          </p:cNvSpPr>
          <p:nvPr>
            <p:ph type="subTitle" idx="1"/>
          </p:nvPr>
        </p:nvSpPr>
        <p:spPr>
          <a:xfrm>
            <a:off x="1838850" y="1371575"/>
            <a:ext cx="5466300" cy="3630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2" name="Google Shape;192;p33"/>
          <p:cNvSpPr txBox="1">
            <a:spLocks noGrp="1"/>
          </p:cNvSpPr>
          <p:nvPr>
            <p:ph type="title" idx="2" hasCustomPrompt="1"/>
          </p:nvPr>
        </p:nvSpPr>
        <p:spPr>
          <a:xfrm>
            <a:off x="1838850" y="2068350"/>
            <a:ext cx="5466300" cy="72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1pPr>
            <a:lvl2pPr lvl="1"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2pPr>
            <a:lvl3pPr lvl="2"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3pPr>
            <a:lvl4pPr lvl="3"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4pPr>
            <a:lvl5pPr lvl="4"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5pPr>
            <a:lvl6pPr lvl="5"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6pPr>
            <a:lvl7pPr lvl="6"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7pPr>
            <a:lvl8pPr lvl="7"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8pPr>
            <a:lvl9pPr lvl="8"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9pPr>
          </a:lstStyle>
          <a:p>
            <a:r>
              <a:t>xx%</a:t>
            </a:r>
          </a:p>
        </p:txBody>
      </p:sp>
      <p:sp>
        <p:nvSpPr>
          <p:cNvPr id="193" name="Google Shape;193;p33"/>
          <p:cNvSpPr txBox="1">
            <a:spLocks noGrp="1"/>
          </p:cNvSpPr>
          <p:nvPr>
            <p:ph type="subTitle" idx="3"/>
          </p:nvPr>
        </p:nvSpPr>
        <p:spPr>
          <a:xfrm>
            <a:off x="1838850" y="2712150"/>
            <a:ext cx="5466300" cy="3630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4" name="Google Shape;194;p33"/>
          <p:cNvSpPr txBox="1">
            <a:spLocks noGrp="1"/>
          </p:cNvSpPr>
          <p:nvPr>
            <p:ph type="title" idx="4" hasCustomPrompt="1"/>
          </p:nvPr>
        </p:nvSpPr>
        <p:spPr>
          <a:xfrm>
            <a:off x="1838850" y="3408925"/>
            <a:ext cx="5466300" cy="72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1pPr>
            <a:lvl2pPr lvl="1"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2pPr>
            <a:lvl3pPr lvl="2"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3pPr>
            <a:lvl4pPr lvl="3"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4pPr>
            <a:lvl5pPr lvl="4"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5pPr>
            <a:lvl6pPr lvl="5"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6pPr>
            <a:lvl7pPr lvl="6"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7pPr>
            <a:lvl8pPr lvl="7"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8pPr>
            <a:lvl9pPr lvl="8"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9pPr>
          </a:lstStyle>
          <a:p>
            <a:r>
              <a:t>xx%</a:t>
            </a:r>
          </a:p>
        </p:txBody>
      </p:sp>
      <p:sp>
        <p:nvSpPr>
          <p:cNvPr id="195" name="Google Shape;195;p33"/>
          <p:cNvSpPr txBox="1">
            <a:spLocks noGrp="1"/>
          </p:cNvSpPr>
          <p:nvPr>
            <p:ph type="subTitle" idx="5"/>
          </p:nvPr>
        </p:nvSpPr>
        <p:spPr>
          <a:xfrm>
            <a:off x="1838850" y="4052725"/>
            <a:ext cx="5466300" cy="3630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6" name="Google Shape;196;p33"/>
          <p:cNvSpPr/>
          <p:nvPr/>
        </p:nvSpPr>
        <p:spPr>
          <a:xfrm>
            <a:off x="-136150" y="-157875"/>
            <a:ext cx="1425108" cy="2691851"/>
          </a:xfrm>
          <a:custGeom>
            <a:avLst/>
            <a:gdLst/>
            <a:ahLst/>
            <a:cxnLst/>
            <a:rect l="l" t="t" r="r" b="b"/>
            <a:pathLst>
              <a:path w="54461" h="102870" extrusionOk="0">
                <a:moveTo>
                  <a:pt x="54461" y="303"/>
                </a:moveTo>
                <a:lnTo>
                  <a:pt x="0" y="0"/>
                </a:lnTo>
                <a:lnTo>
                  <a:pt x="1815" y="102870"/>
                </a:lnTo>
                <a:close/>
              </a:path>
            </a:pathLst>
          </a:custGeom>
          <a:solidFill>
            <a:schemeClr val="accent3"/>
          </a:solidFill>
          <a:ln>
            <a:noFill/>
          </a:ln>
          <a:effectLst>
            <a:outerShdw blurRad="214313" dist="76200" dir="3660000" algn="bl" rotWithShape="0">
              <a:srgbClr val="000000">
                <a:alpha val="35000"/>
              </a:srgbClr>
            </a:outerShdw>
          </a:effectLst>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hanks">
  <p:cSld name="CUSTOM_8">
    <p:spTree>
      <p:nvGrpSpPr>
        <p:cNvPr id="1" name="Shape 197"/>
        <p:cNvGrpSpPr/>
        <p:nvPr/>
      </p:nvGrpSpPr>
      <p:grpSpPr>
        <a:xfrm>
          <a:off x="0" y="0"/>
          <a:ext cx="0" cy="0"/>
          <a:chOff x="0" y="0"/>
          <a:chExt cx="0" cy="0"/>
        </a:xfrm>
      </p:grpSpPr>
      <p:sp>
        <p:nvSpPr>
          <p:cNvPr id="198" name="Google Shape;198;p34"/>
          <p:cNvSpPr/>
          <p:nvPr/>
        </p:nvSpPr>
        <p:spPr>
          <a:xfrm>
            <a:off x="-151275" y="-157775"/>
            <a:ext cx="3736547" cy="1216717"/>
          </a:xfrm>
          <a:custGeom>
            <a:avLst/>
            <a:gdLst/>
            <a:ahLst/>
            <a:cxnLst/>
            <a:rect l="l" t="t" r="r" b="b"/>
            <a:pathLst>
              <a:path w="144018" h="46896" extrusionOk="0">
                <a:moveTo>
                  <a:pt x="144018" y="2118"/>
                </a:moveTo>
                <a:lnTo>
                  <a:pt x="0" y="46896"/>
                </a:lnTo>
                <a:lnTo>
                  <a:pt x="908" y="0"/>
                </a:lnTo>
                <a:close/>
              </a:path>
            </a:pathLst>
          </a:custGeom>
          <a:solidFill>
            <a:schemeClr val="accent2"/>
          </a:solidFill>
          <a:ln>
            <a:noFill/>
          </a:ln>
          <a:effectLst>
            <a:outerShdw blurRad="214313" dist="76200" dir="3660000" algn="bl" rotWithShape="0">
              <a:srgbClr val="000000">
                <a:alpha val="35000"/>
              </a:srgbClr>
            </a:outerShdw>
          </a:effectLst>
        </p:spPr>
      </p:sp>
      <p:sp>
        <p:nvSpPr>
          <p:cNvPr id="199" name="Google Shape;199;p34"/>
          <p:cNvSpPr/>
          <p:nvPr/>
        </p:nvSpPr>
        <p:spPr>
          <a:xfrm>
            <a:off x="-98325" y="-68075"/>
            <a:ext cx="1535475" cy="3108800"/>
          </a:xfrm>
          <a:custGeom>
            <a:avLst/>
            <a:gdLst/>
            <a:ahLst/>
            <a:cxnLst/>
            <a:rect l="l" t="t" r="r" b="b"/>
            <a:pathLst>
              <a:path w="61419" h="124352" extrusionOk="0">
                <a:moveTo>
                  <a:pt x="61419" y="605"/>
                </a:moveTo>
                <a:lnTo>
                  <a:pt x="0" y="124352"/>
                </a:lnTo>
                <a:lnTo>
                  <a:pt x="1210" y="0"/>
                </a:lnTo>
                <a:close/>
              </a:path>
            </a:pathLst>
          </a:custGeom>
          <a:solidFill>
            <a:schemeClr val="accent4"/>
          </a:solidFill>
          <a:ln>
            <a:noFill/>
          </a:ln>
          <a:effectLst>
            <a:outerShdw blurRad="214313" dist="76200" dir="3660000" algn="bl" rotWithShape="0">
              <a:srgbClr val="000000">
                <a:alpha val="35000"/>
              </a:srgbClr>
            </a:outerShdw>
          </a:effectLst>
        </p:spPr>
      </p:sp>
      <p:sp>
        <p:nvSpPr>
          <p:cNvPr id="200" name="Google Shape;200;p34"/>
          <p:cNvSpPr/>
          <p:nvPr/>
        </p:nvSpPr>
        <p:spPr>
          <a:xfrm>
            <a:off x="7284100" y="2004450"/>
            <a:ext cx="2045469" cy="3260218"/>
          </a:xfrm>
          <a:custGeom>
            <a:avLst/>
            <a:gdLst/>
            <a:ahLst/>
            <a:cxnLst/>
            <a:rect l="l" t="t" r="r" b="b"/>
            <a:pathLst>
              <a:path w="78968" h="125865" extrusionOk="0">
                <a:moveTo>
                  <a:pt x="77758" y="0"/>
                </a:moveTo>
                <a:lnTo>
                  <a:pt x="78968" y="125865"/>
                </a:lnTo>
                <a:lnTo>
                  <a:pt x="0" y="124352"/>
                </a:lnTo>
                <a:close/>
              </a:path>
            </a:pathLst>
          </a:custGeom>
          <a:solidFill>
            <a:schemeClr val="accent5"/>
          </a:solidFill>
          <a:ln>
            <a:noFill/>
          </a:ln>
          <a:effectLst>
            <a:outerShdw blurRad="214313" dist="76200" dir="10680000" algn="bl" rotWithShape="0">
              <a:srgbClr val="000000">
                <a:alpha val="35000"/>
              </a:srgbClr>
            </a:outerShdw>
          </a:effectLst>
        </p:spPr>
      </p:sp>
      <p:sp>
        <p:nvSpPr>
          <p:cNvPr id="201" name="Google Shape;201;p34"/>
          <p:cNvSpPr txBox="1">
            <a:spLocks noGrp="1"/>
          </p:cNvSpPr>
          <p:nvPr>
            <p:ph type="ctrTitle"/>
          </p:nvPr>
        </p:nvSpPr>
        <p:spPr>
          <a:xfrm>
            <a:off x="2186250" y="639234"/>
            <a:ext cx="4771500" cy="1081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atin typeface="Advent Pro"/>
                <a:ea typeface="Advent Pro"/>
                <a:cs typeface="Advent Pro"/>
                <a:sym typeface="Advent Pro"/>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endParaRPr/>
          </a:p>
        </p:txBody>
      </p:sp>
      <p:sp>
        <p:nvSpPr>
          <p:cNvPr id="202" name="Google Shape;202;p34"/>
          <p:cNvSpPr txBox="1">
            <a:spLocks noGrp="1"/>
          </p:cNvSpPr>
          <p:nvPr>
            <p:ph type="subTitle" idx="1"/>
          </p:nvPr>
        </p:nvSpPr>
        <p:spPr>
          <a:xfrm>
            <a:off x="2186250" y="1644541"/>
            <a:ext cx="4771500" cy="869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200">
                <a:latin typeface="Albert Sans"/>
                <a:ea typeface="Albert Sans"/>
                <a:cs typeface="Albert Sans"/>
                <a:sym typeface="Albert Sans"/>
              </a:defRPr>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203" name="Google Shape;203;p34"/>
          <p:cNvSpPr txBox="1"/>
          <p:nvPr/>
        </p:nvSpPr>
        <p:spPr>
          <a:xfrm>
            <a:off x="2056800" y="3990666"/>
            <a:ext cx="5030400" cy="513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300"/>
              </a:spcBef>
              <a:spcAft>
                <a:spcPts val="0"/>
              </a:spcAft>
              <a:buNone/>
            </a:pPr>
            <a:r>
              <a:rPr lang="en" sz="1200">
                <a:solidFill>
                  <a:schemeClr val="dk1"/>
                </a:solidFill>
                <a:latin typeface="Albert Sans"/>
                <a:ea typeface="Albert Sans"/>
                <a:cs typeface="Albert Sans"/>
                <a:sym typeface="Albert Sans"/>
              </a:rPr>
              <a:t>CREDITS: This presentation template was created by </a:t>
            </a:r>
            <a:r>
              <a:rPr lang="en" sz="1200" b="1">
                <a:solidFill>
                  <a:schemeClr val="dk1"/>
                </a:solidFill>
                <a:uFill>
                  <a:noFill/>
                </a:uFill>
                <a:latin typeface="Albert Sans"/>
                <a:ea typeface="Albert Sans"/>
                <a:cs typeface="Albert Sans"/>
                <a:sym typeface="Albert Sans"/>
                <a:hlinkClick r:id="rId2">
                  <a:extLst>
                    <a:ext uri="{A12FA001-AC4F-418D-AE19-62706E023703}">
                      <ahyp:hlinkClr xmlns:ahyp="http://schemas.microsoft.com/office/drawing/2018/hyperlinkcolor" val="tx"/>
                    </a:ext>
                  </a:extLst>
                </a:hlinkClick>
              </a:rPr>
              <a:t>Slidesgo</a:t>
            </a:r>
            <a:r>
              <a:rPr lang="en" sz="1200">
                <a:solidFill>
                  <a:schemeClr val="dk1"/>
                </a:solidFill>
                <a:latin typeface="Albert Sans"/>
                <a:ea typeface="Albert Sans"/>
                <a:cs typeface="Albert Sans"/>
                <a:sym typeface="Albert Sans"/>
              </a:rPr>
              <a:t>, including icons by </a:t>
            </a:r>
            <a:r>
              <a:rPr lang="en" sz="1200" b="1">
                <a:solidFill>
                  <a:schemeClr val="dk1"/>
                </a:solidFill>
                <a:uFill>
                  <a:noFill/>
                </a:uFill>
                <a:latin typeface="Albert Sans"/>
                <a:ea typeface="Albert Sans"/>
                <a:cs typeface="Albert Sans"/>
                <a:sym typeface="Albert Sans"/>
                <a:hlinkClick r:id="rId3">
                  <a:extLst>
                    <a:ext uri="{A12FA001-AC4F-418D-AE19-62706E023703}">
                      <ahyp:hlinkClr xmlns:ahyp="http://schemas.microsoft.com/office/drawing/2018/hyperlinkcolor" val="tx"/>
                    </a:ext>
                  </a:extLst>
                </a:hlinkClick>
              </a:rPr>
              <a:t>Flaticon</a:t>
            </a:r>
            <a:r>
              <a:rPr lang="en" sz="1200">
                <a:solidFill>
                  <a:schemeClr val="dk1"/>
                </a:solidFill>
                <a:latin typeface="Albert Sans"/>
                <a:ea typeface="Albert Sans"/>
                <a:cs typeface="Albert Sans"/>
                <a:sym typeface="Albert Sans"/>
              </a:rPr>
              <a:t>, and infographics &amp; images by </a:t>
            </a:r>
            <a:r>
              <a:rPr lang="en" sz="1200" b="1">
                <a:solidFill>
                  <a:schemeClr val="dk1"/>
                </a:solidFill>
                <a:uFill>
                  <a:noFill/>
                </a:uFill>
                <a:latin typeface="Albert Sans"/>
                <a:ea typeface="Albert Sans"/>
                <a:cs typeface="Albert Sans"/>
                <a:sym typeface="Albert Sans"/>
                <a:hlinkClick r:id="rId4">
                  <a:extLst>
                    <a:ext uri="{A12FA001-AC4F-418D-AE19-62706E023703}">
                      <ahyp:hlinkClr xmlns:ahyp="http://schemas.microsoft.com/office/drawing/2018/hyperlinkcolor" val="tx"/>
                    </a:ext>
                  </a:extLst>
                </a:hlinkClick>
              </a:rPr>
              <a:t>Freepik</a:t>
            </a:r>
            <a:endParaRPr sz="1200" b="1">
              <a:solidFill>
                <a:schemeClr val="dk1"/>
              </a:solidFill>
              <a:latin typeface="Albert Sans"/>
              <a:ea typeface="Albert Sans"/>
              <a:cs typeface="Albert Sans"/>
              <a:sym typeface="Albert San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204"/>
        <p:cNvGrpSpPr/>
        <p:nvPr/>
      </p:nvGrpSpPr>
      <p:grpSpPr>
        <a:xfrm>
          <a:off x="0" y="0"/>
          <a:ext cx="0" cy="0"/>
          <a:chOff x="0" y="0"/>
          <a:chExt cx="0" cy="0"/>
        </a:xfrm>
      </p:grpSpPr>
      <p:sp>
        <p:nvSpPr>
          <p:cNvPr id="205" name="Google Shape;205;p35"/>
          <p:cNvSpPr/>
          <p:nvPr/>
        </p:nvSpPr>
        <p:spPr>
          <a:xfrm>
            <a:off x="-121550" y="-151950"/>
            <a:ext cx="1245975" cy="4322975"/>
          </a:xfrm>
          <a:custGeom>
            <a:avLst/>
            <a:gdLst/>
            <a:ahLst/>
            <a:cxnLst/>
            <a:rect l="l" t="t" r="r" b="b"/>
            <a:pathLst>
              <a:path w="49839" h="172919" extrusionOk="0">
                <a:moveTo>
                  <a:pt x="49839" y="0"/>
                </a:moveTo>
                <a:lnTo>
                  <a:pt x="304" y="172919"/>
                </a:lnTo>
                <a:lnTo>
                  <a:pt x="0" y="304"/>
                </a:lnTo>
                <a:close/>
              </a:path>
            </a:pathLst>
          </a:custGeom>
          <a:solidFill>
            <a:schemeClr val="accent4"/>
          </a:solidFill>
          <a:ln>
            <a:noFill/>
          </a:ln>
          <a:effectLst>
            <a:outerShdw blurRad="214313" dist="76200" dir="3660000" algn="bl" rotWithShape="0">
              <a:srgbClr val="000000">
                <a:alpha val="35000"/>
              </a:srgbClr>
            </a:outerShdw>
          </a:effectLst>
        </p:spPr>
      </p:sp>
      <p:sp>
        <p:nvSpPr>
          <p:cNvPr id="206" name="Google Shape;206;p35"/>
          <p:cNvSpPr/>
          <p:nvPr/>
        </p:nvSpPr>
        <p:spPr>
          <a:xfrm>
            <a:off x="5652525" y="4011475"/>
            <a:ext cx="3707575" cy="1276375"/>
          </a:xfrm>
          <a:custGeom>
            <a:avLst/>
            <a:gdLst/>
            <a:ahLst/>
            <a:cxnLst/>
            <a:rect l="l" t="t" r="r" b="b"/>
            <a:pathLst>
              <a:path w="148303" h="51055" extrusionOk="0">
                <a:moveTo>
                  <a:pt x="146176" y="0"/>
                </a:moveTo>
                <a:lnTo>
                  <a:pt x="148303" y="51055"/>
                </a:lnTo>
                <a:lnTo>
                  <a:pt x="0" y="48320"/>
                </a:lnTo>
                <a:close/>
              </a:path>
            </a:pathLst>
          </a:custGeom>
          <a:solidFill>
            <a:schemeClr val="accent2"/>
          </a:solidFill>
          <a:ln>
            <a:noFill/>
          </a:ln>
          <a:effectLst>
            <a:outerShdw blurRad="214313" dist="76200" dir="10920000" algn="bl" rotWithShape="0">
              <a:srgbClr val="000000">
                <a:alpha val="36000"/>
              </a:srgbClr>
            </a:outerShdw>
          </a:effectLst>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207"/>
        <p:cNvGrpSpPr/>
        <p:nvPr/>
      </p:nvGrpSpPr>
      <p:grpSpPr>
        <a:xfrm>
          <a:off x="0" y="0"/>
          <a:ext cx="0" cy="0"/>
          <a:chOff x="0" y="0"/>
          <a:chExt cx="0" cy="0"/>
        </a:xfrm>
      </p:grpSpPr>
      <p:sp>
        <p:nvSpPr>
          <p:cNvPr id="208" name="Google Shape;208;p36"/>
          <p:cNvSpPr/>
          <p:nvPr/>
        </p:nvSpPr>
        <p:spPr>
          <a:xfrm>
            <a:off x="6450275" y="-75975"/>
            <a:ext cx="2894625" cy="1489100"/>
          </a:xfrm>
          <a:custGeom>
            <a:avLst/>
            <a:gdLst/>
            <a:ahLst/>
            <a:cxnLst/>
            <a:rect l="l" t="t" r="r" b="b"/>
            <a:pathLst>
              <a:path w="115785" h="59564" extrusionOk="0">
                <a:moveTo>
                  <a:pt x="0" y="304"/>
                </a:moveTo>
                <a:lnTo>
                  <a:pt x="114266" y="0"/>
                </a:lnTo>
                <a:lnTo>
                  <a:pt x="115785" y="59564"/>
                </a:lnTo>
                <a:close/>
              </a:path>
            </a:pathLst>
          </a:custGeom>
          <a:solidFill>
            <a:schemeClr val="accent5"/>
          </a:solidFill>
          <a:ln>
            <a:noFill/>
          </a:ln>
          <a:effectLst>
            <a:outerShdw blurRad="214313" dist="76200" dir="3660000" algn="bl" rotWithShape="0">
              <a:srgbClr val="000000">
                <a:alpha val="36000"/>
              </a:srgbClr>
            </a:outerShdw>
          </a:effectLst>
        </p:spPr>
      </p:sp>
      <p:sp>
        <p:nvSpPr>
          <p:cNvPr id="209" name="Google Shape;209;p36"/>
          <p:cNvSpPr/>
          <p:nvPr/>
        </p:nvSpPr>
        <p:spPr>
          <a:xfrm>
            <a:off x="8212875" y="-121575"/>
            <a:ext cx="1132025" cy="3206150"/>
          </a:xfrm>
          <a:custGeom>
            <a:avLst/>
            <a:gdLst/>
            <a:ahLst/>
            <a:cxnLst/>
            <a:rect l="l" t="t" r="r" b="b"/>
            <a:pathLst>
              <a:path w="45281" h="128246" extrusionOk="0">
                <a:moveTo>
                  <a:pt x="0" y="608"/>
                </a:moveTo>
                <a:lnTo>
                  <a:pt x="45281" y="0"/>
                </a:lnTo>
                <a:lnTo>
                  <a:pt x="42242" y="128246"/>
                </a:lnTo>
                <a:close/>
              </a:path>
            </a:pathLst>
          </a:custGeom>
          <a:solidFill>
            <a:schemeClr val="accent2"/>
          </a:solidFill>
          <a:ln>
            <a:noFill/>
          </a:ln>
          <a:effectLst>
            <a:outerShdw blurRad="214313" dist="76200" dir="10680000" algn="bl" rotWithShape="0">
              <a:srgbClr val="000000">
                <a:alpha val="36000"/>
              </a:srgbClr>
            </a:outerShdw>
          </a:effectLst>
        </p:spPr>
      </p:sp>
      <p:sp>
        <p:nvSpPr>
          <p:cNvPr id="210" name="Google Shape;210;p36"/>
          <p:cNvSpPr/>
          <p:nvPr/>
        </p:nvSpPr>
        <p:spPr>
          <a:xfrm>
            <a:off x="-68375" y="2013325"/>
            <a:ext cx="1755025" cy="3221350"/>
          </a:xfrm>
          <a:custGeom>
            <a:avLst/>
            <a:gdLst/>
            <a:ahLst/>
            <a:cxnLst/>
            <a:rect l="l" t="t" r="r" b="b"/>
            <a:pathLst>
              <a:path w="70201" h="128854" extrusionOk="0">
                <a:moveTo>
                  <a:pt x="912" y="0"/>
                </a:moveTo>
                <a:lnTo>
                  <a:pt x="0" y="128854"/>
                </a:lnTo>
                <a:lnTo>
                  <a:pt x="70201" y="128246"/>
                </a:lnTo>
                <a:close/>
              </a:path>
            </a:pathLst>
          </a:custGeom>
          <a:solidFill>
            <a:schemeClr val="dk2"/>
          </a:solidFill>
          <a:ln>
            <a:noFill/>
          </a:ln>
          <a:effectLst>
            <a:outerShdw blurRad="200025" dist="76200" dir="3600000" algn="bl" rotWithShape="0">
              <a:srgbClr val="000000">
                <a:alpha val="34000"/>
              </a:srgbClr>
            </a:outerShdw>
          </a:effectLst>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4"/>
        <p:cNvGrpSpPr/>
        <p:nvPr/>
      </p:nvGrpSpPr>
      <p:grpSpPr>
        <a:xfrm>
          <a:off x="0" y="0"/>
          <a:ext cx="0" cy="0"/>
          <a:chOff x="0" y="0"/>
          <a:chExt cx="0" cy="0"/>
        </a:xfrm>
      </p:grpSpPr>
      <p:sp>
        <p:nvSpPr>
          <p:cNvPr id="215" name="Google Shape;215;p38"/>
          <p:cNvSpPr/>
          <p:nvPr/>
        </p:nvSpPr>
        <p:spPr>
          <a:xfrm>
            <a:off x="7465650" y="-166400"/>
            <a:ext cx="1822900" cy="5468750"/>
          </a:xfrm>
          <a:custGeom>
            <a:avLst/>
            <a:gdLst/>
            <a:ahLst/>
            <a:cxnLst/>
            <a:rect l="l" t="t" r="r" b="b"/>
            <a:pathLst>
              <a:path w="72916" h="218750" extrusionOk="0">
                <a:moveTo>
                  <a:pt x="68680" y="0"/>
                </a:moveTo>
                <a:lnTo>
                  <a:pt x="72916" y="218750"/>
                </a:lnTo>
                <a:lnTo>
                  <a:pt x="0" y="217842"/>
                </a:lnTo>
                <a:close/>
              </a:path>
            </a:pathLst>
          </a:custGeom>
          <a:solidFill>
            <a:schemeClr val="accent3"/>
          </a:solidFill>
          <a:ln>
            <a:noFill/>
          </a:ln>
          <a:effectLst>
            <a:outerShdw blurRad="214313" dist="76200" dir="10800000" algn="bl" rotWithShape="0">
              <a:schemeClr val="dk1">
                <a:alpha val="36000"/>
              </a:schemeClr>
            </a:outerShdw>
          </a:effectLst>
        </p:spPr>
      </p:sp>
      <p:sp>
        <p:nvSpPr>
          <p:cNvPr id="216" name="Google Shape;216;p38"/>
          <p:cNvSpPr/>
          <p:nvPr/>
        </p:nvSpPr>
        <p:spPr>
          <a:xfrm>
            <a:off x="-234475" y="-90775"/>
            <a:ext cx="2133025" cy="5325050"/>
          </a:xfrm>
          <a:custGeom>
            <a:avLst/>
            <a:gdLst/>
            <a:ahLst/>
            <a:cxnLst/>
            <a:rect l="l" t="t" r="r" b="b"/>
            <a:pathLst>
              <a:path w="85321" h="213002" extrusionOk="0">
                <a:moveTo>
                  <a:pt x="85321" y="0"/>
                </a:moveTo>
                <a:lnTo>
                  <a:pt x="25717" y="213002"/>
                </a:lnTo>
                <a:lnTo>
                  <a:pt x="0" y="213002"/>
                </a:lnTo>
                <a:lnTo>
                  <a:pt x="0" y="1"/>
                </a:lnTo>
                <a:close/>
              </a:path>
            </a:pathLst>
          </a:custGeom>
          <a:solidFill>
            <a:schemeClr val="accent2"/>
          </a:solidFill>
          <a:ln>
            <a:noFill/>
          </a:ln>
          <a:effectLst>
            <a:outerShdw blurRad="214313" dist="76200" dir="3600000" algn="bl" rotWithShape="0">
              <a:schemeClr val="dk1">
                <a:alpha val="36000"/>
              </a:schemeClr>
            </a:outerShdw>
          </a:effectLst>
        </p:spPr>
      </p:sp>
      <p:sp>
        <p:nvSpPr>
          <p:cNvPr id="217" name="Google Shape;217;p38"/>
          <p:cNvSpPr/>
          <p:nvPr/>
        </p:nvSpPr>
        <p:spPr>
          <a:xfrm>
            <a:off x="-83200" y="-45375"/>
            <a:ext cx="2314575" cy="1974200"/>
          </a:xfrm>
          <a:custGeom>
            <a:avLst/>
            <a:gdLst/>
            <a:ahLst/>
            <a:cxnLst/>
            <a:rect l="l" t="t" r="r" b="b"/>
            <a:pathLst>
              <a:path w="92583" h="78968" extrusionOk="0">
                <a:moveTo>
                  <a:pt x="0" y="302"/>
                </a:moveTo>
                <a:lnTo>
                  <a:pt x="0" y="78968"/>
                </a:lnTo>
                <a:lnTo>
                  <a:pt x="92583" y="0"/>
                </a:lnTo>
                <a:close/>
              </a:path>
            </a:pathLst>
          </a:custGeom>
          <a:solidFill>
            <a:schemeClr val="dk2"/>
          </a:solidFill>
          <a:ln>
            <a:noFill/>
          </a:ln>
          <a:effectLst>
            <a:outerShdw blurRad="214313" dist="76200" dir="3600000" algn="bl" rotWithShape="0">
              <a:schemeClr val="dk1">
                <a:alpha val="36000"/>
              </a:schemeClr>
            </a:outerShdw>
          </a:effectLst>
        </p:spPr>
      </p:sp>
      <p:sp>
        <p:nvSpPr>
          <p:cNvPr id="218" name="Google Shape;218;p38"/>
          <p:cNvSpPr/>
          <p:nvPr/>
        </p:nvSpPr>
        <p:spPr>
          <a:xfrm>
            <a:off x="7102575" y="3585325"/>
            <a:ext cx="2352400" cy="1656500"/>
          </a:xfrm>
          <a:custGeom>
            <a:avLst/>
            <a:gdLst/>
            <a:ahLst/>
            <a:cxnLst/>
            <a:rect l="l" t="t" r="r" b="b"/>
            <a:pathLst>
              <a:path w="94096" h="66260" extrusionOk="0">
                <a:moveTo>
                  <a:pt x="0" y="64142"/>
                </a:moveTo>
                <a:lnTo>
                  <a:pt x="91373" y="0"/>
                </a:lnTo>
                <a:lnTo>
                  <a:pt x="94096" y="66260"/>
                </a:lnTo>
                <a:close/>
              </a:path>
            </a:pathLst>
          </a:custGeom>
          <a:solidFill>
            <a:schemeClr val="accent6"/>
          </a:solidFill>
          <a:ln>
            <a:noFill/>
          </a:ln>
          <a:effectLst>
            <a:outerShdw blurRad="214313" dist="76200" dir="10860000" algn="bl" rotWithShape="0">
              <a:schemeClr val="dk1">
                <a:alpha val="36000"/>
              </a:schemeClr>
            </a:outerShdw>
          </a:effectLst>
        </p:spPr>
      </p:sp>
      <p:sp>
        <p:nvSpPr>
          <p:cNvPr id="219" name="Google Shape;219;p38"/>
          <p:cNvSpPr txBox="1">
            <a:spLocks noGrp="1"/>
          </p:cNvSpPr>
          <p:nvPr>
            <p:ph type="ctrTitle"/>
          </p:nvPr>
        </p:nvSpPr>
        <p:spPr>
          <a:xfrm>
            <a:off x="2186250" y="721388"/>
            <a:ext cx="4771500" cy="2738400"/>
          </a:xfrm>
          <a:prstGeom prst="rect">
            <a:avLst/>
          </a:prstGeom>
        </p:spPr>
        <p:txBody>
          <a:bodyPr spcFirstLastPara="1" wrap="square" lIns="91425" tIns="91425" rIns="91425" bIns="91425" anchor="b" anchorCtr="0">
            <a:noAutofit/>
          </a:bodyPr>
          <a:lstStyle>
            <a:lvl1pPr lvl="0" algn="ctr" rtl="0">
              <a:lnSpc>
                <a:spcPct val="90000"/>
              </a:lnSpc>
              <a:spcBef>
                <a:spcPts val="0"/>
              </a:spcBef>
              <a:spcAft>
                <a:spcPts val="0"/>
              </a:spcAft>
              <a:buSzPts val="5200"/>
              <a:buNone/>
              <a:defRPr sz="5700">
                <a:latin typeface="Advent Pro"/>
                <a:ea typeface="Advent Pro"/>
                <a:cs typeface="Advent Pro"/>
                <a:sym typeface="Advent Pro"/>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220" name="Google Shape;220;p38"/>
          <p:cNvSpPr txBox="1">
            <a:spLocks noGrp="1"/>
          </p:cNvSpPr>
          <p:nvPr>
            <p:ph type="subTitle" idx="1"/>
          </p:nvPr>
        </p:nvSpPr>
        <p:spPr>
          <a:xfrm>
            <a:off x="3179250" y="3631050"/>
            <a:ext cx="2785500" cy="739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600">
                <a:latin typeface="Albert Sans"/>
                <a:ea typeface="Albert Sans"/>
                <a:cs typeface="Albert Sans"/>
                <a:sym typeface="Albert Sans"/>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21"/>
        <p:cNvGrpSpPr/>
        <p:nvPr/>
      </p:nvGrpSpPr>
      <p:grpSpPr>
        <a:xfrm>
          <a:off x="0" y="0"/>
          <a:ext cx="0" cy="0"/>
          <a:chOff x="0" y="0"/>
          <a:chExt cx="0" cy="0"/>
        </a:xfrm>
      </p:grpSpPr>
      <p:sp>
        <p:nvSpPr>
          <p:cNvPr id="222" name="Google Shape;222;p39"/>
          <p:cNvSpPr/>
          <p:nvPr/>
        </p:nvSpPr>
        <p:spPr>
          <a:xfrm>
            <a:off x="-288911" y="537275"/>
            <a:ext cx="1952934" cy="4704425"/>
          </a:xfrm>
          <a:custGeom>
            <a:avLst/>
            <a:gdLst/>
            <a:ahLst/>
            <a:cxnLst/>
            <a:rect l="l" t="t" r="r" b="b"/>
            <a:pathLst>
              <a:path w="74732" h="180022" extrusionOk="0">
                <a:moveTo>
                  <a:pt x="6051" y="49317"/>
                </a:moveTo>
                <a:lnTo>
                  <a:pt x="0" y="180022"/>
                </a:lnTo>
                <a:lnTo>
                  <a:pt x="74732" y="180022"/>
                </a:lnTo>
                <a:lnTo>
                  <a:pt x="6656" y="0"/>
                </a:lnTo>
                <a:close/>
              </a:path>
            </a:pathLst>
          </a:custGeom>
          <a:solidFill>
            <a:schemeClr val="accent2"/>
          </a:solidFill>
          <a:ln>
            <a:noFill/>
          </a:ln>
          <a:effectLst>
            <a:outerShdw blurRad="214313" dist="76200" dir="1680000" algn="bl" rotWithShape="0">
              <a:schemeClr val="dk1">
                <a:alpha val="35000"/>
              </a:schemeClr>
            </a:outerShdw>
          </a:effectLst>
        </p:spPr>
      </p:sp>
      <p:sp>
        <p:nvSpPr>
          <p:cNvPr id="223" name="Google Shape;223;p39"/>
          <p:cNvSpPr/>
          <p:nvPr/>
        </p:nvSpPr>
        <p:spPr>
          <a:xfrm>
            <a:off x="4659400" y="-166400"/>
            <a:ext cx="4689675" cy="2019575"/>
          </a:xfrm>
          <a:custGeom>
            <a:avLst/>
            <a:gdLst/>
            <a:ahLst/>
            <a:cxnLst/>
            <a:rect l="l" t="t" r="r" b="b"/>
            <a:pathLst>
              <a:path w="187587" h="80783" extrusionOk="0">
                <a:moveTo>
                  <a:pt x="0" y="3328"/>
                </a:moveTo>
                <a:lnTo>
                  <a:pt x="187587" y="80783"/>
                </a:lnTo>
                <a:lnTo>
                  <a:pt x="185771" y="0"/>
                </a:lnTo>
                <a:close/>
              </a:path>
            </a:pathLst>
          </a:custGeom>
          <a:solidFill>
            <a:schemeClr val="lt2"/>
          </a:solidFill>
          <a:ln>
            <a:noFill/>
          </a:ln>
          <a:effectLst>
            <a:outerShdw blurRad="214313" dist="76200" dir="3960000" algn="bl" rotWithShape="0">
              <a:schemeClr val="dk1">
                <a:alpha val="35000"/>
              </a:schemeClr>
            </a:outerShdw>
          </a:effectLst>
        </p:spPr>
      </p:sp>
      <p:sp>
        <p:nvSpPr>
          <p:cNvPr id="224" name="Google Shape;224;p39"/>
          <p:cNvSpPr/>
          <p:nvPr/>
        </p:nvSpPr>
        <p:spPr>
          <a:xfrm>
            <a:off x="7352175" y="-83225"/>
            <a:ext cx="1913700" cy="2957525"/>
          </a:xfrm>
          <a:custGeom>
            <a:avLst/>
            <a:gdLst/>
            <a:ahLst/>
            <a:cxnLst/>
            <a:rect l="l" t="t" r="r" b="b"/>
            <a:pathLst>
              <a:path w="76548" h="118301" extrusionOk="0">
                <a:moveTo>
                  <a:pt x="76548" y="0"/>
                </a:moveTo>
                <a:lnTo>
                  <a:pt x="75640" y="118301"/>
                </a:lnTo>
                <a:lnTo>
                  <a:pt x="0" y="303"/>
                </a:lnTo>
                <a:close/>
              </a:path>
            </a:pathLst>
          </a:custGeom>
          <a:solidFill>
            <a:schemeClr val="dk2"/>
          </a:solidFill>
          <a:ln>
            <a:noFill/>
          </a:ln>
          <a:effectLst>
            <a:outerShdw blurRad="214313" dist="76200" dir="5400000" algn="bl" rotWithShape="0">
              <a:schemeClr val="dk1">
                <a:alpha val="35000"/>
              </a:schemeClr>
            </a:outerShdw>
          </a:effectLst>
        </p:spPr>
      </p:sp>
      <p:sp>
        <p:nvSpPr>
          <p:cNvPr id="225" name="Google Shape;225;p39"/>
          <p:cNvSpPr/>
          <p:nvPr/>
        </p:nvSpPr>
        <p:spPr>
          <a:xfrm flipH="1">
            <a:off x="-158850" y="3585325"/>
            <a:ext cx="2352400" cy="1656500"/>
          </a:xfrm>
          <a:custGeom>
            <a:avLst/>
            <a:gdLst/>
            <a:ahLst/>
            <a:cxnLst/>
            <a:rect l="l" t="t" r="r" b="b"/>
            <a:pathLst>
              <a:path w="94096" h="66260" extrusionOk="0">
                <a:moveTo>
                  <a:pt x="0" y="64142"/>
                </a:moveTo>
                <a:lnTo>
                  <a:pt x="91373" y="0"/>
                </a:lnTo>
                <a:lnTo>
                  <a:pt x="94096" y="66260"/>
                </a:lnTo>
                <a:close/>
              </a:path>
            </a:pathLst>
          </a:custGeom>
          <a:solidFill>
            <a:schemeClr val="accent6"/>
          </a:solidFill>
          <a:ln>
            <a:noFill/>
          </a:ln>
          <a:effectLst>
            <a:outerShdw blurRad="214313" dist="76200" algn="bl" rotWithShape="0">
              <a:schemeClr val="dk1">
                <a:alpha val="35000"/>
              </a:schemeClr>
            </a:outerShdw>
          </a:effectLst>
        </p:spPr>
      </p:sp>
      <p:sp>
        <p:nvSpPr>
          <p:cNvPr id="226" name="Google Shape;226;p39"/>
          <p:cNvSpPr txBox="1">
            <a:spLocks noGrp="1"/>
          </p:cNvSpPr>
          <p:nvPr>
            <p:ph type="title"/>
          </p:nvPr>
        </p:nvSpPr>
        <p:spPr>
          <a:xfrm>
            <a:off x="2395050" y="2571750"/>
            <a:ext cx="4353900" cy="84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2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27" name="Google Shape;227;p39"/>
          <p:cNvSpPr txBox="1">
            <a:spLocks noGrp="1"/>
          </p:cNvSpPr>
          <p:nvPr>
            <p:ph type="title" idx="2" hasCustomPrompt="1"/>
          </p:nvPr>
        </p:nvSpPr>
        <p:spPr>
          <a:xfrm>
            <a:off x="3999600" y="1729950"/>
            <a:ext cx="11448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6000">
                <a:latin typeface="Advent Pro Medium"/>
                <a:ea typeface="Advent Pro Medium"/>
                <a:cs typeface="Advent Pro Medium"/>
                <a:sym typeface="Advent Pro Medium"/>
              </a:defRPr>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28"/>
        <p:cNvGrpSpPr/>
        <p:nvPr/>
      </p:nvGrpSpPr>
      <p:grpSpPr>
        <a:xfrm>
          <a:off x="0" y="0"/>
          <a:ext cx="0" cy="0"/>
          <a:chOff x="0" y="0"/>
          <a:chExt cx="0" cy="0"/>
        </a:xfrm>
      </p:grpSpPr>
      <p:sp>
        <p:nvSpPr>
          <p:cNvPr id="229" name="Google Shape;229;p40"/>
          <p:cNvSpPr txBox="1">
            <a:spLocks noGrp="1"/>
          </p:cNvSpPr>
          <p:nvPr>
            <p:ph type="title"/>
          </p:nvPr>
        </p:nvSpPr>
        <p:spPr>
          <a:xfrm>
            <a:off x="716375" y="445025"/>
            <a:ext cx="7711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230" name="Google Shape;230;p40"/>
          <p:cNvSpPr txBox="1">
            <a:spLocks noGrp="1"/>
          </p:cNvSpPr>
          <p:nvPr>
            <p:ph type="body" idx="1"/>
          </p:nvPr>
        </p:nvSpPr>
        <p:spPr>
          <a:xfrm>
            <a:off x="716375" y="1152475"/>
            <a:ext cx="7711200" cy="11319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1"/>
        <p:cNvGrpSpPr/>
        <p:nvPr/>
      </p:nvGrpSpPr>
      <p:grpSpPr>
        <a:xfrm>
          <a:off x="0" y="0"/>
          <a:ext cx="0" cy="0"/>
          <a:chOff x="0" y="0"/>
          <a:chExt cx="0" cy="0"/>
        </a:xfrm>
      </p:grpSpPr>
      <p:sp>
        <p:nvSpPr>
          <p:cNvPr id="232" name="Google Shape;232;p41"/>
          <p:cNvSpPr/>
          <p:nvPr/>
        </p:nvSpPr>
        <p:spPr>
          <a:xfrm>
            <a:off x="-105900" y="-60500"/>
            <a:ext cx="1308575" cy="2337250"/>
          </a:xfrm>
          <a:custGeom>
            <a:avLst/>
            <a:gdLst/>
            <a:ahLst/>
            <a:cxnLst/>
            <a:rect l="l" t="t" r="r" b="b"/>
            <a:pathLst>
              <a:path w="52343" h="93490" extrusionOk="0">
                <a:moveTo>
                  <a:pt x="52343" y="0"/>
                </a:moveTo>
                <a:lnTo>
                  <a:pt x="0" y="93490"/>
                </a:lnTo>
                <a:lnTo>
                  <a:pt x="0" y="302"/>
                </a:lnTo>
                <a:close/>
              </a:path>
            </a:pathLst>
          </a:custGeom>
          <a:solidFill>
            <a:schemeClr val="accent4"/>
          </a:solidFill>
          <a:ln>
            <a:noFill/>
          </a:ln>
          <a:effectLst>
            <a:outerShdw blurRad="214313" dist="76200" dir="3780000" algn="bl" rotWithShape="0">
              <a:srgbClr val="000000">
                <a:alpha val="35000"/>
              </a:srgbClr>
            </a:outerShdw>
          </a:effectLst>
        </p:spPr>
      </p:sp>
      <p:sp>
        <p:nvSpPr>
          <p:cNvPr id="233" name="Google Shape;233;p41"/>
          <p:cNvSpPr/>
          <p:nvPr/>
        </p:nvSpPr>
        <p:spPr>
          <a:xfrm>
            <a:off x="6187325" y="3774425"/>
            <a:ext cx="3139050" cy="1452275"/>
          </a:xfrm>
          <a:custGeom>
            <a:avLst/>
            <a:gdLst/>
            <a:ahLst/>
            <a:cxnLst/>
            <a:rect l="l" t="t" r="r" b="b"/>
            <a:pathLst>
              <a:path w="125562" h="58091" extrusionOk="0">
                <a:moveTo>
                  <a:pt x="125562" y="0"/>
                </a:moveTo>
                <a:lnTo>
                  <a:pt x="0" y="56881"/>
                </a:lnTo>
                <a:lnTo>
                  <a:pt x="122234" y="58091"/>
                </a:lnTo>
                <a:close/>
              </a:path>
            </a:pathLst>
          </a:custGeom>
          <a:solidFill>
            <a:schemeClr val="dk2"/>
          </a:solidFill>
          <a:ln>
            <a:noFill/>
          </a:ln>
          <a:effectLst>
            <a:outerShdw blurRad="214313" dist="76200" dir="10920000" algn="bl" rotWithShape="0">
              <a:srgbClr val="000000">
                <a:alpha val="35000"/>
              </a:srgbClr>
            </a:outerShdw>
          </a:effectLst>
        </p:spPr>
      </p:sp>
      <p:sp>
        <p:nvSpPr>
          <p:cNvPr id="234" name="Google Shape;234;p41"/>
          <p:cNvSpPr/>
          <p:nvPr/>
        </p:nvSpPr>
        <p:spPr>
          <a:xfrm>
            <a:off x="7972425" y="1467400"/>
            <a:ext cx="1520375" cy="3797125"/>
          </a:xfrm>
          <a:custGeom>
            <a:avLst/>
            <a:gdLst/>
            <a:ahLst/>
            <a:cxnLst/>
            <a:rect l="l" t="t" r="r" b="b"/>
            <a:pathLst>
              <a:path w="60815" h="151885" extrusionOk="0">
                <a:moveTo>
                  <a:pt x="55671" y="0"/>
                </a:moveTo>
                <a:lnTo>
                  <a:pt x="0" y="151885"/>
                </a:lnTo>
                <a:lnTo>
                  <a:pt x="60815" y="151885"/>
                </a:lnTo>
                <a:close/>
              </a:path>
            </a:pathLst>
          </a:custGeom>
          <a:solidFill>
            <a:schemeClr val="accent2"/>
          </a:solidFill>
          <a:ln w="9525" cap="flat" cmpd="sng">
            <a:solidFill>
              <a:schemeClr val="dk2"/>
            </a:solidFill>
            <a:prstDash val="solid"/>
            <a:round/>
            <a:headEnd type="none" w="med" len="med"/>
            <a:tailEnd type="none" w="med" len="med"/>
          </a:ln>
          <a:effectLst>
            <a:outerShdw blurRad="214313" dist="76200" dir="10920000" algn="bl" rotWithShape="0">
              <a:srgbClr val="000000">
                <a:alpha val="35000"/>
              </a:srgbClr>
            </a:outerShdw>
          </a:effectLst>
        </p:spPr>
      </p:sp>
      <p:sp>
        <p:nvSpPr>
          <p:cNvPr id="235" name="Google Shape;235;p41"/>
          <p:cNvSpPr txBox="1">
            <a:spLocks noGrp="1"/>
          </p:cNvSpPr>
          <p:nvPr>
            <p:ph type="title"/>
          </p:nvPr>
        </p:nvSpPr>
        <p:spPr>
          <a:xfrm>
            <a:off x="716375" y="445025"/>
            <a:ext cx="77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algn="ctr" rtl="0">
              <a:spcBef>
                <a:spcPts val="0"/>
              </a:spcBef>
              <a:spcAft>
                <a:spcPts val="0"/>
              </a:spcAft>
              <a:buSzPts val="3400"/>
              <a:buNone/>
              <a:defRPr/>
            </a:lvl2pPr>
            <a:lvl3pPr lvl="2" algn="ctr" rtl="0">
              <a:spcBef>
                <a:spcPts val="0"/>
              </a:spcBef>
              <a:spcAft>
                <a:spcPts val="0"/>
              </a:spcAft>
              <a:buSzPts val="3400"/>
              <a:buNone/>
              <a:defRPr/>
            </a:lvl3pPr>
            <a:lvl4pPr lvl="3" algn="ctr" rtl="0">
              <a:spcBef>
                <a:spcPts val="0"/>
              </a:spcBef>
              <a:spcAft>
                <a:spcPts val="0"/>
              </a:spcAft>
              <a:buSzPts val="3400"/>
              <a:buNone/>
              <a:defRPr/>
            </a:lvl4pPr>
            <a:lvl5pPr lvl="4" algn="ctr" rtl="0">
              <a:spcBef>
                <a:spcPts val="0"/>
              </a:spcBef>
              <a:spcAft>
                <a:spcPts val="0"/>
              </a:spcAft>
              <a:buSzPts val="3400"/>
              <a:buNone/>
              <a:defRPr/>
            </a:lvl5pPr>
            <a:lvl6pPr lvl="5" algn="ctr" rtl="0">
              <a:spcBef>
                <a:spcPts val="0"/>
              </a:spcBef>
              <a:spcAft>
                <a:spcPts val="0"/>
              </a:spcAft>
              <a:buSzPts val="3400"/>
              <a:buNone/>
              <a:defRPr/>
            </a:lvl6pPr>
            <a:lvl7pPr lvl="6" algn="ctr" rtl="0">
              <a:spcBef>
                <a:spcPts val="0"/>
              </a:spcBef>
              <a:spcAft>
                <a:spcPts val="0"/>
              </a:spcAft>
              <a:buSzPts val="3400"/>
              <a:buNone/>
              <a:defRPr/>
            </a:lvl7pPr>
            <a:lvl8pPr lvl="7" algn="ctr" rtl="0">
              <a:spcBef>
                <a:spcPts val="0"/>
              </a:spcBef>
              <a:spcAft>
                <a:spcPts val="0"/>
              </a:spcAft>
              <a:buSzPts val="3400"/>
              <a:buNone/>
              <a:defRPr/>
            </a:lvl8pPr>
            <a:lvl9pPr lvl="8" algn="ctr" rtl="0">
              <a:spcBef>
                <a:spcPts val="0"/>
              </a:spcBef>
              <a:spcAft>
                <a:spcPts val="0"/>
              </a:spcAft>
              <a:buSzPts val="3400"/>
              <a:buNone/>
              <a:defRPr/>
            </a:lvl9pPr>
          </a:lstStyle>
          <a:p>
            <a:endParaRPr/>
          </a:p>
        </p:txBody>
      </p:sp>
      <p:sp>
        <p:nvSpPr>
          <p:cNvPr id="236" name="Google Shape;236;p41"/>
          <p:cNvSpPr txBox="1">
            <a:spLocks noGrp="1"/>
          </p:cNvSpPr>
          <p:nvPr>
            <p:ph type="subTitle" idx="1"/>
          </p:nvPr>
        </p:nvSpPr>
        <p:spPr>
          <a:xfrm>
            <a:off x="1230128" y="1877925"/>
            <a:ext cx="2927700" cy="5199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37" name="Google Shape;237;p41"/>
          <p:cNvSpPr txBox="1">
            <a:spLocks noGrp="1"/>
          </p:cNvSpPr>
          <p:nvPr>
            <p:ph type="subTitle" idx="2"/>
          </p:nvPr>
        </p:nvSpPr>
        <p:spPr>
          <a:xfrm>
            <a:off x="1230138" y="2397825"/>
            <a:ext cx="2927700" cy="13518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38" name="Google Shape;238;p41"/>
          <p:cNvSpPr txBox="1">
            <a:spLocks noGrp="1"/>
          </p:cNvSpPr>
          <p:nvPr>
            <p:ph type="subTitle" idx="3"/>
          </p:nvPr>
        </p:nvSpPr>
        <p:spPr>
          <a:xfrm>
            <a:off x="4986122" y="1877925"/>
            <a:ext cx="2927700" cy="5199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39" name="Google Shape;239;p41"/>
          <p:cNvSpPr txBox="1">
            <a:spLocks noGrp="1"/>
          </p:cNvSpPr>
          <p:nvPr>
            <p:ph type="subTitle" idx="4"/>
          </p:nvPr>
        </p:nvSpPr>
        <p:spPr>
          <a:xfrm>
            <a:off x="4986121" y="2397825"/>
            <a:ext cx="2927700" cy="13518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0"/>
        <p:cNvGrpSpPr/>
        <p:nvPr/>
      </p:nvGrpSpPr>
      <p:grpSpPr>
        <a:xfrm>
          <a:off x="0" y="0"/>
          <a:ext cx="0" cy="0"/>
          <a:chOff x="0" y="0"/>
          <a:chExt cx="0" cy="0"/>
        </a:xfrm>
      </p:grpSpPr>
      <p:sp>
        <p:nvSpPr>
          <p:cNvPr id="241" name="Google Shape;241;p42"/>
          <p:cNvSpPr txBox="1">
            <a:spLocks noGrp="1"/>
          </p:cNvSpPr>
          <p:nvPr>
            <p:ph type="title"/>
          </p:nvPr>
        </p:nvSpPr>
        <p:spPr>
          <a:xfrm>
            <a:off x="716375" y="445025"/>
            <a:ext cx="7711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34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242" name="Google Shape;242;p42"/>
          <p:cNvSpPr/>
          <p:nvPr/>
        </p:nvSpPr>
        <p:spPr>
          <a:xfrm>
            <a:off x="8312800" y="-90775"/>
            <a:ext cx="1021125" cy="4319025"/>
          </a:xfrm>
          <a:custGeom>
            <a:avLst/>
            <a:gdLst/>
            <a:ahLst/>
            <a:cxnLst/>
            <a:rect l="l" t="t" r="r" b="b"/>
            <a:pathLst>
              <a:path w="40845" h="172761" extrusionOk="0">
                <a:moveTo>
                  <a:pt x="40845" y="0"/>
                </a:moveTo>
                <a:lnTo>
                  <a:pt x="0" y="303"/>
                </a:lnTo>
                <a:lnTo>
                  <a:pt x="35702" y="172761"/>
                </a:lnTo>
                <a:close/>
              </a:path>
            </a:pathLst>
          </a:custGeom>
          <a:solidFill>
            <a:schemeClr val="accent4"/>
          </a:solidFill>
          <a:ln>
            <a:noFill/>
          </a:ln>
          <a:effectLst>
            <a:outerShdw blurRad="214313" dist="76200" dir="10860000" algn="bl" rotWithShape="0">
              <a:schemeClr val="dk1">
                <a:alpha val="35000"/>
              </a:schemeClr>
            </a:outerShdw>
          </a:effectLst>
        </p:spPr>
      </p:sp>
      <p:sp>
        <p:nvSpPr>
          <p:cNvPr id="243" name="Google Shape;243;p42"/>
          <p:cNvSpPr/>
          <p:nvPr/>
        </p:nvSpPr>
        <p:spPr>
          <a:xfrm>
            <a:off x="7828700" y="-60500"/>
            <a:ext cx="1397700" cy="1646000"/>
          </a:xfrm>
          <a:custGeom>
            <a:avLst/>
            <a:gdLst/>
            <a:ahLst/>
            <a:cxnLst/>
            <a:rect l="l" t="t" r="r" b="b"/>
            <a:pathLst>
              <a:path w="55908" h="65840" extrusionOk="0">
                <a:moveTo>
                  <a:pt x="55908" y="854"/>
                </a:moveTo>
                <a:lnTo>
                  <a:pt x="55908" y="65840"/>
                </a:lnTo>
                <a:lnTo>
                  <a:pt x="0" y="0"/>
                </a:lnTo>
                <a:close/>
              </a:path>
            </a:pathLst>
          </a:custGeom>
          <a:solidFill>
            <a:schemeClr val="accent2"/>
          </a:solidFill>
          <a:ln>
            <a:noFill/>
          </a:ln>
          <a:effectLst>
            <a:outerShdw blurRad="214313" dist="76200" dir="3600000" algn="bl" rotWithShape="0">
              <a:schemeClr val="dk1">
                <a:alpha val="35000"/>
              </a:schemeClr>
            </a:outerShdw>
          </a:effectLst>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44"/>
        <p:cNvGrpSpPr/>
        <p:nvPr/>
      </p:nvGrpSpPr>
      <p:grpSpPr>
        <a:xfrm>
          <a:off x="0" y="0"/>
          <a:ext cx="0" cy="0"/>
          <a:chOff x="0" y="0"/>
          <a:chExt cx="0" cy="0"/>
        </a:xfrm>
      </p:grpSpPr>
      <p:sp>
        <p:nvSpPr>
          <p:cNvPr id="245" name="Google Shape;245;p43"/>
          <p:cNvSpPr/>
          <p:nvPr/>
        </p:nvSpPr>
        <p:spPr>
          <a:xfrm>
            <a:off x="-211800" y="-83200"/>
            <a:ext cx="3456750" cy="1263175"/>
          </a:xfrm>
          <a:custGeom>
            <a:avLst/>
            <a:gdLst/>
            <a:ahLst/>
            <a:cxnLst/>
            <a:rect l="l" t="t" r="r" b="b"/>
            <a:pathLst>
              <a:path w="138270" h="50527" extrusionOk="0">
                <a:moveTo>
                  <a:pt x="0" y="0"/>
                </a:moveTo>
                <a:lnTo>
                  <a:pt x="138270" y="908"/>
                </a:lnTo>
                <a:lnTo>
                  <a:pt x="605" y="50527"/>
                </a:lnTo>
                <a:close/>
              </a:path>
            </a:pathLst>
          </a:custGeom>
          <a:solidFill>
            <a:schemeClr val="accent1"/>
          </a:solidFill>
          <a:ln>
            <a:noFill/>
          </a:ln>
          <a:effectLst>
            <a:outerShdw blurRad="214313" dist="76200" dir="3600000" algn="bl" rotWithShape="0">
              <a:srgbClr val="000000">
                <a:alpha val="35000"/>
              </a:srgbClr>
            </a:outerShdw>
          </a:effectLst>
        </p:spPr>
      </p:sp>
      <p:sp>
        <p:nvSpPr>
          <p:cNvPr id="246" name="Google Shape;246;p43"/>
          <p:cNvSpPr/>
          <p:nvPr/>
        </p:nvSpPr>
        <p:spPr>
          <a:xfrm>
            <a:off x="-181525" y="-37825"/>
            <a:ext cx="1535475" cy="2254075"/>
          </a:xfrm>
          <a:custGeom>
            <a:avLst/>
            <a:gdLst/>
            <a:ahLst/>
            <a:cxnLst/>
            <a:rect l="l" t="t" r="r" b="b"/>
            <a:pathLst>
              <a:path w="61419" h="90163" extrusionOk="0">
                <a:moveTo>
                  <a:pt x="61419" y="0"/>
                </a:moveTo>
                <a:lnTo>
                  <a:pt x="302" y="0"/>
                </a:lnTo>
                <a:lnTo>
                  <a:pt x="0" y="90163"/>
                </a:lnTo>
                <a:close/>
              </a:path>
            </a:pathLst>
          </a:custGeom>
          <a:solidFill>
            <a:schemeClr val="accent3"/>
          </a:solidFill>
          <a:ln>
            <a:noFill/>
          </a:ln>
          <a:effectLst>
            <a:outerShdw blurRad="214313" dist="76200" dir="3780000" algn="bl" rotWithShape="0">
              <a:srgbClr val="000000">
                <a:alpha val="35000"/>
              </a:srgbClr>
            </a:outerShdw>
          </a:effectLst>
        </p:spPr>
      </p:sp>
      <p:sp>
        <p:nvSpPr>
          <p:cNvPr id="247" name="Google Shape;247;p43"/>
          <p:cNvSpPr txBox="1">
            <a:spLocks noGrp="1"/>
          </p:cNvSpPr>
          <p:nvPr>
            <p:ph type="title"/>
          </p:nvPr>
        </p:nvSpPr>
        <p:spPr>
          <a:xfrm>
            <a:off x="961800" y="1669350"/>
            <a:ext cx="36102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248" name="Google Shape;248;p43"/>
          <p:cNvSpPr txBox="1">
            <a:spLocks noGrp="1"/>
          </p:cNvSpPr>
          <p:nvPr>
            <p:ph type="subTitle" idx="1"/>
          </p:nvPr>
        </p:nvSpPr>
        <p:spPr>
          <a:xfrm>
            <a:off x="961800" y="2242050"/>
            <a:ext cx="3610200" cy="1303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atin typeface="Albert Sans"/>
                <a:ea typeface="Albert Sans"/>
                <a:cs typeface="Albert Sans"/>
                <a:sym typeface="Albert Sans"/>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49" name="Google Shape;249;p43"/>
          <p:cNvSpPr>
            <a:spLocks noGrp="1"/>
          </p:cNvSpPr>
          <p:nvPr>
            <p:ph type="pic" idx="2"/>
          </p:nvPr>
        </p:nvSpPr>
        <p:spPr>
          <a:xfrm flipH="1">
            <a:off x="5287150" y="0"/>
            <a:ext cx="3856800" cy="5143500"/>
          </a:xfrm>
          <a:prstGeom prst="rect">
            <a:avLst/>
          </a:prstGeom>
          <a:no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50"/>
        <p:cNvGrpSpPr/>
        <p:nvPr/>
      </p:nvGrpSpPr>
      <p:grpSpPr>
        <a:xfrm>
          <a:off x="0" y="0"/>
          <a:ext cx="0" cy="0"/>
          <a:chOff x="0" y="0"/>
          <a:chExt cx="0" cy="0"/>
        </a:xfrm>
      </p:grpSpPr>
      <p:sp>
        <p:nvSpPr>
          <p:cNvPr id="251" name="Google Shape;251;p44"/>
          <p:cNvSpPr txBox="1">
            <a:spLocks noGrp="1"/>
          </p:cNvSpPr>
          <p:nvPr>
            <p:ph type="title"/>
          </p:nvPr>
        </p:nvSpPr>
        <p:spPr>
          <a:xfrm>
            <a:off x="1388100" y="1081650"/>
            <a:ext cx="6367800" cy="29802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252" name="Google Shape;252;p44"/>
          <p:cNvSpPr/>
          <p:nvPr/>
        </p:nvSpPr>
        <p:spPr>
          <a:xfrm>
            <a:off x="-114625" y="-105375"/>
            <a:ext cx="1168450" cy="2104025"/>
          </a:xfrm>
          <a:custGeom>
            <a:avLst/>
            <a:gdLst/>
            <a:ahLst/>
            <a:cxnLst/>
            <a:rect l="l" t="t" r="r" b="b"/>
            <a:pathLst>
              <a:path w="46738" h="84161" extrusionOk="0">
                <a:moveTo>
                  <a:pt x="46738" y="0"/>
                </a:moveTo>
                <a:lnTo>
                  <a:pt x="0" y="490"/>
                </a:lnTo>
                <a:lnTo>
                  <a:pt x="1146" y="84161"/>
                </a:lnTo>
                <a:close/>
              </a:path>
            </a:pathLst>
          </a:custGeom>
          <a:solidFill>
            <a:schemeClr val="accent3"/>
          </a:solidFill>
          <a:ln>
            <a:noFill/>
          </a:ln>
          <a:effectLst>
            <a:outerShdw blurRad="214313" dist="76200" dir="3660000" algn="bl" rotWithShape="0">
              <a:srgbClr val="000000">
                <a:alpha val="35000"/>
              </a:srgbClr>
            </a:outerShdw>
          </a:effectLst>
        </p:spPr>
      </p:sp>
      <p:sp>
        <p:nvSpPr>
          <p:cNvPr id="253" name="Google Shape;253;p44"/>
          <p:cNvSpPr/>
          <p:nvPr/>
        </p:nvSpPr>
        <p:spPr>
          <a:xfrm>
            <a:off x="6185175" y="3810000"/>
            <a:ext cx="3072325" cy="1426725"/>
          </a:xfrm>
          <a:custGeom>
            <a:avLst/>
            <a:gdLst/>
            <a:ahLst/>
            <a:cxnLst/>
            <a:rect l="l" t="t" r="r" b="b"/>
            <a:pathLst>
              <a:path w="122893" h="57069" extrusionOk="0">
                <a:moveTo>
                  <a:pt x="0" y="56745"/>
                </a:moveTo>
                <a:lnTo>
                  <a:pt x="121596" y="0"/>
                </a:lnTo>
                <a:lnTo>
                  <a:pt x="122893" y="57069"/>
                </a:lnTo>
                <a:close/>
              </a:path>
            </a:pathLst>
          </a:custGeom>
          <a:solidFill>
            <a:schemeClr val="accent2"/>
          </a:solidFill>
          <a:ln>
            <a:noFill/>
          </a:ln>
          <a:effectLst>
            <a:outerShdw blurRad="214313" dist="76200" dir="10860000" algn="bl" rotWithShape="0">
              <a:srgbClr val="000000">
                <a:alpha val="35000"/>
              </a:srgbClr>
            </a:outerShdw>
          </a:effectLst>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54"/>
        <p:cNvGrpSpPr/>
        <p:nvPr/>
      </p:nvGrpSpPr>
      <p:grpSpPr>
        <a:xfrm>
          <a:off x="0" y="0"/>
          <a:ext cx="0" cy="0"/>
          <a:chOff x="0" y="0"/>
          <a:chExt cx="0" cy="0"/>
        </a:xfrm>
      </p:grpSpPr>
      <p:sp>
        <p:nvSpPr>
          <p:cNvPr id="255" name="Google Shape;255;p45"/>
          <p:cNvSpPr/>
          <p:nvPr/>
        </p:nvSpPr>
        <p:spPr>
          <a:xfrm>
            <a:off x="6110600" y="-93125"/>
            <a:ext cx="3323925" cy="1289450"/>
          </a:xfrm>
          <a:custGeom>
            <a:avLst/>
            <a:gdLst/>
            <a:ahLst/>
            <a:cxnLst/>
            <a:rect l="l" t="t" r="r" b="b"/>
            <a:pathLst>
              <a:path w="132957" h="51578" extrusionOk="0">
                <a:moveTo>
                  <a:pt x="0" y="286"/>
                </a:moveTo>
                <a:lnTo>
                  <a:pt x="130378" y="0"/>
                </a:lnTo>
                <a:lnTo>
                  <a:pt x="132957" y="51578"/>
                </a:lnTo>
                <a:close/>
              </a:path>
            </a:pathLst>
          </a:custGeom>
          <a:solidFill>
            <a:schemeClr val="accent4"/>
          </a:solidFill>
          <a:ln>
            <a:noFill/>
          </a:ln>
          <a:effectLst>
            <a:outerShdw blurRad="214313" dist="76200" dir="10920000" algn="bl" rotWithShape="0">
              <a:srgbClr val="000000">
                <a:alpha val="35000"/>
              </a:srgbClr>
            </a:outerShdw>
          </a:effectLst>
        </p:spPr>
      </p:sp>
      <p:sp>
        <p:nvSpPr>
          <p:cNvPr id="256" name="Google Shape;256;p45"/>
          <p:cNvSpPr txBox="1">
            <a:spLocks noGrp="1"/>
          </p:cNvSpPr>
          <p:nvPr>
            <p:ph type="title"/>
          </p:nvPr>
        </p:nvSpPr>
        <p:spPr>
          <a:xfrm>
            <a:off x="716375"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257" name="Google Shape;257;p45"/>
          <p:cNvSpPr txBox="1">
            <a:spLocks noGrp="1"/>
          </p:cNvSpPr>
          <p:nvPr>
            <p:ph type="subTitle" idx="1"/>
          </p:nvPr>
        </p:nvSpPr>
        <p:spPr>
          <a:xfrm>
            <a:off x="716375"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258" name="Google Shape;258;p45"/>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259" name="Google Shape;259;p45"/>
          <p:cNvSpPr/>
          <p:nvPr/>
        </p:nvSpPr>
        <p:spPr>
          <a:xfrm>
            <a:off x="7743900" y="-93125"/>
            <a:ext cx="1583175" cy="2270875"/>
          </a:xfrm>
          <a:custGeom>
            <a:avLst/>
            <a:gdLst/>
            <a:ahLst/>
            <a:cxnLst/>
            <a:rect l="l" t="t" r="r" b="b"/>
            <a:pathLst>
              <a:path w="63327" h="90835" extrusionOk="0">
                <a:moveTo>
                  <a:pt x="0" y="286"/>
                </a:moveTo>
                <a:lnTo>
                  <a:pt x="4871" y="0"/>
                </a:lnTo>
                <a:lnTo>
                  <a:pt x="63327" y="860"/>
                </a:lnTo>
                <a:lnTo>
                  <a:pt x="61608" y="90835"/>
                </a:lnTo>
                <a:close/>
              </a:path>
            </a:pathLst>
          </a:custGeom>
          <a:solidFill>
            <a:schemeClr val="accent1"/>
          </a:solidFill>
          <a:ln>
            <a:noFill/>
          </a:ln>
          <a:effectLst>
            <a:outerShdw blurRad="200025" dist="76200" dir="10860000" algn="bl" rotWithShape="0">
              <a:srgbClr val="000000">
                <a:alpha val="36000"/>
              </a:srgbClr>
            </a:outerShdw>
          </a:effectLst>
        </p:spPr>
      </p:sp>
      <p:sp>
        <p:nvSpPr>
          <p:cNvPr id="260" name="Google Shape;260;p45"/>
          <p:cNvSpPr/>
          <p:nvPr/>
        </p:nvSpPr>
        <p:spPr>
          <a:xfrm>
            <a:off x="-100300" y="2564575"/>
            <a:ext cx="1504375" cy="2664900"/>
          </a:xfrm>
          <a:custGeom>
            <a:avLst/>
            <a:gdLst/>
            <a:ahLst/>
            <a:cxnLst/>
            <a:rect l="l" t="t" r="r" b="b"/>
            <a:pathLst>
              <a:path w="60175" h="106596" extrusionOk="0">
                <a:moveTo>
                  <a:pt x="573" y="0"/>
                </a:moveTo>
                <a:lnTo>
                  <a:pt x="0" y="106309"/>
                </a:lnTo>
                <a:lnTo>
                  <a:pt x="60175" y="106596"/>
                </a:lnTo>
                <a:close/>
              </a:path>
            </a:pathLst>
          </a:custGeom>
          <a:solidFill>
            <a:schemeClr val="dk2"/>
          </a:solidFill>
          <a:ln>
            <a:noFill/>
          </a:ln>
          <a:effectLst>
            <a:outerShdw blurRad="214313" dist="76200" dir="3600000" algn="bl" rotWithShape="0">
              <a:srgbClr val="000000">
                <a:alpha val="35000"/>
              </a:srgbClr>
            </a:outerShdw>
          </a:effectLst>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61"/>
        <p:cNvGrpSpPr/>
        <p:nvPr/>
      </p:nvGrpSpPr>
      <p:grpSpPr>
        <a:xfrm>
          <a:off x="0" y="0"/>
          <a:ext cx="0" cy="0"/>
          <a:chOff x="0" y="0"/>
          <a:chExt cx="0" cy="0"/>
        </a:xfrm>
      </p:grpSpPr>
      <p:sp>
        <p:nvSpPr>
          <p:cNvPr id="262" name="Google Shape;262;p46"/>
          <p:cNvSpPr/>
          <p:nvPr/>
        </p:nvSpPr>
        <p:spPr>
          <a:xfrm>
            <a:off x="7352175" y="-83225"/>
            <a:ext cx="1913700" cy="2957525"/>
          </a:xfrm>
          <a:custGeom>
            <a:avLst/>
            <a:gdLst/>
            <a:ahLst/>
            <a:cxnLst/>
            <a:rect l="l" t="t" r="r" b="b"/>
            <a:pathLst>
              <a:path w="76548" h="118301" extrusionOk="0">
                <a:moveTo>
                  <a:pt x="76548" y="0"/>
                </a:moveTo>
                <a:lnTo>
                  <a:pt x="75640" y="118301"/>
                </a:lnTo>
                <a:lnTo>
                  <a:pt x="0" y="303"/>
                </a:lnTo>
                <a:close/>
              </a:path>
            </a:pathLst>
          </a:custGeom>
          <a:solidFill>
            <a:schemeClr val="dk2"/>
          </a:solidFill>
          <a:ln>
            <a:noFill/>
          </a:ln>
          <a:effectLst>
            <a:outerShdw blurRad="214313" dist="76200" dir="5400000" algn="bl" rotWithShape="0">
              <a:schemeClr val="dk1">
                <a:alpha val="35000"/>
              </a:schemeClr>
            </a:outerShdw>
          </a:effectLst>
        </p:spPr>
      </p:sp>
      <p:sp>
        <p:nvSpPr>
          <p:cNvPr id="263" name="Google Shape;263;p46"/>
          <p:cNvSpPr/>
          <p:nvPr/>
        </p:nvSpPr>
        <p:spPr>
          <a:xfrm>
            <a:off x="-186250" y="3553175"/>
            <a:ext cx="2379800" cy="1688650"/>
          </a:xfrm>
          <a:custGeom>
            <a:avLst/>
            <a:gdLst/>
            <a:ahLst/>
            <a:cxnLst/>
            <a:rect l="l" t="t" r="r" b="b"/>
            <a:pathLst>
              <a:path w="95192" h="67546" extrusionOk="0">
                <a:moveTo>
                  <a:pt x="95192" y="65428"/>
                </a:moveTo>
                <a:lnTo>
                  <a:pt x="0" y="0"/>
                </a:lnTo>
                <a:lnTo>
                  <a:pt x="1096" y="67546"/>
                </a:lnTo>
                <a:close/>
              </a:path>
            </a:pathLst>
          </a:custGeom>
          <a:solidFill>
            <a:schemeClr val="accent6"/>
          </a:solidFill>
          <a:ln>
            <a:noFill/>
          </a:ln>
          <a:effectLst>
            <a:outerShdw blurRad="214313" dist="76200" algn="bl" rotWithShape="0">
              <a:schemeClr val="dk1">
                <a:alpha val="35000"/>
              </a:schemeClr>
            </a:outerShdw>
          </a:effectLst>
        </p:spPr>
      </p:sp>
      <p:sp>
        <p:nvSpPr>
          <p:cNvPr id="264" name="Google Shape;264;p46"/>
          <p:cNvSpPr txBox="1">
            <a:spLocks noGrp="1"/>
          </p:cNvSpPr>
          <p:nvPr>
            <p:ph type="body" idx="1"/>
          </p:nvPr>
        </p:nvSpPr>
        <p:spPr>
          <a:xfrm>
            <a:off x="850100" y="3889150"/>
            <a:ext cx="5998800" cy="6051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65"/>
        <p:cNvGrpSpPr/>
        <p:nvPr/>
      </p:nvGrpSpPr>
      <p:grpSpPr>
        <a:xfrm>
          <a:off x="0" y="0"/>
          <a:ext cx="0" cy="0"/>
          <a:chOff x="0" y="0"/>
          <a:chExt cx="0" cy="0"/>
        </a:xfrm>
      </p:grpSpPr>
      <p:sp>
        <p:nvSpPr>
          <p:cNvPr id="266" name="Google Shape;266;p47"/>
          <p:cNvSpPr txBox="1">
            <a:spLocks noGrp="1"/>
          </p:cNvSpPr>
          <p:nvPr>
            <p:ph type="title" hasCustomPrompt="1"/>
          </p:nvPr>
        </p:nvSpPr>
        <p:spPr>
          <a:xfrm>
            <a:off x="1945350" y="1807650"/>
            <a:ext cx="5253300" cy="1106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atin typeface="Advent Pro Medium"/>
                <a:ea typeface="Advent Pro Medium"/>
                <a:cs typeface="Advent Pro Medium"/>
                <a:sym typeface="Advent Pro Medium"/>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67" name="Google Shape;267;p47"/>
          <p:cNvSpPr txBox="1">
            <a:spLocks noGrp="1"/>
          </p:cNvSpPr>
          <p:nvPr>
            <p:ph type="subTitle" idx="1"/>
          </p:nvPr>
        </p:nvSpPr>
        <p:spPr>
          <a:xfrm>
            <a:off x="1945350" y="2914350"/>
            <a:ext cx="5253300" cy="421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600">
                <a:latin typeface="Albert Sans"/>
                <a:ea typeface="Albert Sans"/>
                <a:cs typeface="Albert Sans"/>
                <a:sym typeface="Albert Sans"/>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68" name="Google Shape;268;p47"/>
          <p:cNvSpPr/>
          <p:nvPr/>
        </p:nvSpPr>
        <p:spPr>
          <a:xfrm flipH="1">
            <a:off x="7733707" y="1402400"/>
            <a:ext cx="1626250" cy="3854550"/>
          </a:xfrm>
          <a:custGeom>
            <a:avLst/>
            <a:gdLst/>
            <a:ahLst/>
            <a:cxnLst/>
            <a:rect l="l" t="t" r="r" b="b"/>
            <a:pathLst>
              <a:path w="65050" h="154182" extrusionOk="0">
                <a:moveTo>
                  <a:pt x="3457" y="0"/>
                </a:moveTo>
                <a:lnTo>
                  <a:pt x="0" y="154182"/>
                </a:lnTo>
                <a:lnTo>
                  <a:pt x="65050" y="154182"/>
                </a:lnTo>
                <a:close/>
              </a:path>
            </a:pathLst>
          </a:custGeom>
          <a:solidFill>
            <a:schemeClr val="accent2"/>
          </a:solidFill>
          <a:ln>
            <a:noFill/>
          </a:ln>
          <a:effectLst>
            <a:outerShdw blurRad="214313" dist="76200" dir="10800000" algn="bl" rotWithShape="0">
              <a:srgbClr val="000000">
                <a:alpha val="35000"/>
              </a:srgbClr>
            </a:outerShdw>
          </a:effectLst>
        </p:spPr>
      </p:sp>
      <p:sp>
        <p:nvSpPr>
          <p:cNvPr id="269" name="Google Shape;269;p47"/>
          <p:cNvSpPr/>
          <p:nvPr/>
        </p:nvSpPr>
        <p:spPr>
          <a:xfrm flipH="1">
            <a:off x="7249636" y="3294816"/>
            <a:ext cx="2110321" cy="1954557"/>
          </a:xfrm>
          <a:custGeom>
            <a:avLst/>
            <a:gdLst/>
            <a:ahLst/>
            <a:cxnLst/>
            <a:rect l="l" t="t" r="r" b="b"/>
            <a:pathLst>
              <a:path w="81994" h="75942" extrusionOk="0">
                <a:moveTo>
                  <a:pt x="1816" y="0"/>
                </a:moveTo>
                <a:lnTo>
                  <a:pt x="0" y="75942"/>
                </a:lnTo>
                <a:lnTo>
                  <a:pt x="81994" y="75337"/>
                </a:lnTo>
                <a:close/>
              </a:path>
            </a:pathLst>
          </a:custGeom>
          <a:solidFill>
            <a:schemeClr val="accent4"/>
          </a:solidFill>
          <a:ln>
            <a:noFill/>
          </a:ln>
          <a:effectLst>
            <a:outerShdw blurRad="214313" dist="76200" dir="10800000" algn="bl" rotWithShape="0">
              <a:srgbClr val="000000">
                <a:alpha val="35000"/>
              </a:srgbClr>
            </a:outerShdw>
          </a:effectLst>
        </p:spPr>
      </p:sp>
      <p:sp>
        <p:nvSpPr>
          <p:cNvPr id="270" name="Google Shape;270;p47"/>
          <p:cNvSpPr/>
          <p:nvPr/>
        </p:nvSpPr>
        <p:spPr>
          <a:xfrm flipH="1">
            <a:off x="-49724" y="-90775"/>
            <a:ext cx="3139480" cy="1951566"/>
          </a:xfrm>
          <a:custGeom>
            <a:avLst/>
            <a:gdLst/>
            <a:ahLst/>
            <a:cxnLst/>
            <a:rect l="l" t="t" r="r" b="b"/>
            <a:pathLst>
              <a:path w="123141" h="76547" extrusionOk="0">
                <a:moveTo>
                  <a:pt x="0" y="303"/>
                </a:moveTo>
                <a:lnTo>
                  <a:pt x="121628" y="0"/>
                </a:lnTo>
                <a:lnTo>
                  <a:pt x="123141" y="76547"/>
                </a:lnTo>
                <a:close/>
              </a:path>
            </a:pathLst>
          </a:custGeom>
          <a:solidFill>
            <a:schemeClr val="accent1"/>
          </a:solidFill>
          <a:ln>
            <a:noFill/>
          </a:ln>
          <a:effectLst>
            <a:outerShdw blurRad="214313" dist="76200" dir="3660000" algn="bl" rotWithShape="0">
              <a:srgbClr val="000000">
                <a:alpha val="35000"/>
              </a:srgbClr>
            </a:outerShdw>
          </a:effectLst>
        </p:spPr>
      </p:sp>
      <p:sp>
        <p:nvSpPr>
          <p:cNvPr id="271" name="Google Shape;271;p47"/>
          <p:cNvSpPr/>
          <p:nvPr/>
        </p:nvSpPr>
        <p:spPr>
          <a:xfrm flipH="1">
            <a:off x="-215963" y="-90775"/>
            <a:ext cx="1762344" cy="3687139"/>
          </a:xfrm>
          <a:custGeom>
            <a:avLst/>
            <a:gdLst/>
            <a:ahLst/>
            <a:cxnLst/>
            <a:rect l="l" t="t" r="r" b="b"/>
            <a:pathLst>
              <a:path w="65655" h="137362" extrusionOk="0">
                <a:moveTo>
                  <a:pt x="0" y="605"/>
                </a:moveTo>
                <a:lnTo>
                  <a:pt x="65655" y="0"/>
                </a:lnTo>
                <a:lnTo>
                  <a:pt x="62327" y="137362"/>
                </a:lnTo>
                <a:close/>
              </a:path>
            </a:pathLst>
          </a:custGeom>
          <a:solidFill>
            <a:schemeClr val="accent5"/>
          </a:solidFill>
          <a:ln>
            <a:noFill/>
          </a:ln>
          <a:effectLst>
            <a:outerShdw blurRad="214313" dist="76200" dir="3660000" algn="bl" rotWithShape="0">
              <a:srgbClr val="000000">
                <a:alpha val="35000"/>
              </a:srgbClr>
            </a:outerShdw>
          </a:effectLst>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72"/>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273"/>
        <p:cNvGrpSpPr/>
        <p:nvPr/>
      </p:nvGrpSpPr>
      <p:grpSpPr>
        <a:xfrm>
          <a:off x="0" y="0"/>
          <a:ext cx="0" cy="0"/>
          <a:chOff x="0" y="0"/>
          <a:chExt cx="0" cy="0"/>
        </a:xfrm>
      </p:grpSpPr>
      <p:sp>
        <p:nvSpPr>
          <p:cNvPr id="274" name="Google Shape;274;p49"/>
          <p:cNvSpPr/>
          <p:nvPr/>
        </p:nvSpPr>
        <p:spPr>
          <a:xfrm>
            <a:off x="-140400" y="1331250"/>
            <a:ext cx="1290125" cy="3971100"/>
          </a:xfrm>
          <a:custGeom>
            <a:avLst/>
            <a:gdLst/>
            <a:ahLst/>
            <a:cxnLst/>
            <a:rect l="l" t="t" r="r" b="b"/>
            <a:pathLst>
              <a:path w="51605" h="158844" extrusionOk="0">
                <a:moveTo>
                  <a:pt x="1683" y="0"/>
                </a:moveTo>
                <a:lnTo>
                  <a:pt x="0" y="158844"/>
                </a:lnTo>
                <a:lnTo>
                  <a:pt x="51605" y="158239"/>
                </a:lnTo>
                <a:close/>
              </a:path>
            </a:pathLst>
          </a:custGeom>
          <a:solidFill>
            <a:schemeClr val="accent5"/>
          </a:solidFill>
          <a:ln>
            <a:noFill/>
          </a:ln>
          <a:effectLst>
            <a:outerShdw blurRad="214313" dist="76200" dir="1200000" algn="bl" rotWithShape="0">
              <a:schemeClr val="dk1">
                <a:alpha val="35000"/>
              </a:schemeClr>
            </a:outerShdw>
          </a:effectLst>
        </p:spPr>
      </p:sp>
      <p:sp>
        <p:nvSpPr>
          <p:cNvPr id="275" name="Google Shape;275;p49"/>
          <p:cNvSpPr/>
          <p:nvPr/>
        </p:nvSpPr>
        <p:spPr>
          <a:xfrm>
            <a:off x="-75650" y="3842500"/>
            <a:ext cx="2299450" cy="1406900"/>
          </a:xfrm>
          <a:custGeom>
            <a:avLst/>
            <a:gdLst/>
            <a:ahLst/>
            <a:cxnLst/>
            <a:rect l="l" t="t" r="r" b="b"/>
            <a:pathLst>
              <a:path w="91978" h="56276" extrusionOk="0">
                <a:moveTo>
                  <a:pt x="91978" y="55368"/>
                </a:moveTo>
                <a:lnTo>
                  <a:pt x="0" y="0"/>
                </a:lnTo>
                <a:lnTo>
                  <a:pt x="0" y="56276"/>
                </a:lnTo>
                <a:close/>
              </a:path>
            </a:pathLst>
          </a:custGeom>
          <a:solidFill>
            <a:schemeClr val="accent2"/>
          </a:solidFill>
          <a:ln>
            <a:noFill/>
          </a:ln>
          <a:effectLst>
            <a:outerShdw blurRad="214313" dist="76200" dir="1200000" algn="bl" rotWithShape="0">
              <a:schemeClr val="dk1">
                <a:alpha val="35000"/>
              </a:schemeClr>
            </a:outerShdw>
          </a:effectLst>
        </p:spPr>
      </p:sp>
      <p:sp>
        <p:nvSpPr>
          <p:cNvPr id="276" name="Google Shape;276;p49"/>
          <p:cNvSpPr/>
          <p:nvPr/>
        </p:nvSpPr>
        <p:spPr>
          <a:xfrm>
            <a:off x="8216700" y="-71650"/>
            <a:ext cx="1238275" cy="3044575"/>
          </a:xfrm>
          <a:custGeom>
            <a:avLst/>
            <a:gdLst/>
            <a:ahLst/>
            <a:cxnLst/>
            <a:rect l="l" t="t" r="r" b="b"/>
            <a:pathLst>
              <a:path w="49531" h="121783" extrusionOk="0">
                <a:moveTo>
                  <a:pt x="0" y="574"/>
                </a:moveTo>
                <a:lnTo>
                  <a:pt x="41263" y="121783"/>
                </a:lnTo>
                <a:lnTo>
                  <a:pt x="49531" y="0"/>
                </a:lnTo>
                <a:close/>
              </a:path>
            </a:pathLst>
          </a:custGeom>
          <a:solidFill>
            <a:schemeClr val="dk2"/>
          </a:solidFill>
          <a:ln>
            <a:noFill/>
          </a:ln>
          <a:effectLst>
            <a:outerShdw blurRad="214313" dist="76200" dir="10860000" algn="bl" rotWithShape="0">
              <a:schemeClr val="dk1">
                <a:alpha val="35000"/>
              </a:schemeClr>
            </a:outerShdw>
          </a:effectLst>
        </p:spPr>
      </p:sp>
      <p:sp>
        <p:nvSpPr>
          <p:cNvPr id="277" name="Google Shape;277;p49"/>
          <p:cNvSpPr txBox="1">
            <a:spLocks noGrp="1"/>
          </p:cNvSpPr>
          <p:nvPr>
            <p:ph type="title"/>
          </p:nvPr>
        </p:nvSpPr>
        <p:spPr>
          <a:xfrm>
            <a:off x="716375" y="445025"/>
            <a:ext cx="77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algn="ctr" rtl="0">
              <a:spcBef>
                <a:spcPts val="0"/>
              </a:spcBef>
              <a:spcAft>
                <a:spcPts val="0"/>
              </a:spcAft>
              <a:buSzPts val="3400"/>
              <a:buNone/>
              <a:defRPr/>
            </a:lvl2pPr>
            <a:lvl3pPr lvl="2" algn="ctr" rtl="0">
              <a:spcBef>
                <a:spcPts val="0"/>
              </a:spcBef>
              <a:spcAft>
                <a:spcPts val="0"/>
              </a:spcAft>
              <a:buSzPts val="3400"/>
              <a:buNone/>
              <a:defRPr/>
            </a:lvl3pPr>
            <a:lvl4pPr lvl="3" algn="ctr" rtl="0">
              <a:spcBef>
                <a:spcPts val="0"/>
              </a:spcBef>
              <a:spcAft>
                <a:spcPts val="0"/>
              </a:spcAft>
              <a:buSzPts val="3400"/>
              <a:buNone/>
              <a:defRPr/>
            </a:lvl4pPr>
            <a:lvl5pPr lvl="4" algn="ctr" rtl="0">
              <a:spcBef>
                <a:spcPts val="0"/>
              </a:spcBef>
              <a:spcAft>
                <a:spcPts val="0"/>
              </a:spcAft>
              <a:buSzPts val="3400"/>
              <a:buNone/>
              <a:defRPr/>
            </a:lvl5pPr>
            <a:lvl6pPr lvl="5" algn="ctr" rtl="0">
              <a:spcBef>
                <a:spcPts val="0"/>
              </a:spcBef>
              <a:spcAft>
                <a:spcPts val="0"/>
              </a:spcAft>
              <a:buSzPts val="3400"/>
              <a:buNone/>
              <a:defRPr/>
            </a:lvl6pPr>
            <a:lvl7pPr lvl="6" algn="ctr" rtl="0">
              <a:spcBef>
                <a:spcPts val="0"/>
              </a:spcBef>
              <a:spcAft>
                <a:spcPts val="0"/>
              </a:spcAft>
              <a:buSzPts val="3400"/>
              <a:buNone/>
              <a:defRPr/>
            </a:lvl7pPr>
            <a:lvl8pPr lvl="7" algn="ctr" rtl="0">
              <a:spcBef>
                <a:spcPts val="0"/>
              </a:spcBef>
              <a:spcAft>
                <a:spcPts val="0"/>
              </a:spcAft>
              <a:buSzPts val="3400"/>
              <a:buNone/>
              <a:defRPr/>
            </a:lvl8pPr>
            <a:lvl9pPr lvl="8" algn="ctr" rtl="0">
              <a:spcBef>
                <a:spcPts val="0"/>
              </a:spcBef>
              <a:spcAft>
                <a:spcPts val="0"/>
              </a:spcAft>
              <a:buSzPts val="3400"/>
              <a:buNone/>
              <a:defRPr/>
            </a:lvl9pPr>
          </a:lstStyle>
          <a:p>
            <a:endParaRPr/>
          </a:p>
        </p:txBody>
      </p:sp>
      <p:sp>
        <p:nvSpPr>
          <p:cNvPr id="278" name="Google Shape;278;p49"/>
          <p:cNvSpPr txBox="1">
            <a:spLocks noGrp="1"/>
          </p:cNvSpPr>
          <p:nvPr>
            <p:ph type="title" idx="2" hasCustomPrompt="1"/>
          </p:nvPr>
        </p:nvSpPr>
        <p:spPr>
          <a:xfrm>
            <a:off x="1682500" y="1416950"/>
            <a:ext cx="1002900" cy="519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3600">
                <a:latin typeface="Advent Pro Medium"/>
                <a:ea typeface="Advent Pro Medium"/>
                <a:cs typeface="Advent Pro Medium"/>
                <a:sym typeface="Advent Pro Medium"/>
              </a:defRPr>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279" name="Google Shape;279;p49"/>
          <p:cNvSpPr txBox="1">
            <a:spLocks noGrp="1"/>
          </p:cNvSpPr>
          <p:nvPr>
            <p:ph type="subTitle" idx="1"/>
          </p:nvPr>
        </p:nvSpPr>
        <p:spPr>
          <a:xfrm>
            <a:off x="1125550" y="1936850"/>
            <a:ext cx="2116800" cy="5199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0" name="Google Shape;280;p49"/>
          <p:cNvSpPr txBox="1">
            <a:spLocks noGrp="1"/>
          </p:cNvSpPr>
          <p:nvPr>
            <p:ph type="title" idx="3" hasCustomPrompt="1"/>
          </p:nvPr>
        </p:nvSpPr>
        <p:spPr>
          <a:xfrm>
            <a:off x="4070550" y="1416950"/>
            <a:ext cx="1002900" cy="519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3600">
                <a:latin typeface="Advent Pro Medium"/>
                <a:ea typeface="Advent Pro Medium"/>
                <a:cs typeface="Advent Pro Medium"/>
                <a:sym typeface="Advent Pro Medium"/>
              </a:defRPr>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281" name="Google Shape;281;p49"/>
          <p:cNvSpPr txBox="1">
            <a:spLocks noGrp="1"/>
          </p:cNvSpPr>
          <p:nvPr>
            <p:ph type="subTitle" idx="4"/>
          </p:nvPr>
        </p:nvSpPr>
        <p:spPr>
          <a:xfrm>
            <a:off x="3513600" y="1936850"/>
            <a:ext cx="2116800" cy="5199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2" name="Google Shape;282;p49"/>
          <p:cNvSpPr txBox="1">
            <a:spLocks noGrp="1"/>
          </p:cNvSpPr>
          <p:nvPr>
            <p:ph type="title" idx="5" hasCustomPrompt="1"/>
          </p:nvPr>
        </p:nvSpPr>
        <p:spPr>
          <a:xfrm>
            <a:off x="6458600" y="1416950"/>
            <a:ext cx="1002900" cy="519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3600">
                <a:latin typeface="Advent Pro Medium"/>
                <a:ea typeface="Advent Pro Medium"/>
                <a:cs typeface="Advent Pro Medium"/>
                <a:sym typeface="Advent Pro Medium"/>
              </a:defRPr>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283" name="Google Shape;283;p49"/>
          <p:cNvSpPr txBox="1">
            <a:spLocks noGrp="1"/>
          </p:cNvSpPr>
          <p:nvPr>
            <p:ph type="subTitle" idx="6"/>
          </p:nvPr>
        </p:nvSpPr>
        <p:spPr>
          <a:xfrm>
            <a:off x="5901650" y="1936850"/>
            <a:ext cx="2116800" cy="5199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4" name="Google Shape;284;p49"/>
          <p:cNvSpPr txBox="1">
            <a:spLocks noGrp="1"/>
          </p:cNvSpPr>
          <p:nvPr>
            <p:ph type="title" idx="7" hasCustomPrompt="1"/>
          </p:nvPr>
        </p:nvSpPr>
        <p:spPr>
          <a:xfrm>
            <a:off x="1682500" y="3195525"/>
            <a:ext cx="1002900" cy="519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3600">
                <a:latin typeface="Advent Pro Medium"/>
                <a:ea typeface="Advent Pro Medium"/>
                <a:cs typeface="Advent Pro Medium"/>
                <a:sym typeface="Advent Pro Medium"/>
              </a:defRPr>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285" name="Google Shape;285;p49"/>
          <p:cNvSpPr txBox="1">
            <a:spLocks noGrp="1"/>
          </p:cNvSpPr>
          <p:nvPr>
            <p:ph type="subTitle" idx="8"/>
          </p:nvPr>
        </p:nvSpPr>
        <p:spPr>
          <a:xfrm>
            <a:off x="1125550" y="3715425"/>
            <a:ext cx="2116800" cy="5199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6" name="Google Shape;286;p49"/>
          <p:cNvSpPr txBox="1">
            <a:spLocks noGrp="1"/>
          </p:cNvSpPr>
          <p:nvPr>
            <p:ph type="title" idx="9" hasCustomPrompt="1"/>
          </p:nvPr>
        </p:nvSpPr>
        <p:spPr>
          <a:xfrm>
            <a:off x="4070550" y="3195525"/>
            <a:ext cx="1002900" cy="519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3600">
                <a:latin typeface="Advent Pro Medium"/>
                <a:ea typeface="Advent Pro Medium"/>
                <a:cs typeface="Advent Pro Medium"/>
                <a:sym typeface="Advent Pro Medium"/>
              </a:defRPr>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287" name="Google Shape;287;p49"/>
          <p:cNvSpPr txBox="1">
            <a:spLocks noGrp="1"/>
          </p:cNvSpPr>
          <p:nvPr>
            <p:ph type="subTitle" idx="13"/>
          </p:nvPr>
        </p:nvSpPr>
        <p:spPr>
          <a:xfrm>
            <a:off x="3513600" y="3715425"/>
            <a:ext cx="2116800" cy="5199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8" name="Google Shape;288;p49"/>
          <p:cNvSpPr txBox="1">
            <a:spLocks noGrp="1"/>
          </p:cNvSpPr>
          <p:nvPr>
            <p:ph type="title" idx="14" hasCustomPrompt="1"/>
          </p:nvPr>
        </p:nvSpPr>
        <p:spPr>
          <a:xfrm>
            <a:off x="6458600" y="3195525"/>
            <a:ext cx="1002900" cy="519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3600">
                <a:latin typeface="Advent Pro Medium"/>
                <a:ea typeface="Advent Pro Medium"/>
                <a:cs typeface="Advent Pro Medium"/>
                <a:sym typeface="Advent Pro Medium"/>
              </a:defRPr>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289" name="Google Shape;289;p49"/>
          <p:cNvSpPr txBox="1">
            <a:spLocks noGrp="1"/>
          </p:cNvSpPr>
          <p:nvPr>
            <p:ph type="subTitle" idx="15"/>
          </p:nvPr>
        </p:nvSpPr>
        <p:spPr>
          <a:xfrm>
            <a:off x="5901650" y="3715425"/>
            <a:ext cx="2116800" cy="5199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three columns">
  <p:cSld name="CUSTOM_1">
    <p:spTree>
      <p:nvGrpSpPr>
        <p:cNvPr id="1" name="Shape 290"/>
        <p:cNvGrpSpPr/>
        <p:nvPr/>
      </p:nvGrpSpPr>
      <p:grpSpPr>
        <a:xfrm>
          <a:off x="0" y="0"/>
          <a:ext cx="0" cy="0"/>
          <a:chOff x="0" y="0"/>
          <a:chExt cx="0" cy="0"/>
        </a:xfrm>
      </p:grpSpPr>
      <p:sp>
        <p:nvSpPr>
          <p:cNvPr id="291" name="Google Shape;291;p50"/>
          <p:cNvSpPr/>
          <p:nvPr/>
        </p:nvSpPr>
        <p:spPr>
          <a:xfrm>
            <a:off x="8312800" y="-90775"/>
            <a:ext cx="1021125" cy="4319025"/>
          </a:xfrm>
          <a:custGeom>
            <a:avLst/>
            <a:gdLst/>
            <a:ahLst/>
            <a:cxnLst/>
            <a:rect l="l" t="t" r="r" b="b"/>
            <a:pathLst>
              <a:path w="40845" h="172761" extrusionOk="0">
                <a:moveTo>
                  <a:pt x="40845" y="0"/>
                </a:moveTo>
                <a:lnTo>
                  <a:pt x="0" y="303"/>
                </a:lnTo>
                <a:lnTo>
                  <a:pt x="35702" y="172761"/>
                </a:lnTo>
                <a:close/>
              </a:path>
            </a:pathLst>
          </a:custGeom>
          <a:solidFill>
            <a:schemeClr val="accent3"/>
          </a:solidFill>
          <a:ln>
            <a:noFill/>
          </a:ln>
          <a:effectLst>
            <a:outerShdw blurRad="214313" dist="76200" dir="10860000" algn="bl" rotWithShape="0">
              <a:schemeClr val="dk1">
                <a:alpha val="35000"/>
              </a:schemeClr>
            </a:outerShdw>
          </a:effectLst>
        </p:spPr>
      </p:sp>
      <p:sp>
        <p:nvSpPr>
          <p:cNvPr id="292" name="Google Shape;292;p50"/>
          <p:cNvSpPr/>
          <p:nvPr/>
        </p:nvSpPr>
        <p:spPr>
          <a:xfrm>
            <a:off x="7828700" y="-60500"/>
            <a:ext cx="1397700" cy="1646000"/>
          </a:xfrm>
          <a:custGeom>
            <a:avLst/>
            <a:gdLst/>
            <a:ahLst/>
            <a:cxnLst/>
            <a:rect l="l" t="t" r="r" b="b"/>
            <a:pathLst>
              <a:path w="55908" h="65840" extrusionOk="0">
                <a:moveTo>
                  <a:pt x="55908" y="854"/>
                </a:moveTo>
                <a:lnTo>
                  <a:pt x="55908" y="65840"/>
                </a:lnTo>
                <a:lnTo>
                  <a:pt x="0" y="0"/>
                </a:lnTo>
                <a:close/>
              </a:path>
            </a:pathLst>
          </a:custGeom>
          <a:solidFill>
            <a:schemeClr val="accent6"/>
          </a:solidFill>
          <a:ln>
            <a:noFill/>
          </a:ln>
          <a:effectLst>
            <a:outerShdw blurRad="214313" dist="76200" dir="3600000" algn="bl" rotWithShape="0">
              <a:schemeClr val="dk1">
                <a:alpha val="35000"/>
              </a:schemeClr>
            </a:outerShdw>
          </a:effectLst>
        </p:spPr>
      </p:sp>
      <p:sp>
        <p:nvSpPr>
          <p:cNvPr id="293" name="Google Shape;293;p50"/>
          <p:cNvSpPr/>
          <p:nvPr/>
        </p:nvSpPr>
        <p:spPr>
          <a:xfrm>
            <a:off x="-52950" y="2942375"/>
            <a:ext cx="1444725" cy="2269200"/>
          </a:xfrm>
          <a:custGeom>
            <a:avLst/>
            <a:gdLst/>
            <a:ahLst/>
            <a:cxnLst/>
            <a:rect l="l" t="t" r="r" b="b"/>
            <a:pathLst>
              <a:path w="57789" h="90768" extrusionOk="0">
                <a:moveTo>
                  <a:pt x="0" y="0"/>
                </a:moveTo>
                <a:lnTo>
                  <a:pt x="908" y="90768"/>
                </a:lnTo>
                <a:lnTo>
                  <a:pt x="57789" y="90465"/>
                </a:lnTo>
                <a:close/>
              </a:path>
            </a:pathLst>
          </a:custGeom>
          <a:solidFill>
            <a:schemeClr val="accent2"/>
          </a:solidFill>
          <a:ln>
            <a:noFill/>
          </a:ln>
          <a:effectLst>
            <a:outerShdw blurRad="214313" dist="76200" dir="3660000" algn="bl" rotWithShape="0">
              <a:srgbClr val="000000">
                <a:alpha val="34000"/>
              </a:srgbClr>
            </a:outerShdw>
          </a:effectLst>
        </p:spPr>
      </p:sp>
      <p:sp>
        <p:nvSpPr>
          <p:cNvPr id="294" name="Google Shape;294;p50"/>
          <p:cNvSpPr txBox="1">
            <a:spLocks noGrp="1"/>
          </p:cNvSpPr>
          <p:nvPr>
            <p:ph type="title"/>
          </p:nvPr>
        </p:nvSpPr>
        <p:spPr>
          <a:xfrm>
            <a:off x="716375" y="445025"/>
            <a:ext cx="77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algn="ctr" rtl="0">
              <a:spcBef>
                <a:spcPts val="0"/>
              </a:spcBef>
              <a:spcAft>
                <a:spcPts val="0"/>
              </a:spcAft>
              <a:buSzPts val="3400"/>
              <a:buNone/>
              <a:defRPr/>
            </a:lvl2pPr>
            <a:lvl3pPr lvl="2" algn="ctr" rtl="0">
              <a:spcBef>
                <a:spcPts val="0"/>
              </a:spcBef>
              <a:spcAft>
                <a:spcPts val="0"/>
              </a:spcAft>
              <a:buSzPts val="3400"/>
              <a:buNone/>
              <a:defRPr/>
            </a:lvl3pPr>
            <a:lvl4pPr lvl="3" algn="ctr" rtl="0">
              <a:spcBef>
                <a:spcPts val="0"/>
              </a:spcBef>
              <a:spcAft>
                <a:spcPts val="0"/>
              </a:spcAft>
              <a:buSzPts val="3400"/>
              <a:buNone/>
              <a:defRPr/>
            </a:lvl4pPr>
            <a:lvl5pPr lvl="4" algn="ctr" rtl="0">
              <a:spcBef>
                <a:spcPts val="0"/>
              </a:spcBef>
              <a:spcAft>
                <a:spcPts val="0"/>
              </a:spcAft>
              <a:buSzPts val="3400"/>
              <a:buNone/>
              <a:defRPr/>
            </a:lvl5pPr>
            <a:lvl6pPr lvl="5" algn="ctr" rtl="0">
              <a:spcBef>
                <a:spcPts val="0"/>
              </a:spcBef>
              <a:spcAft>
                <a:spcPts val="0"/>
              </a:spcAft>
              <a:buSzPts val="3400"/>
              <a:buNone/>
              <a:defRPr/>
            </a:lvl6pPr>
            <a:lvl7pPr lvl="6" algn="ctr" rtl="0">
              <a:spcBef>
                <a:spcPts val="0"/>
              </a:spcBef>
              <a:spcAft>
                <a:spcPts val="0"/>
              </a:spcAft>
              <a:buSzPts val="3400"/>
              <a:buNone/>
              <a:defRPr/>
            </a:lvl7pPr>
            <a:lvl8pPr lvl="7" algn="ctr" rtl="0">
              <a:spcBef>
                <a:spcPts val="0"/>
              </a:spcBef>
              <a:spcAft>
                <a:spcPts val="0"/>
              </a:spcAft>
              <a:buSzPts val="3400"/>
              <a:buNone/>
              <a:defRPr/>
            </a:lvl8pPr>
            <a:lvl9pPr lvl="8" algn="ctr" rtl="0">
              <a:spcBef>
                <a:spcPts val="0"/>
              </a:spcBef>
              <a:spcAft>
                <a:spcPts val="0"/>
              </a:spcAft>
              <a:buSzPts val="3400"/>
              <a:buNone/>
              <a:defRPr/>
            </a:lvl9pPr>
          </a:lstStyle>
          <a:p>
            <a:endParaRPr/>
          </a:p>
        </p:txBody>
      </p:sp>
      <p:sp>
        <p:nvSpPr>
          <p:cNvPr id="295" name="Google Shape;295;p50"/>
          <p:cNvSpPr txBox="1">
            <a:spLocks noGrp="1"/>
          </p:cNvSpPr>
          <p:nvPr>
            <p:ph type="subTitle" idx="1"/>
          </p:nvPr>
        </p:nvSpPr>
        <p:spPr>
          <a:xfrm>
            <a:off x="716381" y="1880245"/>
            <a:ext cx="2181000" cy="5199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6" name="Google Shape;296;p50"/>
          <p:cNvSpPr txBox="1">
            <a:spLocks noGrp="1"/>
          </p:cNvSpPr>
          <p:nvPr>
            <p:ph type="subTitle" idx="2"/>
          </p:nvPr>
        </p:nvSpPr>
        <p:spPr>
          <a:xfrm>
            <a:off x="716375" y="2400145"/>
            <a:ext cx="2181000" cy="9186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7" name="Google Shape;297;p50"/>
          <p:cNvSpPr txBox="1">
            <a:spLocks noGrp="1"/>
          </p:cNvSpPr>
          <p:nvPr>
            <p:ph type="subTitle" idx="3"/>
          </p:nvPr>
        </p:nvSpPr>
        <p:spPr>
          <a:xfrm>
            <a:off x="3481500" y="1880245"/>
            <a:ext cx="2181000" cy="5199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8" name="Google Shape;298;p50"/>
          <p:cNvSpPr txBox="1">
            <a:spLocks noGrp="1"/>
          </p:cNvSpPr>
          <p:nvPr>
            <p:ph type="subTitle" idx="4"/>
          </p:nvPr>
        </p:nvSpPr>
        <p:spPr>
          <a:xfrm>
            <a:off x="3481500" y="2400145"/>
            <a:ext cx="2181000" cy="9186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9" name="Google Shape;299;p50"/>
          <p:cNvSpPr txBox="1">
            <a:spLocks noGrp="1"/>
          </p:cNvSpPr>
          <p:nvPr>
            <p:ph type="subTitle" idx="5"/>
          </p:nvPr>
        </p:nvSpPr>
        <p:spPr>
          <a:xfrm>
            <a:off x="6246619" y="1880245"/>
            <a:ext cx="2181000" cy="5199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0" name="Google Shape;300;p50"/>
          <p:cNvSpPr txBox="1">
            <a:spLocks noGrp="1"/>
          </p:cNvSpPr>
          <p:nvPr>
            <p:ph type="subTitle" idx="6"/>
          </p:nvPr>
        </p:nvSpPr>
        <p:spPr>
          <a:xfrm>
            <a:off x="6246621" y="2400145"/>
            <a:ext cx="2181000" cy="9186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and four columns">
  <p:cSld name="CUSTOM_2">
    <p:spTree>
      <p:nvGrpSpPr>
        <p:cNvPr id="1" name="Shape 301"/>
        <p:cNvGrpSpPr/>
        <p:nvPr/>
      </p:nvGrpSpPr>
      <p:grpSpPr>
        <a:xfrm>
          <a:off x="0" y="0"/>
          <a:ext cx="0" cy="0"/>
          <a:chOff x="0" y="0"/>
          <a:chExt cx="0" cy="0"/>
        </a:xfrm>
      </p:grpSpPr>
      <p:sp>
        <p:nvSpPr>
          <p:cNvPr id="302" name="Google Shape;302;p51"/>
          <p:cNvSpPr/>
          <p:nvPr/>
        </p:nvSpPr>
        <p:spPr>
          <a:xfrm>
            <a:off x="-264750" y="-90775"/>
            <a:ext cx="2874325" cy="1058975"/>
          </a:xfrm>
          <a:custGeom>
            <a:avLst/>
            <a:gdLst/>
            <a:ahLst/>
            <a:cxnLst/>
            <a:rect l="l" t="t" r="r" b="b"/>
            <a:pathLst>
              <a:path w="114973" h="42359" extrusionOk="0">
                <a:moveTo>
                  <a:pt x="114973" y="0"/>
                </a:moveTo>
                <a:lnTo>
                  <a:pt x="2118" y="605"/>
                </a:lnTo>
                <a:lnTo>
                  <a:pt x="0" y="42359"/>
                </a:lnTo>
                <a:close/>
              </a:path>
            </a:pathLst>
          </a:custGeom>
          <a:solidFill>
            <a:schemeClr val="accent1"/>
          </a:solidFill>
          <a:ln>
            <a:noFill/>
          </a:ln>
          <a:effectLst>
            <a:outerShdw blurRad="214313" dist="76200" dir="3660000" algn="bl" rotWithShape="0">
              <a:srgbClr val="000000">
                <a:alpha val="37000"/>
              </a:srgbClr>
            </a:outerShdw>
          </a:effectLst>
        </p:spPr>
      </p:sp>
      <p:sp>
        <p:nvSpPr>
          <p:cNvPr id="303" name="Google Shape;303;p51"/>
          <p:cNvSpPr/>
          <p:nvPr/>
        </p:nvSpPr>
        <p:spPr>
          <a:xfrm>
            <a:off x="-83200" y="-68075"/>
            <a:ext cx="1149725" cy="2723025"/>
          </a:xfrm>
          <a:custGeom>
            <a:avLst/>
            <a:gdLst/>
            <a:ahLst/>
            <a:cxnLst/>
            <a:rect l="l" t="t" r="r" b="b"/>
            <a:pathLst>
              <a:path w="45989" h="108921" extrusionOk="0">
                <a:moveTo>
                  <a:pt x="45989" y="0"/>
                </a:moveTo>
                <a:lnTo>
                  <a:pt x="605" y="108921"/>
                </a:lnTo>
                <a:lnTo>
                  <a:pt x="0" y="303"/>
                </a:lnTo>
                <a:close/>
              </a:path>
            </a:pathLst>
          </a:custGeom>
          <a:solidFill>
            <a:schemeClr val="accent3"/>
          </a:solidFill>
          <a:ln>
            <a:noFill/>
          </a:ln>
          <a:effectLst>
            <a:outerShdw blurRad="214313" dist="76200" dir="3660000" algn="bl" rotWithShape="0">
              <a:srgbClr val="000000">
                <a:alpha val="37000"/>
              </a:srgbClr>
            </a:outerShdw>
          </a:effectLst>
        </p:spPr>
      </p:sp>
      <p:sp>
        <p:nvSpPr>
          <p:cNvPr id="304" name="Google Shape;304;p51"/>
          <p:cNvSpPr/>
          <p:nvPr/>
        </p:nvSpPr>
        <p:spPr>
          <a:xfrm>
            <a:off x="8063200" y="2397775"/>
            <a:ext cx="1210225" cy="2828925"/>
          </a:xfrm>
          <a:custGeom>
            <a:avLst/>
            <a:gdLst/>
            <a:ahLst/>
            <a:cxnLst/>
            <a:rect l="l" t="t" r="r" b="b"/>
            <a:pathLst>
              <a:path w="48409" h="113157" extrusionOk="0">
                <a:moveTo>
                  <a:pt x="0" y="113157"/>
                </a:moveTo>
                <a:lnTo>
                  <a:pt x="48107" y="110434"/>
                </a:lnTo>
                <a:lnTo>
                  <a:pt x="48409" y="0"/>
                </a:lnTo>
                <a:close/>
              </a:path>
            </a:pathLst>
          </a:custGeom>
          <a:solidFill>
            <a:schemeClr val="accent5"/>
          </a:solidFill>
          <a:ln>
            <a:noFill/>
          </a:ln>
          <a:effectLst>
            <a:outerShdw blurRad="214313" dist="76200" dir="10680000" algn="bl" rotWithShape="0">
              <a:srgbClr val="000000">
                <a:alpha val="35000"/>
              </a:srgbClr>
            </a:outerShdw>
          </a:effectLst>
        </p:spPr>
      </p:sp>
      <p:sp>
        <p:nvSpPr>
          <p:cNvPr id="305" name="Google Shape;305;p51"/>
          <p:cNvSpPr txBox="1">
            <a:spLocks noGrp="1"/>
          </p:cNvSpPr>
          <p:nvPr>
            <p:ph type="title"/>
          </p:nvPr>
        </p:nvSpPr>
        <p:spPr>
          <a:xfrm>
            <a:off x="716375" y="445025"/>
            <a:ext cx="77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algn="ctr" rtl="0">
              <a:spcBef>
                <a:spcPts val="0"/>
              </a:spcBef>
              <a:spcAft>
                <a:spcPts val="0"/>
              </a:spcAft>
              <a:buSzPts val="3400"/>
              <a:buNone/>
              <a:defRPr/>
            </a:lvl2pPr>
            <a:lvl3pPr lvl="2" algn="ctr" rtl="0">
              <a:spcBef>
                <a:spcPts val="0"/>
              </a:spcBef>
              <a:spcAft>
                <a:spcPts val="0"/>
              </a:spcAft>
              <a:buSzPts val="3400"/>
              <a:buNone/>
              <a:defRPr/>
            </a:lvl3pPr>
            <a:lvl4pPr lvl="3" algn="ctr" rtl="0">
              <a:spcBef>
                <a:spcPts val="0"/>
              </a:spcBef>
              <a:spcAft>
                <a:spcPts val="0"/>
              </a:spcAft>
              <a:buSzPts val="3400"/>
              <a:buNone/>
              <a:defRPr/>
            </a:lvl4pPr>
            <a:lvl5pPr lvl="4" algn="ctr" rtl="0">
              <a:spcBef>
                <a:spcPts val="0"/>
              </a:spcBef>
              <a:spcAft>
                <a:spcPts val="0"/>
              </a:spcAft>
              <a:buSzPts val="3400"/>
              <a:buNone/>
              <a:defRPr/>
            </a:lvl5pPr>
            <a:lvl6pPr lvl="5" algn="ctr" rtl="0">
              <a:spcBef>
                <a:spcPts val="0"/>
              </a:spcBef>
              <a:spcAft>
                <a:spcPts val="0"/>
              </a:spcAft>
              <a:buSzPts val="3400"/>
              <a:buNone/>
              <a:defRPr/>
            </a:lvl6pPr>
            <a:lvl7pPr lvl="6" algn="ctr" rtl="0">
              <a:spcBef>
                <a:spcPts val="0"/>
              </a:spcBef>
              <a:spcAft>
                <a:spcPts val="0"/>
              </a:spcAft>
              <a:buSzPts val="3400"/>
              <a:buNone/>
              <a:defRPr/>
            </a:lvl7pPr>
            <a:lvl8pPr lvl="7" algn="ctr" rtl="0">
              <a:spcBef>
                <a:spcPts val="0"/>
              </a:spcBef>
              <a:spcAft>
                <a:spcPts val="0"/>
              </a:spcAft>
              <a:buSzPts val="3400"/>
              <a:buNone/>
              <a:defRPr/>
            </a:lvl8pPr>
            <a:lvl9pPr lvl="8" algn="ctr" rtl="0">
              <a:spcBef>
                <a:spcPts val="0"/>
              </a:spcBef>
              <a:spcAft>
                <a:spcPts val="0"/>
              </a:spcAft>
              <a:buSzPts val="3400"/>
              <a:buNone/>
              <a:defRPr/>
            </a:lvl9pPr>
          </a:lstStyle>
          <a:p>
            <a:endParaRPr/>
          </a:p>
        </p:txBody>
      </p:sp>
      <p:sp>
        <p:nvSpPr>
          <p:cNvPr id="306" name="Google Shape;306;p51"/>
          <p:cNvSpPr txBox="1">
            <a:spLocks noGrp="1"/>
          </p:cNvSpPr>
          <p:nvPr>
            <p:ph type="subTitle" idx="1"/>
          </p:nvPr>
        </p:nvSpPr>
        <p:spPr>
          <a:xfrm>
            <a:off x="1015018" y="1225775"/>
            <a:ext cx="3174000" cy="5199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7" name="Google Shape;307;p51"/>
          <p:cNvSpPr txBox="1">
            <a:spLocks noGrp="1"/>
          </p:cNvSpPr>
          <p:nvPr>
            <p:ph type="subTitle" idx="2"/>
          </p:nvPr>
        </p:nvSpPr>
        <p:spPr>
          <a:xfrm>
            <a:off x="1015013" y="1745675"/>
            <a:ext cx="3174000" cy="1121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8" name="Google Shape;308;p51"/>
          <p:cNvSpPr txBox="1">
            <a:spLocks noGrp="1"/>
          </p:cNvSpPr>
          <p:nvPr>
            <p:ph type="subTitle" idx="3"/>
          </p:nvPr>
        </p:nvSpPr>
        <p:spPr>
          <a:xfrm>
            <a:off x="4954985" y="1225775"/>
            <a:ext cx="3174000" cy="5199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9" name="Google Shape;309;p51"/>
          <p:cNvSpPr txBox="1">
            <a:spLocks noGrp="1"/>
          </p:cNvSpPr>
          <p:nvPr>
            <p:ph type="subTitle" idx="4"/>
          </p:nvPr>
        </p:nvSpPr>
        <p:spPr>
          <a:xfrm>
            <a:off x="4954986" y="1745675"/>
            <a:ext cx="3174000" cy="1121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0" name="Google Shape;310;p51"/>
          <p:cNvSpPr txBox="1">
            <a:spLocks noGrp="1"/>
          </p:cNvSpPr>
          <p:nvPr>
            <p:ph type="subTitle" idx="5"/>
          </p:nvPr>
        </p:nvSpPr>
        <p:spPr>
          <a:xfrm>
            <a:off x="1015018" y="2851828"/>
            <a:ext cx="3174000" cy="5199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1" name="Google Shape;311;p51"/>
          <p:cNvSpPr txBox="1">
            <a:spLocks noGrp="1"/>
          </p:cNvSpPr>
          <p:nvPr>
            <p:ph type="subTitle" idx="6"/>
          </p:nvPr>
        </p:nvSpPr>
        <p:spPr>
          <a:xfrm>
            <a:off x="1015014" y="3371725"/>
            <a:ext cx="3174000" cy="1121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2" name="Google Shape;312;p51"/>
          <p:cNvSpPr txBox="1">
            <a:spLocks noGrp="1"/>
          </p:cNvSpPr>
          <p:nvPr>
            <p:ph type="subTitle" idx="7"/>
          </p:nvPr>
        </p:nvSpPr>
        <p:spPr>
          <a:xfrm>
            <a:off x="4954985" y="2851828"/>
            <a:ext cx="3174000" cy="5199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3" name="Google Shape;313;p51"/>
          <p:cNvSpPr txBox="1">
            <a:spLocks noGrp="1"/>
          </p:cNvSpPr>
          <p:nvPr>
            <p:ph type="subTitle" idx="8"/>
          </p:nvPr>
        </p:nvSpPr>
        <p:spPr>
          <a:xfrm>
            <a:off x="4954986" y="3371725"/>
            <a:ext cx="3174000" cy="11214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six columns">
  <p:cSld name="CUSTOM_3">
    <p:spTree>
      <p:nvGrpSpPr>
        <p:cNvPr id="1" name="Shape 314"/>
        <p:cNvGrpSpPr/>
        <p:nvPr/>
      </p:nvGrpSpPr>
      <p:grpSpPr>
        <a:xfrm>
          <a:off x="0" y="0"/>
          <a:ext cx="0" cy="0"/>
          <a:chOff x="0" y="0"/>
          <a:chExt cx="0" cy="0"/>
        </a:xfrm>
      </p:grpSpPr>
      <p:sp>
        <p:nvSpPr>
          <p:cNvPr id="315" name="Google Shape;315;p52"/>
          <p:cNvSpPr/>
          <p:nvPr/>
        </p:nvSpPr>
        <p:spPr>
          <a:xfrm>
            <a:off x="5831825" y="4220700"/>
            <a:ext cx="3494550" cy="1036250"/>
          </a:xfrm>
          <a:custGeom>
            <a:avLst/>
            <a:gdLst/>
            <a:ahLst/>
            <a:cxnLst/>
            <a:rect l="l" t="t" r="r" b="b"/>
            <a:pathLst>
              <a:path w="139782" h="41450" extrusionOk="0">
                <a:moveTo>
                  <a:pt x="139177" y="0"/>
                </a:moveTo>
                <a:lnTo>
                  <a:pt x="139782" y="41450"/>
                </a:lnTo>
                <a:lnTo>
                  <a:pt x="0" y="39938"/>
                </a:lnTo>
                <a:close/>
              </a:path>
            </a:pathLst>
          </a:custGeom>
          <a:solidFill>
            <a:schemeClr val="accent2"/>
          </a:solidFill>
          <a:ln>
            <a:noFill/>
          </a:ln>
          <a:effectLst>
            <a:outerShdw blurRad="214313" dist="76200" dir="10800000" algn="bl" rotWithShape="0">
              <a:srgbClr val="000000">
                <a:alpha val="35000"/>
              </a:srgbClr>
            </a:outerShdw>
          </a:effectLst>
        </p:spPr>
      </p:sp>
      <p:sp>
        <p:nvSpPr>
          <p:cNvPr id="316" name="Google Shape;316;p52"/>
          <p:cNvSpPr/>
          <p:nvPr/>
        </p:nvSpPr>
        <p:spPr>
          <a:xfrm>
            <a:off x="-75650" y="-45375"/>
            <a:ext cx="1081650" cy="2821350"/>
          </a:xfrm>
          <a:custGeom>
            <a:avLst/>
            <a:gdLst/>
            <a:ahLst/>
            <a:cxnLst/>
            <a:rect l="l" t="t" r="r" b="b"/>
            <a:pathLst>
              <a:path w="43266" h="112854" extrusionOk="0">
                <a:moveTo>
                  <a:pt x="43266" y="0"/>
                </a:moveTo>
                <a:lnTo>
                  <a:pt x="0" y="0"/>
                </a:lnTo>
                <a:lnTo>
                  <a:pt x="0" y="112854"/>
                </a:lnTo>
                <a:close/>
              </a:path>
            </a:pathLst>
          </a:custGeom>
          <a:solidFill>
            <a:schemeClr val="accent5"/>
          </a:solidFill>
          <a:ln>
            <a:noFill/>
          </a:ln>
          <a:effectLst>
            <a:outerShdw blurRad="214313" dist="76200" dir="3660000" algn="bl" rotWithShape="0">
              <a:srgbClr val="000000">
                <a:alpha val="34000"/>
              </a:srgbClr>
            </a:outerShdw>
          </a:effectLst>
        </p:spPr>
      </p:sp>
      <p:sp>
        <p:nvSpPr>
          <p:cNvPr id="317" name="Google Shape;317;p52"/>
          <p:cNvSpPr txBox="1">
            <a:spLocks noGrp="1"/>
          </p:cNvSpPr>
          <p:nvPr>
            <p:ph type="title"/>
          </p:nvPr>
        </p:nvSpPr>
        <p:spPr>
          <a:xfrm>
            <a:off x="716375" y="445025"/>
            <a:ext cx="77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algn="ctr" rtl="0">
              <a:spcBef>
                <a:spcPts val="0"/>
              </a:spcBef>
              <a:spcAft>
                <a:spcPts val="0"/>
              </a:spcAft>
              <a:buSzPts val="3400"/>
              <a:buNone/>
              <a:defRPr/>
            </a:lvl2pPr>
            <a:lvl3pPr lvl="2" algn="ctr" rtl="0">
              <a:spcBef>
                <a:spcPts val="0"/>
              </a:spcBef>
              <a:spcAft>
                <a:spcPts val="0"/>
              </a:spcAft>
              <a:buSzPts val="3400"/>
              <a:buNone/>
              <a:defRPr/>
            </a:lvl3pPr>
            <a:lvl4pPr lvl="3" algn="ctr" rtl="0">
              <a:spcBef>
                <a:spcPts val="0"/>
              </a:spcBef>
              <a:spcAft>
                <a:spcPts val="0"/>
              </a:spcAft>
              <a:buSzPts val="3400"/>
              <a:buNone/>
              <a:defRPr/>
            </a:lvl4pPr>
            <a:lvl5pPr lvl="4" algn="ctr" rtl="0">
              <a:spcBef>
                <a:spcPts val="0"/>
              </a:spcBef>
              <a:spcAft>
                <a:spcPts val="0"/>
              </a:spcAft>
              <a:buSzPts val="3400"/>
              <a:buNone/>
              <a:defRPr/>
            </a:lvl5pPr>
            <a:lvl6pPr lvl="5" algn="ctr" rtl="0">
              <a:spcBef>
                <a:spcPts val="0"/>
              </a:spcBef>
              <a:spcAft>
                <a:spcPts val="0"/>
              </a:spcAft>
              <a:buSzPts val="3400"/>
              <a:buNone/>
              <a:defRPr/>
            </a:lvl6pPr>
            <a:lvl7pPr lvl="6" algn="ctr" rtl="0">
              <a:spcBef>
                <a:spcPts val="0"/>
              </a:spcBef>
              <a:spcAft>
                <a:spcPts val="0"/>
              </a:spcAft>
              <a:buSzPts val="3400"/>
              <a:buNone/>
              <a:defRPr/>
            </a:lvl7pPr>
            <a:lvl8pPr lvl="7" algn="ctr" rtl="0">
              <a:spcBef>
                <a:spcPts val="0"/>
              </a:spcBef>
              <a:spcAft>
                <a:spcPts val="0"/>
              </a:spcAft>
              <a:buSzPts val="3400"/>
              <a:buNone/>
              <a:defRPr/>
            </a:lvl8pPr>
            <a:lvl9pPr lvl="8" algn="ctr" rtl="0">
              <a:spcBef>
                <a:spcPts val="0"/>
              </a:spcBef>
              <a:spcAft>
                <a:spcPts val="0"/>
              </a:spcAft>
              <a:buSzPts val="3400"/>
              <a:buNone/>
              <a:defRPr/>
            </a:lvl9pPr>
          </a:lstStyle>
          <a:p>
            <a:endParaRPr/>
          </a:p>
        </p:txBody>
      </p:sp>
      <p:sp>
        <p:nvSpPr>
          <p:cNvPr id="318" name="Google Shape;318;p52"/>
          <p:cNvSpPr txBox="1">
            <a:spLocks noGrp="1"/>
          </p:cNvSpPr>
          <p:nvPr>
            <p:ph type="subTitle" idx="1"/>
          </p:nvPr>
        </p:nvSpPr>
        <p:spPr>
          <a:xfrm>
            <a:off x="868773" y="1484350"/>
            <a:ext cx="2358900" cy="5199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9" name="Google Shape;319;p52"/>
          <p:cNvSpPr txBox="1">
            <a:spLocks noGrp="1"/>
          </p:cNvSpPr>
          <p:nvPr>
            <p:ph type="subTitle" idx="2"/>
          </p:nvPr>
        </p:nvSpPr>
        <p:spPr>
          <a:xfrm>
            <a:off x="868774" y="2004250"/>
            <a:ext cx="2358900" cy="6132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0" name="Google Shape;320;p52"/>
          <p:cNvSpPr txBox="1">
            <a:spLocks noGrp="1"/>
          </p:cNvSpPr>
          <p:nvPr>
            <p:ph type="subTitle" idx="3"/>
          </p:nvPr>
        </p:nvSpPr>
        <p:spPr>
          <a:xfrm>
            <a:off x="3392549" y="1484350"/>
            <a:ext cx="2358900" cy="5199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1" name="Google Shape;321;p52"/>
          <p:cNvSpPr txBox="1">
            <a:spLocks noGrp="1"/>
          </p:cNvSpPr>
          <p:nvPr>
            <p:ph type="subTitle" idx="4"/>
          </p:nvPr>
        </p:nvSpPr>
        <p:spPr>
          <a:xfrm>
            <a:off x="3392550" y="2004250"/>
            <a:ext cx="2358900" cy="6132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2" name="Google Shape;322;p52"/>
          <p:cNvSpPr txBox="1">
            <a:spLocks noGrp="1"/>
          </p:cNvSpPr>
          <p:nvPr>
            <p:ph type="subTitle" idx="5"/>
          </p:nvPr>
        </p:nvSpPr>
        <p:spPr>
          <a:xfrm>
            <a:off x="5916326" y="1484350"/>
            <a:ext cx="2358900" cy="5199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3" name="Google Shape;323;p52"/>
          <p:cNvSpPr txBox="1">
            <a:spLocks noGrp="1"/>
          </p:cNvSpPr>
          <p:nvPr>
            <p:ph type="subTitle" idx="6"/>
          </p:nvPr>
        </p:nvSpPr>
        <p:spPr>
          <a:xfrm>
            <a:off x="5916327" y="2004250"/>
            <a:ext cx="2358900" cy="6132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4" name="Google Shape;324;p52"/>
          <p:cNvSpPr txBox="1">
            <a:spLocks noGrp="1"/>
          </p:cNvSpPr>
          <p:nvPr>
            <p:ph type="subTitle" idx="7"/>
          </p:nvPr>
        </p:nvSpPr>
        <p:spPr>
          <a:xfrm>
            <a:off x="868773" y="3167425"/>
            <a:ext cx="2358900" cy="5199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5" name="Google Shape;325;p52"/>
          <p:cNvSpPr txBox="1">
            <a:spLocks noGrp="1"/>
          </p:cNvSpPr>
          <p:nvPr>
            <p:ph type="subTitle" idx="8"/>
          </p:nvPr>
        </p:nvSpPr>
        <p:spPr>
          <a:xfrm>
            <a:off x="868774" y="3687325"/>
            <a:ext cx="2358900" cy="6132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6" name="Google Shape;326;p52"/>
          <p:cNvSpPr txBox="1">
            <a:spLocks noGrp="1"/>
          </p:cNvSpPr>
          <p:nvPr>
            <p:ph type="subTitle" idx="9"/>
          </p:nvPr>
        </p:nvSpPr>
        <p:spPr>
          <a:xfrm>
            <a:off x="3392549" y="3167425"/>
            <a:ext cx="2358900" cy="5199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7" name="Google Shape;327;p52"/>
          <p:cNvSpPr txBox="1">
            <a:spLocks noGrp="1"/>
          </p:cNvSpPr>
          <p:nvPr>
            <p:ph type="subTitle" idx="13"/>
          </p:nvPr>
        </p:nvSpPr>
        <p:spPr>
          <a:xfrm>
            <a:off x="3392550" y="3687325"/>
            <a:ext cx="2358900" cy="6132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8" name="Google Shape;328;p52"/>
          <p:cNvSpPr txBox="1">
            <a:spLocks noGrp="1"/>
          </p:cNvSpPr>
          <p:nvPr>
            <p:ph type="subTitle" idx="14"/>
          </p:nvPr>
        </p:nvSpPr>
        <p:spPr>
          <a:xfrm>
            <a:off x="5916326" y="3167425"/>
            <a:ext cx="2358900" cy="519900"/>
          </a:xfrm>
          <a:prstGeom prst="rect">
            <a:avLst/>
          </a:prstGeom>
        </p:spPr>
        <p:txBody>
          <a:bodyPr spcFirstLastPara="1" wrap="square" lIns="91425" tIns="91425" rIns="91425" bIns="91425" anchor="b" anchorCtr="0">
            <a:noAutofit/>
          </a:bodyPr>
          <a:lstStyle>
            <a:lvl1pPr marL="0" marR="0" lvl="0" indent="0" algn="ctr" rtl="0">
              <a:lnSpc>
                <a:spcPct val="100000"/>
              </a:lnSpc>
              <a:spcBef>
                <a:spcPts val="0"/>
              </a:spcBef>
              <a:spcAft>
                <a:spcPts val="0"/>
              </a:spcAft>
              <a:buSzPts val="2200"/>
              <a:buFont typeface="Advent Pro"/>
              <a:buNone/>
              <a:defRPr sz="2400">
                <a:latin typeface="Advent Pro"/>
                <a:ea typeface="Advent Pro"/>
                <a:cs typeface="Advent Pro"/>
                <a:sym typeface="Advent Pro"/>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9" name="Google Shape;329;p52"/>
          <p:cNvSpPr txBox="1">
            <a:spLocks noGrp="1"/>
          </p:cNvSpPr>
          <p:nvPr>
            <p:ph type="subTitle" idx="15"/>
          </p:nvPr>
        </p:nvSpPr>
        <p:spPr>
          <a:xfrm>
            <a:off x="5916327" y="3687325"/>
            <a:ext cx="2358900" cy="6132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text">
  <p:cSld name="CUSTOM_6">
    <p:spTree>
      <p:nvGrpSpPr>
        <p:cNvPr id="1" name="Shape 330"/>
        <p:cNvGrpSpPr/>
        <p:nvPr/>
      </p:nvGrpSpPr>
      <p:grpSpPr>
        <a:xfrm>
          <a:off x="0" y="0"/>
          <a:ext cx="0" cy="0"/>
          <a:chOff x="0" y="0"/>
          <a:chExt cx="0" cy="0"/>
        </a:xfrm>
      </p:grpSpPr>
      <p:sp>
        <p:nvSpPr>
          <p:cNvPr id="331" name="Google Shape;331;p53"/>
          <p:cNvSpPr txBox="1">
            <a:spLocks noGrp="1"/>
          </p:cNvSpPr>
          <p:nvPr>
            <p:ph type="title"/>
          </p:nvPr>
        </p:nvSpPr>
        <p:spPr>
          <a:xfrm>
            <a:off x="3843900" y="1325475"/>
            <a:ext cx="45081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332" name="Google Shape;332;p53"/>
          <p:cNvSpPr txBox="1">
            <a:spLocks noGrp="1"/>
          </p:cNvSpPr>
          <p:nvPr>
            <p:ph type="subTitle" idx="1"/>
          </p:nvPr>
        </p:nvSpPr>
        <p:spPr>
          <a:xfrm>
            <a:off x="3843900" y="1898175"/>
            <a:ext cx="4508100" cy="216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AutoNum type="arabicPeriod"/>
              <a:defRPr sz="1200">
                <a:latin typeface="Albert Sans"/>
                <a:ea typeface="Albert Sans"/>
                <a:cs typeface="Albert Sans"/>
                <a:sym typeface="Albert Sans"/>
              </a:defRPr>
            </a:lvl1pPr>
            <a:lvl2pPr lvl="1" rtl="0">
              <a:lnSpc>
                <a:spcPct val="100000"/>
              </a:lnSpc>
              <a:spcBef>
                <a:spcPts val="0"/>
              </a:spcBef>
              <a:spcAft>
                <a:spcPts val="0"/>
              </a:spcAft>
              <a:buSzPts val="1400"/>
              <a:buChar char="○"/>
              <a:defRPr/>
            </a:lvl2pPr>
            <a:lvl3pPr lvl="2" rtl="0">
              <a:lnSpc>
                <a:spcPct val="100000"/>
              </a:lnSpc>
              <a:spcBef>
                <a:spcPts val="0"/>
              </a:spcBef>
              <a:spcAft>
                <a:spcPts val="0"/>
              </a:spcAft>
              <a:buSzPts val="1400"/>
              <a:buChar char="■"/>
              <a:defRPr/>
            </a:lvl3pPr>
            <a:lvl4pPr lvl="3" rtl="0">
              <a:lnSpc>
                <a:spcPct val="100000"/>
              </a:lnSpc>
              <a:spcBef>
                <a:spcPts val="0"/>
              </a:spcBef>
              <a:spcAft>
                <a:spcPts val="0"/>
              </a:spcAft>
              <a:buSzPts val="1400"/>
              <a:buChar char="●"/>
              <a:defRPr/>
            </a:lvl4pPr>
            <a:lvl5pPr lvl="4" rtl="0">
              <a:lnSpc>
                <a:spcPct val="100000"/>
              </a:lnSpc>
              <a:spcBef>
                <a:spcPts val="0"/>
              </a:spcBef>
              <a:spcAft>
                <a:spcPts val="0"/>
              </a:spcAft>
              <a:buSzPts val="1400"/>
              <a:buChar char="○"/>
              <a:defRPr/>
            </a:lvl5pPr>
            <a:lvl6pPr lvl="5" rtl="0">
              <a:lnSpc>
                <a:spcPct val="100000"/>
              </a:lnSpc>
              <a:spcBef>
                <a:spcPts val="0"/>
              </a:spcBef>
              <a:spcAft>
                <a:spcPts val="0"/>
              </a:spcAft>
              <a:buSzPts val="1400"/>
              <a:buChar char="■"/>
              <a:defRPr/>
            </a:lvl6pPr>
            <a:lvl7pPr lvl="6" rtl="0">
              <a:lnSpc>
                <a:spcPct val="100000"/>
              </a:lnSpc>
              <a:spcBef>
                <a:spcPts val="0"/>
              </a:spcBef>
              <a:spcAft>
                <a:spcPts val="0"/>
              </a:spcAft>
              <a:buSzPts val="1400"/>
              <a:buChar char="●"/>
              <a:defRPr/>
            </a:lvl7pPr>
            <a:lvl8pPr lvl="7" rtl="0">
              <a:lnSpc>
                <a:spcPct val="100000"/>
              </a:lnSpc>
              <a:spcBef>
                <a:spcPts val="0"/>
              </a:spcBef>
              <a:spcAft>
                <a:spcPts val="0"/>
              </a:spcAft>
              <a:buSzPts val="1400"/>
              <a:buChar char="○"/>
              <a:defRPr/>
            </a:lvl8pPr>
            <a:lvl9pPr lvl="8" rtl="0">
              <a:lnSpc>
                <a:spcPct val="100000"/>
              </a:lnSpc>
              <a:spcBef>
                <a:spcPts val="0"/>
              </a:spcBef>
              <a:spcAft>
                <a:spcPts val="0"/>
              </a:spcAft>
              <a:buSzPts val="1400"/>
              <a:buChar char="■"/>
              <a:defRPr/>
            </a:lvl9pPr>
          </a:lstStyle>
          <a:p>
            <a:endParaRPr/>
          </a:p>
        </p:txBody>
      </p:sp>
      <p:sp>
        <p:nvSpPr>
          <p:cNvPr id="333" name="Google Shape;333;p53"/>
          <p:cNvSpPr/>
          <p:nvPr/>
        </p:nvSpPr>
        <p:spPr>
          <a:xfrm>
            <a:off x="-121025" y="-68075"/>
            <a:ext cx="1853175" cy="3010450"/>
          </a:xfrm>
          <a:custGeom>
            <a:avLst/>
            <a:gdLst/>
            <a:ahLst/>
            <a:cxnLst/>
            <a:rect l="l" t="t" r="r" b="b"/>
            <a:pathLst>
              <a:path w="74127" h="120418" extrusionOk="0">
                <a:moveTo>
                  <a:pt x="74127" y="908"/>
                </a:moveTo>
                <a:lnTo>
                  <a:pt x="69891" y="1210"/>
                </a:lnTo>
                <a:lnTo>
                  <a:pt x="0" y="0"/>
                </a:lnTo>
                <a:lnTo>
                  <a:pt x="303" y="120418"/>
                </a:lnTo>
                <a:close/>
              </a:path>
            </a:pathLst>
          </a:custGeom>
          <a:solidFill>
            <a:schemeClr val="accent4"/>
          </a:solidFill>
          <a:ln>
            <a:noFill/>
          </a:ln>
          <a:effectLst>
            <a:outerShdw blurRad="214313" dist="76200" dir="3660000" algn="bl" rotWithShape="0">
              <a:srgbClr val="000000">
                <a:alpha val="35000"/>
              </a:srgbClr>
            </a:outerShdw>
          </a:effectLst>
        </p:spPr>
      </p:sp>
      <p:sp>
        <p:nvSpPr>
          <p:cNvPr id="334" name="Google Shape;334;p53"/>
          <p:cNvSpPr/>
          <p:nvPr/>
        </p:nvSpPr>
        <p:spPr>
          <a:xfrm>
            <a:off x="6399125" y="3895450"/>
            <a:ext cx="2836475" cy="1346375"/>
          </a:xfrm>
          <a:custGeom>
            <a:avLst/>
            <a:gdLst/>
            <a:ahLst/>
            <a:cxnLst/>
            <a:rect l="l" t="t" r="r" b="b"/>
            <a:pathLst>
              <a:path w="113459" h="53855" extrusionOk="0">
                <a:moveTo>
                  <a:pt x="113157" y="0"/>
                </a:moveTo>
                <a:lnTo>
                  <a:pt x="113459" y="53855"/>
                </a:lnTo>
                <a:lnTo>
                  <a:pt x="0" y="53553"/>
                </a:lnTo>
                <a:close/>
              </a:path>
            </a:pathLst>
          </a:custGeom>
          <a:solidFill>
            <a:schemeClr val="accent1"/>
          </a:solidFill>
          <a:ln>
            <a:noFill/>
          </a:ln>
          <a:effectLst>
            <a:outerShdw blurRad="214313" dist="76200" dir="10680000" algn="bl" rotWithShape="0">
              <a:srgbClr val="000000">
                <a:alpha val="35000"/>
              </a:srgbClr>
            </a:outerShdw>
          </a:effectLst>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and text 1">
  <p:cSld name="CUSTOM_9">
    <p:spTree>
      <p:nvGrpSpPr>
        <p:cNvPr id="1" name="Shape 335"/>
        <p:cNvGrpSpPr/>
        <p:nvPr/>
      </p:nvGrpSpPr>
      <p:grpSpPr>
        <a:xfrm>
          <a:off x="0" y="0"/>
          <a:ext cx="0" cy="0"/>
          <a:chOff x="0" y="0"/>
          <a:chExt cx="0" cy="0"/>
        </a:xfrm>
      </p:grpSpPr>
      <p:sp>
        <p:nvSpPr>
          <p:cNvPr id="336" name="Google Shape;336;p54"/>
          <p:cNvSpPr txBox="1">
            <a:spLocks noGrp="1"/>
          </p:cNvSpPr>
          <p:nvPr>
            <p:ph type="title"/>
          </p:nvPr>
        </p:nvSpPr>
        <p:spPr>
          <a:xfrm>
            <a:off x="716375" y="445025"/>
            <a:ext cx="7711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337" name="Google Shape;337;p54"/>
          <p:cNvSpPr txBox="1">
            <a:spLocks noGrp="1"/>
          </p:cNvSpPr>
          <p:nvPr>
            <p:ph type="body" idx="1"/>
          </p:nvPr>
        </p:nvSpPr>
        <p:spPr>
          <a:xfrm>
            <a:off x="716375" y="1152475"/>
            <a:ext cx="7711200" cy="34539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17500" rtl="0">
              <a:spcBef>
                <a:spcPts val="0"/>
              </a:spcBef>
              <a:spcAft>
                <a:spcPts val="0"/>
              </a:spcAft>
              <a:buClr>
                <a:srgbClr val="325061"/>
              </a:buClr>
              <a:buSzPts val="1400"/>
              <a:buFont typeface="Poppins"/>
              <a:buChar char="○"/>
              <a:defRPr/>
            </a:lvl2pPr>
            <a:lvl3pPr marL="1371600" lvl="2" indent="-317500" rtl="0">
              <a:spcBef>
                <a:spcPts val="0"/>
              </a:spcBef>
              <a:spcAft>
                <a:spcPts val="0"/>
              </a:spcAft>
              <a:buClr>
                <a:srgbClr val="325061"/>
              </a:buClr>
              <a:buSzPts val="1400"/>
              <a:buFont typeface="Poppins"/>
              <a:buChar char="■"/>
              <a:defRPr/>
            </a:lvl3pPr>
            <a:lvl4pPr marL="1828800" lvl="3" indent="-317500" rtl="0">
              <a:spcBef>
                <a:spcPts val="0"/>
              </a:spcBef>
              <a:spcAft>
                <a:spcPts val="0"/>
              </a:spcAft>
              <a:buClr>
                <a:srgbClr val="325061"/>
              </a:buClr>
              <a:buSzPts val="1400"/>
              <a:buFont typeface="Poppins"/>
              <a:buChar char="●"/>
              <a:defRPr/>
            </a:lvl4pPr>
            <a:lvl5pPr marL="2286000" lvl="4" indent="-317500" rtl="0">
              <a:spcBef>
                <a:spcPts val="0"/>
              </a:spcBef>
              <a:spcAft>
                <a:spcPts val="0"/>
              </a:spcAft>
              <a:buClr>
                <a:srgbClr val="325061"/>
              </a:buClr>
              <a:buSzPts val="1400"/>
              <a:buFont typeface="Poppins"/>
              <a:buChar char="○"/>
              <a:defRPr/>
            </a:lvl5pPr>
            <a:lvl6pPr marL="2743200" lvl="5" indent="-317500" rtl="0">
              <a:spcBef>
                <a:spcPts val="0"/>
              </a:spcBef>
              <a:spcAft>
                <a:spcPts val="0"/>
              </a:spcAft>
              <a:buClr>
                <a:srgbClr val="325061"/>
              </a:buClr>
              <a:buSzPts val="1400"/>
              <a:buFont typeface="Poppins"/>
              <a:buChar char="■"/>
              <a:defRPr/>
            </a:lvl6pPr>
            <a:lvl7pPr marL="3200400" lvl="6" indent="-317500" rtl="0">
              <a:spcBef>
                <a:spcPts val="0"/>
              </a:spcBef>
              <a:spcAft>
                <a:spcPts val="0"/>
              </a:spcAft>
              <a:buClr>
                <a:srgbClr val="325061"/>
              </a:buClr>
              <a:buSzPts val="1400"/>
              <a:buFont typeface="Poppins"/>
              <a:buChar char="●"/>
              <a:defRPr/>
            </a:lvl7pPr>
            <a:lvl8pPr marL="3657600" lvl="7" indent="-317500" rtl="0">
              <a:spcBef>
                <a:spcPts val="0"/>
              </a:spcBef>
              <a:spcAft>
                <a:spcPts val="0"/>
              </a:spcAft>
              <a:buClr>
                <a:srgbClr val="325061"/>
              </a:buClr>
              <a:buSzPts val="1400"/>
              <a:buFont typeface="Poppins"/>
              <a:buChar char="○"/>
              <a:defRPr/>
            </a:lvl8pPr>
            <a:lvl9pPr marL="4114800" lvl="8" indent="-317500" rtl="0">
              <a:spcBef>
                <a:spcPts val="0"/>
              </a:spcBef>
              <a:spcAft>
                <a:spcPts val="0"/>
              </a:spcAft>
              <a:buClr>
                <a:srgbClr val="325061"/>
              </a:buClr>
              <a:buSzPts val="1400"/>
              <a:buFont typeface="Poppins"/>
              <a:buChar char="■"/>
              <a:defRPr/>
            </a:lvl9pPr>
          </a:lstStyle>
          <a:p>
            <a:endParaRPr/>
          </a:p>
        </p:txBody>
      </p:sp>
      <p:sp>
        <p:nvSpPr>
          <p:cNvPr id="338" name="Google Shape;338;p54"/>
          <p:cNvSpPr/>
          <p:nvPr/>
        </p:nvSpPr>
        <p:spPr>
          <a:xfrm>
            <a:off x="5400675" y="3243950"/>
            <a:ext cx="3940911" cy="2013037"/>
          </a:xfrm>
          <a:custGeom>
            <a:avLst/>
            <a:gdLst/>
            <a:ahLst/>
            <a:cxnLst/>
            <a:rect l="l" t="t" r="r" b="b"/>
            <a:pathLst>
              <a:path w="154002" h="78665" extrusionOk="0">
                <a:moveTo>
                  <a:pt x="153397" y="0"/>
                </a:moveTo>
                <a:lnTo>
                  <a:pt x="154002" y="78665"/>
                </a:lnTo>
                <a:lnTo>
                  <a:pt x="0" y="77758"/>
                </a:lnTo>
                <a:close/>
              </a:path>
            </a:pathLst>
          </a:custGeom>
          <a:solidFill>
            <a:schemeClr val="dk2"/>
          </a:solidFill>
          <a:ln>
            <a:noFill/>
          </a:ln>
          <a:effectLst>
            <a:outerShdw blurRad="214313" dist="76200" dir="11040000" algn="bl" rotWithShape="0">
              <a:srgbClr val="000000">
                <a:alpha val="35000"/>
              </a:srgbClr>
            </a:outerShdw>
          </a:effectLst>
        </p:spPr>
      </p:sp>
      <p:sp>
        <p:nvSpPr>
          <p:cNvPr id="339" name="Google Shape;339;p54"/>
          <p:cNvSpPr/>
          <p:nvPr/>
        </p:nvSpPr>
        <p:spPr>
          <a:xfrm>
            <a:off x="7609350" y="1263175"/>
            <a:ext cx="1830475" cy="4069425"/>
          </a:xfrm>
          <a:custGeom>
            <a:avLst/>
            <a:gdLst/>
            <a:ahLst/>
            <a:cxnLst/>
            <a:rect l="l" t="t" r="r" b="b"/>
            <a:pathLst>
              <a:path w="73219" h="162777" extrusionOk="0">
                <a:moveTo>
                  <a:pt x="63840" y="0"/>
                </a:moveTo>
                <a:lnTo>
                  <a:pt x="0" y="162777"/>
                </a:lnTo>
                <a:lnTo>
                  <a:pt x="73219" y="162777"/>
                </a:lnTo>
                <a:close/>
              </a:path>
            </a:pathLst>
          </a:custGeom>
          <a:solidFill>
            <a:schemeClr val="accent2"/>
          </a:solidFill>
          <a:ln>
            <a:noFill/>
          </a:ln>
          <a:effectLst>
            <a:outerShdw blurRad="214313" dist="76200" dir="10800000" algn="bl" rotWithShape="0">
              <a:srgbClr val="000000">
                <a:alpha val="34000"/>
              </a:srgbClr>
            </a:outerShdw>
          </a:effectLst>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only 1">
  <p:cSld name="CUSTOM_5">
    <p:spTree>
      <p:nvGrpSpPr>
        <p:cNvPr id="1" name="Shape 340"/>
        <p:cNvGrpSpPr/>
        <p:nvPr/>
      </p:nvGrpSpPr>
      <p:grpSpPr>
        <a:xfrm>
          <a:off x="0" y="0"/>
          <a:ext cx="0" cy="0"/>
          <a:chOff x="0" y="0"/>
          <a:chExt cx="0" cy="0"/>
        </a:xfrm>
      </p:grpSpPr>
      <p:sp>
        <p:nvSpPr>
          <p:cNvPr id="341" name="Google Shape;341;p55"/>
          <p:cNvSpPr txBox="1">
            <a:spLocks noGrp="1"/>
          </p:cNvSpPr>
          <p:nvPr>
            <p:ph type="title"/>
          </p:nvPr>
        </p:nvSpPr>
        <p:spPr>
          <a:xfrm>
            <a:off x="716375" y="445025"/>
            <a:ext cx="7711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34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342" name="Google Shape;342;p55"/>
          <p:cNvSpPr/>
          <p:nvPr/>
        </p:nvSpPr>
        <p:spPr>
          <a:xfrm>
            <a:off x="5931750" y="-105900"/>
            <a:ext cx="3356875" cy="907696"/>
          </a:xfrm>
          <a:custGeom>
            <a:avLst/>
            <a:gdLst/>
            <a:ahLst/>
            <a:cxnLst/>
            <a:rect l="l" t="t" r="r" b="b"/>
            <a:pathLst>
              <a:path w="129797" h="35097" extrusionOk="0">
                <a:moveTo>
                  <a:pt x="129495" y="35097"/>
                </a:moveTo>
                <a:lnTo>
                  <a:pt x="129797" y="0"/>
                </a:lnTo>
                <a:lnTo>
                  <a:pt x="0" y="303"/>
                </a:lnTo>
                <a:close/>
              </a:path>
            </a:pathLst>
          </a:custGeom>
          <a:solidFill>
            <a:schemeClr val="accent3"/>
          </a:solidFill>
          <a:ln>
            <a:noFill/>
          </a:ln>
          <a:effectLst>
            <a:outerShdw blurRad="214313" dist="76200" dir="3660000" algn="bl" rotWithShape="0">
              <a:srgbClr val="000000">
                <a:alpha val="34000"/>
              </a:srgbClr>
            </a:outerShdw>
          </a:effectLst>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only 2">
  <p:cSld name="CUSTOM_7">
    <p:spTree>
      <p:nvGrpSpPr>
        <p:cNvPr id="1" name="Shape 343"/>
        <p:cNvGrpSpPr/>
        <p:nvPr/>
      </p:nvGrpSpPr>
      <p:grpSpPr>
        <a:xfrm>
          <a:off x="0" y="0"/>
          <a:ext cx="0" cy="0"/>
          <a:chOff x="0" y="0"/>
          <a:chExt cx="0" cy="0"/>
        </a:xfrm>
      </p:grpSpPr>
      <p:sp>
        <p:nvSpPr>
          <p:cNvPr id="344" name="Google Shape;344;p56"/>
          <p:cNvSpPr txBox="1">
            <a:spLocks noGrp="1"/>
          </p:cNvSpPr>
          <p:nvPr>
            <p:ph type="title"/>
          </p:nvPr>
        </p:nvSpPr>
        <p:spPr>
          <a:xfrm>
            <a:off x="716375" y="445025"/>
            <a:ext cx="7711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sz="34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345" name="Google Shape;345;p56"/>
          <p:cNvSpPr/>
          <p:nvPr/>
        </p:nvSpPr>
        <p:spPr>
          <a:xfrm>
            <a:off x="-196675" y="1800225"/>
            <a:ext cx="1406900" cy="3434050"/>
          </a:xfrm>
          <a:custGeom>
            <a:avLst/>
            <a:gdLst/>
            <a:ahLst/>
            <a:cxnLst/>
            <a:rect l="l" t="t" r="r" b="b"/>
            <a:pathLst>
              <a:path w="56276" h="137362" extrusionOk="0">
                <a:moveTo>
                  <a:pt x="3934" y="12707"/>
                </a:moveTo>
                <a:lnTo>
                  <a:pt x="56276" y="137059"/>
                </a:lnTo>
                <a:lnTo>
                  <a:pt x="3934" y="137362"/>
                </a:lnTo>
                <a:lnTo>
                  <a:pt x="0" y="0"/>
                </a:lnTo>
                <a:close/>
              </a:path>
            </a:pathLst>
          </a:custGeom>
          <a:solidFill>
            <a:schemeClr val="accent4"/>
          </a:solidFill>
          <a:ln>
            <a:noFill/>
          </a:ln>
          <a:effectLst>
            <a:outerShdw blurRad="214313" dist="76200" dir="3660000" algn="bl" rotWithShape="0">
              <a:srgbClr val="000000">
                <a:alpha val="35000"/>
              </a:srgbClr>
            </a:outerShdw>
          </a:effectLst>
        </p:spPr>
      </p:sp>
      <p:sp>
        <p:nvSpPr>
          <p:cNvPr id="346" name="Google Shape;346;p56"/>
          <p:cNvSpPr/>
          <p:nvPr/>
        </p:nvSpPr>
        <p:spPr>
          <a:xfrm>
            <a:off x="8010250" y="-60500"/>
            <a:ext cx="1248050" cy="1656500"/>
          </a:xfrm>
          <a:custGeom>
            <a:avLst/>
            <a:gdLst/>
            <a:ahLst/>
            <a:cxnLst/>
            <a:rect l="l" t="t" r="r" b="b"/>
            <a:pathLst>
              <a:path w="49922" h="66260" extrusionOk="0">
                <a:moveTo>
                  <a:pt x="0" y="302"/>
                </a:moveTo>
                <a:lnTo>
                  <a:pt x="49317" y="0"/>
                </a:lnTo>
                <a:lnTo>
                  <a:pt x="49922" y="66260"/>
                </a:lnTo>
                <a:close/>
              </a:path>
            </a:pathLst>
          </a:custGeom>
          <a:solidFill>
            <a:schemeClr val="accent1"/>
          </a:solidFill>
          <a:ln w="9525" cap="flat" cmpd="sng">
            <a:solidFill>
              <a:schemeClr val="dk2"/>
            </a:solidFill>
            <a:prstDash val="solid"/>
            <a:round/>
            <a:headEnd type="none" w="med" len="med"/>
            <a:tailEnd type="none" w="med" len="med"/>
          </a:ln>
          <a:effectLst>
            <a:outerShdw blurRad="214313" dist="76200" dir="10920000" algn="bl" rotWithShape="0">
              <a:srgbClr val="000000">
                <a:alpha val="35000"/>
              </a:srgbClr>
            </a:outerShdw>
          </a:effectLst>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Numbers and text">
  <p:cSld name="CUSTOM_4">
    <p:spTree>
      <p:nvGrpSpPr>
        <p:cNvPr id="1" name="Shape 347"/>
        <p:cNvGrpSpPr/>
        <p:nvPr/>
      </p:nvGrpSpPr>
      <p:grpSpPr>
        <a:xfrm>
          <a:off x="0" y="0"/>
          <a:ext cx="0" cy="0"/>
          <a:chOff x="0" y="0"/>
          <a:chExt cx="0" cy="0"/>
        </a:xfrm>
      </p:grpSpPr>
      <p:sp>
        <p:nvSpPr>
          <p:cNvPr id="348" name="Google Shape;348;p57"/>
          <p:cNvSpPr/>
          <p:nvPr/>
        </p:nvSpPr>
        <p:spPr>
          <a:xfrm>
            <a:off x="-37825" y="1217800"/>
            <a:ext cx="1762400" cy="4008900"/>
          </a:xfrm>
          <a:custGeom>
            <a:avLst/>
            <a:gdLst/>
            <a:ahLst/>
            <a:cxnLst/>
            <a:rect l="l" t="t" r="r" b="b"/>
            <a:pathLst>
              <a:path w="70496" h="160356" extrusionOk="0">
                <a:moveTo>
                  <a:pt x="303" y="0"/>
                </a:moveTo>
                <a:lnTo>
                  <a:pt x="0" y="160356"/>
                </a:lnTo>
                <a:lnTo>
                  <a:pt x="70496" y="159448"/>
                </a:lnTo>
                <a:close/>
              </a:path>
            </a:pathLst>
          </a:custGeom>
          <a:solidFill>
            <a:schemeClr val="accent2"/>
          </a:solidFill>
          <a:ln>
            <a:noFill/>
          </a:ln>
          <a:effectLst>
            <a:outerShdw blurRad="214313" dist="76200" dir="3480000" algn="bl" rotWithShape="0">
              <a:srgbClr val="000000">
                <a:alpha val="35000"/>
              </a:srgbClr>
            </a:outerShdw>
          </a:effectLst>
        </p:spPr>
      </p:sp>
      <p:sp>
        <p:nvSpPr>
          <p:cNvPr id="349" name="Google Shape;349;p57"/>
          <p:cNvSpPr/>
          <p:nvPr/>
        </p:nvSpPr>
        <p:spPr>
          <a:xfrm>
            <a:off x="5541639" y="-157875"/>
            <a:ext cx="3928495" cy="1277361"/>
          </a:xfrm>
          <a:custGeom>
            <a:avLst/>
            <a:gdLst/>
            <a:ahLst/>
            <a:cxnLst/>
            <a:rect l="l" t="t" r="r" b="b"/>
            <a:pathLst>
              <a:path w="147952" h="48107" extrusionOk="0">
                <a:moveTo>
                  <a:pt x="0" y="0"/>
                </a:moveTo>
                <a:lnTo>
                  <a:pt x="147649" y="1210"/>
                </a:lnTo>
                <a:lnTo>
                  <a:pt x="147952" y="48107"/>
                </a:lnTo>
                <a:close/>
              </a:path>
            </a:pathLst>
          </a:custGeom>
          <a:solidFill>
            <a:schemeClr val="accent1"/>
          </a:solidFill>
          <a:ln>
            <a:noFill/>
          </a:ln>
          <a:effectLst>
            <a:outerShdw blurRad="214313" dist="76200" dir="3660000" algn="bl" rotWithShape="0">
              <a:srgbClr val="000000">
                <a:alpha val="35000"/>
              </a:srgbClr>
            </a:outerShdw>
          </a:effectLst>
        </p:spPr>
      </p:sp>
      <p:sp>
        <p:nvSpPr>
          <p:cNvPr id="350" name="Google Shape;350;p57"/>
          <p:cNvSpPr/>
          <p:nvPr/>
        </p:nvSpPr>
        <p:spPr>
          <a:xfrm>
            <a:off x="7616925" y="-37825"/>
            <a:ext cx="1648950" cy="2897000"/>
          </a:xfrm>
          <a:custGeom>
            <a:avLst/>
            <a:gdLst/>
            <a:ahLst/>
            <a:cxnLst/>
            <a:rect l="l" t="t" r="r" b="b"/>
            <a:pathLst>
              <a:path w="65958" h="115880" extrusionOk="0">
                <a:moveTo>
                  <a:pt x="0" y="0"/>
                </a:moveTo>
                <a:lnTo>
                  <a:pt x="65958" y="0"/>
                </a:lnTo>
                <a:lnTo>
                  <a:pt x="65050" y="115880"/>
                </a:lnTo>
                <a:close/>
              </a:path>
            </a:pathLst>
          </a:custGeom>
          <a:solidFill>
            <a:schemeClr val="accent4"/>
          </a:solidFill>
          <a:ln>
            <a:noFill/>
          </a:ln>
          <a:effectLst>
            <a:outerShdw blurRad="214313" dist="76200" dir="10920000" algn="bl" rotWithShape="0">
              <a:srgbClr val="000000">
                <a:alpha val="35000"/>
              </a:srgbClr>
            </a:outerShdw>
          </a:effectLst>
        </p:spPr>
      </p:sp>
      <p:sp>
        <p:nvSpPr>
          <p:cNvPr id="351" name="Google Shape;351;p57"/>
          <p:cNvSpPr txBox="1">
            <a:spLocks noGrp="1"/>
          </p:cNvSpPr>
          <p:nvPr>
            <p:ph type="title" hasCustomPrompt="1"/>
          </p:nvPr>
        </p:nvSpPr>
        <p:spPr>
          <a:xfrm>
            <a:off x="1838850" y="727775"/>
            <a:ext cx="5466300" cy="72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1pPr>
            <a:lvl2pPr lvl="1"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2pPr>
            <a:lvl3pPr lvl="2"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3pPr>
            <a:lvl4pPr lvl="3"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4pPr>
            <a:lvl5pPr lvl="4"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5pPr>
            <a:lvl6pPr lvl="5"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6pPr>
            <a:lvl7pPr lvl="6"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7pPr>
            <a:lvl8pPr lvl="7"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8pPr>
            <a:lvl9pPr lvl="8"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9pPr>
          </a:lstStyle>
          <a:p>
            <a:r>
              <a:t>xx%</a:t>
            </a:r>
          </a:p>
        </p:txBody>
      </p:sp>
      <p:sp>
        <p:nvSpPr>
          <p:cNvPr id="352" name="Google Shape;352;p57"/>
          <p:cNvSpPr txBox="1">
            <a:spLocks noGrp="1"/>
          </p:cNvSpPr>
          <p:nvPr>
            <p:ph type="subTitle" idx="1"/>
          </p:nvPr>
        </p:nvSpPr>
        <p:spPr>
          <a:xfrm>
            <a:off x="1838850" y="1371575"/>
            <a:ext cx="5466300" cy="3630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3" name="Google Shape;353;p57"/>
          <p:cNvSpPr txBox="1">
            <a:spLocks noGrp="1"/>
          </p:cNvSpPr>
          <p:nvPr>
            <p:ph type="title" idx="2" hasCustomPrompt="1"/>
          </p:nvPr>
        </p:nvSpPr>
        <p:spPr>
          <a:xfrm>
            <a:off x="1838850" y="2068350"/>
            <a:ext cx="5466300" cy="72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1pPr>
            <a:lvl2pPr lvl="1"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2pPr>
            <a:lvl3pPr lvl="2"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3pPr>
            <a:lvl4pPr lvl="3"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4pPr>
            <a:lvl5pPr lvl="4"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5pPr>
            <a:lvl6pPr lvl="5"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6pPr>
            <a:lvl7pPr lvl="6"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7pPr>
            <a:lvl8pPr lvl="7"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8pPr>
            <a:lvl9pPr lvl="8"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9pPr>
          </a:lstStyle>
          <a:p>
            <a:r>
              <a:t>xx%</a:t>
            </a:r>
          </a:p>
        </p:txBody>
      </p:sp>
      <p:sp>
        <p:nvSpPr>
          <p:cNvPr id="354" name="Google Shape;354;p57"/>
          <p:cNvSpPr txBox="1">
            <a:spLocks noGrp="1"/>
          </p:cNvSpPr>
          <p:nvPr>
            <p:ph type="subTitle" idx="3"/>
          </p:nvPr>
        </p:nvSpPr>
        <p:spPr>
          <a:xfrm>
            <a:off x="1838850" y="2712150"/>
            <a:ext cx="5466300" cy="3630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5" name="Google Shape;355;p57"/>
          <p:cNvSpPr txBox="1">
            <a:spLocks noGrp="1"/>
          </p:cNvSpPr>
          <p:nvPr>
            <p:ph type="title" idx="4" hasCustomPrompt="1"/>
          </p:nvPr>
        </p:nvSpPr>
        <p:spPr>
          <a:xfrm>
            <a:off x="1838850" y="3408925"/>
            <a:ext cx="5466300" cy="72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1pPr>
            <a:lvl2pPr lvl="1"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2pPr>
            <a:lvl3pPr lvl="2"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3pPr>
            <a:lvl4pPr lvl="3"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4pPr>
            <a:lvl5pPr lvl="4"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5pPr>
            <a:lvl6pPr lvl="5"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6pPr>
            <a:lvl7pPr lvl="6"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7pPr>
            <a:lvl8pPr lvl="7"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8pPr>
            <a:lvl9pPr lvl="8" algn="ctr" rtl="0">
              <a:spcBef>
                <a:spcPts val="0"/>
              </a:spcBef>
              <a:spcAft>
                <a:spcPts val="0"/>
              </a:spcAft>
              <a:buSzPts val="3600"/>
              <a:buFont typeface="Advent Pro Medium"/>
              <a:buNone/>
              <a:defRPr sz="3600">
                <a:latin typeface="Advent Pro Medium"/>
                <a:ea typeface="Advent Pro Medium"/>
                <a:cs typeface="Advent Pro Medium"/>
                <a:sym typeface="Advent Pro Medium"/>
              </a:defRPr>
            </a:lvl9pPr>
          </a:lstStyle>
          <a:p>
            <a:r>
              <a:t>xx%</a:t>
            </a:r>
          </a:p>
        </p:txBody>
      </p:sp>
      <p:sp>
        <p:nvSpPr>
          <p:cNvPr id="356" name="Google Shape;356;p57"/>
          <p:cNvSpPr txBox="1">
            <a:spLocks noGrp="1"/>
          </p:cNvSpPr>
          <p:nvPr>
            <p:ph type="subTitle" idx="5"/>
          </p:nvPr>
        </p:nvSpPr>
        <p:spPr>
          <a:xfrm>
            <a:off x="1838850" y="4052725"/>
            <a:ext cx="5466300" cy="363000"/>
          </a:xfrm>
          <a:prstGeom prst="rect">
            <a:avLst/>
          </a:prstGeom>
        </p:spPr>
        <p:txBody>
          <a:bodyPr spcFirstLastPara="1" wrap="square" lIns="91425" tIns="91425" rIns="91425" bIns="91425" anchor="t" anchorCtr="0">
            <a:noAutofit/>
          </a:bodyPr>
          <a:lstStyle>
            <a:lvl1pPr marL="0" marR="0" lvl="0" indent="0" algn="ctr" rtl="0">
              <a:lnSpc>
                <a:spcPct val="100000"/>
              </a:lnSpc>
              <a:spcBef>
                <a:spcPts val="0"/>
              </a:spcBef>
              <a:spcAft>
                <a:spcPts val="0"/>
              </a:spcAft>
              <a:buSzPts val="26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7" name="Google Shape;357;p57"/>
          <p:cNvSpPr/>
          <p:nvPr/>
        </p:nvSpPr>
        <p:spPr>
          <a:xfrm>
            <a:off x="-136150" y="-157875"/>
            <a:ext cx="1425108" cy="2691851"/>
          </a:xfrm>
          <a:custGeom>
            <a:avLst/>
            <a:gdLst/>
            <a:ahLst/>
            <a:cxnLst/>
            <a:rect l="l" t="t" r="r" b="b"/>
            <a:pathLst>
              <a:path w="54461" h="102870" extrusionOk="0">
                <a:moveTo>
                  <a:pt x="54461" y="303"/>
                </a:moveTo>
                <a:lnTo>
                  <a:pt x="0" y="0"/>
                </a:lnTo>
                <a:lnTo>
                  <a:pt x="1815" y="102870"/>
                </a:lnTo>
                <a:close/>
              </a:path>
            </a:pathLst>
          </a:custGeom>
          <a:solidFill>
            <a:schemeClr val="accent3"/>
          </a:solidFill>
          <a:ln>
            <a:noFill/>
          </a:ln>
          <a:effectLst>
            <a:outerShdw blurRad="214313" dist="76200" dir="3660000" algn="bl" rotWithShape="0">
              <a:srgbClr val="000000">
                <a:alpha val="35000"/>
              </a:srgbClr>
            </a:outerShdw>
          </a:effectLst>
        </p:spPr>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hanks">
  <p:cSld name="CUSTOM_8">
    <p:spTree>
      <p:nvGrpSpPr>
        <p:cNvPr id="1" name="Shape 358"/>
        <p:cNvGrpSpPr/>
        <p:nvPr/>
      </p:nvGrpSpPr>
      <p:grpSpPr>
        <a:xfrm>
          <a:off x="0" y="0"/>
          <a:ext cx="0" cy="0"/>
          <a:chOff x="0" y="0"/>
          <a:chExt cx="0" cy="0"/>
        </a:xfrm>
      </p:grpSpPr>
      <p:sp>
        <p:nvSpPr>
          <p:cNvPr id="359" name="Google Shape;359;p58"/>
          <p:cNvSpPr/>
          <p:nvPr/>
        </p:nvSpPr>
        <p:spPr>
          <a:xfrm>
            <a:off x="-151275" y="-157775"/>
            <a:ext cx="3736547" cy="1216717"/>
          </a:xfrm>
          <a:custGeom>
            <a:avLst/>
            <a:gdLst/>
            <a:ahLst/>
            <a:cxnLst/>
            <a:rect l="l" t="t" r="r" b="b"/>
            <a:pathLst>
              <a:path w="144018" h="46896" extrusionOk="0">
                <a:moveTo>
                  <a:pt x="144018" y="2118"/>
                </a:moveTo>
                <a:lnTo>
                  <a:pt x="0" y="46896"/>
                </a:lnTo>
                <a:lnTo>
                  <a:pt x="908" y="0"/>
                </a:lnTo>
                <a:close/>
              </a:path>
            </a:pathLst>
          </a:custGeom>
          <a:solidFill>
            <a:schemeClr val="accent2"/>
          </a:solidFill>
          <a:ln>
            <a:noFill/>
          </a:ln>
          <a:effectLst>
            <a:outerShdw blurRad="214313" dist="76200" dir="3660000" algn="bl" rotWithShape="0">
              <a:srgbClr val="000000">
                <a:alpha val="35000"/>
              </a:srgbClr>
            </a:outerShdw>
          </a:effectLst>
        </p:spPr>
      </p:sp>
      <p:sp>
        <p:nvSpPr>
          <p:cNvPr id="360" name="Google Shape;360;p58"/>
          <p:cNvSpPr/>
          <p:nvPr/>
        </p:nvSpPr>
        <p:spPr>
          <a:xfrm>
            <a:off x="-98325" y="-68075"/>
            <a:ext cx="1535475" cy="3108800"/>
          </a:xfrm>
          <a:custGeom>
            <a:avLst/>
            <a:gdLst/>
            <a:ahLst/>
            <a:cxnLst/>
            <a:rect l="l" t="t" r="r" b="b"/>
            <a:pathLst>
              <a:path w="61419" h="124352" extrusionOk="0">
                <a:moveTo>
                  <a:pt x="61419" y="605"/>
                </a:moveTo>
                <a:lnTo>
                  <a:pt x="0" y="124352"/>
                </a:lnTo>
                <a:lnTo>
                  <a:pt x="1210" y="0"/>
                </a:lnTo>
                <a:close/>
              </a:path>
            </a:pathLst>
          </a:custGeom>
          <a:solidFill>
            <a:schemeClr val="accent4"/>
          </a:solidFill>
          <a:ln>
            <a:noFill/>
          </a:ln>
          <a:effectLst>
            <a:outerShdw blurRad="214313" dist="76200" dir="3660000" algn="bl" rotWithShape="0">
              <a:srgbClr val="000000">
                <a:alpha val="35000"/>
              </a:srgbClr>
            </a:outerShdw>
          </a:effectLst>
        </p:spPr>
      </p:sp>
      <p:sp>
        <p:nvSpPr>
          <p:cNvPr id="361" name="Google Shape;361;p58"/>
          <p:cNvSpPr/>
          <p:nvPr/>
        </p:nvSpPr>
        <p:spPr>
          <a:xfrm>
            <a:off x="7284100" y="2004450"/>
            <a:ext cx="2045469" cy="3260218"/>
          </a:xfrm>
          <a:custGeom>
            <a:avLst/>
            <a:gdLst/>
            <a:ahLst/>
            <a:cxnLst/>
            <a:rect l="l" t="t" r="r" b="b"/>
            <a:pathLst>
              <a:path w="78968" h="125865" extrusionOk="0">
                <a:moveTo>
                  <a:pt x="77758" y="0"/>
                </a:moveTo>
                <a:lnTo>
                  <a:pt x="78968" y="125865"/>
                </a:lnTo>
                <a:lnTo>
                  <a:pt x="0" y="124352"/>
                </a:lnTo>
                <a:close/>
              </a:path>
            </a:pathLst>
          </a:custGeom>
          <a:solidFill>
            <a:schemeClr val="accent5"/>
          </a:solidFill>
          <a:ln>
            <a:noFill/>
          </a:ln>
          <a:effectLst>
            <a:outerShdw blurRad="214313" dist="76200" dir="10680000" algn="bl" rotWithShape="0">
              <a:srgbClr val="000000">
                <a:alpha val="35000"/>
              </a:srgbClr>
            </a:outerShdw>
          </a:effectLst>
        </p:spPr>
      </p:sp>
      <p:sp>
        <p:nvSpPr>
          <p:cNvPr id="362" name="Google Shape;362;p58"/>
          <p:cNvSpPr txBox="1">
            <a:spLocks noGrp="1"/>
          </p:cNvSpPr>
          <p:nvPr>
            <p:ph type="ctrTitle"/>
          </p:nvPr>
        </p:nvSpPr>
        <p:spPr>
          <a:xfrm>
            <a:off x="2186250" y="639234"/>
            <a:ext cx="4771500" cy="1081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atin typeface="Advent Pro"/>
                <a:ea typeface="Advent Pro"/>
                <a:cs typeface="Advent Pro"/>
                <a:sym typeface="Advent Pro"/>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endParaRPr/>
          </a:p>
        </p:txBody>
      </p:sp>
      <p:sp>
        <p:nvSpPr>
          <p:cNvPr id="363" name="Google Shape;363;p58"/>
          <p:cNvSpPr txBox="1">
            <a:spLocks noGrp="1"/>
          </p:cNvSpPr>
          <p:nvPr>
            <p:ph type="subTitle" idx="1"/>
          </p:nvPr>
        </p:nvSpPr>
        <p:spPr>
          <a:xfrm>
            <a:off x="2186250" y="1644541"/>
            <a:ext cx="4771500" cy="869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200">
                <a:latin typeface="Albert Sans"/>
                <a:ea typeface="Albert Sans"/>
                <a:cs typeface="Albert Sans"/>
                <a:sym typeface="Albert Sans"/>
              </a:defRPr>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364" name="Google Shape;364;p58"/>
          <p:cNvSpPr txBox="1"/>
          <p:nvPr/>
        </p:nvSpPr>
        <p:spPr>
          <a:xfrm>
            <a:off x="2056800" y="3990666"/>
            <a:ext cx="5030400" cy="513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300"/>
              </a:spcBef>
              <a:spcAft>
                <a:spcPts val="0"/>
              </a:spcAft>
              <a:buNone/>
            </a:pPr>
            <a:r>
              <a:rPr lang="en" sz="1200">
                <a:solidFill>
                  <a:schemeClr val="dk1"/>
                </a:solidFill>
                <a:latin typeface="Albert Sans"/>
                <a:ea typeface="Albert Sans"/>
                <a:cs typeface="Albert Sans"/>
                <a:sym typeface="Albert Sans"/>
              </a:rPr>
              <a:t>CREDITS: This presentation template was created by </a:t>
            </a:r>
            <a:r>
              <a:rPr lang="en" sz="1200" b="1">
                <a:solidFill>
                  <a:schemeClr val="dk1"/>
                </a:solidFill>
                <a:uFill>
                  <a:noFill/>
                </a:uFill>
                <a:latin typeface="Albert Sans"/>
                <a:ea typeface="Albert Sans"/>
                <a:cs typeface="Albert Sans"/>
                <a:sym typeface="Albert Sans"/>
                <a:hlinkClick r:id="rId2">
                  <a:extLst>
                    <a:ext uri="{A12FA001-AC4F-418D-AE19-62706E023703}">
                      <ahyp:hlinkClr xmlns:ahyp="http://schemas.microsoft.com/office/drawing/2018/hyperlinkcolor" val="tx"/>
                    </a:ext>
                  </a:extLst>
                </a:hlinkClick>
              </a:rPr>
              <a:t>Slidesgo</a:t>
            </a:r>
            <a:r>
              <a:rPr lang="en" sz="1200">
                <a:solidFill>
                  <a:schemeClr val="dk1"/>
                </a:solidFill>
                <a:latin typeface="Albert Sans"/>
                <a:ea typeface="Albert Sans"/>
                <a:cs typeface="Albert Sans"/>
                <a:sym typeface="Albert Sans"/>
              </a:rPr>
              <a:t>, including icons by </a:t>
            </a:r>
            <a:r>
              <a:rPr lang="en" sz="1200" b="1">
                <a:solidFill>
                  <a:schemeClr val="dk1"/>
                </a:solidFill>
                <a:uFill>
                  <a:noFill/>
                </a:uFill>
                <a:latin typeface="Albert Sans"/>
                <a:ea typeface="Albert Sans"/>
                <a:cs typeface="Albert Sans"/>
                <a:sym typeface="Albert Sans"/>
                <a:hlinkClick r:id="rId3">
                  <a:extLst>
                    <a:ext uri="{A12FA001-AC4F-418D-AE19-62706E023703}">
                      <ahyp:hlinkClr xmlns:ahyp="http://schemas.microsoft.com/office/drawing/2018/hyperlinkcolor" val="tx"/>
                    </a:ext>
                  </a:extLst>
                </a:hlinkClick>
              </a:rPr>
              <a:t>Flaticon</a:t>
            </a:r>
            <a:r>
              <a:rPr lang="en" sz="1200">
                <a:solidFill>
                  <a:schemeClr val="dk1"/>
                </a:solidFill>
                <a:latin typeface="Albert Sans"/>
                <a:ea typeface="Albert Sans"/>
                <a:cs typeface="Albert Sans"/>
                <a:sym typeface="Albert Sans"/>
              </a:rPr>
              <a:t>, and infographics &amp; images by </a:t>
            </a:r>
            <a:r>
              <a:rPr lang="en" sz="1200" b="1">
                <a:solidFill>
                  <a:schemeClr val="dk1"/>
                </a:solidFill>
                <a:uFill>
                  <a:noFill/>
                </a:uFill>
                <a:latin typeface="Albert Sans"/>
                <a:ea typeface="Albert Sans"/>
                <a:cs typeface="Albert Sans"/>
                <a:sym typeface="Albert Sans"/>
                <a:hlinkClick r:id="rId4">
                  <a:extLst>
                    <a:ext uri="{A12FA001-AC4F-418D-AE19-62706E023703}">
                      <ahyp:hlinkClr xmlns:ahyp="http://schemas.microsoft.com/office/drawing/2018/hyperlinkcolor" val="tx"/>
                    </a:ext>
                  </a:extLst>
                </a:hlinkClick>
              </a:rPr>
              <a:t>Freepik</a:t>
            </a:r>
            <a:endParaRPr sz="1200" b="1">
              <a:solidFill>
                <a:schemeClr val="dk1"/>
              </a:solidFill>
              <a:latin typeface="Albert Sans"/>
              <a:ea typeface="Albert Sans"/>
              <a:cs typeface="Albert Sans"/>
              <a:sym typeface="Albert Sans"/>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365"/>
        <p:cNvGrpSpPr/>
        <p:nvPr/>
      </p:nvGrpSpPr>
      <p:grpSpPr>
        <a:xfrm>
          <a:off x="0" y="0"/>
          <a:ext cx="0" cy="0"/>
          <a:chOff x="0" y="0"/>
          <a:chExt cx="0" cy="0"/>
        </a:xfrm>
      </p:grpSpPr>
      <p:sp>
        <p:nvSpPr>
          <p:cNvPr id="366" name="Google Shape;366;p59"/>
          <p:cNvSpPr/>
          <p:nvPr/>
        </p:nvSpPr>
        <p:spPr>
          <a:xfrm>
            <a:off x="-121550" y="-151950"/>
            <a:ext cx="1245975" cy="4322975"/>
          </a:xfrm>
          <a:custGeom>
            <a:avLst/>
            <a:gdLst/>
            <a:ahLst/>
            <a:cxnLst/>
            <a:rect l="l" t="t" r="r" b="b"/>
            <a:pathLst>
              <a:path w="49839" h="172919" extrusionOk="0">
                <a:moveTo>
                  <a:pt x="49839" y="0"/>
                </a:moveTo>
                <a:lnTo>
                  <a:pt x="304" y="172919"/>
                </a:lnTo>
                <a:lnTo>
                  <a:pt x="0" y="304"/>
                </a:lnTo>
                <a:close/>
              </a:path>
            </a:pathLst>
          </a:custGeom>
          <a:solidFill>
            <a:schemeClr val="accent4"/>
          </a:solidFill>
          <a:ln>
            <a:noFill/>
          </a:ln>
          <a:effectLst>
            <a:outerShdw blurRad="214313" dist="76200" dir="3660000" algn="bl" rotWithShape="0">
              <a:srgbClr val="000000">
                <a:alpha val="35000"/>
              </a:srgbClr>
            </a:outerShdw>
          </a:effectLst>
        </p:spPr>
      </p:sp>
      <p:sp>
        <p:nvSpPr>
          <p:cNvPr id="367" name="Google Shape;367;p59"/>
          <p:cNvSpPr/>
          <p:nvPr/>
        </p:nvSpPr>
        <p:spPr>
          <a:xfrm>
            <a:off x="5652525" y="4011475"/>
            <a:ext cx="3707575" cy="1276375"/>
          </a:xfrm>
          <a:custGeom>
            <a:avLst/>
            <a:gdLst/>
            <a:ahLst/>
            <a:cxnLst/>
            <a:rect l="l" t="t" r="r" b="b"/>
            <a:pathLst>
              <a:path w="148303" h="51055" extrusionOk="0">
                <a:moveTo>
                  <a:pt x="146176" y="0"/>
                </a:moveTo>
                <a:lnTo>
                  <a:pt x="148303" y="51055"/>
                </a:lnTo>
                <a:lnTo>
                  <a:pt x="0" y="48320"/>
                </a:lnTo>
                <a:close/>
              </a:path>
            </a:pathLst>
          </a:custGeom>
          <a:solidFill>
            <a:schemeClr val="accent2"/>
          </a:solidFill>
          <a:ln>
            <a:noFill/>
          </a:ln>
          <a:effectLst>
            <a:outerShdw blurRad="214313" dist="76200" dir="10920000" algn="bl" rotWithShape="0">
              <a:srgbClr val="000000">
                <a:alpha val="36000"/>
              </a:srgbClr>
            </a:outerShdw>
          </a:effectLst>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368"/>
        <p:cNvGrpSpPr/>
        <p:nvPr/>
      </p:nvGrpSpPr>
      <p:grpSpPr>
        <a:xfrm>
          <a:off x="0" y="0"/>
          <a:ext cx="0" cy="0"/>
          <a:chOff x="0" y="0"/>
          <a:chExt cx="0" cy="0"/>
        </a:xfrm>
      </p:grpSpPr>
      <p:sp>
        <p:nvSpPr>
          <p:cNvPr id="369" name="Google Shape;369;p60"/>
          <p:cNvSpPr/>
          <p:nvPr/>
        </p:nvSpPr>
        <p:spPr>
          <a:xfrm>
            <a:off x="6450275" y="-75975"/>
            <a:ext cx="2894625" cy="1489100"/>
          </a:xfrm>
          <a:custGeom>
            <a:avLst/>
            <a:gdLst/>
            <a:ahLst/>
            <a:cxnLst/>
            <a:rect l="l" t="t" r="r" b="b"/>
            <a:pathLst>
              <a:path w="115785" h="59564" extrusionOk="0">
                <a:moveTo>
                  <a:pt x="0" y="304"/>
                </a:moveTo>
                <a:lnTo>
                  <a:pt x="114266" y="0"/>
                </a:lnTo>
                <a:lnTo>
                  <a:pt x="115785" y="59564"/>
                </a:lnTo>
                <a:close/>
              </a:path>
            </a:pathLst>
          </a:custGeom>
          <a:solidFill>
            <a:schemeClr val="accent5"/>
          </a:solidFill>
          <a:ln>
            <a:noFill/>
          </a:ln>
          <a:effectLst>
            <a:outerShdw blurRad="214313" dist="76200" dir="3660000" algn="bl" rotWithShape="0">
              <a:srgbClr val="000000">
                <a:alpha val="36000"/>
              </a:srgbClr>
            </a:outerShdw>
          </a:effectLst>
        </p:spPr>
      </p:sp>
      <p:sp>
        <p:nvSpPr>
          <p:cNvPr id="370" name="Google Shape;370;p60"/>
          <p:cNvSpPr/>
          <p:nvPr/>
        </p:nvSpPr>
        <p:spPr>
          <a:xfrm>
            <a:off x="8212875" y="-121575"/>
            <a:ext cx="1132025" cy="3206150"/>
          </a:xfrm>
          <a:custGeom>
            <a:avLst/>
            <a:gdLst/>
            <a:ahLst/>
            <a:cxnLst/>
            <a:rect l="l" t="t" r="r" b="b"/>
            <a:pathLst>
              <a:path w="45281" h="128246" extrusionOk="0">
                <a:moveTo>
                  <a:pt x="0" y="608"/>
                </a:moveTo>
                <a:lnTo>
                  <a:pt x="45281" y="0"/>
                </a:lnTo>
                <a:lnTo>
                  <a:pt x="42242" y="128246"/>
                </a:lnTo>
                <a:close/>
              </a:path>
            </a:pathLst>
          </a:custGeom>
          <a:solidFill>
            <a:schemeClr val="accent2"/>
          </a:solidFill>
          <a:ln>
            <a:noFill/>
          </a:ln>
          <a:effectLst>
            <a:outerShdw blurRad="214313" dist="76200" dir="10680000" algn="bl" rotWithShape="0">
              <a:srgbClr val="000000">
                <a:alpha val="36000"/>
              </a:srgbClr>
            </a:outerShdw>
          </a:effectLst>
        </p:spPr>
      </p:sp>
      <p:sp>
        <p:nvSpPr>
          <p:cNvPr id="371" name="Google Shape;371;p60"/>
          <p:cNvSpPr/>
          <p:nvPr/>
        </p:nvSpPr>
        <p:spPr>
          <a:xfrm>
            <a:off x="-68375" y="2013325"/>
            <a:ext cx="1755025" cy="3221350"/>
          </a:xfrm>
          <a:custGeom>
            <a:avLst/>
            <a:gdLst/>
            <a:ahLst/>
            <a:cxnLst/>
            <a:rect l="l" t="t" r="r" b="b"/>
            <a:pathLst>
              <a:path w="70201" h="128854" extrusionOk="0">
                <a:moveTo>
                  <a:pt x="912" y="0"/>
                </a:moveTo>
                <a:lnTo>
                  <a:pt x="0" y="128854"/>
                </a:lnTo>
                <a:lnTo>
                  <a:pt x="70201" y="128246"/>
                </a:lnTo>
                <a:close/>
              </a:path>
            </a:pathLst>
          </a:custGeom>
          <a:solidFill>
            <a:schemeClr val="dk2"/>
          </a:solidFill>
          <a:ln>
            <a:noFill/>
          </a:ln>
          <a:effectLst>
            <a:outerShdw blurRad="200025" dist="76200" dir="3600000" algn="bl" rotWithShape="0">
              <a:srgbClr val="000000">
                <a:alpha val="34000"/>
              </a:srgbClr>
            </a:outerShdw>
          </a:effectLst>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theme" Target="../theme/theme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18" Type="http://schemas.openxmlformats.org/officeDocument/2006/relationships/slideLayout" Target="../slideLayouts/slideLayout52.xml"/><Relationship Id="rId3" Type="http://schemas.openxmlformats.org/officeDocument/2006/relationships/slideLayout" Target="../slideLayouts/slideLayout37.xml"/><Relationship Id="rId21" Type="http://schemas.openxmlformats.org/officeDocument/2006/relationships/slideLayout" Target="../slideLayouts/slideLayout55.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20" Type="http://schemas.openxmlformats.org/officeDocument/2006/relationships/slideLayout" Target="../slideLayouts/slideLayout54.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24" Type="http://schemas.openxmlformats.org/officeDocument/2006/relationships/theme" Target="../theme/theme3.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23" Type="http://schemas.openxmlformats.org/officeDocument/2006/relationships/slideLayout" Target="../slideLayouts/slideLayout57.xml"/><Relationship Id="rId10" Type="http://schemas.openxmlformats.org/officeDocument/2006/relationships/slideLayout" Target="../slideLayouts/slideLayout44.xml"/><Relationship Id="rId19" Type="http://schemas.openxmlformats.org/officeDocument/2006/relationships/slideLayout" Target="../slideLayouts/slideLayout53.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 Id="rId22"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716375" y="445025"/>
            <a:ext cx="77112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400"/>
              <a:buFont typeface="Advent Pro"/>
              <a:buNone/>
              <a:defRPr sz="3400">
                <a:solidFill>
                  <a:schemeClr val="dk1"/>
                </a:solidFill>
                <a:latin typeface="Advent Pro"/>
                <a:ea typeface="Advent Pro"/>
                <a:cs typeface="Advent Pro"/>
                <a:sym typeface="Advent Pro"/>
              </a:defRPr>
            </a:lvl1pPr>
            <a:lvl2pPr lvl="1" rtl="0">
              <a:spcBef>
                <a:spcPts val="0"/>
              </a:spcBef>
              <a:spcAft>
                <a:spcPts val="0"/>
              </a:spcAft>
              <a:buClr>
                <a:schemeClr val="dk1"/>
              </a:buClr>
              <a:buSzPts val="3400"/>
              <a:buFont typeface="Advent Pro"/>
              <a:buNone/>
              <a:defRPr sz="3400">
                <a:solidFill>
                  <a:schemeClr val="dk1"/>
                </a:solidFill>
                <a:latin typeface="Advent Pro"/>
                <a:ea typeface="Advent Pro"/>
                <a:cs typeface="Advent Pro"/>
                <a:sym typeface="Advent Pro"/>
              </a:defRPr>
            </a:lvl2pPr>
            <a:lvl3pPr lvl="2" rtl="0">
              <a:spcBef>
                <a:spcPts val="0"/>
              </a:spcBef>
              <a:spcAft>
                <a:spcPts val="0"/>
              </a:spcAft>
              <a:buClr>
                <a:schemeClr val="dk1"/>
              </a:buClr>
              <a:buSzPts val="3400"/>
              <a:buFont typeface="Advent Pro"/>
              <a:buNone/>
              <a:defRPr sz="3400">
                <a:solidFill>
                  <a:schemeClr val="dk1"/>
                </a:solidFill>
                <a:latin typeface="Advent Pro"/>
                <a:ea typeface="Advent Pro"/>
                <a:cs typeface="Advent Pro"/>
                <a:sym typeface="Advent Pro"/>
              </a:defRPr>
            </a:lvl3pPr>
            <a:lvl4pPr lvl="3" rtl="0">
              <a:spcBef>
                <a:spcPts val="0"/>
              </a:spcBef>
              <a:spcAft>
                <a:spcPts val="0"/>
              </a:spcAft>
              <a:buClr>
                <a:schemeClr val="dk1"/>
              </a:buClr>
              <a:buSzPts val="3400"/>
              <a:buFont typeface="Advent Pro"/>
              <a:buNone/>
              <a:defRPr sz="3400">
                <a:solidFill>
                  <a:schemeClr val="dk1"/>
                </a:solidFill>
                <a:latin typeface="Advent Pro"/>
                <a:ea typeface="Advent Pro"/>
                <a:cs typeface="Advent Pro"/>
                <a:sym typeface="Advent Pro"/>
              </a:defRPr>
            </a:lvl4pPr>
            <a:lvl5pPr lvl="4" rtl="0">
              <a:spcBef>
                <a:spcPts val="0"/>
              </a:spcBef>
              <a:spcAft>
                <a:spcPts val="0"/>
              </a:spcAft>
              <a:buClr>
                <a:schemeClr val="dk1"/>
              </a:buClr>
              <a:buSzPts val="3400"/>
              <a:buFont typeface="Advent Pro"/>
              <a:buNone/>
              <a:defRPr sz="3400">
                <a:solidFill>
                  <a:schemeClr val="dk1"/>
                </a:solidFill>
                <a:latin typeface="Advent Pro"/>
                <a:ea typeface="Advent Pro"/>
                <a:cs typeface="Advent Pro"/>
                <a:sym typeface="Advent Pro"/>
              </a:defRPr>
            </a:lvl5pPr>
            <a:lvl6pPr lvl="5" rtl="0">
              <a:spcBef>
                <a:spcPts val="0"/>
              </a:spcBef>
              <a:spcAft>
                <a:spcPts val="0"/>
              </a:spcAft>
              <a:buClr>
                <a:schemeClr val="dk1"/>
              </a:buClr>
              <a:buSzPts val="3400"/>
              <a:buFont typeface="Advent Pro"/>
              <a:buNone/>
              <a:defRPr sz="3400">
                <a:solidFill>
                  <a:schemeClr val="dk1"/>
                </a:solidFill>
                <a:latin typeface="Advent Pro"/>
                <a:ea typeface="Advent Pro"/>
                <a:cs typeface="Advent Pro"/>
                <a:sym typeface="Advent Pro"/>
              </a:defRPr>
            </a:lvl6pPr>
            <a:lvl7pPr lvl="6" rtl="0">
              <a:spcBef>
                <a:spcPts val="0"/>
              </a:spcBef>
              <a:spcAft>
                <a:spcPts val="0"/>
              </a:spcAft>
              <a:buClr>
                <a:schemeClr val="dk1"/>
              </a:buClr>
              <a:buSzPts val="3400"/>
              <a:buFont typeface="Advent Pro"/>
              <a:buNone/>
              <a:defRPr sz="3400">
                <a:solidFill>
                  <a:schemeClr val="dk1"/>
                </a:solidFill>
                <a:latin typeface="Advent Pro"/>
                <a:ea typeface="Advent Pro"/>
                <a:cs typeface="Advent Pro"/>
                <a:sym typeface="Advent Pro"/>
              </a:defRPr>
            </a:lvl7pPr>
            <a:lvl8pPr lvl="7" rtl="0">
              <a:spcBef>
                <a:spcPts val="0"/>
              </a:spcBef>
              <a:spcAft>
                <a:spcPts val="0"/>
              </a:spcAft>
              <a:buClr>
                <a:schemeClr val="dk1"/>
              </a:buClr>
              <a:buSzPts val="3400"/>
              <a:buFont typeface="Advent Pro"/>
              <a:buNone/>
              <a:defRPr sz="3400">
                <a:solidFill>
                  <a:schemeClr val="dk1"/>
                </a:solidFill>
                <a:latin typeface="Advent Pro"/>
                <a:ea typeface="Advent Pro"/>
                <a:cs typeface="Advent Pro"/>
                <a:sym typeface="Advent Pro"/>
              </a:defRPr>
            </a:lvl8pPr>
            <a:lvl9pPr lvl="8" rtl="0">
              <a:spcBef>
                <a:spcPts val="0"/>
              </a:spcBef>
              <a:spcAft>
                <a:spcPts val="0"/>
              </a:spcAft>
              <a:buClr>
                <a:schemeClr val="dk1"/>
              </a:buClr>
              <a:buSzPts val="3400"/>
              <a:buFont typeface="Advent Pro"/>
              <a:buNone/>
              <a:defRPr sz="3400">
                <a:solidFill>
                  <a:schemeClr val="dk1"/>
                </a:solidFill>
                <a:latin typeface="Advent Pro"/>
                <a:ea typeface="Advent Pro"/>
                <a:cs typeface="Advent Pro"/>
                <a:sym typeface="Advent Pro"/>
              </a:defRPr>
            </a:lvl9pPr>
          </a:lstStyle>
          <a:p>
            <a:endParaRPr/>
          </a:p>
        </p:txBody>
      </p:sp>
      <p:sp>
        <p:nvSpPr>
          <p:cNvPr id="52" name="Google Shape;52;p13"/>
          <p:cNvSpPr txBox="1">
            <a:spLocks noGrp="1"/>
          </p:cNvSpPr>
          <p:nvPr>
            <p:ph type="body" idx="1"/>
          </p:nvPr>
        </p:nvSpPr>
        <p:spPr>
          <a:xfrm>
            <a:off x="716375" y="1152475"/>
            <a:ext cx="7711200" cy="34536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1"/>
              </a:buClr>
              <a:buSzPts val="1800"/>
              <a:buFont typeface="Albert Sans"/>
              <a:buChar char="●"/>
              <a:defRPr sz="1800">
                <a:solidFill>
                  <a:schemeClr val="dk1"/>
                </a:solidFill>
                <a:latin typeface="Albert Sans"/>
                <a:ea typeface="Albert Sans"/>
                <a:cs typeface="Albert Sans"/>
                <a:sym typeface="Albert Sans"/>
              </a:defRPr>
            </a:lvl1pPr>
            <a:lvl2pPr marL="914400" lvl="1" indent="-317500" rtl="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marL="1371600" lvl="2" indent="-317500" rtl="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marL="1828800" lvl="3" indent="-317500" rtl="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marL="2286000" lvl="4" indent="-317500" rtl="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marL="2743200" lvl="5" indent="-317500" rtl="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marL="3200400" lvl="6" indent="-317500" rtl="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marL="3657600" lvl="7" indent="-317500" rtl="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marL="4114800" lvl="8" indent="-317500" rtl="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211"/>
        <p:cNvGrpSpPr/>
        <p:nvPr/>
      </p:nvGrpSpPr>
      <p:grpSpPr>
        <a:xfrm>
          <a:off x="0" y="0"/>
          <a:ext cx="0" cy="0"/>
          <a:chOff x="0" y="0"/>
          <a:chExt cx="0" cy="0"/>
        </a:xfrm>
      </p:grpSpPr>
      <p:sp>
        <p:nvSpPr>
          <p:cNvPr id="212" name="Google Shape;212;p37"/>
          <p:cNvSpPr txBox="1">
            <a:spLocks noGrp="1"/>
          </p:cNvSpPr>
          <p:nvPr>
            <p:ph type="title"/>
          </p:nvPr>
        </p:nvSpPr>
        <p:spPr>
          <a:xfrm>
            <a:off x="716375" y="445025"/>
            <a:ext cx="77112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400"/>
              <a:buFont typeface="Advent Pro"/>
              <a:buNone/>
              <a:defRPr sz="3400">
                <a:solidFill>
                  <a:schemeClr val="dk1"/>
                </a:solidFill>
                <a:latin typeface="Advent Pro"/>
                <a:ea typeface="Advent Pro"/>
                <a:cs typeface="Advent Pro"/>
                <a:sym typeface="Advent Pro"/>
              </a:defRPr>
            </a:lvl1pPr>
            <a:lvl2pPr lvl="1" rtl="0">
              <a:spcBef>
                <a:spcPts val="0"/>
              </a:spcBef>
              <a:spcAft>
                <a:spcPts val="0"/>
              </a:spcAft>
              <a:buClr>
                <a:schemeClr val="dk1"/>
              </a:buClr>
              <a:buSzPts val="3400"/>
              <a:buFont typeface="Advent Pro"/>
              <a:buNone/>
              <a:defRPr sz="3400">
                <a:solidFill>
                  <a:schemeClr val="dk1"/>
                </a:solidFill>
                <a:latin typeface="Advent Pro"/>
                <a:ea typeface="Advent Pro"/>
                <a:cs typeface="Advent Pro"/>
                <a:sym typeface="Advent Pro"/>
              </a:defRPr>
            </a:lvl2pPr>
            <a:lvl3pPr lvl="2" rtl="0">
              <a:spcBef>
                <a:spcPts val="0"/>
              </a:spcBef>
              <a:spcAft>
                <a:spcPts val="0"/>
              </a:spcAft>
              <a:buClr>
                <a:schemeClr val="dk1"/>
              </a:buClr>
              <a:buSzPts val="3400"/>
              <a:buFont typeface="Advent Pro"/>
              <a:buNone/>
              <a:defRPr sz="3400">
                <a:solidFill>
                  <a:schemeClr val="dk1"/>
                </a:solidFill>
                <a:latin typeface="Advent Pro"/>
                <a:ea typeface="Advent Pro"/>
                <a:cs typeface="Advent Pro"/>
                <a:sym typeface="Advent Pro"/>
              </a:defRPr>
            </a:lvl3pPr>
            <a:lvl4pPr lvl="3" rtl="0">
              <a:spcBef>
                <a:spcPts val="0"/>
              </a:spcBef>
              <a:spcAft>
                <a:spcPts val="0"/>
              </a:spcAft>
              <a:buClr>
                <a:schemeClr val="dk1"/>
              </a:buClr>
              <a:buSzPts val="3400"/>
              <a:buFont typeface="Advent Pro"/>
              <a:buNone/>
              <a:defRPr sz="3400">
                <a:solidFill>
                  <a:schemeClr val="dk1"/>
                </a:solidFill>
                <a:latin typeface="Advent Pro"/>
                <a:ea typeface="Advent Pro"/>
                <a:cs typeface="Advent Pro"/>
                <a:sym typeface="Advent Pro"/>
              </a:defRPr>
            </a:lvl4pPr>
            <a:lvl5pPr lvl="4" rtl="0">
              <a:spcBef>
                <a:spcPts val="0"/>
              </a:spcBef>
              <a:spcAft>
                <a:spcPts val="0"/>
              </a:spcAft>
              <a:buClr>
                <a:schemeClr val="dk1"/>
              </a:buClr>
              <a:buSzPts val="3400"/>
              <a:buFont typeface="Advent Pro"/>
              <a:buNone/>
              <a:defRPr sz="3400">
                <a:solidFill>
                  <a:schemeClr val="dk1"/>
                </a:solidFill>
                <a:latin typeface="Advent Pro"/>
                <a:ea typeface="Advent Pro"/>
                <a:cs typeface="Advent Pro"/>
                <a:sym typeface="Advent Pro"/>
              </a:defRPr>
            </a:lvl5pPr>
            <a:lvl6pPr lvl="5" rtl="0">
              <a:spcBef>
                <a:spcPts val="0"/>
              </a:spcBef>
              <a:spcAft>
                <a:spcPts val="0"/>
              </a:spcAft>
              <a:buClr>
                <a:schemeClr val="dk1"/>
              </a:buClr>
              <a:buSzPts val="3400"/>
              <a:buFont typeface="Advent Pro"/>
              <a:buNone/>
              <a:defRPr sz="3400">
                <a:solidFill>
                  <a:schemeClr val="dk1"/>
                </a:solidFill>
                <a:latin typeface="Advent Pro"/>
                <a:ea typeface="Advent Pro"/>
                <a:cs typeface="Advent Pro"/>
                <a:sym typeface="Advent Pro"/>
              </a:defRPr>
            </a:lvl6pPr>
            <a:lvl7pPr lvl="6" rtl="0">
              <a:spcBef>
                <a:spcPts val="0"/>
              </a:spcBef>
              <a:spcAft>
                <a:spcPts val="0"/>
              </a:spcAft>
              <a:buClr>
                <a:schemeClr val="dk1"/>
              </a:buClr>
              <a:buSzPts val="3400"/>
              <a:buFont typeface="Advent Pro"/>
              <a:buNone/>
              <a:defRPr sz="3400">
                <a:solidFill>
                  <a:schemeClr val="dk1"/>
                </a:solidFill>
                <a:latin typeface="Advent Pro"/>
                <a:ea typeface="Advent Pro"/>
                <a:cs typeface="Advent Pro"/>
                <a:sym typeface="Advent Pro"/>
              </a:defRPr>
            </a:lvl7pPr>
            <a:lvl8pPr lvl="7" rtl="0">
              <a:spcBef>
                <a:spcPts val="0"/>
              </a:spcBef>
              <a:spcAft>
                <a:spcPts val="0"/>
              </a:spcAft>
              <a:buClr>
                <a:schemeClr val="dk1"/>
              </a:buClr>
              <a:buSzPts val="3400"/>
              <a:buFont typeface="Advent Pro"/>
              <a:buNone/>
              <a:defRPr sz="3400">
                <a:solidFill>
                  <a:schemeClr val="dk1"/>
                </a:solidFill>
                <a:latin typeface="Advent Pro"/>
                <a:ea typeface="Advent Pro"/>
                <a:cs typeface="Advent Pro"/>
                <a:sym typeface="Advent Pro"/>
              </a:defRPr>
            </a:lvl8pPr>
            <a:lvl9pPr lvl="8" rtl="0">
              <a:spcBef>
                <a:spcPts val="0"/>
              </a:spcBef>
              <a:spcAft>
                <a:spcPts val="0"/>
              </a:spcAft>
              <a:buClr>
                <a:schemeClr val="dk1"/>
              </a:buClr>
              <a:buSzPts val="3400"/>
              <a:buFont typeface="Advent Pro"/>
              <a:buNone/>
              <a:defRPr sz="3400">
                <a:solidFill>
                  <a:schemeClr val="dk1"/>
                </a:solidFill>
                <a:latin typeface="Advent Pro"/>
                <a:ea typeface="Advent Pro"/>
                <a:cs typeface="Advent Pro"/>
                <a:sym typeface="Advent Pro"/>
              </a:defRPr>
            </a:lvl9pPr>
          </a:lstStyle>
          <a:p>
            <a:endParaRPr/>
          </a:p>
        </p:txBody>
      </p:sp>
      <p:sp>
        <p:nvSpPr>
          <p:cNvPr id="213" name="Google Shape;213;p37"/>
          <p:cNvSpPr txBox="1">
            <a:spLocks noGrp="1"/>
          </p:cNvSpPr>
          <p:nvPr>
            <p:ph type="body" idx="1"/>
          </p:nvPr>
        </p:nvSpPr>
        <p:spPr>
          <a:xfrm>
            <a:off x="716375" y="1152475"/>
            <a:ext cx="7711200" cy="34536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1"/>
              </a:buClr>
              <a:buSzPts val="1800"/>
              <a:buFont typeface="Albert Sans"/>
              <a:buChar char="●"/>
              <a:defRPr sz="1800">
                <a:solidFill>
                  <a:schemeClr val="dk1"/>
                </a:solidFill>
                <a:latin typeface="Albert Sans"/>
                <a:ea typeface="Albert Sans"/>
                <a:cs typeface="Albert Sans"/>
                <a:sym typeface="Albert Sans"/>
              </a:defRPr>
            </a:lvl1pPr>
            <a:lvl2pPr marL="914400" lvl="1" indent="-317500" rtl="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marL="1371600" lvl="2" indent="-317500" rtl="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marL="1828800" lvl="3" indent="-317500" rtl="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marL="2286000" lvl="4" indent="-317500" rtl="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marL="2743200" lvl="5" indent="-317500" rtl="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marL="3200400" lvl="6" indent="-317500" rtl="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marL="3657600" lvl="7" indent="-317500" rtl="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marL="4114800" lvl="8" indent="-317500" rtl="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9pPr>
          </a:lstStyle>
          <a:p>
            <a:endParaRPr/>
          </a:p>
        </p:txBody>
      </p:sp>
    </p:spTree>
  </p:cSld>
  <p:clrMap bg1="lt1" tx1="dk1" bg2="dk2" tx2="lt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 id="2147483701" r:id="rId20"/>
    <p:sldLayoutId id="2147483702" r:id="rId21"/>
    <p:sldLayoutId id="2147483703" r:id="rId22"/>
    <p:sldLayoutId id="2147483704"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8.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49.xml"/><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4.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4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61"/>
          <p:cNvSpPr txBox="1">
            <a:spLocks noGrp="1"/>
          </p:cNvSpPr>
          <p:nvPr>
            <p:ph type="ctrTitle"/>
          </p:nvPr>
        </p:nvSpPr>
        <p:spPr>
          <a:xfrm>
            <a:off x="1517275" y="903875"/>
            <a:ext cx="6400800" cy="273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600"/>
              <a:t>EOM207.03 - Recognise the Role and Responsibilities of the Local Sponsor</a:t>
            </a:r>
            <a:endParaRPr sz="4600"/>
          </a:p>
        </p:txBody>
      </p:sp>
      <p:sp>
        <p:nvSpPr>
          <p:cNvPr id="377" name="Google Shape;377;p61"/>
          <p:cNvSpPr txBox="1">
            <a:spLocks noGrp="1"/>
          </p:cNvSpPr>
          <p:nvPr>
            <p:ph type="subTitle" idx="1"/>
          </p:nvPr>
        </p:nvSpPr>
        <p:spPr>
          <a:xfrm>
            <a:off x="2988775" y="0"/>
            <a:ext cx="2785500" cy="739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CA" dirty="0"/>
              <a:t>By:</a:t>
            </a:r>
            <a:endParaRPr dirty="0"/>
          </a:p>
          <a:p>
            <a:pPr marL="0" lvl="0" indent="0" algn="ctr" rtl="0">
              <a:spcBef>
                <a:spcPts val="0"/>
              </a:spcBef>
              <a:spcAft>
                <a:spcPts val="0"/>
              </a:spcAft>
              <a:buNone/>
            </a:pPr>
            <a:endParaRPr dirty="0"/>
          </a:p>
        </p:txBody>
      </p:sp>
      <p:sp>
        <p:nvSpPr>
          <p:cNvPr id="378" name="Google Shape;378;p61"/>
          <p:cNvSpPr txBox="1">
            <a:spLocks noGrp="1"/>
          </p:cNvSpPr>
          <p:nvPr>
            <p:ph type="subTitle" idx="1"/>
          </p:nvPr>
        </p:nvSpPr>
        <p:spPr>
          <a:xfrm>
            <a:off x="5241150" y="4690800"/>
            <a:ext cx="2785500" cy="739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Level 2 IG</a:t>
            </a:r>
            <a:endParaRPr/>
          </a:p>
          <a:p>
            <a:pPr marL="0" lvl="0" indent="0" algn="ctr" rtl="0">
              <a:spcBef>
                <a:spcPts val="0"/>
              </a:spcBef>
              <a:spcAft>
                <a:spcPts val="0"/>
              </a:spcAft>
              <a:buNone/>
            </a:pPr>
            <a:endParaRPr/>
          </a:p>
        </p:txBody>
      </p:sp>
      <p:sp>
        <p:nvSpPr>
          <p:cNvPr id="379" name="Google Shape;379;p61"/>
          <p:cNvSpPr txBox="1">
            <a:spLocks noGrp="1"/>
          </p:cNvSpPr>
          <p:nvPr>
            <p:ph type="subTitle" idx="1"/>
          </p:nvPr>
        </p:nvSpPr>
        <p:spPr>
          <a:xfrm>
            <a:off x="597450" y="4690800"/>
            <a:ext cx="3472500" cy="739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30-Minute Interactive Lecture</a:t>
            </a:r>
            <a:endParaRPr/>
          </a:p>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62"/>
          <p:cNvSpPr txBox="1"/>
          <p:nvPr/>
        </p:nvSpPr>
        <p:spPr>
          <a:xfrm>
            <a:off x="865025" y="452750"/>
            <a:ext cx="31803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a:latin typeface="Advent Pro"/>
                <a:ea typeface="Advent Pro"/>
                <a:cs typeface="Advent Pro"/>
                <a:sym typeface="Advent Pro"/>
              </a:rPr>
              <a:t>Importance of the Lesson</a:t>
            </a:r>
            <a:endParaRPr sz="2200" b="1">
              <a:latin typeface="Advent Pro"/>
              <a:ea typeface="Advent Pro"/>
              <a:cs typeface="Advent Pro"/>
              <a:sym typeface="Advent Pro"/>
            </a:endParaRPr>
          </a:p>
        </p:txBody>
      </p:sp>
      <p:sp>
        <p:nvSpPr>
          <p:cNvPr id="385" name="Google Shape;385;p62"/>
          <p:cNvSpPr txBox="1"/>
          <p:nvPr/>
        </p:nvSpPr>
        <p:spPr>
          <a:xfrm>
            <a:off x="1021900" y="1334500"/>
            <a:ext cx="6454500" cy="12930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SzPts val="1800"/>
              <a:buFont typeface="Albert Sans"/>
              <a:buChar char="●"/>
            </a:pPr>
            <a:r>
              <a:rPr lang="en" sz="1800">
                <a:latin typeface="Albert Sans"/>
                <a:ea typeface="Albert Sans"/>
                <a:cs typeface="Albert Sans"/>
                <a:sym typeface="Albert Sans"/>
              </a:rPr>
              <a:t>A squadron needs support</a:t>
            </a:r>
            <a:endParaRPr sz="1800">
              <a:latin typeface="Albert Sans"/>
              <a:ea typeface="Albert Sans"/>
              <a:cs typeface="Albert Sans"/>
              <a:sym typeface="Albert Sans"/>
            </a:endParaRPr>
          </a:p>
          <a:p>
            <a:pPr marL="457200" lvl="0" indent="-342900" algn="l" rtl="0">
              <a:spcBef>
                <a:spcPts val="0"/>
              </a:spcBef>
              <a:spcAft>
                <a:spcPts val="0"/>
              </a:spcAft>
              <a:buSzPts val="1800"/>
              <a:buFont typeface="Albert Sans"/>
              <a:buChar char="●"/>
            </a:pPr>
            <a:r>
              <a:rPr lang="en" sz="1800">
                <a:latin typeface="Albert Sans"/>
                <a:ea typeface="Albert Sans"/>
                <a:cs typeface="Albert Sans"/>
                <a:sym typeface="Albert Sans"/>
              </a:rPr>
              <a:t>Sponsoring body provides this support</a:t>
            </a:r>
            <a:endParaRPr sz="1800">
              <a:latin typeface="Albert Sans"/>
              <a:ea typeface="Albert Sans"/>
              <a:cs typeface="Albert Sans"/>
              <a:sym typeface="Albert Sans"/>
            </a:endParaRPr>
          </a:p>
          <a:p>
            <a:pPr marL="457200" lvl="0" indent="-342900" algn="l" rtl="0">
              <a:spcBef>
                <a:spcPts val="0"/>
              </a:spcBef>
              <a:spcAft>
                <a:spcPts val="0"/>
              </a:spcAft>
              <a:buSzPts val="1800"/>
              <a:buFont typeface="Albert Sans"/>
              <a:buChar char="●"/>
            </a:pPr>
            <a:r>
              <a:rPr lang="en" sz="1800">
                <a:latin typeface="Albert Sans"/>
                <a:ea typeface="Albert Sans"/>
                <a:cs typeface="Albert Sans"/>
                <a:sym typeface="Albert Sans"/>
              </a:rPr>
              <a:t>Cadets should acknowledge the importance of the sponsor</a:t>
            </a:r>
            <a:endParaRPr sz="1800">
              <a:latin typeface="Albert Sans"/>
              <a:ea typeface="Albert Sans"/>
              <a:cs typeface="Albert Sans"/>
              <a:sym typeface="Albert Sans"/>
            </a:endParaRPr>
          </a:p>
        </p:txBody>
      </p:sp>
      <p:sp>
        <p:nvSpPr>
          <p:cNvPr id="386" name="Google Shape;386;p62"/>
          <p:cNvSpPr txBox="1"/>
          <p:nvPr/>
        </p:nvSpPr>
        <p:spPr>
          <a:xfrm>
            <a:off x="1021900" y="2986050"/>
            <a:ext cx="6454500" cy="101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latin typeface="Albert Sans"/>
                <a:ea typeface="Albert Sans"/>
                <a:cs typeface="Albert Sans"/>
                <a:sym typeface="Albert Sans"/>
              </a:rPr>
              <a:t>This can help cadets realise that there are people working behind the scenes in many different places and understand the impact these people have.</a:t>
            </a:r>
            <a:endParaRPr sz="2000">
              <a:latin typeface="Albert Sans"/>
              <a:ea typeface="Albert Sans"/>
              <a:cs typeface="Albert Sans"/>
              <a:sym typeface="Albert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63"/>
          <p:cNvSpPr txBox="1"/>
          <p:nvPr/>
        </p:nvSpPr>
        <p:spPr>
          <a:xfrm>
            <a:off x="3529800" y="430300"/>
            <a:ext cx="20844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b="1">
                <a:latin typeface="Advent Pro"/>
                <a:ea typeface="Advent Pro"/>
                <a:cs typeface="Advent Pro"/>
                <a:sym typeface="Advent Pro"/>
              </a:rPr>
              <a:t>Teaching Points</a:t>
            </a:r>
            <a:endParaRPr sz="2400" b="1">
              <a:latin typeface="Advent Pro"/>
              <a:ea typeface="Advent Pro"/>
              <a:cs typeface="Advent Pro"/>
              <a:sym typeface="Advent Pro"/>
            </a:endParaRPr>
          </a:p>
        </p:txBody>
      </p:sp>
      <p:sp>
        <p:nvSpPr>
          <p:cNvPr id="392" name="Google Shape;392;p63"/>
          <p:cNvSpPr/>
          <p:nvPr/>
        </p:nvSpPr>
        <p:spPr>
          <a:xfrm>
            <a:off x="1279700" y="1057825"/>
            <a:ext cx="6678600" cy="952500"/>
          </a:xfrm>
          <a:prstGeom prst="roundRect">
            <a:avLst>
              <a:gd name="adj" fmla="val 16667"/>
            </a:avLst>
          </a:prstGeom>
          <a:solidFill>
            <a:schemeClr val="accent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63"/>
          <p:cNvSpPr/>
          <p:nvPr/>
        </p:nvSpPr>
        <p:spPr>
          <a:xfrm>
            <a:off x="1279700" y="2207550"/>
            <a:ext cx="6678600" cy="952500"/>
          </a:xfrm>
          <a:prstGeom prst="roundRect">
            <a:avLst>
              <a:gd name="adj" fmla="val 16667"/>
            </a:avLst>
          </a:prstGeom>
          <a:solidFill>
            <a:schemeClr val="accen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63"/>
          <p:cNvSpPr/>
          <p:nvPr/>
        </p:nvSpPr>
        <p:spPr>
          <a:xfrm>
            <a:off x="1279700" y="3357275"/>
            <a:ext cx="6678600" cy="9525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63"/>
          <p:cNvSpPr txBox="1"/>
          <p:nvPr/>
        </p:nvSpPr>
        <p:spPr>
          <a:xfrm>
            <a:off x="1761575" y="1303225"/>
            <a:ext cx="64545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latin typeface="Albert Sans"/>
                <a:ea typeface="Albert Sans"/>
                <a:cs typeface="Albert Sans"/>
                <a:sym typeface="Albert Sans"/>
              </a:rPr>
              <a:t>TP1 - Define Sponsor and Sponsoring Committee</a:t>
            </a:r>
            <a:endParaRPr sz="1800">
              <a:latin typeface="Albert Sans"/>
              <a:ea typeface="Albert Sans"/>
              <a:cs typeface="Albert Sans"/>
              <a:sym typeface="Albert Sans"/>
            </a:endParaRPr>
          </a:p>
        </p:txBody>
      </p:sp>
      <p:sp>
        <p:nvSpPr>
          <p:cNvPr id="396" name="Google Shape;396;p63"/>
          <p:cNvSpPr txBox="1"/>
          <p:nvPr/>
        </p:nvSpPr>
        <p:spPr>
          <a:xfrm>
            <a:off x="1761575" y="2452950"/>
            <a:ext cx="64545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latin typeface="Albert Sans"/>
                <a:ea typeface="Albert Sans"/>
                <a:cs typeface="Albert Sans"/>
                <a:sym typeface="Albert Sans"/>
              </a:rPr>
              <a:t>TP2 - Describe the Local Sponsoring Body</a:t>
            </a:r>
            <a:endParaRPr sz="1800">
              <a:latin typeface="Albert Sans"/>
              <a:ea typeface="Albert Sans"/>
              <a:cs typeface="Albert Sans"/>
              <a:sym typeface="Albert Sans"/>
            </a:endParaRPr>
          </a:p>
        </p:txBody>
      </p:sp>
      <p:sp>
        <p:nvSpPr>
          <p:cNvPr id="397" name="Google Shape;397;p63"/>
          <p:cNvSpPr txBox="1"/>
          <p:nvPr/>
        </p:nvSpPr>
        <p:spPr>
          <a:xfrm>
            <a:off x="1761575" y="3464075"/>
            <a:ext cx="64545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latin typeface="Albert Sans"/>
                <a:ea typeface="Albert Sans"/>
                <a:cs typeface="Albert Sans"/>
                <a:sym typeface="Albert Sans"/>
              </a:rPr>
              <a:t>TP3 - Explain the Role and Responsibilities of the Sponsoring Committee</a:t>
            </a:r>
            <a:endParaRPr sz="1800">
              <a:latin typeface="Albert Sans"/>
              <a:ea typeface="Albert Sans"/>
              <a:cs typeface="Albert Sans"/>
              <a:sym typeface="Albert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64"/>
          <p:cNvSpPr/>
          <p:nvPr/>
        </p:nvSpPr>
        <p:spPr>
          <a:xfrm>
            <a:off x="4500575" y="4122375"/>
            <a:ext cx="4727475" cy="1066500"/>
          </a:xfrm>
          <a:custGeom>
            <a:avLst/>
            <a:gdLst/>
            <a:ahLst/>
            <a:cxnLst/>
            <a:rect l="l" t="t" r="r" b="b"/>
            <a:pathLst>
              <a:path w="189099" h="42660" extrusionOk="0">
                <a:moveTo>
                  <a:pt x="189099" y="42660"/>
                </a:moveTo>
                <a:lnTo>
                  <a:pt x="189099" y="0"/>
                </a:lnTo>
                <a:lnTo>
                  <a:pt x="0" y="42660"/>
                </a:lnTo>
                <a:close/>
              </a:path>
            </a:pathLst>
          </a:custGeom>
          <a:solidFill>
            <a:schemeClr val="accent6"/>
          </a:solidFill>
          <a:ln>
            <a:noFill/>
          </a:ln>
          <a:effectLst>
            <a:outerShdw blurRad="214313" dist="76200" dir="10320000" algn="bl" rotWithShape="0">
              <a:schemeClr val="dk1">
                <a:alpha val="35000"/>
              </a:schemeClr>
            </a:outerShdw>
          </a:effectLst>
        </p:spPr>
        <p:txBody>
          <a:bodyPr/>
          <a:lstStyle/>
          <a:p>
            <a:endParaRPr lang="en-CA"/>
          </a:p>
        </p:txBody>
      </p:sp>
      <p:sp>
        <p:nvSpPr>
          <p:cNvPr id="403" name="Google Shape;403;p64"/>
          <p:cNvSpPr txBox="1"/>
          <p:nvPr/>
        </p:nvSpPr>
        <p:spPr>
          <a:xfrm>
            <a:off x="2168400" y="1695425"/>
            <a:ext cx="4807200" cy="1293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600">
                <a:latin typeface="Advent Pro"/>
                <a:ea typeface="Advent Pro"/>
                <a:cs typeface="Advent Pro"/>
                <a:sym typeface="Advent Pro"/>
              </a:rPr>
              <a:t>TP1 - Define Sponsor and Sponsoring Committee</a:t>
            </a:r>
            <a:endParaRPr sz="3600">
              <a:latin typeface="Advent Pro"/>
              <a:ea typeface="Advent Pro"/>
              <a:cs typeface="Advent Pro"/>
              <a:sym typeface="Advent Pr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65"/>
          <p:cNvSpPr txBox="1"/>
          <p:nvPr/>
        </p:nvSpPr>
        <p:spPr>
          <a:xfrm>
            <a:off x="1167675" y="508775"/>
            <a:ext cx="44712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b="1">
                <a:latin typeface="Advent Pro"/>
                <a:ea typeface="Advent Pro"/>
                <a:cs typeface="Advent Pro"/>
                <a:sym typeface="Advent Pro"/>
              </a:rPr>
              <a:t>Sponsor and Sponsoring Committee</a:t>
            </a:r>
            <a:endParaRPr sz="2400" b="1">
              <a:latin typeface="Advent Pro"/>
              <a:ea typeface="Advent Pro"/>
              <a:cs typeface="Advent Pro"/>
              <a:sym typeface="Advent Pro"/>
            </a:endParaRPr>
          </a:p>
        </p:txBody>
      </p:sp>
      <p:sp>
        <p:nvSpPr>
          <p:cNvPr id="409" name="Google Shape;409;p65"/>
          <p:cNvSpPr txBox="1"/>
          <p:nvPr/>
        </p:nvSpPr>
        <p:spPr>
          <a:xfrm>
            <a:off x="1440000" y="1293150"/>
            <a:ext cx="6420900" cy="3140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600" u="sng">
                <a:latin typeface="Albert Sans"/>
                <a:ea typeface="Albert Sans"/>
                <a:cs typeface="Albert Sans"/>
                <a:sym typeface="Albert Sans"/>
              </a:rPr>
              <a:t>Sponsor</a:t>
            </a:r>
            <a:endParaRPr sz="1600" u="sng">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r>
              <a:rPr lang="en" sz="1600">
                <a:latin typeface="Albert Sans"/>
                <a:ea typeface="Albert Sans"/>
                <a:cs typeface="Albert Sans"/>
                <a:sym typeface="Albert Sans"/>
              </a:rPr>
              <a:t>An organisation or group of people who got accepted by the Chief of Defence Staff to responsibly organise, aid, and help administrate the cadet squadron with the Canadian Forces and the supervisory sponsor.</a:t>
            </a:r>
            <a:endParaRPr sz="1600">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endParaRPr sz="1600">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r>
              <a:rPr lang="en" sz="1600" u="sng">
                <a:latin typeface="Albert Sans"/>
                <a:ea typeface="Albert Sans"/>
                <a:cs typeface="Albert Sans"/>
                <a:sym typeface="Albert Sans"/>
              </a:rPr>
              <a:t>Sponsoring Committee/Branch</a:t>
            </a:r>
            <a:endParaRPr sz="1600" u="sng">
              <a:latin typeface="Albert Sans"/>
              <a:ea typeface="Albert Sans"/>
              <a:cs typeface="Albert Sans"/>
              <a:sym typeface="Albert Sans"/>
            </a:endParaRPr>
          </a:p>
          <a:p>
            <a:pPr marL="0" lvl="0" indent="0" algn="l" rtl="0">
              <a:spcBef>
                <a:spcPts val="0"/>
              </a:spcBef>
              <a:spcAft>
                <a:spcPts val="0"/>
              </a:spcAft>
              <a:buNone/>
            </a:pPr>
            <a:r>
              <a:rPr lang="en" sz="1600">
                <a:latin typeface="Albert Sans"/>
                <a:ea typeface="Albert Sans"/>
                <a:cs typeface="Albert Sans"/>
                <a:sym typeface="Albert Sans"/>
              </a:rPr>
              <a:t>A sponsoring committee is associated with the league and has members approved by league policy to complete the tasks required to support the squadron. A sponsoring committee is made of representatives of sponsors or people from the community.</a:t>
            </a:r>
            <a:endParaRPr sz="1600">
              <a:latin typeface="Albert Sans"/>
              <a:ea typeface="Albert Sans"/>
              <a:cs typeface="Albert Sans"/>
              <a:sym typeface="Albert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graphicFrame>
        <p:nvGraphicFramePr>
          <p:cNvPr id="414" name="Google Shape;414;p66"/>
          <p:cNvGraphicFramePr/>
          <p:nvPr/>
        </p:nvGraphicFramePr>
        <p:xfrm>
          <a:off x="964538" y="1557210"/>
          <a:ext cx="7214925" cy="2320925"/>
        </p:xfrm>
        <a:graphic>
          <a:graphicData uri="http://schemas.openxmlformats.org/drawingml/2006/table">
            <a:tbl>
              <a:tblPr>
                <a:noFill/>
                <a:tableStyleId>{3A78CAED-273F-4012-9FB0-F23B49E4695C}</a:tableStyleId>
              </a:tblPr>
              <a:tblGrid>
                <a:gridCol w="3455700">
                  <a:extLst>
                    <a:ext uri="{9D8B030D-6E8A-4147-A177-3AD203B41FA5}">
                      <a16:colId xmlns:a16="http://schemas.microsoft.com/office/drawing/2014/main" val="20000"/>
                    </a:ext>
                  </a:extLst>
                </a:gridCol>
                <a:gridCol w="3759225">
                  <a:extLst>
                    <a:ext uri="{9D8B030D-6E8A-4147-A177-3AD203B41FA5}">
                      <a16:colId xmlns:a16="http://schemas.microsoft.com/office/drawing/2014/main" val="20001"/>
                    </a:ext>
                  </a:extLst>
                </a:gridCol>
              </a:tblGrid>
              <a:tr h="777475">
                <a:tc>
                  <a:txBody>
                    <a:bodyPr/>
                    <a:lstStyle/>
                    <a:p>
                      <a:pPr marL="0" lvl="0" indent="0" algn="ctr" rtl="0">
                        <a:spcBef>
                          <a:spcPts val="0"/>
                        </a:spcBef>
                        <a:spcAft>
                          <a:spcPts val="0"/>
                        </a:spcAft>
                        <a:buNone/>
                      </a:pPr>
                      <a:r>
                        <a:rPr lang="en" sz="1800" u="sng">
                          <a:solidFill>
                            <a:schemeClr val="dk1"/>
                          </a:solidFill>
                          <a:latin typeface="Advent Pro"/>
                          <a:ea typeface="Advent Pro"/>
                          <a:cs typeface="Advent Pro"/>
                          <a:sym typeface="Advent Pro"/>
                        </a:rPr>
                        <a:t>Sponsor</a:t>
                      </a:r>
                      <a:endParaRPr sz="1800" u="sng">
                        <a:solidFill>
                          <a:schemeClr val="dk1"/>
                        </a:solidFill>
                        <a:latin typeface="Advent Pro"/>
                        <a:ea typeface="Advent Pro"/>
                        <a:cs typeface="Advent Pro"/>
                        <a:sym typeface="Advent Pro"/>
                      </a:endParaRPr>
                    </a:p>
                  </a:txBody>
                  <a:tcPr marL="91425" marR="91425" marT="91425" marB="9142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800" u="sng">
                          <a:solidFill>
                            <a:schemeClr val="dk1"/>
                          </a:solidFill>
                          <a:latin typeface="Advent Pro"/>
                          <a:ea typeface="Advent Pro"/>
                          <a:cs typeface="Advent Pro"/>
                          <a:sym typeface="Advent Pro"/>
                        </a:rPr>
                        <a:t>Sponsoring Committee</a:t>
                      </a:r>
                      <a:endParaRPr sz="1800" u="sng">
                        <a:solidFill>
                          <a:schemeClr val="dk1"/>
                        </a:solidFill>
                        <a:latin typeface="Advent Pro"/>
                        <a:ea typeface="Advent Pro"/>
                        <a:cs typeface="Advent Pro"/>
                        <a:sym typeface="Advent Pro"/>
                      </a:endParaRPr>
                    </a:p>
                  </a:txBody>
                  <a:tcPr marL="91425" marR="91425" marT="91425" marB="9142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4"/>
                    </a:solidFill>
                  </a:tcPr>
                </a:tc>
                <a:extLst>
                  <a:ext uri="{0D108BD9-81ED-4DB2-BD59-A6C34878D82A}">
                    <a16:rowId xmlns:a16="http://schemas.microsoft.com/office/drawing/2014/main" val="10000"/>
                  </a:ext>
                </a:extLst>
              </a:tr>
              <a:tr h="777475">
                <a:tc>
                  <a:txBody>
                    <a:bodyPr/>
                    <a:lstStyle/>
                    <a:p>
                      <a:pPr marL="0" lvl="0" indent="0" algn="ctr" rtl="0">
                        <a:spcBef>
                          <a:spcPts val="0"/>
                        </a:spcBef>
                        <a:spcAft>
                          <a:spcPts val="0"/>
                        </a:spcAft>
                        <a:buClr>
                          <a:srgbClr val="000000"/>
                        </a:buClr>
                        <a:buSzPts val="1100"/>
                        <a:buFont typeface="Arial"/>
                        <a:buNone/>
                      </a:pPr>
                      <a:r>
                        <a:rPr lang="en" sz="1800">
                          <a:solidFill>
                            <a:schemeClr val="dk1"/>
                          </a:solidFill>
                          <a:latin typeface="Advent Pro"/>
                          <a:ea typeface="Advent Pro"/>
                          <a:cs typeface="Advent Pro"/>
                          <a:sym typeface="Advent Pro"/>
                        </a:rPr>
                        <a:t> Appointed by Chief of Defence Staff</a:t>
                      </a:r>
                      <a:endParaRPr sz="1800">
                        <a:solidFill>
                          <a:schemeClr val="dk1"/>
                        </a:solidFill>
                        <a:latin typeface="Advent Pro"/>
                        <a:ea typeface="Advent Pro"/>
                        <a:cs typeface="Advent Pro"/>
                        <a:sym typeface="Advent Pro"/>
                      </a:endParaRPr>
                    </a:p>
                  </a:txBody>
                  <a:tcPr marL="91425" marR="91425" marT="91425" marB="9142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1800">
                          <a:solidFill>
                            <a:schemeClr val="dk1"/>
                          </a:solidFill>
                          <a:latin typeface="Advent Pro"/>
                          <a:ea typeface="Advent Pro"/>
                          <a:cs typeface="Advent Pro"/>
                          <a:sym typeface="Advent Pro"/>
                        </a:rPr>
                        <a:t>Appointed by the league</a:t>
                      </a:r>
                      <a:endParaRPr sz="1800">
                        <a:solidFill>
                          <a:schemeClr val="dk1"/>
                        </a:solidFill>
                        <a:latin typeface="Advent Pro"/>
                        <a:ea typeface="Advent Pro"/>
                        <a:cs typeface="Advent Pro"/>
                        <a:sym typeface="Advent Pro"/>
                      </a:endParaRPr>
                    </a:p>
                  </a:txBody>
                  <a:tcPr marL="91425" marR="91425" marT="91425" marB="9142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1"/>
                  </a:ext>
                </a:extLst>
              </a:tr>
              <a:tr h="765975">
                <a:tc>
                  <a:txBody>
                    <a:bodyPr/>
                    <a:lstStyle/>
                    <a:p>
                      <a:pPr marL="0" lvl="0" indent="0" algn="ctr" rtl="0">
                        <a:spcBef>
                          <a:spcPts val="0"/>
                        </a:spcBef>
                        <a:spcAft>
                          <a:spcPts val="0"/>
                        </a:spcAft>
                        <a:buNone/>
                      </a:pPr>
                      <a:r>
                        <a:rPr lang="en" sz="1800">
                          <a:solidFill>
                            <a:schemeClr val="dk1"/>
                          </a:solidFill>
                          <a:latin typeface="Advent Pro"/>
                          <a:ea typeface="Advent Pro"/>
                          <a:cs typeface="Advent Pro"/>
                          <a:sym typeface="Advent Pro"/>
                        </a:rPr>
                        <a:t>Single organization</a:t>
                      </a:r>
                      <a:endParaRPr sz="1800">
                        <a:solidFill>
                          <a:schemeClr val="dk1"/>
                        </a:solidFill>
                        <a:latin typeface="Advent Pro"/>
                        <a:ea typeface="Advent Pro"/>
                        <a:cs typeface="Advent Pro"/>
                        <a:sym typeface="Advent Pro"/>
                      </a:endParaRPr>
                    </a:p>
                  </a:txBody>
                  <a:tcPr marL="91425" marR="91425" marT="91425" marB="9142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800">
                          <a:solidFill>
                            <a:schemeClr val="dk1"/>
                          </a:solidFill>
                          <a:latin typeface="Advent Pro"/>
                          <a:ea typeface="Advent Pro"/>
                          <a:cs typeface="Advent Pro"/>
                          <a:sym typeface="Advent Pro"/>
                        </a:rPr>
                        <a:t>People from multiple organizations/places</a:t>
                      </a:r>
                      <a:endParaRPr sz="1800">
                        <a:solidFill>
                          <a:schemeClr val="dk1"/>
                        </a:solidFill>
                        <a:latin typeface="Advent Pro"/>
                        <a:ea typeface="Advent Pro"/>
                        <a:cs typeface="Advent Pro"/>
                        <a:sym typeface="Advent Pro"/>
                      </a:endParaRPr>
                    </a:p>
                  </a:txBody>
                  <a:tcPr marL="91425" marR="91425" marT="91425" marB="9142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solidFill>
                      <a:schemeClr val="accent4"/>
                    </a:solidFill>
                  </a:tcPr>
                </a:tc>
                <a:extLst>
                  <a:ext uri="{0D108BD9-81ED-4DB2-BD59-A6C34878D82A}">
                    <a16:rowId xmlns:a16="http://schemas.microsoft.com/office/drawing/2014/main" val="10002"/>
                  </a:ext>
                </a:extLst>
              </a:tr>
            </a:tbl>
          </a:graphicData>
        </a:graphic>
      </p:graphicFrame>
      <p:sp>
        <p:nvSpPr>
          <p:cNvPr id="415" name="Google Shape;415;p66"/>
          <p:cNvSpPr txBox="1"/>
          <p:nvPr/>
        </p:nvSpPr>
        <p:spPr>
          <a:xfrm>
            <a:off x="1167675" y="508775"/>
            <a:ext cx="44712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b="1">
                <a:latin typeface="Advent Pro"/>
                <a:ea typeface="Advent Pro"/>
                <a:cs typeface="Advent Pro"/>
                <a:sym typeface="Advent Pro"/>
              </a:rPr>
              <a:t>What’s the Difference?</a:t>
            </a:r>
            <a:endParaRPr sz="2400" b="1">
              <a:latin typeface="Advent Pro"/>
              <a:ea typeface="Advent Pro"/>
              <a:cs typeface="Advent Pro"/>
              <a:sym typeface="Advent Pr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67"/>
          <p:cNvSpPr txBox="1"/>
          <p:nvPr/>
        </p:nvSpPr>
        <p:spPr>
          <a:xfrm>
            <a:off x="1299925" y="329450"/>
            <a:ext cx="64545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200" b="1">
                <a:latin typeface="Advent Pro"/>
                <a:ea typeface="Advent Pro"/>
                <a:cs typeface="Advent Pro"/>
                <a:sym typeface="Advent Pro"/>
              </a:rPr>
              <a:t>TP1 Confirmation Questions</a:t>
            </a:r>
            <a:endParaRPr sz="2200" b="1">
              <a:latin typeface="Advent Pro"/>
              <a:ea typeface="Advent Pro"/>
              <a:cs typeface="Advent Pro"/>
              <a:sym typeface="Advent Pro"/>
            </a:endParaRPr>
          </a:p>
        </p:txBody>
      </p:sp>
      <p:sp>
        <p:nvSpPr>
          <p:cNvPr id="421" name="Google Shape;421;p67"/>
          <p:cNvSpPr txBox="1"/>
          <p:nvPr/>
        </p:nvSpPr>
        <p:spPr>
          <a:xfrm>
            <a:off x="1261500" y="748300"/>
            <a:ext cx="6621000" cy="4648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u="sng" dirty="0">
                <a:latin typeface="Albert Sans"/>
                <a:ea typeface="Albert Sans"/>
                <a:cs typeface="Albert Sans"/>
                <a:sym typeface="Albert Sans"/>
              </a:rPr>
              <a:t>Q1. What is a sponsor?</a:t>
            </a:r>
            <a:endParaRPr sz="1600" u="sng" dirty="0">
              <a:latin typeface="Albert Sans"/>
              <a:ea typeface="Albert Sans"/>
              <a:cs typeface="Albert Sans"/>
              <a:sym typeface="Albert Sans"/>
            </a:endParaRPr>
          </a:p>
          <a:p>
            <a:pPr marL="0" lvl="0" indent="0" algn="l" rtl="0">
              <a:spcBef>
                <a:spcPts val="0"/>
              </a:spcBef>
              <a:spcAft>
                <a:spcPts val="0"/>
              </a:spcAft>
              <a:buNone/>
            </a:pPr>
            <a:endParaRPr sz="1600" dirty="0">
              <a:latin typeface="Albert Sans"/>
              <a:ea typeface="Albert Sans"/>
              <a:cs typeface="Albert Sans"/>
              <a:sym typeface="Albert Sans"/>
            </a:endParaRPr>
          </a:p>
          <a:p>
            <a:pPr marL="0" lvl="0" indent="0" algn="l" rtl="0">
              <a:spcBef>
                <a:spcPts val="0"/>
              </a:spcBef>
              <a:spcAft>
                <a:spcPts val="0"/>
              </a:spcAft>
              <a:buNone/>
            </a:pPr>
            <a:r>
              <a:rPr lang="en" sz="1600" dirty="0">
                <a:latin typeface="Albert Sans"/>
                <a:ea typeface="Albert Sans"/>
                <a:cs typeface="Albert Sans"/>
                <a:sym typeface="Albert Sans"/>
              </a:rPr>
              <a:t>A1. An organisation or group of people who got accepted by the Chief of Defence Staff to responsibly organise, aid, and help administrate the cadet squadron with the Canadian Forces and the supervisory sponsor.</a:t>
            </a:r>
            <a:endParaRPr sz="1600" dirty="0">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endParaRPr sz="1600" dirty="0">
              <a:latin typeface="Albert Sans"/>
              <a:ea typeface="Albert Sans"/>
              <a:cs typeface="Albert Sans"/>
              <a:sym typeface="Albert Sans"/>
            </a:endParaRPr>
          </a:p>
          <a:p>
            <a:pPr marL="0" lvl="0" indent="0" algn="l" rtl="0">
              <a:spcBef>
                <a:spcPts val="0"/>
              </a:spcBef>
              <a:spcAft>
                <a:spcPts val="0"/>
              </a:spcAft>
              <a:buNone/>
            </a:pPr>
            <a:r>
              <a:rPr lang="en" sz="1600" u="sng" dirty="0">
                <a:latin typeface="Albert Sans"/>
                <a:ea typeface="Albert Sans"/>
                <a:cs typeface="Albert Sans"/>
                <a:sym typeface="Albert Sans"/>
              </a:rPr>
              <a:t>Q2. What is the sponsoring committee/branch?</a:t>
            </a:r>
            <a:endParaRPr sz="1600" u="sng" dirty="0">
              <a:latin typeface="Albert Sans"/>
              <a:ea typeface="Albert Sans"/>
              <a:cs typeface="Albert Sans"/>
              <a:sym typeface="Albert Sans"/>
            </a:endParaRPr>
          </a:p>
          <a:p>
            <a:pPr marL="0" lvl="0" indent="0" algn="l" rtl="0">
              <a:spcBef>
                <a:spcPts val="0"/>
              </a:spcBef>
              <a:spcAft>
                <a:spcPts val="0"/>
              </a:spcAft>
              <a:buNone/>
            </a:pPr>
            <a:endParaRPr sz="1600" dirty="0">
              <a:latin typeface="Albert Sans"/>
              <a:ea typeface="Albert Sans"/>
              <a:cs typeface="Albert Sans"/>
              <a:sym typeface="Albert Sans"/>
            </a:endParaRPr>
          </a:p>
          <a:p>
            <a:pPr marL="0" lvl="0" indent="0" algn="l" rtl="0">
              <a:spcBef>
                <a:spcPts val="0"/>
              </a:spcBef>
              <a:spcAft>
                <a:spcPts val="0"/>
              </a:spcAft>
              <a:buNone/>
            </a:pPr>
            <a:r>
              <a:rPr lang="en" sz="1600" dirty="0">
                <a:solidFill>
                  <a:schemeClr val="dk1"/>
                </a:solidFill>
                <a:latin typeface="Albert Sans"/>
                <a:ea typeface="Albert Sans"/>
                <a:cs typeface="Albert Sans"/>
                <a:sym typeface="Albert Sans"/>
              </a:rPr>
              <a:t>A2. A sponsoring committee is associated with the league and has members approved by league policy to complete the tasks required to support the squadron. </a:t>
            </a:r>
            <a:endParaRPr sz="1600" dirty="0">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endParaRPr sz="1600" dirty="0">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r>
              <a:rPr lang="en" sz="1600" u="sng" dirty="0">
                <a:latin typeface="Albert Sans"/>
                <a:ea typeface="Albert Sans"/>
                <a:cs typeface="Albert Sans"/>
                <a:sym typeface="Albert Sans"/>
              </a:rPr>
              <a:t>Q3. Who is the sponsoring committee composed of?</a:t>
            </a:r>
            <a:endParaRPr sz="1600" u="sng" dirty="0">
              <a:latin typeface="Albert Sans"/>
              <a:ea typeface="Albert Sans"/>
              <a:cs typeface="Albert Sans"/>
              <a:sym typeface="Albert Sans"/>
            </a:endParaRPr>
          </a:p>
          <a:p>
            <a:pPr marL="0" lvl="0" indent="0" algn="l" rtl="0">
              <a:spcBef>
                <a:spcPts val="0"/>
              </a:spcBef>
              <a:spcAft>
                <a:spcPts val="0"/>
              </a:spcAft>
              <a:buNone/>
            </a:pPr>
            <a:endParaRPr sz="1600" dirty="0">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endParaRPr sz="1600" dirty="0">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endParaRPr sz="1700" dirty="0">
              <a:latin typeface="Albert Sans"/>
              <a:ea typeface="Albert Sans"/>
              <a:cs typeface="Albert Sans"/>
              <a:sym typeface="Albert Sans"/>
            </a:endParaRPr>
          </a:p>
          <a:p>
            <a:pPr marL="0" lvl="0" indent="0" algn="l" rtl="0">
              <a:spcBef>
                <a:spcPts val="0"/>
              </a:spcBef>
              <a:spcAft>
                <a:spcPts val="0"/>
              </a:spcAft>
              <a:buNone/>
            </a:pPr>
            <a:endParaRPr sz="1700" dirty="0">
              <a:latin typeface="Albert Sans"/>
              <a:ea typeface="Albert Sans"/>
              <a:cs typeface="Albert Sans"/>
              <a:sym typeface="Albert Sans"/>
            </a:endParaRPr>
          </a:p>
        </p:txBody>
      </p:sp>
      <p:sp>
        <p:nvSpPr>
          <p:cNvPr id="422" name="Google Shape;422;p67"/>
          <p:cNvSpPr/>
          <p:nvPr/>
        </p:nvSpPr>
        <p:spPr>
          <a:xfrm>
            <a:off x="1212325" y="1256150"/>
            <a:ext cx="6542100" cy="1126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67"/>
          <p:cNvSpPr/>
          <p:nvPr/>
        </p:nvSpPr>
        <p:spPr>
          <a:xfrm>
            <a:off x="1261500" y="2890800"/>
            <a:ext cx="6542100" cy="1126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4" name="Google Shape;424;p67"/>
          <p:cNvSpPr txBox="1"/>
          <p:nvPr/>
        </p:nvSpPr>
        <p:spPr>
          <a:xfrm>
            <a:off x="1299925" y="4358500"/>
            <a:ext cx="64545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600" dirty="0">
                <a:solidFill>
                  <a:schemeClr val="dk1"/>
                </a:solidFill>
                <a:latin typeface="Albert Sans"/>
                <a:ea typeface="Albert Sans"/>
                <a:cs typeface="Albert Sans"/>
                <a:sym typeface="Albert Sans"/>
              </a:rPr>
              <a:t>A3. People representing sponsors or people from the community.</a:t>
            </a:r>
            <a:endParaRPr dirty="0">
              <a:latin typeface="Albert Sans"/>
              <a:ea typeface="Albert Sans"/>
              <a:cs typeface="Albert Sans"/>
              <a:sym typeface="Albert Sans"/>
            </a:endParaRPr>
          </a:p>
        </p:txBody>
      </p:sp>
      <p:sp>
        <p:nvSpPr>
          <p:cNvPr id="2" name="Google Shape;422;p67">
            <a:extLst>
              <a:ext uri="{FF2B5EF4-FFF2-40B4-BE49-F238E27FC236}">
                <a16:creationId xmlns:a16="http://schemas.microsoft.com/office/drawing/2014/main" id="{1739F7C8-C12F-ABF1-49A1-EB1B3581890E}"/>
              </a:ext>
            </a:extLst>
          </p:cNvPr>
          <p:cNvSpPr/>
          <p:nvPr/>
        </p:nvSpPr>
        <p:spPr>
          <a:xfrm>
            <a:off x="1299925" y="4382950"/>
            <a:ext cx="6264657" cy="4311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2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42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68"/>
          <p:cNvSpPr txBox="1"/>
          <p:nvPr/>
        </p:nvSpPr>
        <p:spPr>
          <a:xfrm>
            <a:off x="2168400" y="1583350"/>
            <a:ext cx="4807200" cy="1293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600">
                <a:latin typeface="Advent Pro"/>
                <a:ea typeface="Advent Pro"/>
                <a:cs typeface="Advent Pro"/>
                <a:sym typeface="Advent Pro"/>
              </a:rPr>
              <a:t>TP2 - Describe the Local Sponsoring Body</a:t>
            </a:r>
            <a:endParaRPr sz="3600">
              <a:latin typeface="Advent Pro"/>
              <a:ea typeface="Advent Pro"/>
              <a:cs typeface="Advent Pro"/>
              <a:sym typeface="Advent Pr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69"/>
          <p:cNvSpPr txBox="1"/>
          <p:nvPr/>
        </p:nvSpPr>
        <p:spPr>
          <a:xfrm>
            <a:off x="1790375" y="1319275"/>
            <a:ext cx="5923800" cy="227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700">
                <a:latin typeface="Albert Sans"/>
                <a:ea typeface="Albert Sans"/>
                <a:cs typeface="Albert Sans"/>
                <a:sym typeface="Albert Sans"/>
              </a:rPr>
              <a:t>Local sponsoring bodies are usually organisations made in the community. There can be more than one organisation sponsoring a single squadron. A sponsoring committee is formed to represent the sponsors, and it consists of people representing/leading the sponsors in the community.</a:t>
            </a:r>
            <a:endParaRPr sz="1700">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endParaRPr sz="1700">
              <a:latin typeface="Albert Sans"/>
              <a:ea typeface="Albert Sans"/>
              <a:cs typeface="Albert Sans"/>
              <a:sym typeface="Albert Sans"/>
            </a:endParaRPr>
          </a:p>
          <a:p>
            <a:pPr marL="0" lvl="0" indent="0" algn="l" rtl="0">
              <a:spcBef>
                <a:spcPts val="0"/>
              </a:spcBef>
              <a:spcAft>
                <a:spcPts val="0"/>
              </a:spcAft>
              <a:buNone/>
            </a:pPr>
            <a:endParaRPr sz="1700">
              <a:latin typeface="Albert Sans"/>
              <a:ea typeface="Albert Sans"/>
              <a:cs typeface="Albert Sans"/>
              <a:sym typeface="Albert Sans"/>
            </a:endParaRPr>
          </a:p>
        </p:txBody>
      </p:sp>
      <p:pic>
        <p:nvPicPr>
          <p:cNvPr id="435" name="Google Shape;435;p69"/>
          <p:cNvPicPr preferRelativeResize="0"/>
          <p:nvPr/>
        </p:nvPicPr>
        <p:blipFill>
          <a:blip r:embed="rId3">
            <a:alphaModFix/>
          </a:blip>
          <a:stretch>
            <a:fillRect/>
          </a:stretch>
        </p:blipFill>
        <p:spPr>
          <a:xfrm>
            <a:off x="1474675" y="3703850"/>
            <a:ext cx="1351424" cy="1260349"/>
          </a:xfrm>
          <a:prstGeom prst="rect">
            <a:avLst/>
          </a:prstGeom>
          <a:noFill/>
          <a:ln>
            <a:noFill/>
          </a:ln>
        </p:spPr>
      </p:pic>
      <p:pic>
        <p:nvPicPr>
          <p:cNvPr id="436" name="Google Shape;436;p69"/>
          <p:cNvPicPr preferRelativeResize="0"/>
          <p:nvPr/>
        </p:nvPicPr>
        <p:blipFill>
          <a:blip r:embed="rId4">
            <a:alphaModFix/>
          </a:blip>
          <a:stretch>
            <a:fillRect/>
          </a:stretch>
        </p:blipFill>
        <p:spPr>
          <a:xfrm>
            <a:off x="6553200" y="3196588"/>
            <a:ext cx="1373125" cy="1837150"/>
          </a:xfrm>
          <a:prstGeom prst="rect">
            <a:avLst/>
          </a:prstGeom>
          <a:noFill/>
          <a:ln>
            <a:noFill/>
          </a:ln>
        </p:spPr>
      </p:pic>
      <p:pic>
        <p:nvPicPr>
          <p:cNvPr id="437" name="Google Shape;437;p69"/>
          <p:cNvPicPr preferRelativeResize="0"/>
          <p:nvPr/>
        </p:nvPicPr>
        <p:blipFill rotWithShape="1">
          <a:blip r:embed="rId5">
            <a:alphaModFix/>
          </a:blip>
          <a:srcRect l="21418" t="14054" r="23394" b="12362"/>
          <a:stretch/>
        </p:blipFill>
        <p:spPr>
          <a:xfrm>
            <a:off x="4095750" y="3452725"/>
            <a:ext cx="1131774" cy="1511475"/>
          </a:xfrm>
          <a:prstGeom prst="rect">
            <a:avLst/>
          </a:prstGeom>
          <a:noFill/>
          <a:ln>
            <a:noFill/>
          </a:ln>
        </p:spPr>
      </p:pic>
      <p:sp>
        <p:nvSpPr>
          <p:cNvPr id="438" name="Google Shape;438;p69"/>
          <p:cNvSpPr txBox="1"/>
          <p:nvPr/>
        </p:nvSpPr>
        <p:spPr>
          <a:xfrm>
            <a:off x="2893375" y="553550"/>
            <a:ext cx="30816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latin typeface="Advent Pro"/>
                <a:ea typeface="Advent Pro"/>
                <a:cs typeface="Advent Pro"/>
                <a:sym typeface="Advent Pro"/>
              </a:rPr>
              <a:t>Local Sponsoring Body</a:t>
            </a:r>
            <a:endParaRPr sz="2500" b="1">
              <a:latin typeface="Advent Pro"/>
              <a:ea typeface="Advent Pro"/>
              <a:cs typeface="Advent Pro"/>
              <a:sym typeface="Advent Pr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70"/>
          <p:cNvSpPr txBox="1"/>
          <p:nvPr/>
        </p:nvSpPr>
        <p:spPr>
          <a:xfrm>
            <a:off x="1757850" y="651425"/>
            <a:ext cx="6009300" cy="4817700"/>
          </a:xfrm>
          <a:prstGeom prst="rect">
            <a:avLst/>
          </a:prstGeom>
          <a:noFill/>
          <a:ln>
            <a:noFill/>
          </a:ln>
        </p:spPr>
        <p:txBody>
          <a:bodyPr spcFirstLastPara="1" wrap="square" lIns="91425" tIns="91425" rIns="91425" bIns="91425" anchor="t" anchorCtr="0">
            <a:spAutoFit/>
          </a:bodyPr>
          <a:lstStyle/>
          <a:p>
            <a:pPr marL="457200" lvl="0" indent="-323850" algn="l" rtl="0">
              <a:spcBef>
                <a:spcPts val="0"/>
              </a:spcBef>
              <a:spcAft>
                <a:spcPts val="0"/>
              </a:spcAft>
              <a:buSzPts val="1500"/>
              <a:buFont typeface="Albert Sans"/>
              <a:buChar char="●"/>
            </a:pPr>
            <a:r>
              <a:rPr lang="en" sz="1500" b="1">
                <a:latin typeface="Albert Sans"/>
                <a:ea typeface="Albert Sans"/>
                <a:cs typeface="Albert Sans"/>
                <a:sym typeface="Albert Sans"/>
              </a:rPr>
              <a:t>Royal Canadian Legion (RCL).</a:t>
            </a:r>
            <a:r>
              <a:rPr lang="en" sz="1500">
                <a:latin typeface="Albert Sans"/>
                <a:ea typeface="Albert Sans"/>
                <a:cs typeface="Albert Sans"/>
                <a:sym typeface="Albert Sans"/>
              </a:rPr>
              <a:t> Largest veterans-based community service organization in the country and contributes millions of dollars and voluntary hours to help Canadians.</a:t>
            </a:r>
            <a:endParaRPr sz="1500">
              <a:latin typeface="Albert Sans"/>
              <a:ea typeface="Albert Sans"/>
              <a:cs typeface="Albert Sans"/>
              <a:sym typeface="Albert Sans"/>
            </a:endParaRPr>
          </a:p>
          <a:p>
            <a:pPr marL="457200" lvl="0" indent="-323850" algn="l" rtl="0">
              <a:spcBef>
                <a:spcPts val="0"/>
              </a:spcBef>
              <a:spcAft>
                <a:spcPts val="0"/>
              </a:spcAft>
              <a:buSzPts val="1500"/>
              <a:buFont typeface="Albert Sans"/>
              <a:buChar char="●"/>
            </a:pPr>
            <a:r>
              <a:rPr lang="en" sz="1500" b="1">
                <a:latin typeface="Albert Sans"/>
                <a:ea typeface="Albert Sans"/>
                <a:cs typeface="Albert Sans"/>
                <a:sym typeface="Albert Sans"/>
              </a:rPr>
              <a:t>Royal Canadian Air Force Association (aka Air Force Association of Canada).</a:t>
            </a:r>
            <a:r>
              <a:rPr lang="en" sz="1500">
                <a:latin typeface="Albert Sans"/>
                <a:ea typeface="Albert Sans"/>
                <a:cs typeface="Albert Sans"/>
                <a:sym typeface="Albert Sans"/>
              </a:rPr>
              <a:t> Non-profit aerospace and community service organization sponsor and support cadets and other community activities.</a:t>
            </a:r>
            <a:endParaRPr sz="1500">
              <a:latin typeface="Albert Sans"/>
              <a:ea typeface="Albert Sans"/>
              <a:cs typeface="Albert Sans"/>
              <a:sym typeface="Albert Sans"/>
            </a:endParaRPr>
          </a:p>
          <a:p>
            <a:pPr marL="457200" lvl="0" indent="-323850" algn="l" rtl="0">
              <a:spcBef>
                <a:spcPts val="0"/>
              </a:spcBef>
              <a:spcAft>
                <a:spcPts val="0"/>
              </a:spcAft>
              <a:buSzPts val="1500"/>
              <a:buFont typeface="Albert Sans"/>
              <a:buChar char="●"/>
            </a:pPr>
            <a:r>
              <a:rPr lang="en" sz="1500" b="1">
                <a:latin typeface="Albert Sans"/>
                <a:ea typeface="Albert Sans"/>
                <a:cs typeface="Albert Sans"/>
                <a:sym typeface="Albert Sans"/>
              </a:rPr>
              <a:t>Lions Clubs.</a:t>
            </a:r>
            <a:r>
              <a:rPr lang="en" sz="1500">
                <a:latin typeface="Albert Sans"/>
                <a:ea typeface="Albert Sans"/>
                <a:cs typeface="Albert Sans"/>
                <a:sym typeface="Albert Sans"/>
              </a:rPr>
              <a:t> Internationally based and the world’s largest service club organization.</a:t>
            </a:r>
            <a:endParaRPr sz="1500">
              <a:latin typeface="Albert Sans"/>
              <a:ea typeface="Albert Sans"/>
              <a:cs typeface="Albert Sans"/>
              <a:sym typeface="Albert Sans"/>
            </a:endParaRPr>
          </a:p>
          <a:p>
            <a:pPr marL="457200" lvl="0" indent="-323850" algn="l" rtl="0">
              <a:spcBef>
                <a:spcPts val="0"/>
              </a:spcBef>
              <a:spcAft>
                <a:spcPts val="0"/>
              </a:spcAft>
              <a:buSzPts val="1500"/>
              <a:buFont typeface="Albert Sans"/>
              <a:buChar char="●"/>
            </a:pPr>
            <a:r>
              <a:rPr lang="en" sz="1500" b="1">
                <a:latin typeface="Albert Sans"/>
                <a:ea typeface="Albert Sans"/>
                <a:cs typeface="Albert Sans"/>
                <a:sym typeface="Albert Sans"/>
              </a:rPr>
              <a:t>A Rotary Club.</a:t>
            </a:r>
            <a:r>
              <a:rPr lang="en" sz="1500">
                <a:latin typeface="Albert Sans"/>
                <a:ea typeface="Albert Sans"/>
                <a:cs typeface="Albert Sans"/>
                <a:sym typeface="Albert Sans"/>
              </a:rPr>
              <a:t> A rotary club mainly helps by improving servicing to make organisations successful</a:t>
            </a:r>
            <a:endParaRPr sz="1500">
              <a:latin typeface="Albert Sans"/>
              <a:ea typeface="Albert Sans"/>
              <a:cs typeface="Albert Sans"/>
              <a:sym typeface="Albert Sans"/>
            </a:endParaRPr>
          </a:p>
          <a:p>
            <a:pPr marL="457200" lvl="0" indent="-323850" algn="l" rtl="0">
              <a:spcBef>
                <a:spcPts val="0"/>
              </a:spcBef>
              <a:spcAft>
                <a:spcPts val="0"/>
              </a:spcAft>
              <a:buSzPts val="1500"/>
              <a:buFont typeface="Albert Sans"/>
              <a:buChar char="●"/>
            </a:pPr>
            <a:r>
              <a:rPr lang="en" sz="1500" b="1">
                <a:latin typeface="Albert Sans"/>
                <a:ea typeface="Albert Sans"/>
                <a:cs typeface="Albert Sans"/>
                <a:sym typeface="Albert Sans"/>
              </a:rPr>
              <a:t>A Parents’ Committee</a:t>
            </a:r>
            <a:r>
              <a:rPr lang="en" sz="1500">
                <a:latin typeface="Albert Sans"/>
                <a:ea typeface="Albert Sans"/>
                <a:cs typeface="Albert Sans"/>
                <a:sym typeface="Albert Sans"/>
              </a:rPr>
              <a:t>. A parents committee is usually made up of parents of cadets. Parents in the committee help the squadron.</a:t>
            </a:r>
            <a:endParaRPr sz="1500">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endParaRPr>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r>
              <a:rPr lang="en" sz="1700" u="sng">
                <a:latin typeface="Albert Sans"/>
                <a:ea typeface="Albert Sans"/>
                <a:cs typeface="Albert Sans"/>
                <a:sym typeface="Albert Sans"/>
              </a:rPr>
              <a:t>110 Squadron is sponsored by 408/437 Wing Royal Canadian Air Force Association</a:t>
            </a:r>
            <a:endParaRPr sz="1700" u="sng">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endParaRPr>
              <a:latin typeface="Albert Sans"/>
              <a:ea typeface="Albert Sans"/>
              <a:cs typeface="Albert Sans"/>
              <a:sym typeface="Albert Sans"/>
            </a:endParaRPr>
          </a:p>
          <a:p>
            <a:pPr marL="0" lvl="0" indent="0" algn="l" rtl="0">
              <a:spcBef>
                <a:spcPts val="0"/>
              </a:spcBef>
              <a:spcAft>
                <a:spcPts val="0"/>
              </a:spcAft>
              <a:buNone/>
            </a:pPr>
            <a:endParaRPr>
              <a:latin typeface="Albert Sans"/>
              <a:ea typeface="Albert Sans"/>
              <a:cs typeface="Albert Sans"/>
              <a:sym typeface="Albert Sans"/>
            </a:endParaRPr>
          </a:p>
        </p:txBody>
      </p:sp>
      <p:sp>
        <p:nvSpPr>
          <p:cNvPr id="444" name="Google Shape;444;p70"/>
          <p:cNvSpPr txBox="1"/>
          <p:nvPr/>
        </p:nvSpPr>
        <p:spPr>
          <a:xfrm>
            <a:off x="1411975" y="83400"/>
            <a:ext cx="64545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a:latin typeface="Advent Pro"/>
                <a:ea typeface="Advent Pro"/>
                <a:cs typeface="Advent Pro"/>
                <a:sym typeface="Advent Pro"/>
              </a:rPr>
              <a:t>Examples of Local Sponsors</a:t>
            </a:r>
            <a:endParaRPr sz="2200">
              <a:latin typeface="Advent Pro"/>
              <a:ea typeface="Advent Pro"/>
              <a:cs typeface="Advent Pro"/>
              <a:sym typeface="Advent Pr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71"/>
          <p:cNvSpPr txBox="1"/>
          <p:nvPr/>
        </p:nvSpPr>
        <p:spPr>
          <a:xfrm>
            <a:off x="1567350" y="1595275"/>
            <a:ext cx="6009300" cy="2893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600">
                <a:latin typeface="Albert Sans"/>
                <a:ea typeface="Albert Sans"/>
                <a:cs typeface="Albert Sans"/>
                <a:sym typeface="Albert Sans"/>
              </a:rPr>
              <a:t>A sponsoring body consists of multiple positions to split the responsibilities of the sponsor to people with the skill set for each position:</a:t>
            </a:r>
            <a:endParaRPr sz="1600">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endParaRPr sz="1600">
              <a:latin typeface="Albert Sans"/>
              <a:ea typeface="Albert Sans"/>
              <a:cs typeface="Albert Sans"/>
              <a:sym typeface="Albert Sans"/>
            </a:endParaRPr>
          </a:p>
          <a:p>
            <a:pPr marL="457200" lvl="0" indent="-330200" algn="l" rtl="0">
              <a:spcBef>
                <a:spcPts val="0"/>
              </a:spcBef>
              <a:spcAft>
                <a:spcPts val="0"/>
              </a:spcAft>
              <a:buSzPts val="1600"/>
              <a:buFont typeface="Albert Sans"/>
              <a:buChar char="●"/>
            </a:pPr>
            <a:r>
              <a:rPr lang="en" sz="1600" b="1">
                <a:latin typeface="Albert Sans"/>
                <a:ea typeface="Albert Sans"/>
                <a:cs typeface="Albert Sans"/>
                <a:sym typeface="Albert Sans"/>
              </a:rPr>
              <a:t>Chairperson</a:t>
            </a:r>
            <a:r>
              <a:rPr lang="en" sz="1600">
                <a:latin typeface="Albert Sans"/>
                <a:ea typeface="Albert Sans"/>
                <a:cs typeface="Albert Sans"/>
                <a:sym typeface="Albert Sans"/>
              </a:rPr>
              <a:t>: Leader; Maintains information of the entire sponsoring body.</a:t>
            </a:r>
            <a:endParaRPr sz="1600">
              <a:latin typeface="Albert Sans"/>
              <a:ea typeface="Albert Sans"/>
              <a:cs typeface="Albert Sans"/>
              <a:sym typeface="Albert Sans"/>
            </a:endParaRPr>
          </a:p>
          <a:p>
            <a:pPr marL="457200" lvl="0" indent="-330200" algn="l" rtl="0">
              <a:spcBef>
                <a:spcPts val="0"/>
              </a:spcBef>
              <a:spcAft>
                <a:spcPts val="0"/>
              </a:spcAft>
              <a:buSzPts val="1600"/>
              <a:buFont typeface="Albert Sans"/>
              <a:buChar char="●"/>
            </a:pPr>
            <a:r>
              <a:rPr lang="en" sz="1600" b="1">
                <a:latin typeface="Albert Sans"/>
                <a:ea typeface="Albert Sans"/>
                <a:cs typeface="Albert Sans"/>
                <a:sym typeface="Albert Sans"/>
              </a:rPr>
              <a:t>Secretary</a:t>
            </a:r>
            <a:r>
              <a:rPr lang="en" sz="1600">
                <a:latin typeface="Albert Sans"/>
                <a:ea typeface="Albert Sans"/>
                <a:cs typeface="Albert Sans"/>
                <a:sym typeface="Albert Sans"/>
              </a:rPr>
              <a:t>: Keeps records in the squadron</a:t>
            </a:r>
            <a:endParaRPr sz="1600">
              <a:latin typeface="Albert Sans"/>
              <a:ea typeface="Albert Sans"/>
              <a:cs typeface="Albert Sans"/>
              <a:sym typeface="Albert Sans"/>
            </a:endParaRPr>
          </a:p>
          <a:p>
            <a:pPr marL="457200" lvl="0" indent="-330200" algn="l" rtl="0">
              <a:spcBef>
                <a:spcPts val="0"/>
              </a:spcBef>
              <a:spcAft>
                <a:spcPts val="0"/>
              </a:spcAft>
              <a:buSzPts val="1600"/>
              <a:buFont typeface="Albert Sans"/>
              <a:buChar char="●"/>
            </a:pPr>
            <a:r>
              <a:rPr lang="en" sz="1600" b="1">
                <a:latin typeface="Albert Sans"/>
                <a:ea typeface="Albert Sans"/>
                <a:cs typeface="Albert Sans"/>
                <a:sym typeface="Albert Sans"/>
              </a:rPr>
              <a:t>Treasurer</a:t>
            </a:r>
            <a:r>
              <a:rPr lang="en" sz="1600">
                <a:latin typeface="Albert Sans"/>
                <a:ea typeface="Albert Sans"/>
                <a:cs typeface="Albert Sans"/>
                <a:sym typeface="Albert Sans"/>
              </a:rPr>
              <a:t>: Handles money and financial records</a:t>
            </a:r>
            <a:endParaRPr sz="1600">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endParaRPr sz="1600">
              <a:latin typeface="Albert Sans"/>
              <a:ea typeface="Albert Sans"/>
              <a:cs typeface="Albert Sans"/>
              <a:sym typeface="Albert Sans"/>
            </a:endParaRPr>
          </a:p>
          <a:p>
            <a:pPr marL="0" lvl="0" indent="0" algn="l" rtl="0">
              <a:spcBef>
                <a:spcPts val="0"/>
              </a:spcBef>
              <a:spcAft>
                <a:spcPts val="0"/>
              </a:spcAft>
              <a:buNone/>
            </a:pPr>
            <a:r>
              <a:rPr lang="en" sz="1600">
                <a:latin typeface="Albert Sans"/>
                <a:ea typeface="Albert Sans"/>
                <a:cs typeface="Albert Sans"/>
                <a:sym typeface="Albert Sans"/>
              </a:rPr>
              <a:t>Some squadrons have a secondary sponsor that may assist in duties such as fundraising for the corps.</a:t>
            </a:r>
            <a:endParaRPr sz="1600">
              <a:latin typeface="Albert Sans"/>
              <a:ea typeface="Albert Sans"/>
              <a:cs typeface="Albert Sans"/>
              <a:sym typeface="Albert Sans"/>
            </a:endParaRPr>
          </a:p>
        </p:txBody>
      </p:sp>
      <p:sp>
        <p:nvSpPr>
          <p:cNvPr id="450" name="Google Shape;450;p71"/>
          <p:cNvSpPr txBox="1"/>
          <p:nvPr/>
        </p:nvSpPr>
        <p:spPr>
          <a:xfrm>
            <a:off x="1567350" y="856125"/>
            <a:ext cx="64545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100" b="1">
                <a:latin typeface="Advent Pro"/>
                <a:ea typeface="Advent Pro"/>
                <a:cs typeface="Advent Pro"/>
                <a:sym typeface="Advent Pro"/>
              </a:rPr>
              <a:t>Local Sponsor Positions &amp; Secondary Sponsors</a:t>
            </a:r>
            <a:endParaRPr sz="2100" b="1">
              <a:latin typeface="Advent Pro"/>
              <a:ea typeface="Advent Pro"/>
              <a:cs typeface="Advent Pro"/>
              <a:sym typeface="Advent Pro"/>
            </a:endParaRPr>
          </a:p>
        </p:txBody>
      </p:sp>
      <p:pic>
        <p:nvPicPr>
          <p:cNvPr id="451" name="Google Shape;451;p71"/>
          <p:cNvPicPr preferRelativeResize="0"/>
          <p:nvPr/>
        </p:nvPicPr>
        <p:blipFill>
          <a:blip r:embed="rId3">
            <a:alphaModFix/>
          </a:blip>
          <a:stretch>
            <a:fillRect/>
          </a:stretch>
        </p:blipFill>
        <p:spPr>
          <a:xfrm>
            <a:off x="7027469" y="440919"/>
            <a:ext cx="1881210" cy="10239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72"/>
          <p:cNvSpPr txBox="1"/>
          <p:nvPr/>
        </p:nvSpPr>
        <p:spPr>
          <a:xfrm>
            <a:off x="1567350" y="625800"/>
            <a:ext cx="6009300" cy="4863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latin typeface="Albert Sans"/>
                <a:ea typeface="Albert Sans"/>
                <a:cs typeface="Albert Sans"/>
                <a:sym typeface="Albert Sans"/>
              </a:rPr>
              <a:t>Q1. Name the sponsoring body of our squadron.</a:t>
            </a:r>
            <a:endParaRPr sz="1600">
              <a:latin typeface="Albert Sans"/>
              <a:ea typeface="Albert Sans"/>
              <a:cs typeface="Albert Sans"/>
              <a:sym typeface="Albert Sans"/>
            </a:endParaRPr>
          </a:p>
          <a:p>
            <a:pPr marL="0" lvl="0" indent="0" algn="l" rtl="0">
              <a:spcBef>
                <a:spcPts val="0"/>
              </a:spcBef>
              <a:spcAft>
                <a:spcPts val="0"/>
              </a:spcAft>
              <a:buNone/>
            </a:pPr>
            <a:endParaRPr sz="1600">
              <a:latin typeface="Albert Sans"/>
              <a:ea typeface="Albert Sans"/>
              <a:cs typeface="Albert Sans"/>
              <a:sym typeface="Albert Sans"/>
            </a:endParaRPr>
          </a:p>
          <a:p>
            <a:pPr marL="0" lvl="0" indent="0" algn="l" rtl="0">
              <a:spcBef>
                <a:spcPts val="0"/>
              </a:spcBef>
              <a:spcAft>
                <a:spcPts val="0"/>
              </a:spcAft>
              <a:buNone/>
            </a:pPr>
            <a:r>
              <a:rPr lang="en" sz="1600">
                <a:solidFill>
                  <a:schemeClr val="dk1"/>
                </a:solidFill>
                <a:latin typeface="Albert Sans"/>
                <a:ea typeface="Albert Sans"/>
                <a:cs typeface="Albert Sans"/>
                <a:sym typeface="Albert Sans"/>
              </a:rPr>
              <a:t>A1. 110 Squadron is sponsored by 408/437 Wing Royal Canadian Air Force Association</a:t>
            </a:r>
            <a:endParaRPr sz="1600">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endParaRPr sz="1600">
              <a:latin typeface="Albert Sans"/>
              <a:ea typeface="Albert Sans"/>
              <a:cs typeface="Albert Sans"/>
              <a:sym typeface="Albert Sans"/>
            </a:endParaRPr>
          </a:p>
          <a:p>
            <a:pPr marL="0" lvl="0" indent="0" algn="l" rtl="0">
              <a:spcBef>
                <a:spcPts val="0"/>
              </a:spcBef>
              <a:spcAft>
                <a:spcPts val="0"/>
              </a:spcAft>
              <a:buNone/>
            </a:pPr>
            <a:r>
              <a:rPr lang="en" sz="1600">
                <a:latin typeface="Albert Sans"/>
                <a:ea typeface="Albert Sans"/>
                <a:cs typeface="Albert Sans"/>
                <a:sym typeface="Albert Sans"/>
              </a:rPr>
              <a:t>Q2. Identify three positions within the sponsoring body.</a:t>
            </a:r>
            <a:endParaRPr sz="1600">
              <a:latin typeface="Albert Sans"/>
              <a:ea typeface="Albert Sans"/>
              <a:cs typeface="Albert Sans"/>
              <a:sym typeface="Albert Sans"/>
            </a:endParaRPr>
          </a:p>
          <a:p>
            <a:pPr marL="0" lvl="0" indent="0" algn="l" rtl="0">
              <a:spcBef>
                <a:spcPts val="0"/>
              </a:spcBef>
              <a:spcAft>
                <a:spcPts val="0"/>
              </a:spcAft>
              <a:buNone/>
            </a:pPr>
            <a:endParaRPr sz="1600">
              <a:latin typeface="Albert Sans"/>
              <a:ea typeface="Albert Sans"/>
              <a:cs typeface="Albert Sans"/>
              <a:sym typeface="Albert Sans"/>
            </a:endParaRPr>
          </a:p>
          <a:p>
            <a:pPr marL="0" lvl="0" indent="0" algn="l" rtl="0">
              <a:spcBef>
                <a:spcPts val="0"/>
              </a:spcBef>
              <a:spcAft>
                <a:spcPts val="0"/>
              </a:spcAft>
              <a:buNone/>
            </a:pPr>
            <a:r>
              <a:rPr lang="en" sz="1600">
                <a:solidFill>
                  <a:schemeClr val="dk1"/>
                </a:solidFill>
                <a:latin typeface="Albert Sans"/>
                <a:ea typeface="Albert Sans"/>
                <a:cs typeface="Albert Sans"/>
                <a:sym typeface="Albert Sans"/>
              </a:rPr>
              <a:t>A2. Three positions within the sponsoring body are:</a:t>
            </a:r>
            <a:endParaRPr sz="1600">
              <a:solidFill>
                <a:schemeClr val="dk1"/>
              </a:solidFill>
              <a:latin typeface="Albert Sans"/>
              <a:ea typeface="Albert Sans"/>
              <a:cs typeface="Albert Sans"/>
              <a:sym typeface="Albert Sans"/>
            </a:endParaRPr>
          </a:p>
          <a:p>
            <a:pPr marL="457200" lvl="0" indent="-330200" algn="l" rtl="0">
              <a:spcBef>
                <a:spcPts val="0"/>
              </a:spcBef>
              <a:spcAft>
                <a:spcPts val="0"/>
              </a:spcAft>
              <a:buClr>
                <a:schemeClr val="dk1"/>
              </a:buClr>
              <a:buSzPts val="1600"/>
              <a:buFont typeface="Albert Sans"/>
              <a:buChar char="●"/>
            </a:pPr>
            <a:r>
              <a:rPr lang="en" sz="1600">
                <a:solidFill>
                  <a:schemeClr val="dk1"/>
                </a:solidFill>
                <a:latin typeface="Albert Sans"/>
                <a:ea typeface="Albert Sans"/>
                <a:cs typeface="Albert Sans"/>
                <a:sym typeface="Albert Sans"/>
              </a:rPr>
              <a:t>chairperson</a:t>
            </a:r>
            <a:endParaRPr sz="1600">
              <a:solidFill>
                <a:schemeClr val="dk1"/>
              </a:solidFill>
              <a:latin typeface="Albert Sans"/>
              <a:ea typeface="Albert Sans"/>
              <a:cs typeface="Albert Sans"/>
              <a:sym typeface="Albert Sans"/>
            </a:endParaRPr>
          </a:p>
          <a:p>
            <a:pPr marL="457200" lvl="0" indent="-330200" algn="l" rtl="0">
              <a:spcBef>
                <a:spcPts val="0"/>
              </a:spcBef>
              <a:spcAft>
                <a:spcPts val="0"/>
              </a:spcAft>
              <a:buClr>
                <a:schemeClr val="dk1"/>
              </a:buClr>
              <a:buSzPts val="1600"/>
              <a:buFont typeface="Albert Sans"/>
              <a:buChar char="●"/>
            </a:pPr>
            <a:r>
              <a:rPr lang="en" sz="1600">
                <a:solidFill>
                  <a:schemeClr val="dk1"/>
                </a:solidFill>
                <a:latin typeface="Albert Sans"/>
                <a:ea typeface="Albert Sans"/>
                <a:cs typeface="Albert Sans"/>
                <a:sym typeface="Albert Sans"/>
              </a:rPr>
              <a:t>secretary</a:t>
            </a:r>
            <a:endParaRPr sz="1600">
              <a:solidFill>
                <a:schemeClr val="dk1"/>
              </a:solidFill>
              <a:latin typeface="Albert Sans"/>
              <a:ea typeface="Albert Sans"/>
              <a:cs typeface="Albert Sans"/>
              <a:sym typeface="Albert Sans"/>
            </a:endParaRPr>
          </a:p>
          <a:p>
            <a:pPr marL="457200" lvl="0" indent="-330200" algn="l" rtl="0">
              <a:spcBef>
                <a:spcPts val="0"/>
              </a:spcBef>
              <a:spcAft>
                <a:spcPts val="0"/>
              </a:spcAft>
              <a:buClr>
                <a:schemeClr val="dk1"/>
              </a:buClr>
              <a:buSzPts val="1600"/>
              <a:buFont typeface="Albert Sans"/>
              <a:buChar char="●"/>
            </a:pPr>
            <a:r>
              <a:rPr lang="en" sz="1600">
                <a:solidFill>
                  <a:schemeClr val="dk1"/>
                </a:solidFill>
                <a:latin typeface="Albert Sans"/>
                <a:ea typeface="Albert Sans"/>
                <a:cs typeface="Albert Sans"/>
                <a:sym typeface="Albert Sans"/>
              </a:rPr>
              <a:t>treasurer</a:t>
            </a:r>
            <a:endParaRPr sz="1600">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endParaRPr sz="1600">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r>
              <a:rPr lang="en" sz="1600">
                <a:latin typeface="Albert Sans"/>
                <a:ea typeface="Albert Sans"/>
                <a:cs typeface="Albert Sans"/>
                <a:sym typeface="Albert Sans"/>
              </a:rPr>
              <a:t>Q3. What is the primary role of the Chairperson?</a:t>
            </a:r>
            <a:endParaRPr sz="1600">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endParaRPr sz="1600">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r>
              <a:rPr lang="en" sz="1600">
                <a:latin typeface="Albert Sans"/>
                <a:ea typeface="Albert Sans"/>
                <a:cs typeface="Albert Sans"/>
                <a:sym typeface="Albert Sans"/>
              </a:rPr>
              <a:t>A3. The chairperson is the senior official in the sponsoring body and is responsible for knowing what’s going on in the sponsoring body.</a:t>
            </a:r>
            <a:endParaRPr sz="1600">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endParaRPr sz="1600">
              <a:latin typeface="Albert Sans"/>
              <a:ea typeface="Albert Sans"/>
              <a:cs typeface="Albert Sans"/>
              <a:sym typeface="Albert Sans"/>
            </a:endParaRPr>
          </a:p>
          <a:p>
            <a:pPr marL="0" lvl="0" indent="0" algn="l" rtl="0">
              <a:spcBef>
                <a:spcPts val="0"/>
              </a:spcBef>
              <a:spcAft>
                <a:spcPts val="0"/>
              </a:spcAft>
              <a:buNone/>
            </a:pPr>
            <a:endParaRPr sz="1600">
              <a:latin typeface="Albert Sans"/>
              <a:ea typeface="Albert Sans"/>
              <a:cs typeface="Albert Sans"/>
              <a:sym typeface="Albert Sans"/>
            </a:endParaRPr>
          </a:p>
        </p:txBody>
      </p:sp>
      <p:sp>
        <p:nvSpPr>
          <p:cNvPr id="457" name="Google Shape;457;p72"/>
          <p:cNvSpPr txBox="1"/>
          <p:nvPr/>
        </p:nvSpPr>
        <p:spPr>
          <a:xfrm>
            <a:off x="2577350" y="127750"/>
            <a:ext cx="38100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b="1">
                <a:latin typeface="Advent Pro"/>
                <a:ea typeface="Advent Pro"/>
                <a:cs typeface="Advent Pro"/>
                <a:sym typeface="Advent Pro"/>
              </a:rPr>
              <a:t>TP2 Confirmation Questions</a:t>
            </a:r>
            <a:endParaRPr sz="2400" b="1">
              <a:latin typeface="Advent Pro"/>
              <a:ea typeface="Advent Pro"/>
              <a:cs typeface="Advent Pro"/>
              <a:sym typeface="Advent Pro"/>
            </a:endParaRPr>
          </a:p>
        </p:txBody>
      </p:sp>
      <p:sp>
        <p:nvSpPr>
          <p:cNvPr id="458" name="Google Shape;458;p72"/>
          <p:cNvSpPr/>
          <p:nvPr/>
        </p:nvSpPr>
        <p:spPr>
          <a:xfrm>
            <a:off x="1111475" y="2376750"/>
            <a:ext cx="6542100" cy="1126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72"/>
          <p:cNvSpPr/>
          <p:nvPr/>
        </p:nvSpPr>
        <p:spPr>
          <a:xfrm>
            <a:off x="1300950" y="1128400"/>
            <a:ext cx="6542100" cy="7656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72"/>
          <p:cNvSpPr/>
          <p:nvPr/>
        </p:nvSpPr>
        <p:spPr>
          <a:xfrm>
            <a:off x="1449875" y="3986300"/>
            <a:ext cx="6542100" cy="1126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59"/>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45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46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73"/>
          <p:cNvSpPr txBox="1"/>
          <p:nvPr/>
        </p:nvSpPr>
        <p:spPr>
          <a:xfrm>
            <a:off x="2168400" y="1448875"/>
            <a:ext cx="4807200" cy="184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600">
                <a:latin typeface="Advent Pro"/>
                <a:ea typeface="Advent Pro"/>
                <a:cs typeface="Advent Pro"/>
                <a:sym typeface="Advent Pro"/>
              </a:rPr>
              <a:t>TP3 - Explain the Role and Responsibilities of the Sponsoring Committee</a:t>
            </a:r>
            <a:endParaRPr sz="3600">
              <a:latin typeface="Advent Pro"/>
              <a:ea typeface="Advent Pro"/>
              <a:cs typeface="Advent Pro"/>
              <a:sym typeface="Advent Pr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74"/>
          <p:cNvSpPr txBox="1"/>
          <p:nvPr/>
        </p:nvSpPr>
        <p:spPr>
          <a:xfrm>
            <a:off x="1136200" y="864300"/>
            <a:ext cx="6374100" cy="437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600">
                <a:latin typeface="Albert Sans"/>
                <a:ea typeface="Albert Sans"/>
                <a:cs typeface="Albert Sans"/>
                <a:sym typeface="Albert Sans"/>
              </a:rPr>
              <a:t>The sponsor has to carry out their responsibilities according to an agreement in order for the cadet program to run smoothly in a squadron. These include:</a:t>
            </a:r>
            <a:endParaRPr sz="1600">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endParaRPr sz="1600">
              <a:latin typeface="Albert Sans"/>
              <a:ea typeface="Albert Sans"/>
              <a:cs typeface="Albert Sans"/>
              <a:sym typeface="Albert Sans"/>
            </a:endParaRPr>
          </a:p>
          <a:p>
            <a:pPr marL="457200" lvl="0" indent="-330200" algn="l" rtl="0">
              <a:spcBef>
                <a:spcPts val="0"/>
              </a:spcBef>
              <a:spcAft>
                <a:spcPts val="0"/>
              </a:spcAft>
              <a:buSzPts val="1600"/>
              <a:buFont typeface="Albert Sans"/>
              <a:buChar char="●"/>
            </a:pPr>
            <a:r>
              <a:rPr lang="en" sz="1600" b="1">
                <a:latin typeface="Albert Sans"/>
                <a:ea typeface="Albert Sans"/>
                <a:cs typeface="Albert Sans"/>
                <a:sym typeface="Albert Sans"/>
              </a:rPr>
              <a:t>Fundraising </a:t>
            </a:r>
            <a:r>
              <a:rPr lang="en" sz="1600">
                <a:latin typeface="Albert Sans"/>
                <a:ea typeface="Albert Sans"/>
                <a:cs typeface="Albert Sans"/>
                <a:sym typeface="Albert Sans"/>
              </a:rPr>
              <a:t>- The sponsor organizes fundraising activities with permission from the commanding officer.</a:t>
            </a:r>
            <a:endParaRPr sz="1600">
              <a:latin typeface="Albert Sans"/>
              <a:ea typeface="Albert Sans"/>
              <a:cs typeface="Albert Sans"/>
              <a:sym typeface="Albert Sans"/>
            </a:endParaRPr>
          </a:p>
          <a:p>
            <a:pPr marL="457200" lvl="0" indent="-330200" algn="l" rtl="0">
              <a:spcBef>
                <a:spcPts val="0"/>
              </a:spcBef>
              <a:spcAft>
                <a:spcPts val="0"/>
              </a:spcAft>
              <a:buSzPts val="1600"/>
              <a:buFont typeface="Albert Sans"/>
              <a:buChar char="●"/>
            </a:pPr>
            <a:r>
              <a:rPr lang="en" sz="1600" b="1">
                <a:latin typeface="Albert Sans"/>
                <a:ea typeface="Albert Sans"/>
                <a:cs typeface="Albert Sans"/>
                <a:sym typeface="Albert Sans"/>
              </a:rPr>
              <a:t>Recruiting Cadets </a:t>
            </a:r>
            <a:r>
              <a:rPr lang="en" sz="1600">
                <a:latin typeface="Albert Sans"/>
                <a:ea typeface="Albert Sans"/>
                <a:cs typeface="Albert Sans"/>
                <a:sym typeface="Albert Sans"/>
              </a:rPr>
              <a:t>- The sponsor advertises the squadron and cadet program to help gain new cadets.</a:t>
            </a:r>
            <a:endParaRPr sz="1600">
              <a:latin typeface="Albert Sans"/>
              <a:ea typeface="Albert Sans"/>
              <a:cs typeface="Albert Sans"/>
              <a:sym typeface="Albert Sans"/>
            </a:endParaRPr>
          </a:p>
          <a:p>
            <a:pPr marL="457200" lvl="0" indent="-330200" algn="l" rtl="0">
              <a:spcBef>
                <a:spcPts val="0"/>
              </a:spcBef>
              <a:spcAft>
                <a:spcPts val="0"/>
              </a:spcAft>
              <a:buSzPts val="1600"/>
              <a:buFont typeface="Albert Sans"/>
              <a:buChar char="●"/>
            </a:pPr>
            <a:r>
              <a:rPr lang="en" sz="1600" b="1">
                <a:latin typeface="Albert Sans"/>
                <a:ea typeface="Albert Sans"/>
                <a:cs typeface="Albert Sans"/>
                <a:sym typeface="Albert Sans"/>
              </a:rPr>
              <a:t>Attracting Officers to the Squadron </a:t>
            </a:r>
            <a:r>
              <a:rPr lang="en" sz="1600">
                <a:latin typeface="Albert Sans"/>
                <a:ea typeface="Albert Sans"/>
                <a:cs typeface="Albert Sans"/>
                <a:sym typeface="Albert Sans"/>
              </a:rPr>
              <a:t>- The sponsor campaigns to attract adults in the community to become officers/ civilian instructors (CIs) based on the squadron’s needs.</a:t>
            </a:r>
            <a:endParaRPr sz="1600">
              <a:latin typeface="Albert Sans"/>
              <a:ea typeface="Albert Sans"/>
              <a:cs typeface="Albert Sans"/>
              <a:sym typeface="Albert Sans"/>
            </a:endParaRPr>
          </a:p>
          <a:p>
            <a:pPr marL="457200" lvl="0" indent="-330200" algn="l" rtl="0">
              <a:spcBef>
                <a:spcPts val="0"/>
              </a:spcBef>
              <a:spcAft>
                <a:spcPts val="0"/>
              </a:spcAft>
              <a:buSzPts val="1600"/>
              <a:buFont typeface="Albert Sans"/>
              <a:buChar char="●"/>
            </a:pPr>
            <a:r>
              <a:rPr lang="en" sz="1600" b="1">
                <a:latin typeface="Albert Sans"/>
                <a:ea typeface="Albert Sans"/>
                <a:cs typeface="Albert Sans"/>
                <a:sym typeface="Albert Sans"/>
              </a:rPr>
              <a:t>Screening Volunteers </a:t>
            </a:r>
            <a:r>
              <a:rPr lang="en" sz="1600">
                <a:latin typeface="Albert Sans"/>
                <a:ea typeface="Albert Sans"/>
                <a:cs typeface="Albert Sans"/>
                <a:sym typeface="Albert Sans"/>
              </a:rPr>
              <a:t>- The sponsor identifies and conducts the screening process of potential volunteers and helps with the application process and reports it to the league.</a:t>
            </a:r>
            <a:endParaRPr sz="1600">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endParaRPr sz="1600">
              <a:latin typeface="Albert Sans"/>
              <a:ea typeface="Albert Sans"/>
              <a:cs typeface="Albert Sans"/>
              <a:sym typeface="Albert Sans"/>
            </a:endParaRPr>
          </a:p>
          <a:p>
            <a:pPr marL="0" lvl="0" indent="0" algn="l" rtl="0">
              <a:spcBef>
                <a:spcPts val="0"/>
              </a:spcBef>
              <a:spcAft>
                <a:spcPts val="0"/>
              </a:spcAft>
              <a:buNone/>
            </a:pPr>
            <a:endParaRPr sz="1600">
              <a:latin typeface="Albert Sans"/>
              <a:ea typeface="Albert Sans"/>
              <a:cs typeface="Albert Sans"/>
              <a:sym typeface="Albert Sans"/>
            </a:endParaRPr>
          </a:p>
        </p:txBody>
      </p:sp>
      <p:sp>
        <p:nvSpPr>
          <p:cNvPr id="471" name="Google Shape;471;p74"/>
          <p:cNvSpPr txBox="1"/>
          <p:nvPr/>
        </p:nvSpPr>
        <p:spPr>
          <a:xfrm>
            <a:off x="1288725" y="325500"/>
            <a:ext cx="64545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300">
                <a:latin typeface="Advent Pro"/>
                <a:ea typeface="Advent Pro"/>
                <a:cs typeface="Advent Pro"/>
                <a:sym typeface="Advent Pro"/>
              </a:rPr>
              <a:t>Role and Responsibilities of the Sponsor</a:t>
            </a:r>
            <a:endParaRPr sz="2300">
              <a:latin typeface="Advent Pro"/>
              <a:ea typeface="Advent Pro"/>
              <a:cs typeface="Advent Pro"/>
              <a:sym typeface="Advent Pr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75"/>
          <p:cNvSpPr txBox="1"/>
          <p:nvPr/>
        </p:nvSpPr>
        <p:spPr>
          <a:xfrm>
            <a:off x="1327100" y="1151825"/>
            <a:ext cx="6009300" cy="38790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SzPts val="1600"/>
              <a:buFont typeface="Albert Sans"/>
              <a:buChar char="●"/>
            </a:pPr>
            <a:r>
              <a:rPr lang="en" sz="1600" b="1">
                <a:latin typeface="Albert Sans"/>
                <a:ea typeface="Albert Sans"/>
                <a:cs typeface="Albert Sans"/>
                <a:sym typeface="Albert Sans"/>
              </a:rPr>
              <a:t>Providing Adequate Office and Training Facilities </a:t>
            </a:r>
            <a:r>
              <a:rPr lang="en" sz="1600">
                <a:latin typeface="Albert Sans"/>
                <a:ea typeface="Albert Sans"/>
                <a:cs typeface="Albert Sans"/>
                <a:sym typeface="Albert Sans"/>
              </a:rPr>
              <a:t>- The sponsor is responsible for providing adequate office and training facilities if they aren’t already provided.</a:t>
            </a:r>
            <a:endParaRPr sz="1600">
              <a:latin typeface="Albert Sans"/>
              <a:ea typeface="Albert Sans"/>
              <a:cs typeface="Albert Sans"/>
              <a:sym typeface="Albert Sans"/>
            </a:endParaRPr>
          </a:p>
          <a:p>
            <a:pPr marL="457200" lvl="0" indent="-330200" algn="l" rtl="0">
              <a:spcBef>
                <a:spcPts val="0"/>
              </a:spcBef>
              <a:spcAft>
                <a:spcPts val="0"/>
              </a:spcAft>
              <a:buSzPts val="1600"/>
              <a:buFont typeface="Albert Sans"/>
              <a:buChar char="●"/>
            </a:pPr>
            <a:r>
              <a:rPr lang="en" sz="1600" b="1">
                <a:latin typeface="Albert Sans"/>
                <a:ea typeface="Albert Sans"/>
                <a:cs typeface="Albert Sans"/>
                <a:sym typeface="Albert Sans"/>
              </a:rPr>
              <a:t>Participating in Senior Cadet Rank Appointments</a:t>
            </a:r>
            <a:r>
              <a:rPr lang="en" sz="1600">
                <a:latin typeface="Albert Sans"/>
                <a:ea typeface="Albert Sans"/>
                <a:cs typeface="Albert Sans"/>
                <a:sym typeface="Albert Sans"/>
              </a:rPr>
              <a:t> - The sponsor helps with the position selection process for senior cadets.</a:t>
            </a:r>
            <a:endParaRPr sz="1600">
              <a:latin typeface="Albert Sans"/>
              <a:ea typeface="Albert Sans"/>
              <a:cs typeface="Albert Sans"/>
              <a:sym typeface="Albert Sans"/>
            </a:endParaRPr>
          </a:p>
          <a:p>
            <a:pPr marL="457200" lvl="0" indent="-330200" algn="l" rtl="0">
              <a:spcBef>
                <a:spcPts val="0"/>
              </a:spcBef>
              <a:spcAft>
                <a:spcPts val="0"/>
              </a:spcAft>
              <a:buSzPts val="1600"/>
              <a:buFont typeface="Albert Sans"/>
              <a:buChar char="●"/>
            </a:pPr>
            <a:r>
              <a:rPr lang="en" sz="1600" b="1">
                <a:latin typeface="Albert Sans"/>
                <a:ea typeface="Albert Sans"/>
                <a:cs typeface="Albert Sans"/>
                <a:sym typeface="Albert Sans"/>
              </a:rPr>
              <a:t>Participating in Selections for Summer training</a:t>
            </a:r>
            <a:r>
              <a:rPr lang="en" sz="1600">
                <a:latin typeface="Albert Sans"/>
                <a:ea typeface="Albert Sans"/>
                <a:cs typeface="Albert Sans"/>
                <a:sym typeface="Albert Sans"/>
              </a:rPr>
              <a:t> - The sponsor is responsible for cooperating with the squadron CO to promote summer courses and exchanges and to participate in the selection process. </a:t>
            </a:r>
            <a:endParaRPr sz="1600">
              <a:latin typeface="Albert Sans"/>
              <a:ea typeface="Albert Sans"/>
              <a:cs typeface="Albert Sans"/>
              <a:sym typeface="Albert Sans"/>
            </a:endParaRPr>
          </a:p>
          <a:p>
            <a:pPr marL="457200" lvl="0" indent="-330200" algn="l" rtl="0">
              <a:spcBef>
                <a:spcPts val="0"/>
              </a:spcBef>
              <a:spcAft>
                <a:spcPts val="0"/>
              </a:spcAft>
              <a:buSzPts val="1600"/>
              <a:buFont typeface="Albert Sans"/>
              <a:buChar char="●"/>
            </a:pPr>
            <a:r>
              <a:rPr lang="en" sz="1600" b="1">
                <a:latin typeface="Albert Sans"/>
                <a:ea typeface="Albert Sans"/>
                <a:cs typeface="Albert Sans"/>
                <a:sym typeface="Albert Sans"/>
              </a:rPr>
              <a:t>Participating in Selections for Honours and Awards</a:t>
            </a:r>
            <a:r>
              <a:rPr lang="en" sz="1600">
                <a:latin typeface="Albert Sans"/>
                <a:ea typeface="Albert Sans"/>
                <a:cs typeface="Albert Sans"/>
                <a:sym typeface="Albert Sans"/>
              </a:rPr>
              <a:t> - The sponsor participates in the joint selection process for honours and awards from the league.</a:t>
            </a:r>
            <a:endParaRPr sz="1600">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endParaRPr sz="1600">
              <a:latin typeface="Albert Sans"/>
              <a:ea typeface="Albert Sans"/>
              <a:cs typeface="Albert Sans"/>
              <a:sym typeface="Albert Sans"/>
            </a:endParaRPr>
          </a:p>
          <a:p>
            <a:pPr marL="0" lvl="0" indent="0" algn="l" rtl="0">
              <a:spcBef>
                <a:spcPts val="0"/>
              </a:spcBef>
              <a:spcAft>
                <a:spcPts val="0"/>
              </a:spcAft>
              <a:buNone/>
            </a:pPr>
            <a:endParaRPr sz="1600">
              <a:latin typeface="Albert Sans"/>
              <a:ea typeface="Albert Sans"/>
              <a:cs typeface="Albert Sans"/>
              <a:sym typeface="Albert Sans"/>
            </a:endParaRPr>
          </a:p>
        </p:txBody>
      </p:sp>
      <p:sp>
        <p:nvSpPr>
          <p:cNvPr id="477" name="Google Shape;477;p75"/>
          <p:cNvSpPr txBox="1"/>
          <p:nvPr/>
        </p:nvSpPr>
        <p:spPr>
          <a:xfrm>
            <a:off x="1288725" y="325500"/>
            <a:ext cx="64545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300">
                <a:latin typeface="Advent Pro"/>
                <a:ea typeface="Advent Pro"/>
                <a:cs typeface="Advent Pro"/>
                <a:sym typeface="Advent Pro"/>
              </a:rPr>
              <a:t>Role and Responsibilities of the Sponsor (Continued)</a:t>
            </a:r>
            <a:endParaRPr sz="2300">
              <a:latin typeface="Advent Pro"/>
              <a:ea typeface="Advent Pro"/>
              <a:cs typeface="Advent Pro"/>
              <a:sym typeface="Advent Pr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76"/>
          <p:cNvSpPr txBox="1"/>
          <p:nvPr/>
        </p:nvSpPr>
        <p:spPr>
          <a:xfrm>
            <a:off x="1244000" y="816325"/>
            <a:ext cx="6120600" cy="3879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u="sng">
                <a:latin typeface="Albert Sans"/>
                <a:ea typeface="Albert Sans"/>
                <a:cs typeface="Albert Sans"/>
                <a:sym typeface="Albert Sans"/>
              </a:rPr>
              <a:t>Q1. What role does the sponsor play in recruiting new cadets?</a:t>
            </a:r>
            <a:endParaRPr sz="1600" u="sng">
              <a:latin typeface="Albert Sans"/>
              <a:ea typeface="Albert Sans"/>
              <a:cs typeface="Albert Sans"/>
              <a:sym typeface="Albert Sans"/>
            </a:endParaRPr>
          </a:p>
          <a:p>
            <a:pPr marL="0" lvl="0" indent="0" algn="l" rtl="0">
              <a:spcBef>
                <a:spcPts val="0"/>
              </a:spcBef>
              <a:spcAft>
                <a:spcPts val="0"/>
              </a:spcAft>
              <a:buNone/>
            </a:pPr>
            <a:endParaRPr sz="1600">
              <a:latin typeface="Albert Sans"/>
              <a:ea typeface="Albert Sans"/>
              <a:cs typeface="Albert Sans"/>
              <a:sym typeface="Albert Sans"/>
            </a:endParaRPr>
          </a:p>
          <a:p>
            <a:pPr marL="0" lvl="0" indent="0" algn="l" rtl="0">
              <a:spcBef>
                <a:spcPts val="0"/>
              </a:spcBef>
              <a:spcAft>
                <a:spcPts val="0"/>
              </a:spcAft>
              <a:buNone/>
            </a:pPr>
            <a:r>
              <a:rPr lang="en" sz="1600">
                <a:solidFill>
                  <a:schemeClr val="dk1"/>
                </a:solidFill>
                <a:latin typeface="Albert Sans"/>
                <a:ea typeface="Albert Sans"/>
                <a:cs typeface="Albert Sans"/>
                <a:sym typeface="Albert Sans"/>
              </a:rPr>
              <a:t>A1. The sponsor campaigns and advertises the squadron to attract new recruits.</a:t>
            </a:r>
            <a:endParaRPr sz="1600">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endParaRPr sz="1600">
              <a:latin typeface="Albert Sans"/>
              <a:ea typeface="Albert Sans"/>
              <a:cs typeface="Albert Sans"/>
              <a:sym typeface="Albert Sans"/>
            </a:endParaRPr>
          </a:p>
          <a:p>
            <a:pPr marL="0" lvl="0" indent="0" algn="l" rtl="0">
              <a:spcBef>
                <a:spcPts val="0"/>
              </a:spcBef>
              <a:spcAft>
                <a:spcPts val="0"/>
              </a:spcAft>
              <a:buNone/>
            </a:pPr>
            <a:r>
              <a:rPr lang="en" sz="1600" u="sng">
                <a:latin typeface="Albert Sans"/>
                <a:ea typeface="Albert Sans"/>
                <a:cs typeface="Albert Sans"/>
                <a:sym typeface="Albert Sans"/>
              </a:rPr>
              <a:t>Q2. Who is responsible for recruiting CIC officers, CIs and cadets to the squadron?</a:t>
            </a:r>
            <a:endParaRPr sz="1600" u="sng">
              <a:latin typeface="Albert Sans"/>
              <a:ea typeface="Albert Sans"/>
              <a:cs typeface="Albert Sans"/>
              <a:sym typeface="Albert Sans"/>
            </a:endParaRPr>
          </a:p>
          <a:p>
            <a:pPr marL="0" lvl="0" indent="0" algn="l" rtl="0">
              <a:spcBef>
                <a:spcPts val="0"/>
              </a:spcBef>
              <a:spcAft>
                <a:spcPts val="0"/>
              </a:spcAft>
              <a:buNone/>
            </a:pPr>
            <a:endParaRPr sz="1600">
              <a:latin typeface="Albert Sans"/>
              <a:ea typeface="Albert Sans"/>
              <a:cs typeface="Albert Sans"/>
              <a:sym typeface="Albert Sans"/>
            </a:endParaRPr>
          </a:p>
          <a:p>
            <a:pPr marL="0" lvl="0" indent="0" algn="l" rtl="0">
              <a:spcBef>
                <a:spcPts val="0"/>
              </a:spcBef>
              <a:spcAft>
                <a:spcPts val="0"/>
              </a:spcAft>
              <a:buNone/>
            </a:pPr>
            <a:r>
              <a:rPr lang="en" sz="1600">
                <a:solidFill>
                  <a:schemeClr val="dk1"/>
                </a:solidFill>
                <a:latin typeface="Albert Sans"/>
                <a:ea typeface="Albert Sans"/>
                <a:cs typeface="Albert Sans"/>
                <a:sym typeface="Albert Sans"/>
              </a:rPr>
              <a:t>A2. The sponsor.</a:t>
            </a:r>
            <a:endParaRPr sz="1600">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endParaRPr sz="1600">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r>
              <a:rPr lang="en" sz="1600" u="sng">
                <a:latin typeface="Albert Sans"/>
                <a:ea typeface="Albert Sans"/>
                <a:cs typeface="Albert Sans"/>
                <a:sym typeface="Albert Sans"/>
              </a:rPr>
              <a:t>Q3. What fundraising activity do we carry out in our squadron?</a:t>
            </a:r>
            <a:endParaRPr sz="1600" u="sng">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endParaRPr sz="1600">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r>
              <a:rPr lang="en" sz="1600">
                <a:latin typeface="Albert Sans"/>
                <a:ea typeface="Albert Sans"/>
                <a:cs typeface="Albert Sans"/>
                <a:sym typeface="Albert Sans"/>
              </a:rPr>
              <a:t>A3. Tagging weekend twice a year.</a:t>
            </a:r>
            <a:endParaRPr sz="1600">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endParaRPr sz="1600">
              <a:latin typeface="Albert Sans"/>
              <a:ea typeface="Albert Sans"/>
              <a:cs typeface="Albert Sans"/>
              <a:sym typeface="Albert Sans"/>
            </a:endParaRPr>
          </a:p>
          <a:p>
            <a:pPr marL="0" lvl="0" indent="0" algn="l" rtl="0">
              <a:spcBef>
                <a:spcPts val="0"/>
              </a:spcBef>
              <a:spcAft>
                <a:spcPts val="0"/>
              </a:spcAft>
              <a:buNone/>
            </a:pPr>
            <a:endParaRPr sz="1600">
              <a:latin typeface="Albert Sans"/>
              <a:ea typeface="Albert Sans"/>
              <a:cs typeface="Albert Sans"/>
              <a:sym typeface="Albert Sans"/>
            </a:endParaRPr>
          </a:p>
        </p:txBody>
      </p:sp>
      <p:sp>
        <p:nvSpPr>
          <p:cNvPr id="483" name="Google Shape;483;p76"/>
          <p:cNvSpPr txBox="1"/>
          <p:nvPr/>
        </p:nvSpPr>
        <p:spPr>
          <a:xfrm>
            <a:off x="2622175" y="127750"/>
            <a:ext cx="38100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b="1">
                <a:latin typeface="Advent Pro"/>
                <a:ea typeface="Advent Pro"/>
                <a:cs typeface="Advent Pro"/>
                <a:sym typeface="Advent Pro"/>
              </a:rPr>
              <a:t>TP3 Confirmation Questions</a:t>
            </a:r>
            <a:endParaRPr sz="2400" b="1">
              <a:latin typeface="Advent Pro"/>
              <a:ea typeface="Advent Pro"/>
              <a:cs typeface="Advent Pro"/>
              <a:sym typeface="Advent Pro"/>
            </a:endParaRPr>
          </a:p>
        </p:txBody>
      </p:sp>
      <p:sp>
        <p:nvSpPr>
          <p:cNvPr id="484" name="Google Shape;484;p76"/>
          <p:cNvSpPr/>
          <p:nvPr/>
        </p:nvSpPr>
        <p:spPr>
          <a:xfrm>
            <a:off x="1088025" y="1229250"/>
            <a:ext cx="6542100" cy="7656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76"/>
          <p:cNvSpPr/>
          <p:nvPr/>
        </p:nvSpPr>
        <p:spPr>
          <a:xfrm>
            <a:off x="1145250" y="2753750"/>
            <a:ext cx="6267600" cy="5541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76"/>
          <p:cNvSpPr/>
          <p:nvPr/>
        </p:nvSpPr>
        <p:spPr>
          <a:xfrm>
            <a:off x="1244000" y="3708000"/>
            <a:ext cx="6267600" cy="5541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8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48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48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77"/>
          <p:cNvSpPr txBox="1"/>
          <p:nvPr/>
        </p:nvSpPr>
        <p:spPr>
          <a:xfrm>
            <a:off x="1481875" y="561325"/>
            <a:ext cx="6009300" cy="4617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u="sng">
                <a:latin typeface="Albert Sans"/>
                <a:ea typeface="Albert Sans"/>
                <a:cs typeface="Albert Sans"/>
                <a:sym typeface="Albert Sans"/>
              </a:rPr>
              <a:t>Q1. What is a sponsor?</a:t>
            </a:r>
            <a:endParaRPr sz="1600" u="sng">
              <a:latin typeface="Albert Sans"/>
              <a:ea typeface="Albert Sans"/>
              <a:cs typeface="Albert Sans"/>
              <a:sym typeface="Albert Sans"/>
            </a:endParaRPr>
          </a:p>
          <a:p>
            <a:pPr marL="0" lvl="0" indent="0" algn="l" rtl="0">
              <a:spcBef>
                <a:spcPts val="0"/>
              </a:spcBef>
              <a:spcAft>
                <a:spcPts val="0"/>
              </a:spcAft>
              <a:buNone/>
            </a:pPr>
            <a:endParaRPr sz="1600">
              <a:latin typeface="Albert Sans"/>
              <a:ea typeface="Albert Sans"/>
              <a:cs typeface="Albert Sans"/>
              <a:sym typeface="Albert Sans"/>
            </a:endParaRPr>
          </a:p>
          <a:p>
            <a:pPr marL="0" lvl="0" indent="0" algn="l" rtl="0">
              <a:spcBef>
                <a:spcPts val="0"/>
              </a:spcBef>
              <a:spcAft>
                <a:spcPts val="0"/>
              </a:spcAft>
              <a:buNone/>
            </a:pPr>
            <a:r>
              <a:rPr lang="en" sz="1600">
                <a:solidFill>
                  <a:schemeClr val="dk1"/>
                </a:solidFill>
                <a:latin typeface="Albert Sans"/>
                <a:ea typeface="Albert Sans"/>
                <a:cs typeface="Albert Sans"/>
                <a:sym typeface="Albert Sans"/>
              </a:rPr>
              <a:t>A1. An organisation or group of people who got accepted by the Chief of Defence Staff to responsibly organise, aid, and help administrate the cadet squadron with the Canadian Forces and the supervisory sponsor.</a:t>
            </a:r>
            <a:endParaRPr sz="1600">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endParaRPr sz="1600">
              <a:latin typeface="Albert Sans"/>
              <a:ea typeface="Albert Sans"/>
              <a:cs typeface="Albert Sans"/>
              <a:sym typeface="Albert Sans"/>
            </a:endParaRPr>
          </a:p>
          <a:p>
            <a:pPr marL="0" lvl="0" indent="0" algn="l" rtl="0">
              <a:spcBef>
                <a:spcPts val="0"/>
              </a:spcBef>
              <a:spcAft>
                <a:spcPts val="0"/>
              </a:spcAft>
              <a:buNone/>
            </a:pPr>
            <a:r>
              <a:rPr lang="en" sz="1600" u="sng">
                <a:latin typeface="Albert Sans"/>
                <a:ea typeface="Albert Sans"/>
                <a:cs typeface="Albert Sans"/>
                <a:sym typeface="Albert Sans"/>
              </a:rPr>
              <a:t>Q2. What positions constitute the sponsoring committee?</a:t>
            </a:r>
            <a:endParaRPr sz="1600" u="sng">
              <a:latin typeface="Albert Sans"/>
              <a:ea typeface="Albert Sans"/>
              <a:cs typeface="Albert Sans"/>
              <a:sym typeface="Albert Sans"/>
            </a:endParaRPr>
          </a:p>
          <a:p>
            <a:pPr marL="0" lvl="0" indent="0" algn="l" rtl="0">
              <a:spcBef>
                <a:spcPts val="0"/>
              </a:spcBef>
              <a:spcAft>
                <a:spcPts val="0"/>
              </a:spcAft>
              <a:buNone/>
            </a:pPr>
            <a:endParaRPr sz="1600">
              <a:latin typeface="Albert Sans"/>
              <a:ea typeface="Albert Sans"/>
              <a:cs typeface="Albert Sans"/>
              <a:sym typeface="Albert Sans"/>
            </a:endParaRPr>
          </a:p>
          <a:p>
            <a:pPr marL="0" lvl="0" indent="0" algn="l" rtl="0">
              <a:spcBef>
                <a:spcPts val="0"/>
              </a:spcBef>
              <a:spcAft>
                <a:spcPts val="0"/>
              </a:spcAft>
              <a:buNone/>
            </a:pPr>
            <a:r>
              <a:rPr lang="en" sz="1600">
                <a:solidFill>
                  <a:schemeClr val="dk1"/>
                </a:solidFill>
                <a:latin typeface="Albert Sans"/>
                <a:ea typeface="Albert Sans"/>
                <a:cs typeface="Albert Sans"/>
                <a:sym typeface="Albert Sans"/>
              </a:rPr>
              <a:t>A2. Three positions within the sponsoring body are:</a:t>
            </a:r>
            <a:endParaRPr sz="1600">
              <a:solidFill>
                <a:schemeClr val="dk1"/>
              </a:solidFill>
              <a:latin typeface="Albert Sans"/>
              <a:ea typeface="Albert Sans"/>
              <a:cs typeface="Albert Sans"/>
              <a:sym typeface="Albert Sans"/>
            </a:endParaRPr>
          </a:p>
          <a:p>
            <a:pPr marL="457200" lvl="0" indent="-330200" algn="l" rtl="0">
              <a:spcBef>
                <a:spcPts val="0"/>
              </a:spcBef>
              <a:spcAft>
                <a:spcPts val="0"/>
              </a:spcAft>
              <a:buClr>
                <a:schemeClr val="dk1"/>
              </a:buClr>
              <a:buSzPts val="1600"/>
              <a:buFont typeface="Albert Sans"/>
              <a:buChar char="●"/>
            </a:pPr>
            <a:r>
              <a:rPr lang="en" sz="1600">
                <a:solidFill>
                  <a:schemeClr val="dk1"/>
                </a:solidFill>
                <a:latin typeface="Albert Sans"/>
                <a:ea typeface="Albert Sans"/>
                <a:cs typeface="Albert Sans"/>
                <a:sym typeface="Albert Sans"/>
              </a:rPr>
              <a:t>chairperson</a:t>
            </a:r>
            <a:endParaRPr sz="1600">
              <a:solidFill>
                <a:schemeClr val="dk1"/>
              </a:solidFill>
              <a:latin typeface="Albert Sans"/>
              <a:ea typeface="Albert Sans"/>
              <a:cs typeface="Albert Sans"/>
              <a:sym typeface="Albert Sans"/>
            </a:endParaRPr>
          </a:p>
          <a:p>
            <a:pPr marL="457200" lvl="0" indent="-330200" algn="l" rtl="0">
              <a:spcBef>
                <a:spcPts val="0"/>
              </a:spcBef>
              <a:spcAft>
                <a:spcPts val="0"/>
              </a:spcAft>
              <a:buClr>
                <a:schemeClr val="dk1"/>
              </a:buClr>
              <a:buSzPts val="1600"/>
              <a:buFont typeface="Albert Sans"/>
              <a:buChar char="●"/>
            </a:pPr>
            <a:r>
              <a:rPr lang="en" sz="1600">
                <a:solidFill>
                  <a:schemeClr val="dk1"/>
                </a:solidFill>
                <a:latin typeface="Albert Sans"/>
                <a:ea typeface="Albert Sans"/>
                <a:cs typeface="Albert Sans"/>
                <a:sym typeface="Albert Sans"/>
              </a:rPr>
              <a:t>secretary</a:t>
            </a:r>
            <a:endParaRPr sz="1600">
              <a:solidFill>
                <a:schemeClr val="dk1"/>
              </a:solidFill>
              <a:latin typeface="Albert Sans"/>
              <a:ea typeface="Albert Sans"/>
              <a:cs typeface="Albert Sans"/>
              <a:sym typeface="Albert Sans"/>
            </a:endParaRPr>
          </a:p>
          <a:p>
            <a:pPr marL="457200" lvl="0" indent="-330200" algn="l" rtl="0">
              <a:spcBef>
                <a:spcPts val="0"/>
              </a:spcBef>
              <a:spcAft>
                <a:spcPts val="0"/>
              </a:spcAft>
              <a:buClr>
                <a:schemeClr val="dk1"/>
              </a:buClr>
              <a:buSzPts val="1600"/>
              <a:buFont typeface="Albert Sans"/>
              <a:buChar char="●"/>
            </a:pPr>
            <a:r>
              <a:rPr lang="en" sz="1600">
                <a:solidFill>
                  <a:schemeClr val="dk1"/>
                </a:solidFill>
                <a:latin typeface="Albert Sans"/>
                <a:ea typeface="Albert Sans"/>
                <a:cs typeface="Albert Sans"/>
                <a:sym typeface="Albert Sans"/>
              </a:rPr>
              <a:t>treasurer</a:t>
            </a:r>
            <a:endParaRPr sz="1600">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endParaRPr sz="1600">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r>
              <a:rPr lang="en" sz="1600" u="sng">
                <a:latin typeface="Albert Sans"/>
                <a:ea typeface="Albert Sans"/>
                <a:cs typeface="Albert Sans"/>
                <a:sym typeface="Albert Sans"/>
              </a:rPr>
              <a:t>Q3. What role does the sponsor play in fundraising?</a:t>
            </a:r>
            <a:endParaRPr sz="1600" u="sng">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endParaRPr sz="1600">
              <a:latin typeface="Albert Sans"/>
              <a:ea typeface="Albert Sans"/>
              <a:cs typeface="Albert Sans"/>
              <a:sym typeface="Albert Sans"/>
            </a:endParaRPr>
          </a:p>
          <a:p>
            <a:pPr marL="0" lvl="0" indent="0" algn="l" rtl="0">
              <a:spcBef>
                <a:spcPts val="0"/>
              </a:spcBef>
              <a:spcAft>
                <a:spcPts val="0"/>
              </a:spcAft>
              <a:buNone/>
            </a:pPr>
            <a:r>
              <a:rPr lang="en" sz="1600">
                <a:latin typeface="Albert Sans"/>
                <a:ea typeface="Albert Sans"/>
                <a:cs typeface="Albert Sans"/>
                <a:sym typeface="Albert Sans"/>
              </a:rPr>
              <a:t>A3. The sponsor plans fundraising activities in consultation with the CO.</a:t>
            </a:r>
            <a:endParaRPr sz="1600">
              <a:latin typeface="Albert Sans"/>
              <a:ea typeface="Albert Sans"/>
              <a:cs typeface="Albert Sans"/>
              <a:sym typeface="Albert Sans"/>
            </a:endParaRPr>
          </a:p>
        </p:txBody>
      </p:sp>
      <p:sp>
        <p:nvSpPr>
          <p:cNvPr id="492" name="Google Shape;492;p77"/>
          <p:cNvSpPr txBox="1"/>
          <p:nvPr/>
        </p:nvSpPr>
        <p:spPr>
          <a:xfrm>
            <a:off x="2151450" y="82950"/>
            <a:ext cx="48411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a:latin typeface="Advent Pro"/>
                <a:ea typeface="Advent Pro"/>
                <a:cs typeface="Advent Pro"/>
                <a:sym typeface="Advent Pro"/>
              </a:rPr>
              <a:t>End of Lesson Confirmation Questions</a:t>
            </a:r>
            <a:endParaRPr sz="2200" b="1">
              <a:latin typeface="Advent Pro"/>
              <a:ea typeface="Advent Pro"/>
              <a:cs typeface="Advent Pro"/>
              <a:sym typeface="Advent Pro"/>
            </a:endParaRPr>
          </a:p>
        </p:txBody>
      </p:sp>
      <p:sp>
        <p:nvSpPr>
          <p:cNvPr id="493" name="Google Shape;493;p77"/>
          <p:cNvSpPr/>
          <p:nvPr/>
        </p:nvSpPr>
        <p:spPr>
          <a:xfrm>
            <a:off x="1300950" y="1110475"/>
            <a:ext cx="6542100" cy="1126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77"/>
          <p:cNvSpPr/>
          <p:nvPr/>
        </p:nvSpPr>
        <p:spPr>
          <a:xfrm>
            <a:off x="1300950" y="2831700"/>
            <a:ext cx="6542100" cy="1126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77"/>
          <p:cNvSpPr/>
          <p:nvPr/>
        </p:nvSpPr>
        <p:spPr>
          <a:xfrm>
            <a:off x="1300950" y="4396025"/>
            <a:ext cx="6542100" cy="6936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93"/>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49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49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78"/>
          <p:cNvSpPr txBox="1"/>
          <p:nvPr/>
        </p:nvSpPr>
        <p:spPr>
          <a:xfrm>
            <a:off x="1289975" y="1122825"/>
            <a:ext cx="6009300" cy="2401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u="sng">
                <a:latin typeface="Albert Sans"/>
                <a:ea typeface="Albert Sans"/>
                <a:cs typeface="Albert Sans"/>
                <a:sym typeface="Albert Sans"/>
              </a:rPr>
              <a:t>Review the importance</a:t>
            </a:r>
            <a:endParaRPr sz="1800" u="sng">
              <a:latin typeface="Albert Sans"/>
              <a:ea typeface="Albert Sans"/>
              <a:cs typeface="Albert Sans"/>
              <a:sym typeface="Albert Sans"/>
            </a:endParaRPr>
          </a:p>
          <a:p>
            <a:pPr marL="457200" lvl="0" indent="-342900" algn="l" rtl="0">
              <a:spcBef>
                <a:spcPts val="0"/>
              </a:spcBef>
              <a:spcAft>
                <a:spcPts val="0"/>
              </a:spcAft>
              <a:buSzPts val="1800"/>
              <a:buFont typeface="Albert Sans"/>
              <a:buChar char="●"/>
            </a:pPr>
            <a:r>
              <a:rPr lang="en" sz="1800">
                <a:latin typeface="Albert Sans"/>
                <a:ea typeface="Albert Sans"/>
                <a:cs typeface="Albert Sans"/>
                <a:sym typeface="Albert Sans"/>
              </a:rPr>
              <a:t>Sponsors help the squadron run efficiently</a:t>
            </a:r>
            <a:endParaRPr sz="1800">
              <a:latin typeface="Albert Sans"/>
              <a:ea typeface="Albert Sans"/>
              <a:cs typeface="Albert Sans"/>
              <a:sym typeface="Albert Sans"/>
            </a:endParaRPr>
          </a:p>
          <a:p>
            <a:pPr marL="457200" lvl="0" indent="-342900" algn="l" rtl="0">
              <a:spcBef>
                <a:spcPts val="0"/>
              </a:spcBef>
              <a:spcAft>
                <a:spcPts val="0"/>
              </a:spcAft>
              <a:buSzPts val="1800"/>
              <a:buFont typeface="Albert Sans"/>
              <a:buChar char="●"/>
            </a:pPr>
            <a:r>
              <a:rPr lang="en" sz="1800">
                <a:latin typeface="Albert Sans"/>
                <a:ea typeface="Albert Sans"/>
                <a:cs typeface="Albert Sans"/>
                <a:sym typeface="Albert Sans"/>
              </a:rPr>
              <a:t>We should recognise the sponsor’s hard work!</a:t>
            </a:r>
            <a:endParaRPr sz="1800">
              <a:latin typeface="Albert Sans"/>
              <a:ea typeface="Albert Sans"/>
              <a:cs typeface="Albert Sans"/>
              <a:sym typeface="Albert Sans"/>
            </a:endParaRPr>
          </a:p>
          <a:p>
            <a:pPr marL="0" lvl="0" indent="0" algn="l" rtl="0">
              <a:spcBef>
                <a:spcPts val="0"/>
              </a:spcBef>
              <a:spcAft>
                <a:spcPts val="0"/>
              </a:spcAft>
              <a:buClr>
                <a:schemeClr val="dk1"/>
              </a:buClr>
              <a:buSzPts val="1100"/>
              <a:buFont typeface="Arial"/>
              <a:buNone/>
            </a:pPr>
            <a:endParaRPr sz="1800">
              <a:latin typeface="Albert Sans"/>
              <a:ea typeface="Albert Sans"/>
              <a:cs typeface="Albert Sans"/>
              <a:sym typeface="Albert Sans"/>
            </a:endParaRPr>
          </a:p>
          <a:p>
            <a:pPr marL="0" lvl="0" indent="0" algn="l" rtl="0">
              <a:spcBef>
                <a:spcPts val="0"/>
              </a:spcBef>
              <a:spcAft>
                <a:spcPts val="0"/>
              </a:spcAft>
              <a:buNone/>
            </a:pPr>
            <a:r>
              <a:rPr lang="en" sz="1800" u="sng">
                <a:latin typeface="Albert Sans"/>
                <a:ea typeface="Albert Sans"/>
                <a:cs typeface="Albert Sans"/>
                <a:sym typeface="Albert Sans"/>
              </a:rPr>
              <a:t>To remind cadets, we’ve learned about… </a:t>
            </a:r>
            <a:endParaRPr sz="1800" u="sng">
              <a:latin typeface="Albert Sans"/>
              <a:ea typeface="Albert Sans"/>
              <a:cs typeface="Albert Sans"/>
              <a:sym typeface="Albert Sans"/>
            </a:endParaRPr>
          </a:p>
          <a:p>
            <a:pPr marL="457200" lvl="0" indent="-342900" algn="l" rtl="0">
              <a:spcBef>
                <a:spcPts val="0"/>
              </a:spcBef>
              <a:spcAft>
                <a:spcPts val="0"/>
              </a:spcAft>
              <a:buSzPts val="1800"/>
              <a:buFont typeface="Albert Sans"/>
              <a:buChar char="●"/>
            </a:pPr>
            <a:r>
              <a:rPr lang="en" sz="1800">
                <a:latin typeface="Albert Sans"/>
                <a:ea typeface="Albert Sans"/>
                <a:cs typeface="Albert Sans"/>
                <a:sym typeface="Albert Sans"/>
              </a:rPr>
              <a:t>Sponsors and sponsoring committees</a:t>
            </a:r>
            <a:endParaRPr sz="1800">
              <a:latin typeface="Albert Sans"/>
              <a:ea typeface="Albert Sans"/>
              <a:cs typeface="Albert Sans"/>
              <a:sym typeface="Albert Sans"/>
            </a:endParaRPr>
          </a:p>
          <a:p>
            <a:pPr marL="457200" lvl="0" indent="-342900" algn="l" rtl="0">
              <a:spcBef>
                <a:spcPts val="0"/>
              </a:spcBef>
              <a:spcAft>
                <a:spcPts val="0"/>
              </a:spcAft>
              <a:buSzPts val="1800"/>
              <a:buFont typeface="Albert Sans"/>
              <a:buChar char="●"/>
            </a:pPr>
            <a:r>
              <a:rPr lang="en" sz="1800">
                <a:latin typeface="Albert Sans"/>
                <a:ea typeface="Albert Sans"/>
                <a:cs typeface="Albert Sans"/>
                <a:sym typeface="Albert Sans"/>
              </a:rPr>
              <a:t>Local sponsoring bodies + Sponsor positions</a:t>
            </a:r>
            <a:endParaRPr sz="1800">
              <a:latin typeface="Albert Sans"/>
              <a:ea typeface="Albert Sans"/>
              <a:cs typeface="Albert Sans"/>
              <a:sym typeface="Albert Sans"/>
            </a:endParaRPr>
          </a:p>
          <a:p>
            <a:pPr marL="457200" lvl="0" indent="-342900" algn="l" rtl="0">
              <a:spcBef>
                <a:spcPts val="0"/>
              </a:spcBef>
              <a:spcAft>
                <a:spcPts val="0"/>
              </a:spcAft>
              <a:buSzPts val="1800"/>
              <a:buFont typeface="Albert Sans"/>
              <a:buChar char="●"/>
            </a:pPr>
            <a:r>
              <a:rPr lang="en" sz="1800">
                <a:latin typeface="Albert Sans"/>
                <a:ea typeface="Albert Sans"/>
                <a:cs typeface="Albert Sans"/>
                <a:sym typeface="Albert Sans"/>
              </a:rPr>
              <a:t>Responsibilities of local sponsor</a:t>
            </a:r>
            <a:endParaRPr sz="1800">
              <a:latin typeface="Albert Sans"/>
              <a:ea typeface="Albert Sans"/>
              <a:cs typeface="Albert Sans"/>
              <a:sym typeface="Albert Sans"/>
            </a:endParaRPr>
          </a:p>
        </p:txBody>
      </p:sp>
      <p:sp>
        <p:nvSpPr>
          <p:cNvPr id="501" name="Google Shape;501;p78"/>
          <p:cNvSpPr txBox="1"/>
          <p:nvPr/>
        </p:nvSpPr>
        <p:spPr>
          <a:xfrm>
            <a:off x="2893350" y="329425"/>
            <a:ext cx="26781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a:latin typeface="Advent Pro"/>
                <a:ea typeface="Advent Pro"/>
                <a:cs typeface="Advent Pro"/>
                <a:sym typeface="Advent Pro"/>
              </a:rPr>
              <a:t>A Recap of the Lesson</a:t>
            </a:r>
            <a:endParaRPr sz="2200" b="1">
              <a:latin typeface="Advent Pro"/>
              <a:ea typeface="Advent Pro"/>
              <a:cs typeface="Advent Pro"/>
              <a:sym typeface="Advent Pr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79"/>
          <p:cNvSpPr txBox="1">
            <a:spLocks noGrp="1"/>
          </p:cNvSpPr>
          <p:nvPr>
            <p:ph type="ctrTitle"/>
          </p:nvPr>
        </p:nvSpPr>
        <p:spPr>
          <a:xfrm>
            <a:off x="1517275" y="903875"/>
            <a:ext cx="6400800" cy="273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600"/>
              <a:t>EOM207.03 - Recognise the Role and Responsibilities of the Local Sponsor</a:t>
            </a:r>
            <a:endParaRPr sz="4600"/>
          </a:p>
        </p:txBody>
      </p:sp>
      <p:sp>
        <p:nvSpPr>
          <p:cNvPr id="507" name="Google Shape;507;p79"/>
          <p:cNvSpPr txBox="1">
            <a:spLocks noGrp="1"/>
          </p:cNvSpPr>
          <p:nvPr>
            <p:ph type="subTitle" idx="1"/>
          </p:nvPr>
        </p:nvSpPr>
        <p:spPr>
          <a:xfrm>
            <a:off x="2988775" y="0"/>
            <a:ext cx="2785500" cy="739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CA" dirty="0"/>
              <a:t>By:</a:t>
            </a:r>
            <a:endParaRPr dirty="0"/>
          </a:p>
          <a:p>
            <a:pPr marL="0" lvl="0" indent="0" algn="ctr" rtl="0">
              <a:spcBef>
                <a:spcPts val="0"/>
              </a:spcBef>
              <a:spcAft>
                <a:spcPts val="0"/>
              </a:spcAft>
              <a:buNone/>
            </a:pPr>
            <a:endParaRPr dirty="0"/>
          </a:p>
        </p:txBody>
      </p:sp>
      <p:sp>
        <p:nvSpPr>
          <p:cNvPr id="508" name="Google Shape;508;p79"/>
          <p:cNvSpPr txBox="1">
            <a:spLocks noGrp="1"/>
          </p:cNvSpPr>
          <p:nvPr>
            <p:ph type="subTitle" idx="1"/>
          </p:nvPr>
        </p:nvSpPr>
        <p:spPr>
          <a:xfrm>
            <a:off x="5241150" y="4690800"/>
            <a:ext cx="2785500" cy="739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Level 2 IG</a:t>
            </a:r>
            <a:endParaRPr/>
          </a:p>
          <a:p>
            <a:pPr marL="0" lvl="0" indent="0" algn="ctr" rtl="0">
              <a:spcBef>
                <a:spcPts val="0"/>
              </a:spcBef>
              <a:spcAft>
                <a:spcPts val="0"/>
              </a:spcAft>
              <a:buNone/>
            </a:pPr>
            <a:endParaRPr/>
          </a:p>
        </p:txBody>
      </p:sp>
      <p:sp>
        <p:nvSpPr>
          <p:cNvPr id="509" name="Google Shape;509;p79"/>
          <p:cNvSpPr txBox="1">
            <a:spLocks noGrp="1"/>
          </p:cNvSpPr>
          <p:nvPr>
            <p:ph type="subTitle" idx="1"/>
          </p:nvPr>
        </p:nvSpPr>
        <p:spPr>
          <a:xfrm>
            <a:off x="597450" y="4690800"/>
            <a:ext cx="3472500" cy="739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30-Minute Interactive Lecture</a:t>
            </a:r>
            <a:endParaRPr/>
          </a:p>
          <a:p>
            <a:pPr marL="0" lvl="0" indent="0" algn="ctr"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Geometric Papercut Style Marketing Plan by Slidesgo">
  <a:themeElements>
    <a:clrScheme name="Simple Light">
      <a:dk1>
        <a:srgbClr val="000000"/>
      </a:dk1>
      <a:lt1>
        <a:srgbClr val="F3E9E8"/>
      </a:lt1>
      <a:dk2>
        <a:srgbClr val="D7D2CC"/>
      </a:dk2>
      <a:lt2>
        <a:srgbClr val="F5E2E1"/>
      </a:lt2>
      <a:accent1>
        <a:srgbClr val="EADCD9"/>
      </a:accent1>
      <a:accent2>
        <a:srgbClr val="E3D0C9"/>
      </a:accent2>
      <a:accent3>
        <a:srgbClr val="D5D2CB"/>
      </a:accent3>
      <a:accent4>
        <a:srgbClr val="CCD1CA"/>
      </a:accent4>
      <a:accent5>
        <a:srgbClr val="B1CCC3"/>
      </a:accent5>
      <a:accent6>
        <a:srgbClr val="9CC5B7"/>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Geometric Papercut Style Marketing Plan by Slidesgo">
  <a:themeElements>
    <a:clrScheme name="Simple Light">
      <a:dk1>
        <a:srgbClr val="000000"/>
      </a:dk1>
      <a:lt1>
        <a:srgbClr val="F3E9E8"/>
      </a:lt1>
      <a:dk2>
        <a:srgbClr val="D7D2CC"/>
      </a:dk2>
      <a:lt2>
        <a:srgbClr val="F5E2E1"/>
      </a:lt2>
      <a:accent1>
        <a:srgbClr val="EADCD9"/>
      </a:accent1>
      <a:accent2>
        <a:srgbClr val="E3D0C9"/>
      </a:accent2>
      <a:accent3>
        <a:srgbClr val="D5D2CB"/>
      </a:accent3>
      <a:accent4>
        <a:srgbClr val="CCD1CA"/>
      </a:accent4>
      <a:accent5>
        <a:srgbClr val="B1CCC3"/>
      </a:accent5>
      <a:accent6>
        <a:srgbClr val="9CC5B7"/>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1129</Words>
  <Application>Microsoft Office PowerPoint</Application>
  <PresentationFormat>On-screen Show (16:9)</PresentationFormat>
  <Paragraphs>127</Paragraphs>
  <Slides>19</Slides>
  <Notes>19</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19</vt:i4>
      </vt:variant>
    </vt:vector>
  </HeadingPairs>
  <TitlesOfParts>
    <vt:vector size="27" baseType="lpstr">
      <vt:lpstr>Advent Pro</vt:lpstr>
      <vt:lpstr>Advent Pro Medium</vt:lpstr>
      <vt:lpstr>Albert Sans</vt:lpstr>
      <vt:lpstr>Poppins</vt:lpstr>
      <vt:lpstr>Arial</vt:lpstr>
      <vt:lpstr>Simple Light</vt:lpstr>
      <vt:lpstr>Geometric Papercut Style Marketing Plan by Slidesgo</vt:lpstr>
      <vt:lpstr>Geometric Papercut Style Marketing Plan by Slidesgo</vt:lpstr>
      <vt:lpstr>EOM207.03 - Recognise the Role and Responsibilities of the Local Sponsor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EOM207.03 - Recognise the Role and Responsibilities of the Local Sponsor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Kevin Zhu</cp:lastModifiedBy>
  <cp:revision>2</cp:revision>
  <dcterms:modified xsi:type="dcterms:W3CDTF">2025-06-08T10:56:38Z</dcterms:modified>
</cp:coreProperties>
</file>