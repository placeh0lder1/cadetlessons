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lata" panose="020B0604020202020204" charset="0"/>
      <p:regular r:id="rId11"/>
    </p:embeddedFont>
    <p:embeddedFont>
      <p:font typeface="Lexend Deca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909ade8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909ade8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909ade8e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909ade8e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909ade8e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909ade8e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909ade8e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909ade8e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6909ade8e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6909ade8e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909ade8e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909ade8e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909ade8e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909ade8e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601850" y="856125"/>
            <a:ext cx="5940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u="sng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EOM240.03</a:t>
            </a:r>
            <a:r>
              <a:rPr lang="en" sz="35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Participate in a Space Survival Scenario</a:t>
            </a:r>
            <a:endParaRPr sz="35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44750" y="60500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By: / 30 mins</a:t>
            </a:r>
            <a:endParaRPr sz="1800" dirty="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52175" y="441500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IMPORTANT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246100" y="1427625"/>
            <a:ext cx="70485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lata"/>
              <a:buChar char="●"/>
            </a:pPr>
            <a:r>
              <a:rPr lang="en" sz="21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You will be participating in a space survival scenario</a:t>
            </a:r>
            <a:endParaRPr sz="21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lata"/>
              <a:buChar char="○"/>
            </a:pPr>
            <a:r>
              <a:rPr lang="en" sz="21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Critical thinking</a:t>
            </a:r>
            <a:endParaRPr sz="21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lata"/>
              <a:buChar char="○"/>
            </a:pPr>
            <a:r>
              <a:rPr lang="en" sz="21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Priorities?</a:t>
            </a:r>
            <a:endParaRPr sz="21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lata"/>
              <a:buChar char="●"/>
            </a:pPr>
            <a:r>
              <a:rPr lang="en" sz="21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Understand the challenges astronauts face while living in space</a:t>
            </a:r>
            <a:endParaRPr sz="21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lata"/>
              <a:buChar char="●"/>
            </a:pPr>
            <a:r>
              <a:rPr lang="en" sz="21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This knowledge will be useful in future activities</a:t>
            </a:r>
            <a:endParaRPr sz="21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652175" y="969638"/>
            <a:ext cx="3417900" cy="324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344738" y="307050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Teaching Points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103975" y="1994550"/>
            <a:ext cx="29661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TP1 : Choose Five Survival Items to Survive in Space</a:t>
            </a:r>
            <a:endParaRPr sz="21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074025" y="969638"/>
            <a:ext cx="3417900" cy="324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525825" y="1902275"/>
            <a:ext cx="29661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TP2 : Have the Cadets Explain Why They Chose Their Items for Survival</a:t>
            </a:r>
            <a:endParaRPr sz="21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51325" y="161375"/>
            <a:ext cx="64545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Before We Start…</a:t>
            </a:r>
            <a:endParaRPr sz="24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Water On the Moon</a:t>
            </a: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Astronaut Activities</a:t>
            </a: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138488" y="1398325"/>
            <a:ext cx="6947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Water discovered on the moon in March 5, 1998 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Ice exists in the shadows on the moon - they are -140℃!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Anywhere else, water would be vaporized by the sun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187800" y="2873050"/>
            <a:ext cx="75213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Everyday activities are challenging due to low gravity!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○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Everything floats unless tied down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○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Food can float up your nose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Astronauts build/maintain the International Space Station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They also perform experiments &amp; studies to help development in the future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" y="-22687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51325" y="1613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Let’s Start!</a:t>
            </a: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138498" y="1286250"/>
            <a:ext cx="5867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AutoNum type="arabicPeriod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Get into groups of 5-7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AutoNum type="arabicPeriod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Read the handout given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AutoNum type="arabicPeriod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Follow instructions on the handout. You have </a:t>
            </a:r>
            <a:r>
              <a:rPr lang="en" sz="2200" b="1" u="sng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15 minutes!</a:t>
            </a:r>
            <a:endParaRPr sz="2200" b="1" u="sng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" y="-22687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551325" y="1613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Time to Discuss</a:t>
            </a: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441048" y="770775"/>
            <a:ext cx="58674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Things that you can share (You’re not limited to these questions) :</a:t>
            </a:r>
            <a:endParaRPr sz="2200" i="1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i="1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What 5 things did you choose out of the 8 items? Why?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How did you rank the items on the list? Why did you rank them that way?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How do you plan to use your items to survive?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" y="-22687"/>
            <a:ext cx="9224673" cy="51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551325" y="1613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RECAP</a:t>
            </a:r>
            <a:endParaRPr sz="2400" u="sng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855723" y="1606475"/>
            <a:ext cx="5867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Space survival activity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Thought about the life of an astronaut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 Deca"/>
              <a:buChar char="●"/>
            </a:pPr>
            <a:r>
              <a:rPr lang="en" sz="2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Fun fact(s) about the moon</a:t>
            </a:r>
            <a:endParaRPr sz="22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650" y="-264200"/>
            <a:ext cx="9379300" cy="6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630500" y="1304375"/>
            <a:ext cx="588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highlight>
                  <a:schemeClr val="lt1"/>
                </a:highlight>
                <a:latin typeface="Alata"/>
                <a:ea typeface="Alata"/>
                <a:cs typeface="Alata"/>
                <a:sym typeface="Alata"/>
              </a:rPr>
              <a:t>The End (of the space simulation for today) </a:t>
            </a:r>
            <a:endParaRPr sz="2000">
              <a:solidFill>
                <a:schemeClr val="dk2"/>
              </a:solidFill>
              <a:highlight>
                <a:schemeClr val="lt1"/>
              </a:highlight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1344750" y="2245650"/>
            <a:ext cx="6454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highlight>
                  <a:schemeClr val="lt1"/>
                </a:highlight>
                <a:latin typeface="Lexend Deca"/>
                <a:ea typeface="Lexend Deca"/>
                <a:cs typeface="Lexend Deca"/>
                <a:sym typeface="Lexend Deca"/>
              </a:rPr>
              <a:t>EOM240.03 Participate in a Space Survival Scenario</a:t>
            </a:r>
            <a:endParaRPr sz="2500" b="1">
              <a:solidFill>
                <a:schemeClr val="dk2"/>
              </a:solidFill>
              <a:highlight>
                <a:schemeClr val="lt1"/>
              </a:highlight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On-screen Show (16:9)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Lexend Deca</vt:lpstr>
      <vt:lpstr>Alata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Zhu</cp:lastModifiedBy>
  <cp:revision>3</cp:revision>
  <dcterms:modified xsi:type="dcterms:W3CDTF">2025-06-08T10:59:06Z</dcterms:modified>
</cp:coreProperties>
</file>